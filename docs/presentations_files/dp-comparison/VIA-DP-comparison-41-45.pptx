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e123e628d497c" /><Relationship Type="http://schemas.openxmlformats.org/officeDocument/2006/relationships/extended-properties" Target="/docProps/app.xml" Id="R7186ff940aea4be0" /><Relationship Type="http://schemas.openxmlformats.org/officeDocument/2006/relationships/officeDocument" Target="/ppt/presentation.xml" Id="Ra08fa4d96a384f9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1e98eb696014fc4"/>
  </p:sldMasterIdLst>
  <p:notesMasterIdLst>
    <p:notesMasterId xmlns:r="http://schemas.openxmlformats.org/officeDocument/2006/relationships" r:id="Rfaa7614fe901489a"/>
  </p:notesMasterIdLst>
  <p:sldIdLst>
    <p:sldId xmlns:r="http://schemas.openxmlformats.org/officeDocument/2006/relationships" id="256" r:id="R6b3b8cfb74a642f9"/>
    <p:sldId xmlns:r="http://schemas.openxmlformats.org/officeDocument/2006/relationships" id="257" r:id="R252affb76cd1405d"/>
    <p:sldId xmlns:r="http://schemas.openxmlformats.org/officeDocument/2006/relationships" id="258" r:id="R58e2c2163f2843dc"/>
    <p:sldId xmlns:r="http://schemas.openxmlformats.org/officeDocument/2006/relationships" id="259" r:id="R918e59e503544ff4"/>
    <p:sldId xmlns:r="http://schemas.openxmlformats.org/officeDocument/2006/relationships" id="260" r:id="R9fe0aedaecf1434d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2047aef42243b8" /><Relationship Type="http://schemas.openxmlformats.org/officeDocument/2006/relationships/slideMaster" Target="/ppt/slideMasters/slideMaster1.xml" Id="Rc1e98eb696014fc4" /><Relationship Type="http://schemas.openxmlformats.org/officeDocument/2006/relationships/notesMaster" Target="/ppt/notesMasters/notesMaster1.xml" Id="Rfaa7614fe901489a" /><Relationship Type="http://schemas.openxmlformats.org/officeDocument/2006/relationships/presProps" Target="/ppt/presProps.xml" Id="R52f1602a9b714095" /><Relationship Type="http://schemas.openxmlformats.org/officeDocument/2006/relationships/tableStyles" Target="/ppt/tableStyles.xml" Id="Rf7329ab5268c434e" /><Relationship Type="http://schemas.openxmlformats.org/officeDocument/2006/relationships/slide" Target="/ppt/slides/slide1.xml" Id="R6b3b8cfb74a642f9" /><Relationship Type="http://schemas.openxmlformats.org/officeDocument/2006/relationships/slide" Target="/ppt/slides/slide2.xml" Id="R252affb76cd1405d" /><Relationship Type="http://schemas.openxmlformats.org/officeDocument/2006/relationships/slide" Target="/ppt/slides/slide3.xml" Id="R58e2c2163f2843dc" /><Relationship Type="http://schemas.openxmlformats.org/officeDocument/2006/relationships/slide" Target="/ppt/slides/slide4.xml" Id="R918e59e503544ff4" /><Relationship Type="http://schemas.openxmlformats.org/officeDocument/2006/relationships/slide" Target="/ppt/slides/slide5.xml" Id="R9fe0aedaecf1434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d8252f8c40243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6c0f900f24c4abf" /><Relationship Type="http://schemas.openxmlformats.org/officeDocument/2006/relationships/notesMaster" Target="/ppt/notesMasters/notesMaster1.xml" Id="R9b4cf53b75164e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39978e34260414b" /><Relationship Type="http://schemas.openxmlformats.org/officeDocument/2006/relationships/notesMaster" Target="/ppt/notesMasters/notesMaster1.xml" Id="R388b9cf18d784f1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5bc24b34d914bc1" /><Relationship Type="http://schemas.openxmlformats.org/officeDocument/2006/relationships/notesMaster" Target="/ppt/notesMasters/notesMaster1.xml" Id="R78e1e4d2f3d949e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91c9d6eabf240bf" /><Relationship Type="http://schemas.openxmlformats.org/officeDocument/2006/relationships/notesMaster" Target="/ppt/notesMasters/notesMaster1.xml" Id="Re39977d3b89e480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ef305c9b4e04ccb" /><Relationship Type="http://schemas.openxmlformats.org/officeDocument/2006/relationships/notesMaster" Target="/ppt/notesMasters/notesMaster1.xml" Id="R8f865b47c6cb40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04-41. 기능 정확성을 위한 VIA Request 해석 설계</a:t>
            </a:r>
          </a:p>
          <a:p xmlns:a="http://schemas.openxmlformats.org/drawingml/2006/main">
            <a:r>
              <a:t>https://github.com/cbyche/via-sw-architecture/blob/main/docs/architecture/12-decisions/decision-packages/04-41-request-resolution-control.md</a:t>
            </a:r>
          </a:p>
          <a:p xmlns:a="http://schemas.openxmlformats.org/drawingml/2006/main">
            <a:r>
              <a:t>https://github.com/cbyche/via-sw-architecture/blob/main/docs/presentations_files/dp-comparison/dp41-comparison.svg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04-42. 변경 용이성을 위한 VIA Conversation과 Task 관리 설계</a:t>
            </a:r>
          </a:p>
          <a:p xmlns:a="http://schemas.openxmlformats.org/drawingml/2006/main">
            <a:r>
              <a:t>https://github.com/cbyche/via-sw-architecture/blob/main/docs/architecture/12-decisions/decision-packages/04-42-lifecycle-ownership.md</a:t>
            </a:r>
          </a:p>
          <a:p xmlns:a="http://schemas.openxmlformats.org/drawingml/2006/main">
            <a:r>
              <a:t>https://github.com/cbyche/via-sw-architecture/blob/main/docs/presentations_files/dp-comparison/dp42-comparison.svg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04-43. 기능 정확성을 위한 VIA Request 의미 판단 설계</a:t>
            </a:r>
          </a:p>
          <a:p xmlns:a="http://schemas.openxmlformats.org/drawingml/2006/main">
            <a:r>
              <a:t>https://github.com/cbyche/via-sw-architecture/blob/main/docs/architecture/12-decisions/decision-packages/04-43-request-interpretation.md</a:t>
            </a:r>
          </a:p>
          <a:p xmlns:a="http://schemas.openxmlformats.org/drawingml/2006/main">
            <a:r>
              <a:t>https://github.com/cbyche/via-sw-architecture/blob/main/docs/presentations_files/dp-comparison/dp43-comparison.svg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04-44. 반응성을 위한 VIA 지속 입력과 Response 전달 설계</a:t>
            </a:r>
          </a:p>
          <a:p xmlns:a="http://schemas.openxmlformats.org/drawingml/2006/main">
            <a:r>
              <a:t>https://github.com/cbyche/via-sw-architecture/blob/main/docs/architecture/12-decisions/decision-packages/04-44-continuous-interaction.md</a:t>
            </a:r>
          </a:p>
          <a:p xmlns:a="http://schemas.openxmlformats.org/drawingml/2006/main">
            <a:r>
              <a:t>https://github.com/cbyche/via-sw-architecture/blob/main/docs/presentations_files/dp-comparison/dp44-comparison.svg</a:t>
            </a:r>
          </a:p>
          <a:p xmlns:a="http://schemas.openxmlformats.org/drawingml/2006/main">
            <a:r>
              <a:t>수치와 원형 점수는 형식 검토용 예상 예시이며 실측 또는 대안 선정 결과가 아니다. V-04는 평균 반응시간, V-05는 평균 VIA 처리시간이다. V-05는 외부 작업이나 사용자 답변만 기다리는 구간을 제외한다. 기존 시간 수치는 평균 시간의 형식 예시이며 p95 측정값을 변환한 결과가 아니다. 양안 조건은 본문과 그림의 비교 예시 조건을 따른다.</a:t>
            </a:r>
          </a:p>
          <a:p xmlns:a="http://schemas.openxmlformats.org/drawingml/2006/main">
            <a:r>
              <a:t>A 중앙 조정 방식: Request Controller 내부 Dialogue Dispatcher와 Dialogue Progress State. B 이벤트 흐름을 연결하는 방식: Request Controller 내부 Input Resolution Stage·Task Notice Stage와 Window, Response Manager 내부 Publication Join·Publication Window. 같은 정식 10개 Component와 원본 owner, 흰색/검정 공통 및 살구색/짙은 테두리 차이 표기.</a:t>
            </a:r>
          </a:p>
          <a:p xmlns:a="http://schemas.openxmlformats.org/drawingml/2006/main">
            <a:r>
              <a:t>Voice Runtime에는 Interaction Manager의 음성 입출력·즉시 중단 기능과 Model Access client가 배치된다. 동시 실행 수가 제한된 비동기 executor와 Blocking worker pool, Model Access 별도 scheduler를 사용한다. A 사건 대기열·비동기 작업·완료 반환은 실행 기반이, B 이벤트 채널·구독·단계별 수용량·취소 전달은 실행 라이브러리가 지원한다. 수치·우선순위·pool 크기는 미정이며 별도 Component·process·모델을 추가하지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04-45. VIA 과거 근거의 요청별 구성과 공통 생산/조회</a:t>
            </a:r>
          </a:p>
          <a:p xmlns:a="http://schemas.openxmlformats.org/drawingml/2006/main">
            <a:r>
              <a:t>https://github.com/cbyche/via-sw-architecture/blob/main/docs/architecture/12-decisions/decision-packages/04-45-memory-and-context.md</a:t>
            </a:r>
          </a:p>
          <a:p xmlns:a="http://schemas.openxmlformats.org/drawingml/2006/main">
            <a:r>
              <a:t>https://github.com/cbyche/via-sw-architecture/blob/main/docs/presentations_files/dp-comparison/dp45-comparison.svg</a:t>
            </a:r>
          </a:p>
          <a:p xmlns:a="http://schemas.openxmlformats.org/drawingml/2006/main">
            <a:r>
              <a:t>조건별 정성 trade-off이며 최종 선정 또는 품질 측정이 아니다. 첫 요청, 반복 R24, 정정 직후와 표현 밖 새 관계를 구별한다.</a:t>
            </a:r>
          </a:p>
          <a:p xmlns:a="http://schemas.openxmlformats.org/drawingml/2006/main">
            <a:r>
              <a:t>공통 사례: C20/E20 VIA 직접 평가 기준 설명과 실제 전달 P20, C21/T21/D21@v2 제품 비교, C22/T22/D22@v1 견적. 현재 C23/R23의 제안서 작성 Task T23 연결은 현재 해석/채택의 결과다. VIA는 허용된 발췌와 참조를 연결하고, 평가 기준 적용과 제안서 작성은 Downstream Agent가 수행한다. 결과 참조는 본문 전체 보관을 뜻하지 않으며 Agent 내부 reasoning/모든 tool 기록은 전제하지 않는다.</a:t>
            </a:r>
          </a:p>
          <a:p xmlns:a="http://schemas.openxmlformats.org/drawingml/2006/main">
            <a:r>
              <a:t>A의 요약/index/cache/관계 cache/부분 갱신/병렬 조회와 기존 Agent 실행 맥락 재사용을 허용한다. B의 과거 관계는 검증/게시 범위만 읽고 원본 확인, 미게시/표현 미지원, 오류/갱신/삭제와 생산 비용을 유지한다. R23의 정답 관계를 미리 게시하지 않는다. 필요성과 사례 보완이며 최종 DP/A/B 선정 또는 새 사례의 품질 검증이 아니다. 45의 수치와 원형 점수는 조건별 정성 표로 교체했다.</a:t>
            </a:r>
          </a:p>
          <a:p xmlns:a="http://schemas.openxmlformats.org/drawingml/2006/main">
            <a:r>
              <a:t>A: Context Composer가 owner 읽기와 cache를 조합하여 직접 EvidenceBundle/receipt를 반환한다. Request Evidence Set은 요청 수명의 데이터다. B: 변경 알림, 실제 원본 읽기, 조건부 과거 의미 생산, 출처/권한/지원 종류 검증, 관계+coverage 게시, Evidence Reader의 게시 계약 소비를 나눈다. 미래 R23의 정답이나 T23 binding을 미리 생산하지 않는다.</a:t>
            </a:r>
          </a:p>
          <a:p xmlns:a="http://schemas.openxmlformats.org/drawingml/2006/main">
            <a:r>
              <a:t>NOT_COVERED는 지원 종류의 미생산으로 Publisher 생산 후 revision/상태를 반환하고 Reader가 Repository를 다시 읽는다. UNSUPPORTED_RELATION은 표현 변경 없이는 반복 생산으로 해결되지 않는다. NO_MATCH는 읽은 범위의 무일치다. DENIED/UNAVAILABLE도 분리한다. 현재 metadata 검사와 exact quote/조건/충돌 원문 확인은 남고, 원본 조합 우회는 명시적 B+다. 파생 오류 EvidenceDispute는 원본 revision 변화 없이도 차단/재검증한다. 삭제/철회 fence가 후속 정리보다 먼저이며 옛 job 게시를 거부한다.</a:t>
            </a:r>
          </a:p>
          <a:p xmlns:a="http://schemas.openxmlformats.org/drawingml/2006/main">
            <a:r>
              <a:t>첫 요청/정정 직후: B 생산/갱신 대기가 추가될 수 있다. 반복 조회: 유효 게시가 owner 교차 조합을 실제 대체하면 B 요청 경로가 줄지만 A warm 관계 cache가 같은 효과를 낼 수 있다. 새 관계/미묘한 부정/예외: A 원문 구성이 유연하나 검색 누락 가능, B 표현/추출 한계가 남는다. 정확성의 전체 우열을 고정하지 않는다.</a:t>
            </a:r>
          </a:p>
          <a:p xmlns:a="http://schemas.openxmlformats.org/drawingml/2006/main">
            <a:r>
              <a:t>전체 모델 호출: A cache 생산/유지+요청 구성/재검증, B 초기/갱신/backfill/미사용/실패 생산을 모두 포함한다. 현재 판단은 공통이고 명시 ID/위치 연결은 코드일 수 있다. 고정 우열 없음. Source 형식 변경은 adapter에 흡수할 수 있고, 관계 의미/schema 변경은 B producer/독자 호환/재생산, A cache 무효화도 함께 본다.</a:t>
            </a:r>
          </a:p>
          <a:p xmlns:a="http://schemas.openxmlformats.org/drawingml/2006/main">
            <a:r>
              <a:t>공식 Reference (본문 §9):</a:t>
            </a:r>
          </a:p>
          <a:p xmlns:a="http://schemas.openxmlformats.org/drawingml/2006/main">
            <a:r>
              <a:t>A https://docs.langchain.com/oss/python/deepagents/retrieval — 현재 질문의 원본 획득 선례. VIA Task/실제 전달/정정 계약 전체 구현 사례 아님.</a:t>
            </a:r>
          </a:p>
          <a:p xmlns:a="http://schemas.openxmlformats.org/drawingml/2006/main">
            <a:r>
              <a:t>B https://langchain-ai.github.io/langmem/background_quickstart/ 및 https://langchain-ai.github.io/langmem/reference/memory/ — 기억 생산/저장/소비 분리 선례. 자동 선호 추출을 VIA User Memory 정책으로 채택하지 않고 revision/coverage/삭제 fence는 VIA 별도 계약.</a:t>
            </a:r>
          </a:p>
          <a:p xmlns:a="http://schemas.openxmlformats.org/drawingml/2006/main">
            <a:r>
              <a:t>실행 https://langchain-ai.github.io/langmem/guides/delayed_processing/ — 대기 생산/재예약 선례. thread/지연값/배치를 채택하지 않는다.</a:t>
            </a:r>
          </a:p>
          <a:p xmlns:a="http://schemas.openxmlformats.org/drawingml/2006/main">
            <a:r>
              <a:t>연결 참고 https://docs.mem0.ai/platform/features/graph-memory — 공통 개체 연결 선례이며 typed 정정/대체/실제 전달 관계 구현 증거 아님. cloud/embedding/helper를 도입하지 않는다. 공식 사례는 VIA 성능 우위의 증거가 아니다.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4c2206c5a24e7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45b7ef41d6541cb" /><Relationship Type="http://schemas.openxmlformats.org/officeDocument/2006/relationships/slideLayout" Target="/ppt/slideLayouts/slideLayout1.xml" Id="Re64ce684e0f34ea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64ce684e0f34ea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65ac39fa74d00" /><Relationship Type="http://schemas.openxmlformats.org/officeDocument/2006/relationships/notesSlide" Target="/ppt/notesSlides/notesSlide1.xml" Id="R32964d3bced9482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6d5fc457ad49d1" /><Relationship Type="http://schemas.openxmlformats.org/officeDocument/2006/relationships/notesSlide" Target="/ppt/notesSlides/notesSlide2.xml" Id="R5558b64c3b08408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2490413372489a" /><Relationship Type="http://schemas.openxmlformats.org/officeDocument/2006/relationships/notesSlide" Target="/ppt/notesSlides/notesSlide3.xml" Id="Rf0815e1bc22c45f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47b1dc45004920" /><Relationship Type="http://schemas.openxmlformats.org/officeDocument/2006/relationships/notesSlide" Target="/ppt/notesSlides/notesSlide4.xml" Id="R165df36c3933440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644843f6bd4ab4" /><Relationship Type="http://schemas.openxmlformats.org/officeDocument/2006/relationships/notesSlide" Target="/ppt/notesSlides/notesSlide5.xml" Id="Rd0f7e84a40f9486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7" name="dp41-comparison / n1">
            <a:extLst xmlns:a="http://schemas.openxmlformats.org/drawingml/2006/main">
              <a:ext uri="{FF2B5EF4-FFF2-40B4-BE49-F238E27FC236}">
                <a16:creationId xmlns:a16="http://schemas.microsoft.com/office/drawing/2014/main" id="{61605C17-72F5-47D8-8D1C-2F574B2B0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1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64D277D7-3230-445E-BCEE-25929982B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1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9986ED7C-D7A3-480E-A009-781151D08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1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8F7AB4ED-D120-4231-BD15-F2D495DC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04-41. 기능 정확성을 위한 VIA Request 해석 설계</a:t>
            </a:r>
          </a:p>
        </p:txBody>
      </p:sp>
      <p:sp>
        <p:nvSpPr>
          <p:cNvPr id="5" name="dp41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525B281C-36A3-4A65-B951-A57D5989B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1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0ADA04D7-34BA-4521-8D2C-1B63CF430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“이 표를 아까 보고서에 넣고, 메일은 초안만 만들어.” / 보고서 Task 후보 2개</a:t>
            </a:r>
          </a:p>
        </p:txBody>
      </p:sp>
      <p:sp>
        <p:nvSpPr>
          <p:cNvPr id="7" name="dp41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7AE6AAF6-2295-4F5A-B033-2BF235CAB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1-comparison / n8">
            <a:extLst xmlns:a="http://schemas.openxmlformats.org/drawingml/2006/main">
              <a:ext uri="{FF2B5EF4-FFF2-40B4-BE49-F238E27FC236}">
                <a16:creationId xmlns:a16="http://schemas.microsoft.com/office/drawing/2014/main" id="{22DEC52D-8AA8-4B76-B4E2-8B3AAA16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1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C0972EAD-B327-46F2-9902-E8CC8D43A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1-comparison / n10">
            <a:extLst xmlns:a="http://schemas.openxmlformats.org/drawingml/2006/main">
              <a:ext uri="{FF2B5EF4-FFF2-40B4-BE49-F238E27FC236}">
                <a16:creationId xmlns:a16="http://schemas.microsoft.com/office/drawing/2014/main" id="{3FBB2F65-2167-4DAF-8499-F8AE7861B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1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02A599B0-8D9E-46B9-B981-BF020BA79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1-comparison / n12">
            <a:extLst xmlns:a="http://schemas.openxmlformats.org/drawingml/2006/main">
              <a:ext uri="{FF2B5EF4-FFF2-40B4-BE49-F238E27FC236}">
                <a16:creationId xmlns:a16="http://schemas.microsoft.com/office/drawing/2014/main" id="{A36EFA53-F70A-4946-A4F2-9A8F71F9B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1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D1DE128F-D4D4-4380-B7B3-66C8D9C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1-comparison / n14">
            <a:extLst xmlns:a="http://schemas.openxmlformats.org/drawingml/2006/main">
              <a:ext uri="{FF2B5EF4-FFF2-40B4-BE49-F238E27FC236}">
                <a16:creationId xmlns:a16="http://schemas.microsoft.com/office/drawing/2014/main" id="{01AFFE0F-8EEB-436E-B3A6-D9829D05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1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3AA154AF-0434-4CA2-ACC4-B0598B55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1-comparison / n16">
            <a:extLst xmlns:a="http://schemas.openxmlformats.org/drawingml/2006/main">
              <a:ext uri="{FF2B5EF4-FFF2-40B4-BE49-F238E27FC236}">
                <a16:creationId xmlns:a16="http://schemas.microsoft.com/office/drawing/2014/main" id="{4F8A9F2C-EAC6-4298-9F1E-F8AA3E31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1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F0DCE650-A829-416C-803F-FD2795B36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1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314774E-FA24-47FC-85C9-AF18B2B9F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1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E623A526-A376-4497-8184-290C3C2D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1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099560EB-A642-4EEB-9765-34DDFD454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1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D28E299D-5E17-40F8-857F-F5CEE5F8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모델 중심 ReAct 해석</a:t>
            </a:r>
          </a:p>
        </p:txBody>
      </p:sp>
      <p:sp>
        <p:nvSpPr>
          <p:cNvPr id="22" name="dp41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004B8BFA-5FBC-4612-A812-AA80BD504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열린 관계 표현의 지원 확대, 지원율 100% (기능 완전성 ↑)</a:t>
            </a:r>
          </a:p>
        </p:txBody>
      </p:sp>
      <p:sp>
        <p:nvSpPr>
          <p:cNvPr id="23" name="dp41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E7A6707-D55E-40BB-9A31-9E585C902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코드 변경 축소, 평균 2.0개 (변경 용이성 ↑)</a:t>
            </a:r>
          </a:p>
        </p:txBody>
      </p:sp>
      <p:sp>
        <p:nvSpPr>
          <p:cNvPr id="24" name="dp41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FD9B8966-135B-4439-B2E0-4BD853C5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반복 조회와 모델 재판단으로 평균 VIA 처리시간 6.0 s (요청 완료 신속성 ↓)</a:t>
            </a:r>
          </a:p>
        </p:txBody>
      </p:sp>
      <p:sp>
        <p:nvSpPr>
          <p:cNvPr id="25" name="dp41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654B7223-E987-462A-9D08-A63F1E25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26" name="dp41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12DEA5D4-4240-4280-92B3-D6E28FFB7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1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B9AFD2C-DBBA-4768-AE7D-22FFB3058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100%</a:t>
            </a:r>
          </a:p>
        </p:txBody>
      </p:sp>
      <p:sp>
        <p:nvSpPr>
          <p:cNvPr id="28" name="dp41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C4F53F3-D5BA-42DA-B80E-DCB9282C8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29" name="dp41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F1931839-5569-4B35-A96B-A30EAC45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1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2A41CD52-D665-4899-99E5-2665F956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1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24514D28-EB0D-43F4-8027-16C1F8272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6.0 s</a:t>
            </a:r>
          </a:p>
        </p:txBody>
      </p:sp>
      <p:sp>
        <p:nvSpPr>
          <p:cNvPr id="32" name="dp41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CCA869F0-4B72-414B-821D-A3B6C3D7D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1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FDAF722-D660-4CC4-8162-200C8FD3E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1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AC87BBDE-BB8B-4B8E-8961-CFEF3236B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1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6229D3B-5955-4D55-B073-D251A0CE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36" name="dp41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8F654299-2BE5-4739-AB41-39AA6622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1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E75359EE-B68D-4DE2-91D9-A5CE5624A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모델 틀 생성과 코드 중심 의미 완성</a:t>
            </a:r>
          </a:p>
        </p:txBody>
      </p:sp>
      <p:sp>
        <p:nvSpPr>
          <p:cNvPr id="38" name="dp41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3375E7DB-E109-4BA6-AB98-56ECE0775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지원 관계의 코드 결합으로 평균 VIA 처리시간 4.5 s (요청 완료 신속성 ↑)</a:t>
            </a:r>
          </a:p>
        </p:txBody>
      </p:sp>
      <p:sp>
        <p:nvSpPr>
          <p:cNvPr id="39" name="dp41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02655D49-ACEE-4016-AE23-9F6908B6F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유한 표현 체계 밖 관계의 지원 제한, 지원율 87.2% (기능 완전성 ↓)</a:t>
            </a:r>
          </a:p>
        </p:txBody>
      </p:sp>
      <p:sp>
        <p:nvSpPr>
          <p:cNvPr id="40" name="dp41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2C5FCC38-76F6-4E41-A674-D3C47DC54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새 관계의 틀과 결합 규칙 확장, 평균 4.0개 (변경 용이성 ↓)</a:t>
            </a:r>
          </a:p>
        </p:txBody>
      </p:sp>
      <p:sp>
        <p:nvSpPr>
          <p:cNvPr id="41" name="dp41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2D5111AE-1FDB-4659-9AE2-D99A83D9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V-03 기능 완전성</a:t>
            </a:r>
          </a:p>
        </p:txBody>
      </p:sp>
      <p:sp>
        <p:nvSpPr>
          <p:cNvPr id="42" name="dp41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8ED02E62-1A0F-4105-9286-D6FE0D84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1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5C68636F-6346-4C51-8429-03354203C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87.2%</a:t>
            </a:r>
          </a:p>
        </p:txBody>
      </p:sp>
      <p:sp>
        <p:nvSpPr>
          <p:cNvPr id="44" name="dp41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A65769C3-C86E-4484-A5A2-36E14D6BC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기능 지원 달성률 ↑</a:t>
            </a:r>
          </a:p>
        </p:txBody>
      </p:sp>
      <p:sp>
        <p:nvSpPr>
          <p:cNvPr id="45" name="dp41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6D4DB84-16FD-4736-8256-89FCA3048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1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232E998-2060-460B-8F7A-C58D4513F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1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8767C06D-22AD-4707-99BE-6860F52F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4.5 s</a:t>
            </a:r>
          </a:p>
        </p:txBody>
      </p:sp>
      <p:sp>
        <p:nvSpPr>
          <p:cNvPr id="48" name="dp41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AE629878-1D63-467B-B8DC-B5CA9201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1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6EE724BD-0DF0-4F7A-8E2D-41A8B38D3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1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6F2E8203-3A19-4DB6-B21D-A5416C78C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51" name="dp41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AA9870F-4E55-4221-BBC7-9EB3A21E2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52" name="dp41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F8F0BD33-7A8C-40E0-BE15-7E8ED59E0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1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8DD8893F-30ED-4E6A-900F-1545EDEE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열린 관계 표현 포함 / 시간 비교는 양안 지원 범위의 같은 Request</a:t>
            </a:r>
          </a:p>
        </p:txBody>
      </p:sp>
      <p:sp>
        <p:nvSpPr>
          <p:cNvPr id="54" name="dp41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E8D918E-20A8-4446-9AB9-948F85D12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1-comparison / n54">
            <a:extLst xmlns:a="http://schemas.openxmlformats.org/drawingml/2006/main">
              <a:ext uri="{FF2B5EF4-FFF2-40B4-BE49-F238E27FC236}">
                <a16:creationId xmlns:a16="http://schemas.microsoft.com/office/drawing/2014/main" id="{38A9721C-44FF-447C-BA75-411F8B8C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1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2103AF6F-7273-44D6-8557-8E94B8FB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1-comparison / n56">
            <a:extLst xmlns:a="http://schemas.openxmlformats.org/drawingml/2006/main">
              <a:ext uri="{FF2B5EF4-FFF2-40B4-BE49-F238E27FC236}">
                <a16:creationId xmlns:a16="http://schemas.microsoft.com/office/drawing/2014/main" id="{21BCC930-AA1D-43E1-A407-6C9505D9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1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D5703DBD-6373-4902-B1FB-80D9E3575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1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06055B49-8753-4C75-9D10-EE5EE66F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1-comparison / n59">
            <a:extLst xmlns:a="http://schemas.openxmlformats.org/drawingml/2006/main">
              <a:ext uri="{FF2B5EF4-FFF2-40B4-BE49-F238E27FC236}">
                <a16:creationId xmlns:a16="http://schemas.microsoft.com/office/drawing/2014/main" id="{F4E69209-EEE8-413F-B155-768DDF553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1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9C988C97-07D5-4B7B-9D39-89A5ECA00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1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DEF463B1-AAB9-4C21-BD32-E57B00D2C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1-comparison / n62">
            <a:extLst xmlns:a="http://schemas.openxmlformats.org/drawingml/2006/main">
              <a:ext uri="{FF2B5EF4-FFF2-40B4-BE49-F238E27FC236}">
                <a16:creationId xmlns:a16="http://schemas.microsoft.com/office/drawing/2014/main" id="{018F77D2-B2D0-40A8-9A86-AB5EB7B3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1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244C4479-BC49-44F1-BF0B-85D060D53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1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77402DBC-E0EE-45A9-8FF3-CFFA7D03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1-comparison / n65">
            <a:extLst xmlns:a="http://schemas.openxmlformats.org/drawingml/2006/main">
              <a:ext uri="{FF2B5EF4-FFF2-40B4-BE49-F238E27FC236}">
                <a16:creationId xmlns:a16="http://schemas.microsoft.com/office/drawing/2014/main" id="{11466544-0A6F-4178-9538-830B20F8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1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73818270-D756-4513-8EF1-7E409CC0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1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3FCC76A9-5E1B-49B1-AB8A-615C74C0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1-comparison / n68">
            <a:extLst xmlns:a="http://schemas.openxmlformats.org/drawingml/2006/main">
              <a:ext uri="{FF2B5EF4-FFF2-40B4-BE49-F238E27FC236}">
                <a16:creationId xmlns:a16="http://schemas.microsoft.com/office/drawing/2014/main" id="{03CF5590-2A38-4BC0-8C5F-25BA8F91D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1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2E1D44FB-F85F-424D-AE58-B3BDECF80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1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BF34A288-CED1-48E4-967A-D1968CF09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1-comparison / n71">
            <a:extLst xmlns:a="http://schemas.openxmlformats.org/drawingml/2006/main">
              <a:ext uri="{FF2B5EF4-FFF2-40B4-BE49-F238E27FC236}">
                <a16:creationId xmlns:a16="http://schemas.microsoft.com/office/drawing/2014/main" id="{9856031A-9830-4F3F-8624-B5068C58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1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39E05CFA-0E67-42C0-ACAB-BEF8A996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1-comparison / n73">
            <a:extLst xmlns:a="http://schemas.openxmlformats.org/drawingml/2006/main">
              <a:ext uri="{FF2B5EF4-FFF2-40B4-BE49-F238E27FC236}">
                <a16:creationId xmlns:a16="http://schemas.microsoft.com/office/drawing/2014/main" id="{75955DFC-B5FC-4BA0-8FBD-F184104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1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1649B509-91D9-4D88-AB4C-84090185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1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C0B31E2F-644C-4D56-8ECB-FA8196ABA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1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F40CB940-FB10-4F00-8B8B-8B52F9ED5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1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C8981076-CF9A-4CBB-9858-A8B6FB2D7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1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64307DC5-B32E-4506-8AEB-491703F03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1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E2FD7896-C95A-41C8-88CE-C3CCF6D7A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1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6FC65DC-DA3F-40C1-8C50-76A7F431D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1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D4B80E9F-4F94-469B-AC34-5E0BF58B8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1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39BF12CC-0F65-4D2C-85D2-22CCD200D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1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F66F7232-8843-497F-BED6-69A514516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1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8012F3FD-51A2-44D4-ADD2-2BD9CA699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1-comparison / n82">
            <a:extLst xmlns:a="http://schemas.openxmlformats.org/drawingml/2006/main">
              <a:ext uri="{FF2B5EF4-FFF2-40B4-BE49-F238E27FC236}">
                <a16:creationId xmlns:a16="http://schemas.microsoft.com/office/drawing/2014/main" id="{7C2FDFC5-B226-494C-B233-4B8121520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7" name="dp41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D440EFED-D876-4223-BC03-3BBB6ABA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88" name="dp41-comparison / n84">
            <a:extLst xmlns:a="http://schemas.openxmlformats.org/drawingml/2006/main">
              <a:ext uri="{FF2B5EF4-FFF2-40B4-BE49-F238E27FC236}">
                <a16:creationId xmlns:a16="http://schemas.microsoft.com/office/drawing/2014/main" id="{3ABC39E0-186E-401B-A328-28713783D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89" name="dp41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5E28425E-8330-47E5-BAA4-84E6EC7E5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90" name="dp41-comparison / n90">
            <a:extLst xmlns:a="http://schemas.openxmlformats.org/drawingml/2006/main">
              <a:ext uri="{FF2B5EF4-FFF2-40B4-BE49-F238E27FC236}">
                <a16:creationId xmlns:a16="http://schemas.microsoft.com/office/drawing/2014/main" id="{E9DF3CCF-7E6B-401C-9934-CE5077D23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1" name="dp41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097100EB-378F-4B0C-901B-7C2F7BC3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2" name="dp41-comparison / n92">
            <a:extLst xmlns:a="http://schemas.openxmlformats.org/drawingml/2006/main">
              <a:ext uri="{FF2B5EF4-FFF2-40B4-BE49-F238E27FC236}">
                <a16:creationId xmlns:a16="http://schemas.microsoft.com/office/drawing/2014/main" id="{59C52BC6-250E-437C-840A-58F51452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1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20EAE04-37BC-4FE3-9A34-CE1E8B4AB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94" name="dp41-comparison / n94">
            <a:extLst xmlns:a="http://schemas.openxmlformats.org/drawingml/2006/main">
              <a:ext uri="{FF2B5EF4-FFF2-40B4-BE49-F238E27FC236}">
                <a16:creationId xmlns:a16="http://schemas.microsoft.com/office/drawing/2014/main" id="{4A1B64C7-06E6-4A6C-9348-E2EA90E0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1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5D7ECE3-F2CC-4F26-B817-C6B1FB9D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96" name="dp41-comparison / n96">
            <a:extLst xmlns:a="http://schemas.openxmlformats.org/drawingml/2006/main">
              <a:ext uri="{FF2B5EF4-FFF2-40B4-BE49-F238E27FC236}">
                <a16:creationId xmlns:a16="http://schemas.microsoft.com/office/drawing/2014/main" id="{7E471736-AFE3-4B82-9306-4F4C2253F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1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4EB77D4D-948E-4D2D-BD70-B001E8CD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98" name="dp41-comparison / n98">
            <a:extLst xmlns:a="http://schemas.openxmlformats.org/drawingml/2006/main">
              <a:ext uri="{FF2B5EF4-FFF2-40B4-BE49-F238E27FC236}">
                <a16:creationId xmlns:a16="http://schemas.microsoft.com/office/drawing/2014/main" id="{B2F6AEDC-CC3B-4A3E-B1AE-983189BD9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1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CF41D535-C6DF-47B0-9A7E-3F733B27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00" name="dp41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3E6C949F-0FA2-43AB-9960-6809C98D2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1" name="dp41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A1201648-5B29-4FAF-B13E-B4B26556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111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2" name="dp41-comparison / n107">
            <a:extLst xmlns:a="http://schemas.openxmlformats.org/drawingml/2006/main">
              <a:ext uri="{FF2B5EF4-FFF2-40B4-BE49-F238E27FC236}">
                <a16:creationId xmlns:a16="http://schemas.microsoft.com/office/drawing/2014/main" id="{92447A0E-9FC9-4384-96A2-3C2D33E49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5381625" cy="2009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3" name="dp41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93DC179F-CBF5-4B5A-B26A-8B082889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848100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04" name="dp41-comparison / n109">
            <a:extLst xmlns:a="http://schemas.openxmlformats.org/drawingml/2006/main">
              <a:ext uri="{FF2B5EF4-FFF2-40B4-BE49-F238E27FC236}">
                <a16:creationId xmlns:a16="http://schemas.microsoft.com/office/drawing/2014/main" id="{2FB892F9-BF7D-4E5A-96F2-32D2B3640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171950"/>
            <a:ext cx="21907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5" name="dp41-comparison / n110 / text 1">
            <a:extLst xmlns:a="http://schemas.openxmlformats.org/drawingml/2006/main">
              <a:ext uri="{FF2B5EF4-FFF2-40B4-BE49-F238E27FC236}">
                <a16:creationId xmlns:a16="http://schemas.microsoft.com/office/drawing/2014/main" id="{3F99AA6E-53C1-4D39-8B14-0980923F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4260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ReAct 해석 제어기</a:t>
            </a:r>
          </a:p>
        </p:txBody>
      </p:sp>
      <p:sp>
        <p:nvSpPr>
          <p:cNvPr id="106" name="dp41-comparison / n111">
            <a:extLst xmlns:a="http://schemas.openxmlformats.org/drawingml/2006/main">
              <a:ext uri="{FF2B5EF4-FFF2-40B4-BE49-F238E27FC236}">
                <a16:creationId xmlns:a16="http://schemas.microsoft.com/office/drawing/2014/main" id="{75AD28E2-C3CC-43E9-8E27-43632D0E1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171950"/>
            <a:ext cx="2238375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7" name="dp41-comparison / n112 / text 1">
            <a:extLst xmlns:a="http://schemas.openxmlformats.org/drawingml/2006/main">
              <a:ext uri="{FF2B5EF4-FFF2-40B4-BE49-F238E27FC236}">
                <a16:creationId xmlns:a16="http://schemas.microsoft.com/office/drawing/2014/main" id="{6F9CBE78-FCE1-47EC-9873-3CD169FEB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60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 도구 실행기</a:t>
            </a:r>
          </a:p>
        </p:txBody>
      </p:sp>
      <p:sp>
        <p:nvSpPr>
          <p:cNvPr id="108" name="dp41-comparison / n113">
            <a:extLst xmlns:a="http://schemas.openxmlformats.org/drawingml/2006/main">
              <a:ext uri="{FF2B5EF4-FFF2-40B4-BE49-F238E27FC236}">
                <a16:creationId xmlns:a16="http://schemas.microsoft.com/office/drawing/2014/main" id="{883CF842-6D31-4BE9-AA43-74B8C6A7E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67325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09" name="dp41-comparison / n114 / text 1">
            <a:extLst xmlns:a="http://schemas.openxmlformats.org/drawingml/2006/main">
              <a:ext uri="{FF2B5EF4-FFF2-40B4-BE49-F238E27FC236}">
                <a16:creationId xmlns:a16="http://schemas.microsoft.com/office/drawing/2014/main" id="{4CFF3275-F515-4A54-961A-E129A6C60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5475" y="53368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검증기</a:t>
            </a:r>
          </a:p>
        </p:txBody>
      </p:sp>
      <p:sp>
        <p:nvSpPr>
          <p:cNvPr id="110" name="dp41-comparison / n115">
            <a:extLst xmlns:a="http://schemas.openxmlformats.org/drawingml/2006/main">
              <a:ext uri="{FF2B5EF4-FFF2-40B4-BE49-F238E27FC236}">
                <a16:creationId xmlns:a16="http://schemas.microsoft.com/office/drawing/2014/main" id="{F03230BD-FF8D-4D20-B72E-D1F0847ED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229225"/>
            <a:ext cx="2238375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11" name="dp41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17DE57-28FD-4C70-A748-6F3516DB7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91150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임시 해석 상태</a:t>
            </a:r>
          </a:p>
        </p:txBody>
      </p:sp>
      <p:sp>
        <p:nvSpPr>
          <p:cNvPr id="112" name="dp41-comparison / n117 / path">
            <a:extLst xmlns:a="http://schemas.openxmlformats.org/drawingml/2006/main">
              <a:ext uri="{FF2B5EF4-FFF2-40B4-BE49-F238E27FC236}">
                <a16:creationId xmlns:a16="http://schemas.microsoft.com/office/drawing/2014/main" id="{595D6AF6-88C1-4B7B-BB6C-B239857AB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638550"/>
            <a:ext cx="3171825" cy="2900363"/>
          </a:xfrm>
          <a:custGeom xmlns:a="http://schemas.openxmlformats.org/drawingml/2006/main">
            <a:pathLst>
              <a:path w="3171825" h="2900363">
                <a:moveTo>
                  <a:pt x="190500" y="2900363"/>
                </a:moveTo>
                <a:lnTo>
                  <a:pt x="409575" y="2895600"/>
                </a:lnTo>
                <a:lnTo>
                  <a:pt x="409575" y="2381250"/>
                </a:lnTo>
                <a:lnTo>
                  <a:pt x="3171825" y="2381250"/>
                </a:lnTo>
                <a:lnTo>
                  <a:pt x="3171825" y="0"/>
                </a:lnTo>
                <a:lnTo>
                  <a:pt x="0" y="0"/>
                </a:lnTo>
                <a:lnTo>
                  <a:pt x="0" y="533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3" name="dp41-comparison / n117 / arrow">
            <a:extLst xmlns:a="http://schemas.openxmlformats.org/drawingml/2006/main">
              <a:ext uri="{FF2B5EF4-FFF2-40B4-BE49-F238E27FC236}">
                <a16:creationId xmlns:a16="http://schemas.microsoft.com/office/drawing/2014/main" id="{54F94579-820C-4182-9764-1BF953B19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9347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1-comparison / n118 / path">
            <a:extLst xmlns:a="http://schemas.openxmlformats.org/drawingml/2006/main">
              <a:ext uri="{FF2B5EF4-FFF2-40B4-BE49-F238E27FC236}">
                <a16:creationId xmlns:a16="http://schemas.microsoft.com/office/drawing/2014/main" id="{5FC9897D-6268-42F7-8337-A73B0FCA5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1-comparison / n118 / arrow">
            <a:extLst xmlns:a="http://schemas.openxmlformats.org/drawingml/2006/main">
              <a:ext uri="{FF2B5EF4-FFF2-40B4-BE49-F238E27FC236}">
                <a16:creationId xmlns:a16="http://schemas.microsoft.com/office/drawing/2014/main" id="{581BC202-7ACF-4113-8D02-D1C5D607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4944" y="42527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1-comparison / n119 / path">
            <a:extLst xmlns:a="http://schemas.openxmlformats.org/drawingml/2006/main">
              <a:ext uri="{FF2B5EF4-FFF2-40B4-BE49-F238E27FC236}">
                <a16:creationId xmlns:a16="http://schemas.microsoft.com/office/drawing/2014/main" id="{9ED8297C-70AF-4401-BAD8-B49A23022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6722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1-comparison / n119 / arrow">
            <a:extLst xmlns:a="http://schemas.openxmlformats.org/drawingml/2006/main">
              <a:ext uri="{FF2B5EF4-FFF2-40B4-BE49-F238E27FC236}">
                <a16:creationId xmlns:a16="http://schemas.microsoft.com/office/drawing/2014/main" id="{32D2990B-0C62-45F1-82EB-EF49D3A9D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336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1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7ECB43A7-B85D-40F3-A7F8-18B307EEE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524375"/>
            <a:ext cx="1285875" cy="742950"/>
          </a:xfrm>
          <a:custGeom xmlns:a="http://schemas.openxmlformats.org/drawingml/2006/main">
            <a:pathLst>
              <a:path w="1285875" h="742950">
                <a:moveTo>
                  <a:pt x="1095375" y="0"/>
                </a:moveTo>
                <a:lnTo>
                  <a:pt x="1285875" y="0"/>
                </a:lnTo>
                <a:lnTo>
                  <a:pt x="1285875" y="619125"/>
                </a:lnTo>
                <a:lnTo>
                  <a:pt x="0" y="619125"/>
                </a:lnTo>
                <a:lnTo>
                  <a:pt x="0" y="742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1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70638216-60D1-4C3A-949B-729184C0A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52002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1-comparison / n127 / path">
            <a:extLst xmlns:a="http://schemas.openxmlformats.org/drawingml/2006/main">
              <a:ext uri="{FF2B5EF4-FFF2-40B4-BE49-F238E27FC236}">
                <a16:creationId xmlns:a16="http://schemas.microsoft.com/office/drawing/2014/main" id="{AEA14934-294C-4EB7-B1AD-03D62E81F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371975"/>
            <a:ext cx="95250" cy="1076325"/>
          </a:xfrm>
          <a:custGeom xmlns:a="http://schemas.openxmlformats.org/drawingml/2006/main">
            <a:pathLst>
              <a:path w="95250" h="1076325">
                <a:moveTo>
                  <a:pt x="95250" y="1076325"/>
                </a:moveTo>
                <a:lnTo>
                  <a:pt x="0" y="10763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1-comparison / n127 / arrow">
            <a:extLst xmlns:a="http://schemas.openxmlformats.org/drawingml/2006/main">
              <a:ext uri="{FF2B5EF4-FFF2-40B4-BE49-F238E27FC236}">
                <a16:creationId xmlns:a16="http://schemas.microsoft.com/office/drawing/2014/main" id="{5CFC4C6B-B731-45AC-9EA8-978893376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694" y="43384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1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63D5D1B0-8CFE-47D9-B285-9846EDF9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6938" y="4572000"/>
            <a:ext cx="953" cy="657225"/>
          </a:xfrm>
          <a:custGeom xmlns:a="http://schemas.openxmlformats.org/drawingml/2006/main">
            <a:pathLst>
              <a:path w="953" h="657225">
                <a:moveTo>
                  <a:pt x="0" y="0"/>
                </a:moveTo>
                <a:lnTo>
                  <a:pt x="0" y="657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3" name="dp41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2B163078-B83A-4DB0-9B9C-E68FF8728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410" y="51621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4" name="dp41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1FEEE1B1-AE22-469B-89DB-274879FF5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5438" y="4171950"/>
            <a:ext cx="953" cy="1466850"/>
          </a:xfrm>
          <a:custGeom xmlns:a="http://schemas.openxmlformats.org/drawingml/2006/main">
            <a:pathLst>
              <a:path w="953" h="1466850">
                <a:moveTo>
                  <a:pt x="0" y="1466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5" name="dp41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C3411249-E5A5-4165-8CE6-A9490BF9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1910" y="417195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6" name="dp41-comparison / n132 / path">
            <a:extLst xmlns:a="http://schemas.openxmlformats.org/drawingml/2006/main">
              <a:ext uri="{FF2B5EF4-FFF2-40B4-BE49-F238E27FC236}">
                <a16:creationId xmlns:a16="http://schemas.microsoft.com/office/drawing/2014/main" id="{33D556F0-17AA-4539-9BA0-8F00C028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410075"/>
            <a:ext cx="1119188" cy="819150"/>
          </a:xfrm>
          <a:custGeom xmlns:a="http://schemas.openxmlformats.org/drawingml/2006/main">
            <a:pathLst>
              <a:path w="1119188" h="819150">
                <a:moveTo>
                  <a:pt x="0" y="0"/>
                </a:moveTo>
                <a:lnTo>
                  <a:pt x="428625" y="0"/>
                </a:lnTo>
                <a:lnTo>
                  <a:pt x="428625" y="542925"/>
                </a:lnTo>
                <a:lnTo>
                  <a:pt x="1114425" y="542925"/>
                </a:lnTo>
                <a:lnTo>
                  <a:pt x="1119188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1-comparison / n132 / arrow">
            <a:extLst xmlns:a="http://schemas.openxmlformats.org/drawingml/2006/main">
              <a:ext uri="{FF2B5EF4-FFF2-40B4-BE49-F238E27FC236}">
                <a16:creationId xmlns:a16="http://schemas.microsoft.com/office/drawing/2014/main" id="{584D413D-1939-4CB7-85DE-BF1355EB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5009" y="5161601"/>
            <a:ext cx="67046" cy="67624"/>
          </a:xfrm>
          <a:custGeom xmlns:a="http://schemas.openxmlformats.org/drawingml/2006/main">
            <a:pathLst>
              <a:path w="67046" h="67624">
                <a:moveTo>
                  <a:pt x="0" y="1156"/>
                </a:moveTo>
                <a:lnTo>
                  <a:pt x="34679" y="67624"/>
                </a:lnTo>
                <a:lnTo>
                  <a:pt x="6704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1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9865CA90-9654-4675-AE3E-2ECC7896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572000"/>
            <a:ext cx="3195638" cy="657225"/>
          </a:xfrm>
          <a:custGeom xmlns:a="http://schemas.openxmlformats.org/drawingml/2006/main">
            <a:pathLst>
              <a:path w="3195638" h="657225">
                <a:moveTo>
                  <a:pt x="3195638" y="657225"/>
                </a:moveTo>
                <a:lnTo>
                  <a:pt x="3190875" y="600075"/>
                </a:lnTo>
                <a:lnTo>
                  <a:pt x="0" y="600075"/>
                </a:lnTo>
                <a:lnTo>
                  <a:pt x="0" y="76200"/>
                </a:lnTo>
                <a:lnTo>
                  <a:pt x="1266825" y="76200"/>
                </a:lnTo>
                <a:lnTo>
                  <a:pt x="1266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9" name="dp41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C67D1370-198A-428A-AA02-AAF6A4B66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1597" y="4572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1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0D730225-DD6A-46E1-AC80-B95A5C3A6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738438"/>
            <a:ext cx="3714750" cy="1433513"/>
          </a:xfrm>
          <a:custGeom xmlns:a="http://schemas.openxmlformats.org/drawingml/2006/main">
            <a:pathLst>
              <a:path w="3714750" h="1433513">
                <a:moveTo>
                  <a:pt x="0" y="1433513"/>
                </a:moveTo>
                <a:lnTo>
                  <a:pt x="0" y="614363"/>
                </a:lnTo>
                <a:lnTo>
                  <a:pt x="3514725" y="614363"/>
                </a:lnTo>
                <a:lnTo>
                  <a:pt x="3514725" y="23813"/>
                </a:lnTo>
                <a:lnTo>
                  <a:pt x="3714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1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B6AC8855-903C-4B4C-BABB-0F54E8E16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420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1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8F4F7C1E-6AB8-4A24-A351-691FFD13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95600"/>
            <a:ext cx="3619500" cy="1276350"/>
          </a:xfrm>
          <a:custGeom xmlns:a="http://schemas.openxmlformats.org/drawingml/2006/main">
            <a:pathLst>
              <a:path w="3619500" h="1276350">
                <a:moveTo>
                  <a:pt x="3619500" y="4763"/>
                </a:moveTo>
                <a:lnTo>
                  <a:pt x="3514725" y="0"/>
                </a:lnTo>
                <a:lnTo>
                  <a:pt x="3514725" y="647700"/>
                </a:lnTo>
                <a:lnTo>
                  <a:pt x="0" y="647700"/>
                </a:lnTo>
                <a:lnTo>
                  <a:pt x="0" y="12763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1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2170E6C7-AE78-4B3E-A2BE-744A405F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22" y="41048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1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5B1F16B7-BDBF-424C-A949-5597F23A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219575"/>
            <a:ext cx="714375" cy="66675"/>
          </a:xfrm>
          <a:custGeom xmlns:a="http://schemas.openxmlformats.org/drawingml/2006/main">
            <a:pathLst>
              <a:path w="714375" h="66675">
                <a:moveTo>
                  <a:pt x="0" y="66675"/>
                </a:moveTo>
                <a:lnTo>
                  <a:pt x="409575" y="66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5" name="dp41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98B101D8-B085-4DCA-8B8C-2B1AA628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1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3727890-F6F9-4DD1-A476-A7E169EC0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81500"/>
            <a:ext cx="714375" cy="66675"/>
          </a:xfrm>
          <a:custGeom xmlns:a="http://schemas.openxmlformats.org/drawingml/2006/main">
            <a:pathLst>
              <a:path w="714375" h="66675">
                <a:moveTo>
                  <a:pt x="714375" y="0"/>
                </a:moveTo>
                <a:lnTo>
                  <a:pt x="504825" y="0"/>
                </a:lnTo>
                <a:lnTo>
                  <a:pt x="504825" y="66675"/>
                </a:lnTo>
                <a:lnTo>
                  <a:pt x="0" y="66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1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0717F617-B996-4847-AB7E-24281B0B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14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1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24B54A6D-A171-41D7-A46B-12C1DBED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352925"/>
            <a:ext cx="714375" cy="990600"/>
          </a:xfrm>
          <a:custGeom xmlns:a="http://schemas.openxmlformats.org/drawingml/2006/main">
            <a:pathLst>
              <a:path w="714375" h="990600">
                <a:moveTo>
                  <a:pt x="0" y="0"/>
                </a:moveTo>
                <a:lnTo>
                  <a:pt x="409575" y="0"/>
                </a:lnTo>
                <a:lnTo>
                  <a:pt x="409575" y="990600"/>
                </a:lnTo>
                <a:lnTo>
                  <a:pt x="714375" y="990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1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8A04D5C1-7CB1-4D1E-9A7C-55C877485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5769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1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DE473C6C-8B06-417E-A654-47975B9AD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505325"/>
            <a:ext cx="714375" cy="1000125"/>
          </a:xfrm>
          <a:custGeom xmlns:a="http://schemas.openxmlformats.org/drawingml/2006/main">
            <a:pathLst>
              <a:path w="714375" h="1000125">
                <a:moveTo>
                  <a:pt x="714375" y="1000125"/>
                </a:moveTo>
                <a:lnTo>
                  <a:pt x="504825" y="1000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1" name="dp41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BE6CA121-4C78-4AA6-97AA-A41F06809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4471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2" name="dp41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F6F8EE36-7358-4D34-AC00-97CF8DD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3" name="dp41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3F5A2A81-407B-4B29-8FBF-9ACF58BF6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4" name="dp41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49ADEF6D-F257-4472-9201-655C5265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5" name="dp41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08199B55-BC30-4A22-B226-C5A8FDD97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6" name="dp41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65A478A5-4F62-456C-82AB-18C94B172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7" name="dp41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65A681B4-19F5-4D37-9F6D-B4D92F8F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802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1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89BBF1AD-A9DB-4268-A00B-0BE359296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49" name="dp41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D3C8BB67-A420-4B44-92F2-A0A3FD17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1313" y="5629275"/>
            <a:ext cx="23813" cy="723900"/>
          </a:xfrm>
          <a:custGeom xmlns:a="http://schemas.openxmlformats.org/drawingml/2006/main">
            <a:pathLst>
              <a:path w="23813" h="723900">
                <a:moveTo>
                  <a:pt x="23813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0" name="dp41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9EBBD50B-CD89-434F-A492-3F5A0B320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0007" y="6285053"/>
            <a:ext cx="67020" cy="68122"/>
          </a:xfrm>
          <a:custGeom xmlns:a="http://schemas.openxmlformats.org/drawingml/2006/main">
            <a:pathLst>
              <a:path w="67020" h="68122">
                <a:moveTo>
                  <a:pt x="0" y="0"/>
                </a:moveTo>
                <a:lnTo>
                  <a:pt x="31305" y="68122"/>
                </a:lnTo>
                <a:lnTo>
                  <a:pt x="67020" y="2205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1" name="dp41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8AE92DBF-646E-4B15-A60F-497B98177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2" name="dp41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A6029E72-52E6-4B47-848C-E2610DF07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56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3" name="dp41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AE60A6F2-2EBD-431E-882E-6B7DCC230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4" name="dp41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5C7A7615-98CD-436A-9A9C-65328BE4F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5" name="dp41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9C8F0559-969A-4741-B204-FB1969B6D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6" name="dp41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58636E08-B171-46B1-AEF1-8A2A17E6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74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7" name="dp41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7587B7BF-ACD6-40B9-AD55-75C21DB0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8" name="dp41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A2CCD9DA-DA24-40ED-873D-EF80EC3AA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23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9" name="dp41-comparison / n86">
            <a:extLst xmlns:a="http://schemas.openxmlformats.org/drawingml/2006/main">
              <a:ext uri="{FF2B5EF4-FFF2-40B4-BE49-F238E27FC236}">
                <a16:creationId xmlns:a16="http://schemas.microsoft.com/office/drawing/2014/main" id="{7A86EAD5-E49E-4FFD-85B7-55A8E884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1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DA8B7351-DFA4-4C1C-9D05-5DBDCB78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61" name="dp41-comparison / n88">
            <a:extLst xmlns:a="http://schemas.openxmlformats.org/drawingml/2006/main">
              <a:ext uri="{FF2B5EF4-FFF2-40B4-BE49-F238E27FC236}">
                <a16:creationId xmlns:a16="http://schemas.microsoft.com/office/drawing/2014/main" id="{9D0F46EE-C829-49BE-8DF6-2BD5ABB95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1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1B00AC62-E492-4A9A-9CD1-BA106261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63" name="dp41-comparison / n100">
            <a:extLst xmlns:a="http://schemas.openxmlformats.org/drawingml/2006/main">
              <a:ext uri="{FF2B5EF4-FFF2-40B4-BE49-F238E27FC236}">
                <a16:creationId xmlns:a16="http://schemas.microsoft.com/office/drawing/2014/main" id="{7A170D06-64C1-4DFF-8577-F4A8B227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dp41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993EAD58-78B3-48C2-8678-429AD43B1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165" name="dp41-comparison / n102">
            <a:extLst xmlns:a="http://schemas.openxmlformats.org/drawingml/2006/main">
              <a:ext uri="{FF2B5EF4-FFF2-40B4-BE49-F238E27FC236}">
                <a16:creationId xmlns:a16="http://schemas.microsoft.com/office/drawing/2014/main" id="{5428ADE0-10B5-4A18-BEE4-308BF547F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1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05FE04D2-572E-4BAA-9CF4-A51983A6F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167" name="dp41-comparison / n105">
            <a:extLst xmlns:a="http://schemas.openxmlformats.org/drawingml/2006/main">
              <a:ext uri="{FF2B5EF4-FFF2-40B4-BE49-F238E27FC236}">
                <a16:creationId xmlns:a16="http://schemas.microsoft.com/office/drawing/2014/main" id="{4FDD1831-2EFC-4183-BFB6-27390BEEB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dp41-comparison / n106 / text 1">
            <a:extLst xmlns:a="http://schemas.openxmlformats.org/drawingml/2006/main">
              <a:ext uri="{FF2B5EF4-FFF2-40B4-BE49-F238E27FC236}">
                <a16:creationId xmlns:a16="http://schemas.microsoft.com/office/drawing/2014/main" id="{6423DF03-1994-4BE4-8C47-EAB27781E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169" name="dp41-comparison / n120">
            <a:extLst xmlns:a="http://schemas.openxmlformats.org/drawingml/2006/main">
              <a:ext uri="{FF2B5EF4-FFF2-40B4-BE49-F238E27FC236}">
                <a16:creationId xmlns:a16="http://schemas.microsoft.com/office/drawing/2014/main" id="{3FDE169D-B540-4EFA-9157-CF36A067B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09575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dp41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8F85C61D-E4AD-40A1-A9DF-04F6E91F2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10527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읽기</a:t>
            </a:r>
          </a:p>
        </p:txBody>
      </p:sp>
      <p:sp>
        <p:nvSpPr>
          <p:cNvPr id="171" name="dp41-comparison / n122">
            <a:extLst xmlns:a="http://schemas.openxmlformats.org/drawingml/2006/main">
              <a:ext uri="{FF2B5EF4-FFF2-40B4-BE49-F238E27FC236}">
                <a16:creationId xmlns:a16="http://schemas.microsoft.com/office/drawing/2014/main" id="{E46B7F91-B98E-4858-A410-43C6459CD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6225" y="4457700"/>
            <a:ext cx="32385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1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8F58E815-E17F-4B0E-B8E1-0B3492041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5275" y="4467225"/>
            <a:ext cx="4667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정보</a:t>
            </a:r>
          </a:p>
        </p:txBody>
      </p:sp>
      <p:sp>
        <p:nvSpPr>
          <p:cNvPr id="173" name="dp41-comparison / n125">
            <a:extLst xmlns:a="http://schemas.openxmlformats.org/drawingml/2006/main">
              <a:ext uri="{FF2B5EF4-FFF2-40B4-BE49-F238E27FC236}">
                <a16:creationId xmlns:a16="http://schemas.microsoft.com/office/drawing/2014/main" id="{F7AFF9E3-8392-445E-9801-3F8100488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9275" y="471487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1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03FDD4A0-D678-4449-8B8F-193633355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724400"/>
            <a:ext cx="2219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모델의 의미 제안 / 부분 수정</a:t>
            </a:r>
          </a:p>
        </p:txBody>
      </p:sp>
      <p:sp>
        <p:nvSpPr>
          <p:cNvPr id="175" name="dp41-comparison / n128">
            <a:extLst xmlns:a="http://schemas.openxmlformats.org/drawingml/2006/main">
              <a:ext uri="{FF2B5EF4-FFF2-40B4-BE49-F238E27FC236}">
                <a16:creationId xmlns:a16="http://schemas.microsoft.com/office/drawing/2014/main" id="{582BE2D2-E8AA-4A78-B732-80CC7066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8325" y="4981575"/>
            <a:ext cx="22178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1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FC2DCEFB-BA15-42A2-A111-EF1D5235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991100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검증 결과 반환 / 실패 시 재판단</a:t>
            </a:r>
          </a:p>
        </p:txBody>
      </p:sp>
      <p:sp>
        <p:nvSpPr>
          <p:cNvPr id="177" name="dp41-comparison / n134">
            <a:extLst xmlns:a="http://schemas.openxmlformats.org/drawingml/2006/main">
              <a:ext uri="{FF2B5EF4-FFF2-40B4-BE49-F238E27FC236}">
                <a16:creationId xmlns:a16="http://schemas.microsoft.com/office/drawing/2014/main" id="{0B07B0CA-99FA-4A6F-866D-1CBFB2D9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772025"/>
            <a:ext cx="216179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dp41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08549DFC-53F3-4197-8856-279C5C2F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781550"/>
            <a:ext cx="22479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해석과 조회 상태 / 보존 / 갱신</a:t>
            </a:r>
          </a:p>
        </p:txBody>
      </p:sp>
      <p:sp>
        <p:nvSpPr>
          <p:cNvPr id="179" name="dp41-comparison / n138">
            <a:extLst xmlns:a="http://schemas.openxmlformats.org/drawingml/2006/main">
              <a:ext uri="{FF2B5EF4-FFF2-40B4-BE49-F238E27FC236}">
                <a16:creationId xmlns:a16="http://schemas.microsoft.com/office/drawing/2014/main" id="{DA8D2676-1EC7-402F-9BAA-04A692CBC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1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AEA68E8D-DECE-4F3F-AF00-6E100CAF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181" name="dp41-comparison / n144">
            <a:extLst xmlns:a="http://schemas.openxmlformats.org/drawingml/2006/main">
              <a:ext uri="{FF2B5EF4-FFF2-40B4-BE49-F238E27FC236}">
                <a16:creationId xmlns:a16="http://schemas.microsoft.com/office/drawing/2014/main" id="{5F799316-2F6D-43ED-BC48-0EDA9ECB3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dp41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5507EFC7-3D21-4C75-8FF1-8F280D42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332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183" name="dp41-comparison / n150">
            <a:extLst xmlns:a="http://schemas.openxmlformats.org/drawingml/2006/main">
              <a:ext uri="{FF2B5EF4-FFF2-40B4-BE49-F238E27FC236}">
                <a16:creationId xmlns:a16="http://schemas.microsoft.com/office/drawing/2014/main" id="{A292DAC7-05AC-4B42-A779-A7EA2CFAE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dp41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39DAC9B6-6957-4EB0-8E21-2BFDA0DEA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185" name="dp41-comparison / n153">
            <a:extLst xmlns:a="http://schemas.openxmlformats.org/drawingml/2006/main">
              <a:ext uri="{FF2B5EF4-FFF2-40B4-BE49-F238E27FC236}">
                <a16:creationId xmlns:a16="http://schemas.microsoft.com/office/drawing/2014/main" id="{D3518576-3F27-42A4-8871-191820CF4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dp41-comparison / n154 / text 1">
            <a:extLst xmlns:a="http://schemas.openxmlformats.org/drawingml/2006/main">
              <a:ext uri="{FF2B5EF4-FFF2-40B4-BE49-F238E27FC236}">
                <a16:creationId xmlns:a16="http://schemas.microsoft.com/office/drawing/2014/main" id="{D41C4505-5E62-47B7-A63C-A12E39EF0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187" name="dp41-comparison / n154 / text 2">
            <a:extLst xmlns:a="http://schemas.openxmlformats.org/drawingml/2006/main">
              <a:ext uri="{FF2B5EF4-FFF2-40B4-BE49-F238E27FC236}">
                <a16:creationId xmlns:a16="http://schemas.microsoft.com/office/drawing/2014/main" id="{0C6C046B-13A5-4C18-B9EB-24A75F042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188" name="dp41-comparison / n157">
            <a:extLst xmlns:a="http://schemas.openxmlformats.org/drawingml/2006/main">
              <a:ext uri="{FF2B5EF4-FFF2-40B4-BE49-F238E27FC236}">
                <a16:creationId xmlns:a16="http://schemas.microsoft.com/office/drawing/2014/main" id="{84D2BECD-A5AB-4B02-9E79-EF75BF689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1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83D9A0AE-F617-47DA-A718-60F46CD5B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190" name="dp41-comparison / n161">
            <a:extLst xmlns:a="http://schemas.openxmlformats.org/drawingml/2006/main">
              <a:ext uri="{FF2B5EF4-FFF2-40B4-BE49-F238E27FC236}">
                <a16:creationId xmlns:a16="http://schemas.microsoft.com/office/drawing/2014/main" id="{EFD07325-ED61-4341-B339-6FBEE384E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1-comparison / n162 / text 1">
            <a:extLst xmlns:a="http://schemas.openxmlformats.org/drawingml/2006/main">
              <a:ext uri="{FF2B5EF4-FFF2-40B4-BE49-F238E27FC236}">
                <a16:creationId xmlns:a16="http://schemas.microsoft.com/office/drawing/2014/main" id="{92A76907-4060-43A6-BC68-8102CBA03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192" name="dp41-comparison / n163">
            <a:extLst xmlns:a="http://schemas.openxmlformats.org/drawingml/2006/main">
              <a:ext uri="{FF2B5EF4-FFF2-40B4-BE49-F238E27FC236}">
                <a16:creationId xmlns:a16="http://schemas.microsoft.com/office/drawing/2014/main" id="{1407D88D-A1BB-4ECB-B4E8-1CC02BCA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1-comparison / n164 / text 1">
            <a:extLst xmlns:a="http://schemas.openxmlformats.org/drawingml/2006/main">
              <a:ext uri="{FF2B5EF4-FFF2-40B4-BE49-F238E27FC236}">
                <a16:creationId xmlns:a16="http://schemas.microsoft.com/office/drawing/2014/main" id="{BBBEB59A-3339-4417-8B34-F717F8716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94" name="dp41-comparison / n165">
            <a:extLst xmlns:a="http://schemas.openxmlformats.org/drawingml/2006/main">
              <a:ext uri="{FF2B5EF4-FFF2-40B4-BE49-F238E27FC236}">
                <a16:creationId xmlns:a16="http://schemas.microsoft.com/office/drawing/2014/main" id="{08C4C469-F644-469D-80D7-B4B64A2C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1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8C7D121E-81BB-4D8C-A74A-E1E24AFE7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  <p:sp>
        <p:nvSpPr>
          <p:cNvPr id="196" name="dp41-comparison / n167">
            <a:extLst xmlns:a="http://schemas.openxmlformats.org/drawingml/2006/main">
              <a:ext uri="{FF2B5EF4-FFF2-40B4-BE49-F238E27FC236}">
                <a16:creationId xmlns:a16="http://schemas.microsoft.com/office/drawing/2014/main" id="{B75E8DD3-6C69-49B1-9C6B-A7E70A61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647950"/>
            <a:ext cx="233362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7" name="dp41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83C31C84-F91F-412B-BCC1-159AEDF79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2703195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98" name="dp41-comparison / n169">
            <a:extLst xmlns:a="http://schemas.openxmlformats.org/drawingml/2006/main">
              <a:ext uri="{FF2B5EF4-FFF2-40B4-BE49-F238E27FC236}">
                <a16:creationId xmlns:a16="http://schemas.microsoft.com/office/drawing/2014/main" id="{AC4C69E9-F8C1-4714-BAD1-1CE856EC3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2647950"/>
            <a:ext cx="1857375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99" name="dp41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948CB505-2950-4AD2-A0E5-D8591A04F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2703195"/>
            <a:ext cx="1685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00" name="dp41-comparison / n175">
            <a:extLst xmlns:a="http://schemas.openxmlformats.org/drawingml/2006/main">
              <a:ext uri="{FF2B5EF4-FFF2-40B4-BE49-F238E27FC236}">
                <a16:creationId xmlns:a16="http://schemas.microsoft.com/office/drawing/2014/main" id="{FEC78074-71B0-4C52-904A-2C4532995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353175"/>
            <a:ext cx="252412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1" name="dp41-comparison / n176 / text 1">
            <a:extLst xmlns:a="http://schemas.openxmlformats.org/drawingml/2006/main">
              <a:ext uri="{FF2B5EF4-FFF2-40B4-BE49-F238E27FC236}">
                <a16:creationId xmlns:a16="http://schemas.microsoft.com/office/drawing/2014/main" id="{15804CBB-70AF-4250-BF93-29391341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427470"/>
            <a:ext cx="23526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02" name="dp41-comparison / n177">
            <a:extLst xmlns:a="http://schemas.openxmlformats.org/drawingml/2006/main">
              <a:ext uri="{FF2B5EF4-FFF2-40B4-BE49-F238E27FC236}">
                <a16:creationId xmlns:a16="http://schemas.microsoft.com/office/drawing/2014/main" id="{962DE3A7-3324-4CDC-9DB2-C412C397B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353175"/>
            <a:ext cx="2381250" cy="3714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3" name="dp41-comparison / n178 / text 1">
            <a:extLst xmlns:a="http://schemas.openxmlformats.org/drawingml/2006/main">
              <a:ext uri="{FF2B5EF4-FFF2-40B4-BE49-F238E27FC236}">
                <a16:creationId xmlns:a16="http://schemas.microsoft.com/office/drawing/2014/main" id="{C7E1F867-6747-4683-BE72-628003FB1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515100"/>
            <a:ext cx="22098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204" name="dp41-comparison / n179">
            <a:extLst xmlns:a="http://schemas.openxmlformats.org/drawingml/2006/main">
              <a:ext uri="{FF2B5EF4-FFF2-40B4-BE49-F238E27FC236}">
                <a16:creationId xmlns:a16="http://schemas.microsoft.com/office/drawing/2014/main" id="{95073329-783E-4F41-A8C3-6FC4B262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6353175"/>
            <a:ext cx="1857375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5" name="dp41-comparison / n180 / text 1">
            <a:extLst xmlns:a="http://schemas.openxmlformats.org/drawingml/2006/main">
              <a:ext uri="{FF2B5EF4-FFF2-40B4-BE49-F238E27FC236}">
                <a16:creationId xmlns:a16="http://schemas.microsoft.com/office/drawing/2014/main" id="{B905DD0D-9386-4D0B-821E-DE8F461DE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6433661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206" name="dp41-comparison / n181">
            <a:extLst xmlns:a="http://schemas.openxmlformats.org/drawingml/2006/main">
              <a:ext uri="{FF2B5EF4-FFF2-40B4-BE49-F238E27FC236}">
                <a16:creationId xmlns:a16="http://schemas.microsoft.com/office/drawing/2014/main" id="{43792627-7B7F-4E4F-ACC4-9443C26FA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10527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7" name="dp41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680DBAF7-CF9A-45AE-AC60-AF8ECB07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419052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08" name="dp41-comparison / n183">
            <a:extLst xmlns:a="http://schemas.openxmlformats.org/drawingml/2006/main">
              <a:ext uri="{FF2B5EF4-FFF2-40B4-BE49-F238E27FC236}">
                <a16:creationId xmlns:a16="http://schemas.microsoft.com/office/drawing/2014/main" id="{950A68E0-447A-496E-BD70-E9C58CDFB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229225"/>
            <a:ext cx="185737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09" name="dp41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CB0C8EA7-353C-4E96-B4FE-F35E8DDC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97225" y="5314474"/>
            <a:ext cx="1685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10" name="dp41-comparison / n189 / path">
            <a:extLst xmlns:a="http://schemas.openxmlformats.org/drawingml/2006/main">
              <a:ext uri="{FF2B5EF4-FFF2-40B4-BE49-F238E27FC236}">
                <a16:creationId xmlns:a16="http://schemas.microsoft.com/office/drawing/2014/main" id="{EB9B4FC2-EEAC-43B7-80A9-42CEB442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2809875"/>
            <a:ext cx="142875" cy="3729038"/>
          </a:xfrm>
          <a:custGeom xmlns:a="http://schemas.openxmlformats.org/drawingml/2006/main">
            <a:pathLst>
              <a:path w="142875" h="3729038">
                <a:moveTo>
                  <a:pt x="142875" y="4763"/>
                </a:moveTo>
                <a:lnTo>
                  <a:pt x="0" y="0"/>
                </a:lnTo>
                <a:lnTo>
                  <a:pt x="0" y="3724275"/>
                </a:lnTo>
                <a:lnTo>
                  <a:pt x="142875" y="3729038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11" name="dp41-comparison / n189 / arrow">
            <a:extLst xmlns:a="http://schemas.openxmlformats.org/drawingml/2006/main">
              <a:ext uri="{FF2B5EF4-FFF2-40B4-BE49-F238E27FC236}">
                <a16:creationId xmlns:a16="http://schemas.microsoft.com/office/drawing/2014/main" id="{0A60B375-29C9-4C54-BF1A-A9557FFB5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7864" y="6503169"/>
            <a:ext cx="68136" cy="67019"/>
          </a:xfrm>
          <a:custGeom xmlns:a="http://schemas.openxmlformats.org/drawingml/2006/main">
            <a:pathLst>
              <a:path w="68136" h="67019">
                <a:moveTo>
                  <a:pt x="0" y="67019"/>
                </a:moveTo>
                <a:lnTo>
                  <a:pt x="68136" y="35743"/>
                </a:lnTo>
                <a:lnTo>
                  <a:pt x="2234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12" name="dp41-comparison / n192">
            <a:extLst xmlns:a="http://schemas.openxmlformats.org/drawingml/2006/main">
              <a:ext uri="{FF2B5EF4-FFF2-40B4-BE49-F238E27FC236}">
                <a16:creationId xmlns:a16="http://schemas.microsoft.com/office/drawing/2014/main" id="{2D1D4E84-6A4D-4323-87A4-3A1F08D75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752850"/>
            <a:ext cx="5381625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3" name="dp41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B34166EA-42D6-4A8A-A68B-9D31B5F5A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3819525"/>
            <a:ext cx="52101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14" name="dp41-comparison / n194">
            <a:extLst xmlns:a="http://schemas.openxmlformats.org/drawingml/2006/main">
              <a:ext uri="{FF2B5EF4-FFF2-40B4-BE49-F238E27FC236}">
                <a16:creationId xmlns:a16="http://schemas.microsoft.com/office/drawing/2014/main" id="{4979090D-C66F-476E-92B7-B73D53716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562475"/>
            <a:ext cx="5381625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15" name="dp41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4C1AA6EF-9891-40FA-970A-770B3619B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657725"/>
            <a:ext cx="51339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Resolution Engine</a:t>
            </a:r>
          </a:p>
        </p:txBody>
      </p:sp>
      <p:sp>
        <p:nvSpPr>
          <p:cNvPr id="216" name="dp41-comparison / n196">
            <a:extLst xmlns:a="http://schemas.openxmlformats.org/drawingml/2006/main">
              <a:ext uri="{FF2B5EF4-FFF2-40B4-BE49-F238E27FC236}">
                <a16:creationId xmlns:a16="http://schemas.microsoft.com/office/drawing/2014/main" id="{2A317A9D-2BB8-4A1D-9749-55330EF69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53000"/>
            <a:ext cx="21907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7" name="dp41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4DFEF47F-4709-429B-9662-E0E124539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2225" y="5022533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결합기</a:t>
            </a:r>
          </a:p>
        </p:txBody>
      </p:sp>
      <p:sp>
        <p:nvSpPr>
          <p:cNvPr id="218" name="dp41-comparison / n198">
            <a:extLst xmlns:a="http://schemas.openxmlformats.org/drawingml/2006/main">
              <a:ext uri="{FF2B5EF4-FFF2-40B4-BE49-F238E27FC236}">
                <a16:creationId xmlns:a16="http://schemas.microsoft.com/office/drawing/2014/main" id="{73719539-8EA7-4C28-AB7E-706224732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953000"/>
            <a:ext cx="2238375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219" name="dp41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4D493765-5ECF-4A59-BDFA-42C10310E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02253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항목 처리기</a:t>
            </a:r>
          </a:p>
        </p:txBody>
      </p:sp>
      <p:sp>
        <p:nvSpPr>
          <p:cNvPr id="220" name="dp41-comparison / n200">
            <a:extLst xmlns:a="http://schemas.openxmlformats.org/drawingml/2006/main">
              <a:ext uri="{FF2B5EF4-FFF2-40B4-BE49-F238E27FC236}">
                <a16:creationId xmlns:a16="http://schemas.microsoft.com/office/drawing/2014/main" id="{FC5C8242-C425-4FFA-ABC8-A20B31F0C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543550"/>
            <a:ext cx="2238375" cy="3048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21" name="dp41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722A7B5D-E6E2-4D26-950B-A26E47609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5657850"/>
            <a:ext cx="2066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해석 상태</a:t>
            </a:r>
          </a:p>
        </p:txBody>
      </p:sp>
      <p:sp>
        <p:nvSpPr>
          <p:cNvPr id="222" name="dp41-comparison / n202 / path">
            <a:extLst xmlns:a="http://schemas.openxmlformats.org/drawingml/2006/main">
              <a:ext uri="{FF2B5EF4-FFF2-40B4-BE49-F238E27FC236}">
                <a16:creationId xmlns:a16="http://schemas.microsoft.com/office/drawing/2014/main" id="{F97BA0F6-16DB-470F-AB1C-C9A23E48F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3638550"/>
            <a:ext cx="2981325" cy="2900363"/>
          </a:xfrm>
          <a:custGeom xmlns:a="http://schemas.openxmlformats.org/drawingml/2006/main">
            <a:pathLst>
              <a:path w="2981325" h="2900363">
                <a:moveTo>
                  <a:pt x="0" y="2900363"/>
                </a:moveTo>
                <a:lnTo>
                  <a:pt x="219075" y="2895600"/>
                </a:lnTo>
                <a:lnTo>
                  <a:pt x="219075" y="2381250"/>
                </a:lnTo>
                <a:lnTo>
                  <a:pt x="2981325" y="2381250"/>
                </a:lnTo>
                <a:lnTo>
                  <a:pt x="2981325" y="0"/>
                </a:lnTo>
                <a:lnTo>
                  <a:pt x="161925" y="0"/>
                </a:lnTo>
                <a:lnTo>
                  <a:pt x="166688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3" name="dp41-comparison / n202 / arrow">
            <a:extLst xmlns:a="http://schemas.openxmlformats.org/drawingml/2006/main">
              <a:ext uri="{FF2B5EF4-FFF2-40B4-BE49-F238E27FC236}">
                <a16:creationId xmlns:a16="http://schemas.microsoft.com/office/drawing/2014/main" id="{0FDB0BBA-27C2-4651-BC91-71F068963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0522" y="3684456"/>
            <a:ext cx="66998" cy="68394"/>
          </a:xfrm>
          <a:custGeom xmlns:a="http://schemas.openxmlformats.org/drawingml/2006/main">
            <a:pathLst>
              <a:path w="66998" h="68394">
                <a:moveTo>
                  <a:pt x="0" y="2792"/>
                </a:moveTo>
                <a:lnTo>
                  <a:pt x="36291" y="68394"/>
                </a:lnTo>
                <a:lnTo>
                  <a:pt x="669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4" name="dp41-comparison / n203 / path">
            <a:extLst xmlns:a="http://schemas.openxmlformats.org/drawingml/2006/main">
              <a:ext uri="{FF2B5EF4-FFF2-40B4-BE49-F238E27FC236}">
                <a16:creationId xmlns:a16="http://schemas.microsoft.com/office/drawing/2014/main" id="{8368B3D3-7141-4724-A4E2-4416A033B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3175" y="4133850"/>
            <a:ext cx="195263" cy="819150"/>
          </a:xfrm>
          <a:custGeom xmlns:a="http://schemas.openxmlformats.org/drawingml/2006/main">
            <a:pathLst>
              <a:path w="195263" h="819150">
                <a:moveTo>
                  <a:pt x="4763" y="0"/>
                </a:moveTo>
                <a:lnTo>
                  <a:pt x="0" y="342900"/>
                </a:lnTo>
                <a:lnTo>
                  <a:pt x="190500" y="342900"/>
                </a:lnTo>
                <a:lnTo>
                  <a:pt x="195263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1-comparison / n203 / arrow">
            <a:extLst xmlns:a="http://schemas.openxmlformats.org/drawingml/2006/main">
              <a:ext uri="{FF2B5EF4-FFF2-40B4-BE49-F238E27FC236}">
                <a16:creationId xmlns:a16="http://schemas.microsoft.com/office/drawing/2014/main" id="{BC7112B7-28C6-4477-A75F-51E6128F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4241" y="4885612"/>
            <a:ext cx="67053" cy="67388"/>
          </a:xfrm>
          <a:custGeom xmlns:a="http://schemas.openxmlformats.org/drawingml/2006/main">
            <a:pathLst>
              <a:path w="67053" h="67388">
                <a:moveTo>
                  <a:pt x="0" y="671"/>
                </a:moveTo>
                <a:lnTo>
                  <a:pt x="34197" y="67388"/>
                </a:lnTo>
                <a:lnTo>
                  <a:pt x="6705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6" name="dp41-comparison / n206 / path">
            <a:extLst xmlns:a="http://schemas.openxmlformats.org/drawingml/2006/main">
              <a:ext uri="{FF2B5EF4-FFF2-40B4-BE49-F238E27FC236}">
                <a16:creationId xmlns:a16="http://schemas.microsoft.com/office/drawing/2014/main" id="{BC1D0F0F-04CA-4B3B-8C9B-CE71A3598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3943350"/>
            <a:ext cx="190500" cy="1190625"/>
          </a:xfrm>
          <a:custGeom xmlns:a="http://schemas.openxmlformats.org/drawingml/2006/main">
            <a:pathLst>
              <a:path w="190500" h="1190625">
                <a:moveTo>
                  <a:pt x="0" y="1190625"/>
                </a:moveTo>
                <a:lnTo>
                  <a:pt x="85725" y="1190625"/>
                </a:lnTo>
                <a:lnTo>
                  <a:pt x="85725" y="0"/>
                </a:lnTo>
                <a:lnTo>
                  <a:pt x="190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1-comparison / n206 / arrow">
            <a:extLst xmlns:a="http://schemas.openxmlformats.org/drawingml/2006/main">
              <a:ext uri="{FF2B5EF4-FFF2-40B4-BE49-F238E27FC236}">
                <a16:creationId xmlns:a16="http://schemas.microsoft.com/office/drawing/2014/main" id="{CB821373-FE12-49E2-8DE7-26268F7D9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569" y="39098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28" name="dp41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EFD76747-5A67-4544-9012-1F034EE5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5188" y="4133850"/>
            <a:ext cx="95250" cy="819150"/>
          </a:xfrm>
          <a:custGeom xmlns:a="http://schemas.openxmlformats.org/drawingml/2006/main">
            <a:pathLst>
              <a:path w="95250" h="819150">
                <a:moveTo>
                  <a:pt x="95250" y="0"/>
                </a:moveTo>
                <a:lnTo>
                  <a:pt x="90488" y="133350"/>
                </a:lnTo>
                <a:lnTo>
                  <a:pt x="4763" y="133350"/>
                </a:lnTo>
                <a:lnTo>
                  <a:pt x="0" y="8191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29" name="dp41-comparison / n209 / arrow">
            <a:extLst xmlns:a="http://schemas.openxmlformats.org/drawingml/2006/main">
              <a:ext uri="{FF2B5EF4-FFF2-40B4-BE49-F238E27FC236}">
                <a16:creationId xmlns:a16="http://schemas.microsoft.com/office/drawing/2014/main" id="{3CEC9961-EE8E-4A12-BC50-3685C3AAD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02126" y="4885713"/>
            <a:ext cx="67054" cy="67287"/>
          </a:xfrm>
          <a:custGeom xmlns:a="http://schemas.openxmlformats.org/drawingml/2006/main">
            <a:pathLst>
              <a:path w="67054" h="67287">
                <a:moveTo>
                  <a:pt x="0" y="0"/>
                </a:moveTo>
                <a:lnTo>
                  <a:pt x="33062" y="67287"/>
                </a:lnTo>
                <a:lnTo>
                  <a:pt x="67054" y="46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0" name="dp41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7B107CE4-14DE-4A7A-87EC-371D20593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57775"/>
            <a:ext cx="571500" cy="953"/>
          </a:xfrm>
          <a:custGeom xmlns:a="http://schemas.openxmlformats.org/drawingml/2006/main">
            <a:pathLst>
              <a:path w="571500" h="953">
                <a:moveTo>
                  <a:pt x="57150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1" name="dp41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1FEF112F-1375-4DB0-89D4-B3C95A2F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0242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2" name="dp41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2A141730-ABB6-4CB6-B300-E14D47052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19700"/>
            <a:ext cx="571500" cy="953"/>
          </a:xfrm>
          <a:custGeom xmlns:a="http://schemas.openxmlformats.org/drawingml/2006/main">
            <a:pathLst>
              <a:path w="571500" h="953">
                <a:moveTo>
                  <a:pt x="0" y="0"/>
                </a:moveTo>
                <a:lnTo>
                  <a:pt x="5715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3" name="dp41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6FCE6082-DCE2-490D-8BD8-035C1190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4" name="dp41-comparison / n216 / path">
            <a:extLst xmlns:a="http://schemas.openxmlformats.org/drawingml/2006/main">
              <a:ext uri="{FF2B5EF4-FFF2-40B4-BE49-F238E27FC236}">
                <a16:creationId xmlns:a16="http://schemas.microsoft.com/office/drawing/2014/main" id="{13CD97D5-A06F-4FE3-84FC-7840AEE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6063" y="5314950"/>
            <a:ext cx="953" cy="228600"/>
          </a:xfrm>
          <a:custGeom xmlns:a="http://schemas.openxmlformats.org/drawingml/2006/main">
            <a:pathLst>
              <a:path w="953" h="228600">
                <a:moveTo>
                  <a:pt x="0" y="0"/>
                </a:moveTo>
                <a:lnTo>
                  <a:pt x="0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5" name="dp41-comparison / n216 / arrow">
            <a:extLst xmlns:a="http://schemas.openxmlformats.org/drawingml/2006/main">
              <a:ext uri="{FF2B5EF4-FFF2-40B4-BE49-F238E27FC236}">
                <a16:creationId xmlns:a16="http://schemas.microsoft.com/office/drawing/2014/main" id="{5262A6BD-D998-4629-905E-DB24BE25C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82535" y="54764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6" name="dp41-comparison / n217 / path">
            <a:extLst xmlns:a="http://schemas.openxmlformats.org/drawingml/2006/main">
              <a:ext uri="{FF2B5EF4-FFF2-40B4-BE49-F238E27FC236}">
                <a16:creationId xmlns:a16="http://schemas.microsoft.com/office/drawing/2014/main" id="{89B7FEE1-FEE1-406C-9A71-08C5B50A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9813" y="4953000"/>
            <a:ext cx="953" cy="895350"/>
          </a:xfrm>
          <a:custGeom xmlns:a="http://schemas.openxmlformats.org/drawingml/2006/main">
            <a:pathLst>
              <a:path w="953" h="895350">
                <a:moveTo>
                  <a:pt x="0" y="8953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37" name="dp41-comparison / n217 / arrow">
            <a:extLst xmlns:a="http://schemas.openxmlformats.org/drawingml/2006/main">
              <a:ext uri="{FF2B5EF4-FFF2-40B4-BE49-F238E27FC236}">
                <a16:creationId xmlns:a16="http://schemas.microsoft.com/office/drawing/2014/main" id="{6FC02B4D-921D-4BB4-A1E0-82CC4B94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06285" y="495300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38" name="dp41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34A0CC3D-3C57-410D-B728-77DC36972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86375"/>
            <a:ext cx="571500" cy="361950"/>
          </a:xfrm>
          <a:custGeom xmlns:a="http://schemas.openxmlformats.org/drawingml/2006/main">
            <a:pathLst>
              <a:path w="571500" h="361950">
                <a:moveTo>
                  <a:pt x="0" y="0"/>
                </a:moveTo>
                <a:lnTo>
                  <a:pt x="180975" y="0"/>
                </a:lnTo>
                <a:lnTo>
                  <a:pt x="180975" y="361950"/>
                </a:lnTo>
                <a:lnTo>
                  <a:pt x="57150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39" name="dp41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1ADFB632-9417-49D6-AD69-D2F8E346C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91694" y="56147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0" name="dp41-comparison / n219 / path">
            <a:extLst xmlns:a="http://schemas.openxmlformats.org/drawingml/2006/main">
              <a:ext uri="{FF2B5EF4-FFF2-40B4-BE49-F238E27FC236}">
                <a16:creationId xmlns:a16="http://schemas.microsoft.com/office/drawing/2014/main" id="{36DAE5A6-16E4-49AA-81CC-84371527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05425"/>
            <a:ext cx="571500" cy="447675"/>
          </a:xfrm>
          <a:custGeom xmlns:a="http://schemas.openxmlformats.org/drawingml/2006/main">
            <a:pathLst>
              <a:path w="571500" h="447675">
                <a:moveTo>
                  <a:pt x="571500" y="447675"/>
                </a:moveTo>
                <a:lnTo>
                  <a:pt x="276225" y="447675"/>
                </a:lnTo>
                <a:lnTo>
                  <a:pt x="2762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1" name="dp41-comparison / n219 / arrow">
            <a:extLst xmlns:a="http://schemas.openxmlformats.org/drawingml/2006/main">
              <a:ext uri="{FF2B5EF4-FFF2-40B4-BE49-F238E27FC236}">
                <a16:creationId xmlns:a16="http://schemas.microsoft.com/office/drawing/2014/main" id="{08F1B15F-B05F-433A-BC1D-9D549246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2718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2" name="dp41-comparison / n220 / path">
            <a:extLst xmlns:a="http://schemas.openxmlformats.org/drawingml/2006/main">
              <a:ext uri="{FF2B5EF4-FFF2-40B4-BE49-F238E27FC236}">
                <a16:creationId xmlns:a16="http://schemas.microsoft.com/office/drawing/2014/main" id="{0CFC7239-0C4C-4649-8478-6AC93EC02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3438" y="2738438"/>
            <a:ext cx="3548063" cy="1014413"/>
          </a:xfrm>
          <a:custGeom xmlns:a="http://schemas.openxmlformats.org/drawingml/2006/main">
            <a:pathLst>
              <a:path w="3548063" h="1014413">
                <a:moveTo>
                  <a:pt x="0" y="1014413"/>
                </a:moveTo>
                <a:lnTo>
                  <a:pt x="0" y="614363"/>
                </a:lnTo>
                <a:lnTo>
                  <a:pt x="3348038" y="614363"/>
                </a:lnTo>
                <a:lnTo>
                  <a:pt x="3348038" y="23813"/>
                </a:lnTo>
                <a:lnTo>
                  <a:pt x="35480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1-comparison / n220 / arrow">
            <a:extLst xmlns:a="http://schemas.openxmlformats.org/drawingml/2006/main">
              <a:ext uri="{FF2B5EF4-FFF2-40B4-BE49-F238E27FC236}">
                <a16:creationId xmlns:a16="http://schemas.microsoft.com/office/drawing/2014/main" id="{AF5DC4A5-938A-4DF8-AE66-662BF0095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0951" y="2713071"/>
            <a:ext cx="70549" cy="66586"/>
          </a:xfrm>
          <a:custGeom xmlns:a="http://schemas.openxmlformats.org/drawingml/2006/main">
            <a:pathLst>
              <a:path w="70549" h="66586">
                <a:moveTo>
                  <a:pt x="7927" y="66586"/>
                </a:moveTo>
                <a:lnTo>
                  <a:pt x="70549" y="2536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1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69B0C2F6-6858-47A8-9D4F-96858B70D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0188" y="2895600"/>
            <a:ext cx="2881313" cy="857250"/>
          </a:xfrm>
          <a:custGeom xmlns:a="http://schemas.openxmlformats.org/drawingml/2006/main">
            <a:pathLst>
              <a:path w="2881313" h="857250">
                <a:moveTo>
                  <a:pt x="2881313" y="4763"/>
                </a:moveTo>
                <a:lnTo>
                  <a:pt x="2776538" y="0"/>
                </a:lnTo>
                <a:lnTo>
                  <a:pt x="2776538" y="647700"/>
                </a:lnTo>
                <a:lnTo>
                  <a:pt x="0" y="647700"/>
                </a:lnTo>
                <a:lnTo>
                  <a:pt x="0" y="857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1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3FE6E417-DCDF-42B6-A27C-892380CE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96660" y="368579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1-comparison / n224 / path">
            <a:extLst xmlns:a="http://schemas.openxmlformats.org/drawingml/2006/main">
              <a:ext uri="{FF2B5EF4-FFF2-40B4-BE49-F238E27FC236}">
                <a16:creationId xmlns:a16="http://schemas.microsoft.com/office/drawing/2014/main" id="{B047030C-0557-454E-BB22-E38D25DD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219575"/>
            <a:ext cx="714375" cy="828675"/>
          </a:xfrm>
          <a:custGeom xmlns:a="http://schemas.openxmlformats.org/drawingml/2006/main">
            <a:pathLst>
              <a:path w="714375" h="828675">
                <a:moveTo>
                  <a:pt x="0" y="828675"/>
                </a:moveTo>
                <a:lnTo>
                  <a:pt x="409575" y="828675"/>
                </a:lnTo>
                <a:lnTo>
                  <a:pt x="409575" y="0"/>
                </a:lnTo>
                <a:lnTo>
                  <a:pt x="7143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1-comparison / n224 / arrow">
            <a:extLst xmlns:a="http://schemas.openxmlformats.org/drawingml/2006/main">
              <a:ext uri="{FF2B5EF4-FFF2-40B4-BE49-F238E27FC236}">
                <a16:creationId xmlns:a16="http://schemas.microsoft.com/office/drawing/2014/main" id="{A688E3A8-8191-4C86-804E-CCB2C99DB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41860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1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B307A839-AEB4-4607-8094-65F5371C8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381500"/>
            <a:ext cx="714375" cy="828675"/>
          </a:xfrm>
          <a:custGeom xmlns:a="http://schemas.openxmlformats.org/drawingml/2006/main">
            <a:pathLst>
              <a:path w="714375" h="828675">
                <a:moveTo>
                  <a:pt x="714375" y="0"/>
                </a:moveTo>
                <a:lnTo>
                  <a:pt x="504825" y="0"/>
                </a:lnTo>
                <a:lnTo>
                  <a:pt x="504825" y="828675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1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C5D420D2-C932-4AFE-9322-4AC18192C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76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1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594649AB-722E-495A-9D2D-36B490C6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114925"/>
            <a:ext cx="714375" cy="228600"/>
          </a:xfrm>
          <a:custGeom xmlns:a="http://schemas.openxmlformats.org/drawingml/2006/main">
            <a:pathLst>
              <a:path w="714375" h="228600">
                <a:moveTo>
                  <a:pt x="0" y="0"/>
                </a:moveTo>
                <a:lnTo>
                  <a:pt x="409575" y="0"/>
                </a:lnTo>
                <a:lnTo>
                  <a:pt x="409575" y="228600"/>
                </a:lnTo>
                <a:lnTo>
                  <a:pt x="714375" y="2286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1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E5E62DD3-2809-480A-A683-3CF363E98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44444" y="53099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1-comparison / n227 / path">
            <a:extLst xmlns:a="http://schemas.openxmlformats.org/drawingml/2006/main">
              <a:ext uri="{FF2B5EF4-FFF2-40B4-BE49-F238E27FC236}">
                <a16:creationId xmlns:a16="http://schemas.microsoft.com/office/drawing/2014/main" id="{BDBF754B-C4A8-4197-803B-F52FA926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67325"/>
            <a:ext cx="714375" cy="238125"/>
          </a:xfrm>
          <a:custGeom xmlns:a="http://schemas.openxmlformats.org/drawingml/2006/main">
            <a:pathLst>
              <a:path w="714375" h="238125">
                <a:moveTo>
                  <a:pt x="714375" y="238125"/>
                </a:moveTo>
                <a:lnTo>
                  <a:pt x="504825" y="238125"/>
                </a:lnTo>
                <a:lnTo>
                  <a:pt x="5048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1-comparison / n227 / arrow">
            <a:extLst xmlns:a="http://schemas.openxmlformats.org/drawingml/2006/main">
              <a:ext uri="{FF2B5EF4-FFF2-40B4-BE49-F238E27FC236}">
                <a16:creationId xmlns:a16="http://schemas.microsoft.com/office/drawing/2014/main" id="{CF38DAB2-1CBD-4B1D-80B1-C8A1F3381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523379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1-comparison / n230 / path">
            <a:extLst xmlns:a="http://schemas.openxmlformats.org/drawingml/2006/main">
              <a:ext uri="{FF2B5EF4-FFF2-40B4-BE49-F238E27FC236}">
                <a16:creationId xmlns:a16="http://schemas.microsoft.com/office/drawing/2014/main" id="{09838D02-E5F4-43BA-9041-CD51CEB98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20550" y="4229100"/>
            <a:ext cx="5715000" cy="2809875"/>
          </a:xfrm>
          <a:custGeom xmlns:a="http://schemas.openxmlformats.org/drawingml/2006/main">
            <a:pathLst>
              <a:path w="5715000" h="2809875">
                <a:moveTo>
                  <a:pt x="4763" y="2495550"/>
                </a:moveTo>
                <a:lnTo>
                  <a:pt x="0" y="2809875"/>
                </a:lnTo>
                <a:lnTo>
                  <a:pt x="5715000" y="2809875"/>
                </a:lnTo>
                <a:lnTo>
                  <a:pt x="5715000" y="0"/>
                </a:lnTo>
                <a:lnTo>
                  <a:pt x="56483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1-comparison / n230 / arrow">
            <a:extLst xmlns:a="http://schemas.openxmlformats.org/drawingml/2006/main">
              <a:ext uri="{FF2B5EF4-FFF2-40B4-BE49-F238E27FC236}">
                <a16:creationId xmlns:a16="http://schemas.microsoft.com/office/drawing/2014/main" id="{9AD91D10-674D-4226-BD6B-1FBF22B0D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1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9E8F810D-4201-4832-BFC3-1004E5D2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53050"/>
            <a:ext cx="66675" cy="953"/>
          </a:xfrm>
          <a:custGeom xmlns:a="http://schemas.openxmlformats.org/drawingml/2006/main">
            <a:pathLst>
              <a:path w="66675" h="953">
                <a:moveTo>
                  <a:pt x="66675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7" name="dp41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697E129F-D928-427E-B8BA-6EBDE301E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31952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1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ED8D30B9-C6DA-4BFD-B929-352CAC2AA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4375" y="4371975"/>
            <a:ext cx="5648325" cy="2733675"/>
          </a:xfrm>
          <a:custGeom xmlns:a="http://schemas.openxmlformats.org/drawingml/2006/main">
            <a:pathLst>
              <a:path w="5648325" h="2733675">
                <a:moveTo>
                  <a:pt x="5524500" y="0"/>
                </a:moveTo>
                <a:lnTo>
                  <a:pt x="5648325" y="0"/>
                </a:lnTo>
                <a:lnTo>
                  <a:pt x="5648325" y="2733675"/>
                </a:lnTo>
                <a:lnTo>
                  <a:pt x="0" y="2733675"/>
                </a:lnTo>
                <a:lnTo>
                  <a:pt x="4763" y="23526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9" name="dp41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E5F24956-20A0-47D5-8550-B6688A4C4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14774" y="6724650"/>
            <a:ext cx="67051" cy="67470"/>
          </a:xfrm>
          <a:custGeom xmlns:a="http://schemas.openxmlformats.org/drawingml/2006/main">
            <a:pathLst>
              <a:path w="67051" h="67470">
                <a:moveTo>
                  <a:pt x="67051" y="67470"/>
                </a:moveTo>
                <a:lnTo>
                  <a:pt x="34364" y="0"/>
                </a:lnTo>
                <a:lnTo>
                  <a:pt x="0" y="66632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1-comparison / n233 / path">
            <a:extLst xmlns:a="http://schemas.openxmlformats.org/drawingml/2006/main">
              <a:ext uri="{FF2B5EF4-FFF2-40B4-BE49-F238E27FC236}">
                <a16:creationId xmlns:a16="http://schemas.microsoft.com/office/drawing/2014/main" id="{DF728D3E-18DE-4DC6-9166-16A73D99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68875" y="5495925"/>
            <a:ext cx="123825" cy="953"/>
          </a:xfrm>
          <a:custGeom xmlns:a="http://schemas.openxmlformats.org/drawingml/2006/main">
            <a:pathLst>
              <a:path w="123825" h="953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1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2B5E55A7-2C89-42B7-A8BB-EC79EBD6C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8063" y="5314950"/>
            <a:ext cx="23813" cy="1038225"/>
          </a:xfrm>
          <a:custGeom xmlns:a="http://schemas.openxmlformats.org/drawingml/2006/main">
            <a:pathLst>
              <a:path w="23813" h="1038225">
                <a:moveTo>
                  <a:pt x="23813" y="0"/>
                </a:moveTo>
                <a:lnTo>
                  <a:pt x="0" y="103822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2" name="dp41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29B73946-E410-4475-A36F-D7627111C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36081" y="6285368"/>
            <a:ext cx="67038" cy="67807"/>
          </a:xfrm>
          <a:custGeom xmlns:a="http://schemas.openxmlformats.org/drawingml/2006/main">
            <a:pathLst>
              <a:path w="67038" h="67807">
                <a:moveTo>
                  <a:pt x="0" y="0"/>
                </a:moveTo>
                <a:lnTo>
                  <a:pt x="31982" y="67807"/>
                </a:lnTo>
                <a:lnTo>
                  <a:pt x="67038" y="1538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3" name="dp41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3BCBC6CA-ABF3-4855-A388-A8175EDCA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462713"/>
            <a:ext cx="476250" cy="953"/>
          </a:xfrm>
          <a:custGeom xmlns:a="http://schemas.openxmlformats.org/drawingml/2006/main">
            <a:pathLst>
              <a:path w="476250" h="953">
                <a:moveTo>
                  <a:pt x="0" y="0"/>
                </a:moveTo>
                <a:lnTo>
                  <a:pt x="476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4" name="dp41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6F18832A-B599-42A6-85F0-77CB4ED8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9319" y="6429185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5" name="dp41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6CC4D38-846E-4DB0-89A9-92C5962EF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624638"/>
            <a:ext cx="476250" cy="953"/>
          </a:xfrm>
          <a:custGeom xmlns:a="http://schemas.openxmlformats.org/drawingml/2006/main">
            <a:pathLst>
              <a:path w="476250" h="953">
                <a:moveTo>
                  <a:pt x="4762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6" name="dp41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874944A2-D5FD-40D9-92C2-82EF7EC25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591110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7" name="dp41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FFF2286C-F575-4B66-AEA2-5FA628A18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6724650"/>
            <a:ext cx="5576888" cy="76200"/>
          </a:xfrm>
          <a:custGeom xmlns:a="http://schemas.openxmlformats.org/drawingml/2006/main">
            <a:pathLst>
              <a:path w="5576888" h="76200">
                <a:moveTo>
                  <a:pt x="4763" y="0"/>
                </a:moveTo>
                <a:lnTo>
                  <a:pt x="0" y="76200"/>
                </a:lnTo>
                <a:lnTo>
                  <a:pt x="5572125" y="76200"/>
                </a:lnTo>
                <a:lnTo>
                  <a:pt x="55768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8" name="dp41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82D5DACD-E862-4952-B114-71D20CF38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2492" y="6724650"/>
            <a:ext cx="66925" cy="69017"/>
          </a:xfrm>
          <a:custGeom xmlns:a="http://schemas.openxmlformats.org/drawingml/2006/main">
            <a:pathLst>
              <a:path w="66925" h="69017">
                <a:moveTo>
                  <a:pt x="66925" y="69017"/>
                </a:moveTo>
                <a:lnTo>
                  <a:pt x="37646" y="0"/>
                </a:lnTo>
                <a:lnTo>
                  <a:pt x="0" y="64834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9" name="dp41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8AD83298-10E0-4CF3-9F6A-EC451885B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8113" y="6724650"/>
            <a:ext cx="5576888" cy="228600"/>
          </a:xfrm>
          <a:custGeom xmlns:a="http://schemas.openxmlformats.org/drawingml/2006/main">
            <a:pathLst>
              <a:path w="5576888" h="228600">
                <a:moveTo>
                  <a:pt x="5572125" y="0"/>
                </a:moveTo>
                <a:lnTo>
                  <a:pt x="5576888" y="228600"/>
                </a:lnTo>
                <a:lnTo>
                  <a:pt x="4763" y="22860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0" name="dp41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7159041E-BC4A-4B70-9D5C-9ED918C4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35988" y="6724650"/>
            <a:ext cx="67041" cy="67740"/>
          </a:xfrm>
          <a:custGeom xmlns:a="http://schemas.openxmlformats.org/drawingml/2006/main">
            <a:pathLst>
              <a:path w="67041" h="67740">
                <a:moveTo>
                  <a:pt x="67041" y="66343"/>
                </a:moveTo>
                <a:lnTo>
                  <a:pt x="32124" y="0"/>
                </a:lnTo>
                <a:lnTo>
                  <a:pt x="0" y="6774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1" name="dp41-comparison / n171">
            <a:extLst xmlns:a="http://schemas.openxmlformats.org/drawingml/2006/main">
              <a:ext uri="{FF2B5EF4-FFF2-40B4-BE49-F238E27FC236}">
                <a16:creationId xmlns:a16="http://schemas.microsoft.com/office/drawing/2014/main" id="{48847BF0-0AC9-4001-839D-37D3B21D7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390775"/>
            <a:ext cx="23896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dp41-comparison / n172 / text 1">
            <a:extLst xmlns:a="http://schemas.openxmlformats.org/drawingml/2006/main">
              <a:ext uri="{FF2B5EF4-FFF2-40B4-BE49-F238E27FC236}">
                <a16:creationId xmlns:a16="http://schemas.microsoft.com/office/drawing/2014/main" id="{63CE0E43-20D7-4040-9F6B-F724085A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400300"/>
            <a:ext cx="504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273" name="dp41-comparison / n173">
            <a:extLst xmlns:a="http://schemas.openxmlformats.org/drawingml/2006/main">
              <a:ext uri="{FF2B5EF4-FFF2-40B4-BE49-F238E27FC236}">
                <a16:creationId xmlns:a16="http://schemas.microsoft.com/office/drawing/2014/main" id="{1E0FE5EE-1A61-4ADC-AE11-D6B6A3D5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038475"/>
            <a:ext cx="18817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dp41-comparison / n174 / text 1">
            <a:extLst xmlns:a="http://schemas.openxmlformats.org/drawingml/2006/main">
              <a:ext uri="{FF2B5EF4-FFF2-40B4-BE49-F238E27FC236}">
                <a16:creationId xmlns:a16="http://schemas.microsoft.com/office/drawing/2014/main" id="{AD6DA700-21BA-4F3F-94AC-1EE6470AC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048000"/>
            <a:ext cx="1905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275" name="dp41-comparison / n185">
            <a:extLst xmlns:a="http://schemas.openxmlformats.org/drawingml/2006/main">
              <a:ext uri="{FF2B5EF4-FFF2-40B4-BE49-F238E27FC236}">
                <a16:creationId xmlns:a16="http://schemas.microsoft.com/office/drawing/2014/main" id="{729307B5-949C-4951-9E05-A1BE03EA5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456247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1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A3317B75-FDFA-479C-94C7-DC40836D8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457200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화면 / 과거 정보 / 버전</a:t>
            </a:r>
          </a:p>
        </p:txBody>
      </p:sp>
      <p:sp>
        <p:nvSpPr>
          <p:cNvPr id="277" name="dp41-comparison / n187">
            <a:extLst xmlns:a="http://schemas.openxmlformats.org/drawingml/2006/main">
              <a:ext uri="{FF2B5EF4-FFF2-40B4-BE49-F238E27FC236}">
                <a16:creationId xmlns:a16="http://schemas.microsoft.com/office/drawing/2014/main" id="{7EF88ADF-3D53-40AF-9685-6E77C796E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5686425"/>
            <a:ext cx="17270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dp41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336B1A36-7DE3-41D1-A1A0-C1D08B62F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5695950"/>
            <a:ext cx="18383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후보 / 상태 / 버전</a:t>
            </a:r>
          </a:p>
        </p:txBody>
      </p:sp>
      <p:sp>
        <p:nvSpPr>
          <p:cNvPr id="279" name="dp41-comparison / n190">
            <a:extLst xmlns:a="http://schemas.openxmlformats.org/drawingml/2006/main">
              <a:ext uri="{FF2B5EF4-FFF2-40B4-BE49-F238E27FC236}">
                <a16:creationId xmlns:a16="http://schemas.microsoft.com/office/drawing/2014/main" id="{A991F80A-DF46-4AA9-8326-5F94E7F6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3028950"/>
            <a:ext cx="202901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dp41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8018A377-B164-4728-AC8F-75E42E7DA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3038475"/>
            <a:ext cx="2857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접수 → 해석 요청</a:t>
            </a:r>
          </a:p>
        </p:txBody>
      </p:sp>
      <p:sp>
        <p:nvSpPr>
          <p:cNvPr id="281" name="dp41-comparison / n204">
            <a:extLst xmlns:a="http://schemas.openxmlformats.org/drawingml/2006/main">
              <a:ext uri="{FF2B5EF4-FFF2-40B4-BE49-F238E27FC236}">
                <a16:creationId xmlns:a16="http://schemas.microsoft.com/office/drawing/2014/main" id="{F2270DCD-4D1F-4458-9755-6385CECBC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4200525"/>
            <a:ext cx="268185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1-comparison / n205 / text 1">
            <a:extLst xmlns:a="http://schemas.openxmlformats.org/drawingml/2006/main">
              <a:ext uri="{FF2B5EF4-FFF2-40B4-BE49-F238E27FC236}">
                <a16:creationId xmlns:a16="http://schemas.microsoft.com/office/drawing/2014/main" id="{E8693D2D-3C20-48BA-AE35-4CC2514B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53625" y="4210050"/>
            <a:ext cx="2952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유한 요청 틀: 목표 / 조건 / 관계 등</a:t>
            </a:r>
          </a:p>
        </p:txBody>
      </p:sp>
      <p:sp>
        <p:nvSpPr>
          <p:cNvPr id="283" name="dp41-comparison / n207">
            <a:extLst xmlns:a="http://schemas.openxmlformats.org/drawingml/2006/main">
              <a:ext uri="{FF2B5EF4-FFF2-40B4-BE49-F238E27FC236}">
                <a16:creationId xmlns:a16="http://schemas.microsoft.com/office/drawing/2014/main" id="{24E51EF1-1748-439C-861D-4B1C3C2E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4229100"/>
            <a:ext cx="732282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dp41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8BBA73C3-49C8-46F0-973B-A41A76C7A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23862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부분 재해석</a:t>
            </a:r>
          </a:p>
        </p:txBody>
      </p:sp>
      <p:sp>
        <p:nvSpPr>
          <p:cNvPr id="285" name="dp41-comparison / n208 / text 2">
            <a:extLst xmlns:a="http://schemas.openxmlformats.org/drawingml/2006/main">
              <a:ext uri="{FF2B5EF4-FFF2-40B4-BE49-F238E27FC236}">
                <a16:creationId xmlns:a16="http://schemas.microsoft.com/office/drawing/2014/main" id="{F2E514F5-B0BA-48B1-8305-2767E947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4375785"/>
            <a:ext cx="9525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반환</a:t>
            </a:r>
          </a:p>
        </p:txBody>
      </p:sp>
      <p:sp>
        <p:nvSpPr>
          <p:cNvPr id="286" name="dp41-comparison / n212">
            <a:extLst xmlns:a="http://schemas.openxmlformats.org/drawingml/2006/main">
              <a:ext uri="{FF2B5EF4-FFF2-40B4-BE49-F238E27FC236}">
                <a16:creationId xmlns:a16="http://schemas.microsoft.com/office/drawing/2014/main" id="{D2D722C7-42E9-487F-8B98-0A47D1C4A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5381625"/>
            <a:ext cx="25271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1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C4B233E7-841B-4E6F-8671-DCAE8933B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53911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확인 후보 / 정보 / 버전 → 코드 결합</a:t>
            </a:r>
          </a:p>
        </p:txBody>
      </p:sp>
      <p:sp>
        <p:nvSpPr>
          <p:cNvPr id="288" name="dp41-comparison / n214">
            <a:extLst xmlns:a="http://schemas.openxmlformats.org/drawingml/2006/main">
              <a:ext uri="{FF2B5EF4-FFF2-40B4-BE49-F238E27FC236}">
                <a16:creationId xmlns:a16="http://schemas.microsoft.com/office/drawing/2014/main" id="{C6235399-E340-45C9-9C4B-54211197F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5724525"/>
            <a:ext cx="181775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1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58A086CC-1D4D-4B11-B7C3-5FF643566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734050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미해결 / 충돌 → 추가 조회</a:t>
            </a:r>
          </a:p>
        </p:txBody>
      </p:sp>
      <p:sp>
        <p:nvSpPr>
          <p:cNvPr id="290" name="dp41-comparison / n222">
            <a:extLst xmlns:a="http://schemas.openxmlformats.org/drawingml/2006/main">
              <a:ext uri="{FF2B5EF4-FFF2-40B4-BE49-F238E27FC236}">
                <a16:creationId xmlns:a16="http://schemas.microsoft.com/office/drawing/2014/main" id="{41BA6EE9-7FAC-4115-BFB5-AA14D2859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228975"/>
            <a:ext cx="196500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1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4C936F83-58E5-4955-9DBF-244DB84CF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1550" y="3238500"/>
            <a:ext cx="30861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모델 호출 → / ← 해석 결과</a:t>
            </a:r>
          </a:p>
        </p:txBody>
      </p:sp>
      <p:sp>
        <p:nvSpPr>
          <p:cNvPr id="292" name="dp41-comparison / n228">
            <a:extLst xmlns:a="http://schemas.openxmlformats.org/drawingml/2006/main">
              <a:ext uri="{FF2B5EF4-FFF2-40B4-BE49-F238E27FC236}">
                <a16:creationId xmlns:a16="http://schemas.microsoft.com/office/drawing/2014/main" id="{7F7BCEB6-E959-4E48-9965-951F84C83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025" y="3781425"/>
            <a:ext cx="149504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1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DED3E7DC-CA69-4F36-BEB4-85B0EF1B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40075" y="3790950"/>
            <a:ext cx="17907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허용 조회 → / ← 정보</a:t>
            </a:r>
          </a:p>
        </p:txBody>
      </p:sp>
      <p:sp>
        <p:nvSpPr>
          <p:cNvPr id="294" name="dp41-comparison / n234">
            <a:extLst xmlns:a="http://schemas.openxmlformats.org/drawingml/2006/main">
              <a:ext uri="{FF2B5EF4-FFF2-40B4-BE49-F238E27FC236}">
                <a16:creationId xmlns:a16="http://schemas.microsoft.com/office/drawing/2014/main" id="{0ACD95C2-845A-4EC5-B207-31B190792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44475" y="6858000"/>
            <a:ext cx="3047238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dp41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54A50B7A-B851-4AB2-9C1B-D92FA929E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63525" y="6867525"/>
            <a:ext cx="4667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정보 / Task / 질문 연결 재확인 / 반환</a:t>
            </a:r>
          </a:p>
        </p:txBody>
      </p:sp>
      <p:sp>
        <p:nvSpPr>
          <p:cNvPr id="296" name="dp41-comparison / n237">
            <a:extLst xmlns:a="http://schemas.openxmlformats.org/drawingml/2006/main">
              <a:ext uri="{FF2B5EF4-FFF2-40B4-BE49-F238E27FC236}">
                <a16:creationId xmlns:a16="http://schemas.microsoft.com/office/drawing/2014/main" id="{A476157C-5FA1-4BBB-97EC-9F5C8E716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5991225"/>
            <a:ext cx="168440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dp41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6A7F9FD5-D8B3-457B-9711-72A338C3F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00075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의미 제안 / 확인 질문</a:t>
            </a:r>
          </a:p>
        </p:txBody>
      </p:sp>
      <p:sp>
        <p:nvSpPr>
          <p:cNvPr id="298" name="dp41-comparison / n238 / text 2">
            <a:extLst xmlns:a="http://schemas.openxmlformats.org/drawingml/2006/main">
              <a:ext uri="{FF2B5EF4-FFF2-40B4-BE49-F238E27FC236}">
                <a16:creationId xmlns:a16="http://schemas.microsoft.com/office/drawing/2014/main" id="{503AB609-FA4D-4F98-BA0F-0A040D153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6160770"/>
            <a:ext cx="2667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틀 밖 관계는 보류</a:t>
            </a:r>
          </a:p>
        </p:txBody>
      </p:sp>
      <p:sp>
        <p:nvSpPr>
          <p:cNvPr id="299" name="dp41-comparison / n241">
            <a:extLst xmlns:a="http://schemas.openxmlformats.org/drawingml/2006/main">
              <a:ext uri="{FF2B5EF4-FFF2-40B4-BE49-F238E27FC236}">
                <a16:creationId xmlns:a16="http://schemas.microsoft.com/office/drawing/2014/main" id="{F41A4A20-5B2D-4F37-8815-74ED81077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4950" y="61626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1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133C1A89-EBF9-45F8-93E7-75E27C11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0" y="6172200"/>
            <a:ext cx="27432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저장 → / ← 성공 / 실패</a:t>
            </a:r>
          </a:p>
        </p:txBody>
      </p:sp>
      <p:sp>
        <p:nvSpPr>
          <p:cNvPr id="301" name="dp41-comparison / n245">
            <a:extLst xmlns:a="http://schemas.openxmlformats.org/drawingml/2006/main">
              <a:ext uri="{FF2B5EF4-FFF2-40B4-BE49-F238E27FC236}">
                <a16:creationId xmlns:a16="http://schemas.microsoft.com/office/drawing/2014/main" id="{76DC5DDA-FFAE-4D71-8E03-757D318C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82942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1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7ECBD638-18C9-4888-B11C-3448DF07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6838950"/>
            <a:ext cx="24479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검사 → / ← 허용 / 거부</a:t>
            </a:r>
          </a:p>
        </p:txBody>
      </p:sp>
      <p:sp>
        <p:nvSpPr>
          <p:cNvPr id="303" name="dp41-comparison / n247">
            <a:extLst xmlns:a="http://schemas.openxmlformats.org/drawingml/2006/main">
              <a:ext uri="{FF2B5EF4-FFF2-40B4-BE49-F238E27FC236}">
                <a16:creationId xmlns:a16="http://schemas.microsoft.com/office/drawing/2014/main" id="{3E915D70-8AD2-4579-A660-756131B4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219950"/>
            <a:ext cx="6897624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dp41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286BDAB9-ECA4-4EF7-8C52-423C21CD1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229475"/>
            <a:ext cx="7715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305" name="dp41-comparison / n249">
            <a:extLst xmlns:a="http://schemas.openxmlformats.org/drawingml/2006/main">
              <a:ext uri="{FF2B5EF4-FFF2-40B4-BE49-F238E27FC236}">
                <a16:creationId xmlns:a16="http://schemas.microsoft.com/office/drawing/2014/main" id="{FA62D27F-EE6B-4FC5-9C0C-63D876BB9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7419975"/>
            <a:ext cx="586359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dp41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3CFD6FEA-3479-4E66-9308-7F5CD6869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7429500"/>
            <a:ext cx="7715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Component는 논리적 책임 경계 / 포함된 Module은 내부 구현 / 별도 프로세스 의미 없음</a:t>
            </a:r>
          </a:p>
        </p:txBody>
      </p:sp>
    </p:spTree>
    <p:extLst>
      <p:ext uri="{BB962C8B-B14F-4D97-AF65-F5344CB8AC3E}">
        <p14:creationId xmlns:p14="http://schemas.microsoft.com/office/powerpoint/2010/main" val="12790774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2" name="dp42-comparison / n1">
            <a:extLst xmlns:a="http://schemas.openxmlformats.org/drawingml/2006/main">
              <a:ext uri="{FF2B5EF4-FFF2-40B4-BE49-F238E27FC236}">
                <a16:creationId xmlns:a16="http://schemas.microsoft.com/office/drawing/2014/main" id="{B143EC32-AD64-4941-A474-8967842CF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2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E36D998-1A4D-44A2-96D5-A7671BC4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2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52406263-D6F9-4132-A224-05956DEDA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2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E67D9C56-DB30-42DA-8A78-4F78233E0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04-42. 변경 용이성을 위한 VIA Conversation과 Task 관리 설계</a:t>
            </a:r>
          </a:p>
        </p:txBody>
      </p:sp>
      <p:sp>
        <p:nvSpPr>
          <p:cNvPr id="5" name="dp42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AC32A705-9070-4106-B605-4311A4D1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2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9E22C7D-6826-4D88-8C34-E46915B9D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질문 Q1을 실제 제시(P1) → “상반기로” 답변(u2) → 접수와 실제 전달 확인</a:t>
            </a:r>
          </a:p>
        </p:txBody>
      </p:sp>
      <p:sp>
        <p:nvSpPr>
          <p:cNvPr id="7" name="dp42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8ECB9BD-9C45-4AEE-ABA1-CEEB1041B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2-comparison / n8">
            <a:extLst xmlns:a="http://schemas.openxmlformats.org/drawingml/2006/main">
              <a:ext uri="{FF2B5EF4-FFF2-40B4-BE49-F238E27FC236}">
                <a16:creationId xmlns:a16="http://schemas.microsoft.com/office/drawing/2014/main" id="{7ED127E5-C765-48A2-BBC6-EF5C84B92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2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97575AFA-8EF6-4D1C-9863-0DC7420C8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2-comparison / n10">
            <a:extLst xmlns:a="http://schemas.openxmlformats.org/drawingml/2006/main">
              <a:ext uri="{FF2B5EF4-FFF2-40B4-BE49-F238E27FC236}">
                <a16:creationId xmlns:a16="http://schemas.microsoft.com/office/drawing/2014/main" id="{5C2260E3-F02A-42E6-AA90-CC0DFD1CB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2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1AD9089-4CF7-4047-999C-A8BC19FA2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2-comparison / n12">
            <a:extLst xmlns:a="http://schemas.openxmlformats.org/drawingml/2006/main">
              <a:ext uri="{FF2B5EF4-FFF2-40B4-BE49-F238E27FC236}">
                <a16:creationId xmlns:a16="http://schemas.microsoft.com/office/drawing/2014/main" id="{9E51A6D6-ABE2-4F42-942A-D6B8271CB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2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AFB8890B-79DE-4902-83EF-AD63CEAA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2-comparison / n14">
            <a:extLst xmlns:a="http://schemas.openxmlformats.org/drawingml/2006/main">
              <a:ext uri="{FF2B5EF4-FFF2-40B4-BE49-F238E27FC236}">
                <a16:creationId xmlns:a16="http://schemas.microsoft.com/office/drawing/2014/main" id="{5630FEE5-126C-440C-AD9E-A0B73278A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2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20BD91F4-79EB-4AD8-AF41-8B50B0EA9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2-comparison / n16">
            <a:extLst xmlns:a="http://schemas.openxmlformats.org/drawingml/2006/main">
              <a:ext uri="{FF2B5EF4-FFF2-40B4-BE49-F238E27FC236}">
                <a16:creationId xmlns:a16="http://schemas.microsoft.com/office/drawing/2014/main" id="{46030384-AFE6-44A4-BB45-92A45FC78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2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8BBC22ED-A910-45DE-A595-66082260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2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5169599E-FA57-4616-927E-5900523C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2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2E007D6B-2D5C-4C7F-B214-9B0D6B86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2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1B5EC84B-3282-4176-A374-1E4A85F27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2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6B3BB866-3811-454D-8C8A-C1D869EC1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모듈형 통합 VIA Core</a:t>
            </a:r>
          </a:p>
        </p:txBody>
      </p:sp>
      <p:sp>
        <p:nvSpPr>
          <p:cNvPr id="22" name="dp42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B26D25E7-DD5F-4422-A6F6-CD3592ED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상태의 공동 확정으로 평균 VIA 처리시간 3.2 s (요청 완료 신속성 ↑)</a:t>
            </a:r>
          </a:p>
        </p:txBody>
      </p:sp>
      <p:sp>
        <p:nvSpPr>
          <p:cNvPr id="23" name="dp42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3A398B2C-D144-48CC-B6BD-33530C59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추가 서비스 heap 축소로 전체 메모리 13.2 GB (메모리 효율성 ↑)</a:t>
            </a:r>
          </a:p>
        </p:txBody>
      </p:sp>
      <p:sp>
        <p:nvSpPr>
          <p:cNvPr id="24" name="dp42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53C9E903-46E6-4B68-8C9A-4A2A443E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공동 저장과 복구 경로의 변경 전파, 평균 4.0개 (변경 용이성 ↓)</a:t>
            </a:r>
          </a:p>
        </p:txBody>
      </p:sp>
      <p:sp>
        <p:nvSpPr>
          <p:cNvPr id="25" name="dp42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BA9B1D4-0145-4DB4-A02C-34D429883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26" name="dp42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90DE9F6E-ED21-46D4-8721-FD655445C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2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2D0577CD-E23C-4CA3-BC54-3120152A4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3.2 s</a:t>
            </a:r>
          </a:p>
        </p:txBody>
      </p:sp>
      <p:sp>
        <p:nvSpPr>
          <p:cNvPr id="28" name="dp42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19E25904-EB0A-4ED3-BB79-4BBE86EC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29" name="dp42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E940D386-F35F-44BD-A358-8CCAC6B1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0" name="dp42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71FC680A-CA55-4538-A4E6-51D3D48BF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1" name="dp42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A6F4E3C1-EA53-4897-9070-ED2094F2A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2" name="dp42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4A5872E6-46D7-4E07-BC74-51E3764AE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3" name="dp42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10B6BA80-5FA0-476A-9FF0-A3FFF827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4" name="dp42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1458B9-0DB0-4ADB-BBC7-A022A08A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5" name="dp42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9DCF37CA-9F6A-4D8F-9969-B917C68B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13.2 GB</a:t>
            </a:r>
          </a:p>
        </p:txBody>
      </p:sp>
      <p:sp>
        <p:nvSpPr>
          <p:cNvPr id="36" name="dp42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F9AA5419-F53B-476B-955F-A35343018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7" name="dp42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CD8AF13F-1662-4AC1-9FF9-0FB96DCA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독립 대화 서비스와 업무 서비스</a:t>
            </a:r>
          </a:p>
        </p:txBody>
      </p:sp>
      <p:sp>
        <p:nvSpPr>
          <p:cNvPr id="38" name="dp42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A783EB20-30CC-4B8F-A8EE-3D6FC51FD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업무 상태와 실행 경계의 독립 변경, 평균 2.5개 (변경 용이성 ↑)</a:t>
            </a:r>
          </a:p>
        </p:txBody>
      </p:sp>
      <p:sp>
        <p:nvSpPr>
          <p:cNvPr id="39" name="dp42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DFFD015B-27FB-4E15-913A-9C4A3D70E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명령 접수와 대화 반영의 왕복으로 평균 VIA 처리시간 3.8 s (요청 완료 신속성 ↓)</a:t>
            </a:r>
          </a:p>
        </p:txBody>
      </p:sp>
      <p:sp>
        <p:nvSpPr>
          <p:cNvPr id="40" name="dp42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BA332338-0015-4EF7-823B-BF9199EC1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별도 heap과 대기열로 전체 메모리 13.6 GB (메모리 효율성 ↓)</a:t>
            </a:r>
          </a:p>
        </p:txBody>
      </p:sp>
      <p:sp>
        <p:nvSpPr>
          <p:cNvPr id="41" name="dp42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799DF59C-4644-4CA9-AAB6-C678A6D48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2" name="dp42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434CC4EA-A9DF-4C4B-BA4B-411752CFE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2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8E65CC1C-C885-44D4-A784-2982C1229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3.8 s</a:t>
            </a:r>
          </a:p>
        </p:txBody>
      </p:sp>
      <p:sp>
        <p:nvSpPr>
          <p:cNvPr id="44" name="dp42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EEDAEB5-8D7E-4A6E-A51A-4D579470D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5" name="dp42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F09CAF21-2DAA-4D9C-BB11-B34672683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6" name="dp42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84A5BAD5-9F0D-4A9E-B5A1-45F585FAA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7" name="dp42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72202D50-2E5A-4FE1-A2EB-8348AECA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48" name="dp42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493E14AE-F269-4006-B118-DA992C3D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49" name="dp42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7A723758-0658-4C0C-A767-3D94FBF64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0" name="dp42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56FC975B-2C52-413D-A5A3-BF1DFA89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1" name="dp42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F59B9EC7-E653-469C-80D8-30D1F20E7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13.6 GB</a:t>
            </a:r>
          </a:p>
        </p:txBody>
      </p:sp>
      <p:sp>
        <p:nvSpPr>
          <p:cNvPr id="52" name="dp42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7F627B55-CC1F-4B22-8A61-61158071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3" name="dp42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3FB9D12E-EDC6-4909-864D-C73AFA123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업무 저장과 실행 수명의 독립 변경 / 일반 Agent adapter 변경은 제외</a:t>
            </a:r>
          </a:p>
        </p:txBody>
      </p:sp>
      <p:sp>
        <p:nvSpPr>
          <p:cNvPr id="54" name="dp42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5227BB83-3F22-413E-89E7-C69DCCC47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2-comparison / n54">
            <a:extLst xmlns:a="http://schemas.openxmlformats.org/drawingml/2006/main">
              <a:ext uri="{FF2B5EF4-FFF2-40B4-BE49-F238E27FC236}">
                <a16:creationId xmlns:a16="http://schemas.microsoft.com/office/drawing/2014/main" id="{2886DC95-3923-46E4-A352-3739AB9A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6" name="dp42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CBAE31DE-EEC4-44F2-B7BD-45C8D5C0C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" y="2781300"/>
            <a:ext cx="781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57" name="dp42-comparison / n56">
            <a:extLst xmlns:a="http://schemas.openxmlformats.org/drawingml/2006/main">
              <a:ext uri="{FF2B5EF4-FFF2-40B4-BE49-F238E27FC236}">
                <a16:creationId xmlns:a16="http://schemas.microsoft.com/office/drawing/2014/main" id="{6681262B-3B30-4BD5-9D95-5A5D3794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298132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8" name="dp42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06E935F-6FAF-4C5D-84A4-019559818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04800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59" name="dp42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6C8E4D3B-8707-4719-A98E-D805234F9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956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60" name="dp42-comparison / n59">
            <a:extLst xmlns:a="http://schemas.openxmlformats.org/drawingml/2006/main">
              <a:ext uri="{FF2B5EF4-FFF2-40B4-BE49-F238E27FC236}">
                <a16:creationId xmlns:a16="http://schemas.microsoft.com/office/drawing/2014/main" id="{CAAC3E57-380E-462A-8A8B-69F832E889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524250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1" name="dp42-comparison / n60 / text 1">
            <a:extLst xmlns:a="http://schemas.openxmlformats.org/drawingml/2006/main">
              <a:ext uri="{FF2B5EF4-FFF2-40B4-BE49-F238E27FC236}">
                <a16:creationId xmlns:a16="http://schemas.microsoft.com/office/drawing/2014/main" id="{7C06E257-3096-4AAA-8DAC-78A2512E5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590925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2" name="dp42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D057A58-0E05-41AC-A652-B2D935B74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385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구현</a:t>
            </a:r>
          </a:p>
        </p:txBody>
      </p:sp>
      <p:sp>
        <p:nvSpPr>
          <p:cNvPr id="63" name="dp42-comparison / n62">
            <a:extLst xmlns:a="http://schemas.openxmlformats.org/drawingml/2006/main">
              <a:ext uri="{FF2B5EF4-FFF2-40B4-BE49-F238E27FC236}">
                <a16:creationId xmlns:a16="http://schemas.microsoft.com/office/drawing/2014/main" id="{8064AE38-01FB-478F-A0E4-113E61CC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543425"/>
            <a:ext cx="704850" cy="2571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4" name="dp42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F1E1507F-8956-4806-97FD-37A80CD80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629150"/>
            <a:ext cx="5334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65" name="dp42-comparison / n64 / text 1">
            <a:extLst xmlns:a="http://schemas.openxmlformats.org/drawingml/2006/main">
              <a:ext uri="{FF2B5EF4-FFF2-40B4-BE49-F238E27FC236}">
                <a16:creationId xmlns:a16="http://schemas.microsoft.com/office/drawing/2014/main" id="{D9D2D01F-0799-4565-9BA7-6833A57B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85775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저장 상태</a:t>
            </a:r>
          </a:p>
        </p:txBody>
      </p:sp>
      <p:sp>
        <p:nvSpPr>
          <p:cNvPr id="66" name="dp42-comparison / n65">
            <a:extLst xmlns:a="http://schemas.openxmlformats.org/drawingml/2006/main">
              <a:ext uri="{FF2B5EF4-FFF2-40B4-BE49-F238E27FC236}">
                <a16:creationId xmlns:a16="http://schemas.microsoft.com/office/drawing/2014/main" id="{D8929019-5CA7-4ED7-8E94-A0E2547F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010275"/>
            <a:ext cx="704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7" name="dp42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0A0FB929-BBAA-4664-9366-7EA1A917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0769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8" name="dp42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740574FF-EA53-4F0A-9C86-4E9B4B31C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3246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흰색 / 검정</a:t>
            </a:r>
          </a:p>
        </p:txBody>
      </p:sp>
      <p:sp>
        <p:nvSpPr>
          <p:cNvPr id="69" name="dp42-comparison / n68">
            <a:extLst xmlns:a="http://schemas.openxmlformats.org/drawingml/2006/main">
              <a:ext uri="{FF2B5EF4-FFF2-40B4-BE49-F238E27FC236}">
                <a16:creationId xmlns:a16="http://schemas.microsoft.com/office/drawing/2014/main" id="{B5D195DC-0BC9-4099-B658-A4D9B4485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543675"/>
            <a:ext cx="704850" cy="257175"/>
          </a:xfrm>
          <a:prstGeom xmlns:a="http://schemas.openxmlformats.org/drawingml/2006/main" prst="roundRect">
            <a:avLst>
              <a:gd name="adj" fmla="val 2963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0" name="dp42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470E8543-5078-4FA4-9115-3A54F9CA5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6610350"/>
            <a:ext cx="5334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1" name="dp42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10CF94C4-A731-44C4-9CA7-C38B360AC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858000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2" name="dp42-comparison / n71">
            <a:extLst xmlns:a="http://schemas.openxmlformats.org/drawingml/2006/main">
              <a:ext uri="{FF2B5EF4-FFF2-40B4-BE49-F238E27FC236}">
                <a16:creationId xmlns:a16="http://schemas.microsoft.com/office/drawing/2014/main" id="{25E39C0E-1BB9-478A-952C-DFBAF10F7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73" name="dp42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F163049A-0987-4D91-950A-B3BE28AEC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74" name="dp42-comparison / n73">
            <a:extLst xmlns:a="http://schemas.openxmlformats.org/drawingml/2006/main">
              <a:ext uri="{FF2B5EF4-FFF2-40B4-BE49-F238E27FC236}">
                <a16:creationId xmlns:a16="http://schemas.microsoft.com/office/drawing/2014/main" id="{ED5118C3-26A3-4BFA-B22D-E4E5F366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4057650"/>
            <a:ext cx="323850" cy="257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75" name="dp42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63A732C3-AE6C-4BFF-AFE7-E0DDC427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05275"/>
            <a:ext cx="2857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6" name="dp42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31D27E3D-27CA-4370-8FE2-3EAE145C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3719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</a:t>
            </a:r>
          </a:p>
        </p:txBody>
      </p:sp>
      <p:sp>
        <p:nvSpPr>
          <p:cNvPr id="77" name="dp42-comparison / n76 / path">
            <a:extLst xmlns:a="http://schemas.openxmlformats.org/drawingml/2006/main">
              <a:ext uri="{FF2B5EF4-FFF2-40B4-BE49-F238E27FC236}">
                <a16:creationId xmlns:a16="http://schemas.microsoft.com/office/drawing/2014/main" id="{A49F83FC-8653-47B1-A26C-3374A9A5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2197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78" name="dp42-comparison / n76 / arrow">
            <a:extLst xmlns:a="http://schemas.openxmlformats.org/drawingml/2006/main">
              <a:ext uri="{FF2B5EF4-FFF2-40B4-BE49-F238E27FC236}">
                <a16:creationId xmlns:a16="http://schemas.microsoft.com/office/drawing/2014/main" id="{533296BC-B076-463D-BFA0-F2ED0A743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1861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79" name="dp42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BE9FD488-B8B4-4998-9E40-91D5F522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30542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0" name="dp42-comparison / n78 / path">
            <a:extLst xmlns:a="http://schemas.openxmlformats.org/drawingml/2006/main">
              <a:ext uri="{FF2B5EF4-FFF2-40B4-BE49-F238E27FC236}">
                <a16:creationId xmlns:a16="http://schemas.microsoft.com/office/drawing/2014/main" id="{AA905509-C95A-4428-83BE-80046B00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1975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1" name="dp42-comparison / n78 / arrow">
            <a:extLst xmlns:a="http://schemas.openxmlformats.org/drawingml/2006/main">
              <a:ext uri="{FF2B5EF4-FFF2-40B4-BE49-F238E27FC236}">
                <a16:creationId xmlns:a16="http://schemas.microsoft.com/office/drawing/2014/main" id="{9F753D1C-CE5D-4A2F-97AE-57D656DDF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58622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2" name="dp42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F24D9D15-51EA-4792-83C0-5968C4907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05475"/>
            <a:ext cx="72390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3" name="dp42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F27B7845-2F01-4F66-AA34-AF193E59B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07707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A: 실선</a:t>
            </a:r>
          </a:p>
        </p:txBody>
      </p:sp>
      <p:sp>
        <p:nvSpPr>
          <p:cNvPr id="84" name="dp42-comparison / n80 / text 2">
            <a:extLst xmlns:a="http://schemas.openxmlformats.org/drawingml/2006/main">
              <a:ext uri="{FF2B5EF4-FFF2-40B4-BE49-F238E27FC236}">
                <a16:creationId xmlns:a16="http://schemas.microsoft.com/office/drawing/2014/main" id="{CBD6AA07-1B7A-45BF-851F-7DEF4C94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02805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경계 B: 점선</a:t>
            </a:r>
          </a:p>
        </p:txBody>
      </p:sp>
      <p:sp>
        <p:nvSpPr>
          <p:cNvPr id="85" name="dp42-comparison / n81 / text 1">
            <a:extLst xmlns:a="http://schemas.openxmlformats.org/drawingml/2006/main">
              <a:ext uri="{FF2B5EF4-FFF2-40B4-BE49-F238E27FC236}">
                <a16:creationId xmlns:a16="http://schemas.microsoft.com/office/drawing/2014/main" id="{55B71BFA-E395-4E63-B4D4-457559317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372350"/>
            <a:ext cx="7239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경계선</a:t>
            </a:r>
          </a:p>
        </p:txBody>
      </p:sp>
      <p:sp>
        <p:nvSpPr>
          <p:cNvPr id="86" name="dp42-comparison / n86 / path">
            <a:extLst xmlns:a="http://schemas.openxmlformats.org/drawingml/2006/main">
              <a:ext uri="{FF2B5EF4-FFF2-40B4-BE49-F238E27FC236}">
                <a16:creationId xmlns:a16="http://schemas.microsoft.com/office/drawing/2014/main" id="{17B00F1A-5B58-4029-82E7-4CD730204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7" name="dp42-comparison / n91 / path">
            <a:extLst xmlns:a="http://schemas.openxmlformats.org/drawingml/2006/main">
              <a:ext uri="{FF2B5EF4-FFF2-40B4-BE49-F238E27FC236}">
                <a16:creationId xmlns:a16="http://schemas.microsoft.com/office/drawing/2014/main" id="{B5A9FC8A-258F-4765-BB3C-BE55C91F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8" name="dp42-comparison / n96 / path">
            <a:extLst xmlns:a="http://schemas.openxmlformats.org/drawingml/2006/main">
              <a:ext uri="{FF2B5EF4-FFF2-40B4-BE49-F238E27FC236}">
                <a16:creationId xmlns:a16="http://schemas.microsoft.com/office/drawing/2014/main" id="{7C1CF949-287F-40CC-85A8-0AE8126C3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9" name="dp42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CD8CAB98-AC05-4E9A-A683-D037B68B6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90" name="dp42-comparison / n106">
            <a:extLst xmlns:a="http://schemas.openxmlformats.org/drawingml/2006/main">
              <a:ext uri="{FF2B5EF4-FFF2-40B4-BE49-F238E27FC236}">
                <a16:creationId xmlns:a16="http://schemas.microsoft.com/office/drawing/2014/main" id="{BFE779CE-2A9D-4108-8CDA-D609B68C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495675"/>
            <a:ext cx="785812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solid"/>
          </a:ln>
        </p:spPr>
      </p:sp>
      <p:sp>
        <p:nvSpPr>
          <p:cNvPr id="91" name="dp42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6BF6DFB3-2D5E-4CE4-9E27-A1BB473CB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825" y="3590925"/>
            <a:ext cx="76104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VIA Core</a:t>
            </a:r>
          </a:p>
        </p:txBody>
      </p:sp>
      <p:sp>
        <p:nvSpPr>
          <p:cNvPr id="92" name="dp42-comparison / n110">
            <a:extLst xmlns:a="http://schemas.openxmlformats.org/drawingml/2006/main">
              <a:ext uri="{FF2B5EF4-FFF2-40B4-BE49-F238E27FC236}">
                <a16:creationId xmlns:a16="http://schemas.microsoft.com/office/drawing/2014/main" id="{AE5CAD22-E3DD-4A5F-ADD0-33FA9910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3" name="dp42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B2B70610-AC8F-4F2D-A92D-0912418D4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94" name="dp42-comparison / n112">
            <a:extLst xmlns:a="http://schemas.openxmlformats.org/drawingml/2006/main">
              <a:ext uri="{FF2B5EF4-FFF2-40B4-BE49-F238E27FC236}">
                <a16:creationId xmlns:a16="http://schemas.microsoft.com/office/drawing/2014/main" id="{531FBE85-F19C-4320-BCD2-BFD17CDB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5" name="dp42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3AD75FE7-3195-4C8E-9F0D-79FBCCC71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96" name="dp42-comparison / n114">
            <a:extLst xmlns:a="http://schemas.openxmlformats.org/drawingml/2006/main">
              <a:ext uri="{FF2B5EF4-FFF2-40B4-BE49-F238E27FC236}">
                <a16:creationId xmlns:a16="http://schemas.microsoft.com/office/drawing/2014/main" id="{D668A40A-0FD3-468F-8F53-99A2A0682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7" name="dp42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829468BF-488A-4021-BA35-67863EEB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98" name="dp42-comparison / n116">
            <a:extLst xmlns:a="http://schemas.openxmlformats.org/drawingml/2006/main">
              <a:ext uri="{FF2B5EF4-FFF2-40B4-BE49-F238E27FC236}">
                <a16:creationId xmlns:a16="http://schemas.microsoft.com/office/drawing/2014/main" id="{5E56A0D3-04F2-4EAA-9DCD-8572C7C6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99" name="dp42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B8AA7A3E-6E83-44B5-A2D3-F38887A3F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00" name="dp42-comparison / n118">
            <a:extLst xmlns:a="http://schemas.openxmlformats.org/drawingml/2006/main">
              <a:ext uri="{FF2B5EF4-FFF2-40B4-BE49-F238E27FC236}">
                <a16:creationId xmlns:a16="http://schemas.microsoft.com/office/drawing/2014/main" id="{1BF445DC-8504-4972-8DF9-0CF79ADAD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01" name="dp42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22477326-9771-4524-B094-190ECA980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02" name="dp42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AC1594ED-4614-4C4E-89B3-AF410F7A8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3" name="dp42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0DDE45D1-2DF6-40E9-8A9D-D35BBFD43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972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4" name="dp42-comparison / n125 / path">
            <a:extLst xmlns:a="http://schemas.openxmlformats.org/drawingml/2006/main">
              <a:ext uri="{FF2B5EF4-FFF2-40B4-BE49-F238E27FC236}">
                <a16:creationId xmlns:a16="http://schemas.microsoft.com/office/drawing/2014/main" id="{CC6E44A7-F69D-4321-AC9C-CF9474FAD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5" name="dp42-comparison / n125 / arrow">
            <a:extLst xmlns:a="http://schemas.openxmlformats.org/drawingml/2006/main">
              <a:ext uri="{FF2B5EF4-FFF2-40B4-BE49-F238E27FC236}">
                <a16:creationId xmlns:a16="http://schemas.microsoft.com/office/drawing/2014/main" id="{73149F4D-D3A4-49D6-B0C5-139C575D8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6" name="dp42-comparison / n128 / path">
            <a:extLst xmlns:a="http://schemas.openxmlformats.org/drawingml/2006/main">
              <a:ext uri="{FF2B5EF4-FFF2-40B4-BE49-F238E27FC236}">
                <a16:creationId xmlns:a16="http://schemas.microsoft.com/office/drawing/2014/main" id="{213D002F-62CD-4454-8827-0545E9F1C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07" name="dp42-comparison / n128 / arrow">
            <a:extLst xmlns:a="http://schemas.openxmlformats.org/drawingml/2006/main">
              <a:ext uri="{FF2B5EF4-FFF2-40B4-BE49-F238E27FC236}">
                <a16:creationId xmlns:a16="http://schemas.microsoft.com/office/drawing/2014/main" id="{66A79044-4054-4E58-B088-3336DE78B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08" name="dp42-comparison / n131 / path">
            <a:extLst xmlns:a="http://schemas.openxmlformats.org/drawingml/2006/main">
              <a:ext uri="{FF2B5EF4-FFF2-40B4-BE49-F238E27FC236}">
                <a16:creationId xmlns:a16="http://schemas.microsoft.com/office/drawing/2014/main" id="{D5285251-B001-4554-8808-C4F7C6128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09" name="dp42-comparison / n131 / arrow">
            <a:extLst xmlns:a="http://schemas.openxmlformats.org/drawingml/2006/main">
              <a:ext uri="{FF2B5EF4-FFF2-40B4-BE49-F238E27FC236}">
                <a16:creationId xmlns:a16="http://schemas.microsoft.com/office/drawing/2014/main" id="{8DB908D6-8159-4A97-ABE1-789F4059C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0" name="dp42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BBCC4902-8440-4E13-A04B-0D8DFE31C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06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1" name="dp42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4B0D0D99-A261-4225-AF57-638D6D8A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7153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2" name="dp42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79B69C20-A9DD-4A86-97A6-575C4B64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231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3" name="dp42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16167E2F-81BC-4189-A2FF-6E7D5878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78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4" name="dp42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E2F665DF-DD60-478D-94EF-2C58AD4D7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5" name="dp42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CE7F9269-1122-4D0D-94B4-33F64D6C2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866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6" name="dp42-comparison / n139 / path">
            <a:extLst xmlns:a="http://schemas.openxmlformats.org/drawingml/2006/main">
              <a:ext uri="{FF2B5EF4-FFF2-40B4-BE49-F238E27FC236}">
                <a16:creationId xmlns:a16="http://schemas.microsoft.com/office/drawing/2014/main" id="{FB17F07F-120D-4A08-9305-F3FF3C00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17" name="dp42-comparison / n139 / arrow">
            <a:extLst xmlns:a="http://schemas.openxmlformats.org/drawingml/2006/main">
              <a:ext uri="{FF2B5EF4-FFF2-40B4-BE49-F238E27FC236}">
                <a16:creationId xmlns:a16="http://schemas.microsoft.com/office/drawing/2014/main" id="{15E1EF48-E8BD-4A8C-94BA-BA5705B6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18" name="dp42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4A0789E7-3FEA-453D-AEBD-1E512B815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19" name="dp42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F413C9BA-031B-4C08-AA4B-29C3DEBC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222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0" name="dp42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5EF5852D-9D4A-400B-B9E5-3AEAC0B1D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21" name="dp42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9BB2AB62-EE78-49CD-9BAB-DBB01BA73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2" name="dp42-comparison / n150">
            <a:extLst xmlns:a="http://schemas.openxmlformats.org/drawingml/2006/main">
              <a:ext uri="{FF2B5EF4-FFF2-40B4-BE49-F238E27FC236}">
                <a16:creationId xmlns:a16="http://schemas.microsoft.com/office/drawing/2014/main" id="{21EAB680-012C-4341-81D8-C7FA315B6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915025"/>
            <a:ext cx="2095500" cy="295275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123" name="dp42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E98CDF94-4781-4046-B05B-1BD662D5B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957411"/>
            <a:ext cx="19240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트랜잭션 관리자</a:t>
            </a:r>
          </a:p>
        </p:txBody>
      </p:sp>
      <p:sp>
        <p:nvSpPr>
          <p:cNvPr id="124" name="dp42-comparison / n152">
            <a:extLst xmlns:a="http://schemas.openxmlformats.org/drawingml/2006/main">
              <a:ext uri="{FF2B5EF4-FFF2-40B4-BE49-F238E27FC236}">
                <a16:creationId xmlns:a16="http://schemas.microsoft.com/office/drawing/2014/main" id="{F96FEBB6-D9AE-4025-AF12-04134CB2D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400800"/>
            <a:ext cx="19050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25" name="dp42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C546EFAB-E575-4BC7-A170-75159671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515100"/>
            <a:ext cx="1733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26" name="dp42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98ED2E92-A769-408E-8BCD-24560F97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38625"/>
            <a:ext cx="1000125" cy="1676400"/>
          </a:xfrm>
          <a:custGeom xmlns:a="http://schemas.openxmlformats.org/drawingml/2006/main">
            <a:pathLst>
              <a:path w="1000125" h="1676400">
                <a:moveTo>
                  <a:pt x="0" y="0"/>
                </a:moveTo>
                <a:lnTo>
                  <a:pt x="285750" y="0"/>
                </a:lnTo>
                <a:lnTo>
                  <a:pt x="285750" y="1600200"/>
                </a:lnTo>
                <a:lnTo>
                  <a:pt x="1000125" y="1600200"/>
                </a:lnTo>
                <a:lnTo>
                  <a:pt x="1000125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7" name="dp42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2FFD3503-A000-4CC6-9CC8-CC8CF661B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947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28" name="dp42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54B5B510-F066-4426-B0D7-75F14B54C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238625"/>
            <a:ext cx="619125" cy="1676400"/>
          </a:xfrm>
          <a:custGeom xmlns:a="http://schemas.openxmlformats.org/drawingml/2006/main">
            <a:pathLst>
              <a:path w="619125" h="1676400">
                <a:moveTo>
                  <a:pt x="619125" y="0"/>
                </a:moveTo>
                <a:lnTo>
                  <a:pt x="571500" y="0"/>
                </a:lnTo>
                <a:lnTo>
                  <a:pt x="571500" y="1600200"/>
                </a:lnTo>
                <a:lnTo>
                  <a:pt x="0" y="1600200"/>
                </a:lnTo>
                <a:lnTo>
                  <a:pt x="0" y="16764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29" name="dp42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D4B7E691-1031-49CE-9BA5-307F10424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8479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0" name="dp42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FDCA0C2F-EF8F-4418-8661-DFA60B9EF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875" y="6210300"/>
            <a:ext cx="95250" cy="190500"/>
          </a:xfrm>
          <a:custGeom xmlns:a="http://schemas.openxmlformats.org/drawingml/2006/main">
            <a:pathLst>
              <a:path w="95250" h="190500">
                <a:moveTo>
                  <a:pt x="0" y="0"/>
                </a:moveTo>
                <a:lnTo>
                  <a:pt x="0" y="85725"/>
                </a:lnTo>
                <a:lnTo>
                  <a:pt x="95250" y="85725"/>
                </a:lnTo>
                <a:lnTo>
                  <a:pt x="9525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1" name="dp42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9859A4CE-33FA-4478-9F80-C38FD166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85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2" name="dp42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1371C358-D615-4999-8B57-1375CFD7F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915025"/>
            <a:ext cx="95250" cy="771525"/>
          </a:xfrm>
          <a:custGeom xmlns:a="http://schemas.openxmlformats.org/drawingml/2006/main">
            <a:pathLst>
              <a:path w="95250" h="771525">
                <a:moveTo>
                  <a:pt x="95250" y="771525"/>
                </a:moveTo>
                <a:lnTo>
                  <a:pt x="95250" y="400050"/>
                </a:lnTo>
                <a:lnTo>
                  <a:pt x="0" y="4000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3" name="dp42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36D7F67D-B619-4DBC-B088-1C45639D1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591502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4" name="dp42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6CE28A6B-68E4-4BF3-90D8-BE7F1DF1F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29100"/>
            <a:ext cx="476250" cy="1833563"/>
          </a:xfrm>
          <a:custGeom xmlns:a="http://schemas.openxmlformats.org/drawingml/2006/main">
            <a:pathLst>
              <a:path w="476250" h="1833563">
                <a:moveTo>
                  <a:pt x="476250" y="1833563"/>
                </a:moveTo>
                <a:lnTo>
                  <a:pt x="228600" y="1833563"/>
                </a:lnTo>
                <a:lnTo>
                  <a:pt x="2286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5" name="dp42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39D34E8E-4E80-4896-A975-3159A20FB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6" name="dp42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461B67F6-DADC-4436-ACE1-D2906FC96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29100"/>
            <a:ext cx="95250" cy="1833563"/>
          </a:xfrm>
          <a:custGeom xmlns:a="http://schemas.openxmlformats.org/drawingml/2006/main">
            <a:pathLst>
              <a:path w="95250" h="1833563">
                <a:moveTo>
                  <a:pt x="0" y="1833563"/>
                </a:moveTo>
                <a:lnTo>
                  <a:pt x="66675" y="1833563"/>
                </a:lnTo>
                <a:lnTo>
                  <a:pt x="66675" y="0"/>
                </a:lnTo>
                <a:lnTo>
                  <a:pt x="95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37" name="dp42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9E1F0C48-9FE9-4AB4-A9EF-700057749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2819" y="41955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38" name="dp42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F186BF05-59B2-4496-B52A-68855AFA5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495925"/>
            <a:ext cx="2962275" cy="904875"/>
          </a:xfrm>
          <a:custGeom xmlns:a="http://schemas.openxmlformats.org/drawingml/2006/main">
            <a:pathLst>
              <a:path w="2962275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2962275" y="762000"/>
                </a:lnTo>
                <a:lnTo>
                  <a:pt x="2962275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39" name="dp42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9B12CEA2-AC8D-47E6-9227-AE11E4CD2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6097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0" name="dp42-comparison / n165">
            <a:extLst xmlns:a="http://schemas.openxmlformats.org/drawingml/2006/main">
              <a:ext uri="{FF2B5EF4-FFF2-40B4-BE49-F238E27FC236}">
                <a16:creationId xmlns:a16="http://schemas.microsoft.com/office/drawing/2014/main" id="{F8B43D2C-70FF-4E4C-A99D-5CF6CCA3A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1" name="dp42-comparison / n166 / text 1">
            <a:extLst xmlns:a="http://schemas.openxmlformats.org/drawingml/2006/main">
              <a:ext uri="{FF2B5EF4-FFF2-40B4-BE49-F238E27FC236}">
                <a16:creationId xmlns:a16="http://schemas.microsoft.com/office/drawing/2014/main" id="{E4C19EDB-B54A-4D81-9CF4-3CB5AA856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42" name="dp42-comparison / n167">
            <a:extLst xmlns:a="http://schemas.openxmlformats.org/drawingml/2006/main">
              <a:ext uri="{FF2B5EF4-FFF2-40B4-BE49-F238E27FC236}">
                <a16:creationId xmlns:a16="http://schemas.microsoft.com/office/drawing/2014/main" id="{B1294CC1-B966-4B1F-ABE7-FADD4E9D3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3" name="dp42-comparison / n168 / text 1">
            <a:extLst xmlns:a="http://schemas.openxmlformats.org/drawingml/2006/main">
              <a:ext uri="{FF2B5EF4-FFF2-40B4-BE49-F238E27FC236}">
                <a16:creationId xmlns:a16="http://schemas.microsoft.com/office/drawing/2014/main" id="{21F686BB-61A5-4182-8780-48F805C5A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4" name="dp42-comparison / n169">
            <a:extLst xmlns:a="http://schemas.openxmlformats.org/drawingml/2006/main">
              <a:ext uri="{FF2B5EF4-FFF2-40B4-BE49-F238E27FC236}">
                <a16:creationId xmlns:a16="http://schemas.microsoft.com/office/drawing/2014/main" id="{3E0BA7A9-9794-4537-BCF5-5FCF8A8B5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145" name="dp42-comparison / n170 / text 1">
            <a:extLst xmlns:a="http://schemas.openxmlformats.org/drawingml/2006/main">
              <a:ext uri="{FF2B5EF4-FFF2-40B4-BE49-F238E27FC236}">
                <a16:creationId xmlns:a16="http://schemas.microsoft.com/office/drawing/2014/main" id="{250497F5-4296-4B08-894C-089638F4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422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46" name="dp42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F0BD5C3D-0C35-41CE-8A6D-964D331BB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7" name="dp42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E868C58-235E-4374-B6C4-EEA57B0FA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744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48" name="dp42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204BC84-92FA-43D0-A803-B84386FE8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49" name="dp42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AE1A4C7B-7315-4DB6-AB91-7BA8DD3FC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0" name="dp42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4777A328-024D-4FDA-BF1A-DC233982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85725" cy="1647825"/>
          </a:xfrm>
          <a:custGeom xmlns:a="http://schemas.openxmlformats.org/drawingml/2006/main">
            <a:pathLst>
              <a:path w="85725" h="1647825">
                <a:moveTo>
                  <a:pt x="0" y="1647825"/>
                </a:moveTo>
                <a:lnTo>
                  <a:pt x="85725" y="1647825"/>
                </a:lnTo>
                <a:lnTo>
                  <a:pt x="857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1" name="dp42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07AF640A-198A-4DA5-A6DE-B3B568620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2" name="dp42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94B324C9-EA11-47B1-9420-09A2FBA7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781550"/>
            <a:ext cx="1095375" cy="2238375"/>
          </a:xfrm>
          <a:custGeom xmlns:a="http://schemas.openxmlformats.org/drawingml/2006/main">
            <a:pathLst>
              <a:path w="1095375" h="2238375">
                <a:moveTo>
                  <a:pt x="0" y="0"/>
                </a:moveTo>
                <a:lnTo>
                  <a:pt x="409575" y="0"/>
                </a:lnTo>
                <a:lnTo>
                  <a:pt x="4095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3" name="dp42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F12D8C0E-259C-4442-AFB9-7385775E4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47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4" name="dp42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4A8A6B08-0D68-4307-9F34-D10CC529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76800"/>
            <a:ext cx="1285875" cy="2143125"/>
          </a:xfrm>
          <a:custGeom xmlns:a="http://schemas.openxmlformats.org/drawingml/2006/main">
            <a:pathLst>
              <a:path w="1285875" h="2143125">
                <a:moveTo>
                  <a:pt x="1285875" y="2143125"/>
                </a:moveTo>
                <a:lnTo>
                  <a:pt x="1285875" y="2066925"/>
                </a:lnTo>
                <a:lnTo>
                  <a:pt x="457200" y="2066925"/>
                </a:lnTo>
                <a:lnTo>
                  <a:pt x="4572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5" name="dp42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9CDBC0C3-3064-48FD-9CA4-6130CEF35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6" name="dp42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98288FBA-2D00-41F7-B1B0-E053A3CD7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333375" y="0"/>
                </a:lnTo>
                <a:lnTo>
                  <a:pt x="3333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57" name="dp42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77A7151F-CAF2-4776-A59B-2DDF8AD55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722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58" name="dp42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95A11A73-99A8-4C52-B720-CA32A2383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352425" y="1295400"/>
                </a:lnTo>
                <a:lnTo>
                  <a:pt x="3524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59" name="dp42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39D83879-8E1F-4B52-8C3A-53F6D3EF2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0" name="dp42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2A24CF2F-4AAA-445F-A67C-F59430182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718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161" name="dp42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5232D74C-0B67-4AD0-96F7-1C790859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6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2" name="dp42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EA987D2C-7001-40C9-A211-B41AEC07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343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163" name="dp42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DFFF034D-C189-4463-8ADC-077D028E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164" name="dp42-comparison / n82">
            <a:extLst xmlns:a="http://schemas.openxmlformats.org/drawingml/2006/main">
              <a:ext uri="{FF2B5EF4-FFF2-40B4-BE49-F238E27FC236}">
                <a16:creationId xmlns:a16="http://schemas.microsoft.com/office/drawing/2014/main" id="{5F202542-ABB7-4746-AC7B-EB2ED450B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dp42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4AE34D87-BDC0-4773-9729-4E095E5DC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166" name="dp42-comparison / n84">
            <a:extLst xmlns:a="http://schemas.openxmlformats.org/drawingml/2006/main">
              <a:ext uri="{FF2B5EF4-FFF2-40B4-BE49-F238E27FC236}">
                <a16:creationId xmlns:a16="http://schemas.microsoft.com/office/drawing/2014/main" id="{B10342CB-4690-460A-8F99-4A0FBAA28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dp42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DD9F41F8-7C35-4464-83A9-C3FF6637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168" name="dp42-comparison / n87">
            <a:extLst xmlns:a="http://schemas.openxmlformats.org/drawingml/2006/main">
              <a:ext uri="{FF2B5EF4-FFF2-40B4-BE49-F238E27FC236}">
                <a16:creationId xmlns:a16="http://schemas.microsoft.com/office/drawing/2014/main" id="{94C0E1DD-134C-447C-855F-ABF4FA188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2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4EFCB5A5-848D-47D7-BE6D-D8FDCC6C2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170" name="dp42-comparison / n89">
            <a:extLst xmlns:a="http://schemas.openxmlformats.org/drawingml/2006/main">
              <a:ext uri="{FF2B5EF4-FFF2-40B4-BE49-F238E27FC236}">
                <a16:creationId xmlns:a16="http://schemas.microsoft.com/office/drawing/2014/main" id="{2D544C2B-856C-4B4A-813E-16FF677B7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dp42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ECA6CC7-D5D6-48F2-B59B-4BD0DB0EE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172" name="dp42-comparison / n92">
            <a:extLst xmlns:a="http://schemas.openxmlformats.org/drawingml/2006/main">
              <a:ext uri="{FF2B5EF4-FFF2-40B4-BE49-F238E27FC236}">
                <a16:creationId xmlns:a16="http://schemas.microsoft.com/office/drawing/2014/main" id="{9A96E83D-562B-4495-87C1-23D73AD4A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dp42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71E4BA42-0BC0-4FBD-A7EB-A5E6271C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174" name="dp42-comparison / n94">
            <a:extLst xmlns:a="http://schemas.openxmlformats.org/drawingml/2006/main">
              <a:ext uri="{FF2B5EF4-FFF2-40B4-BE49-F238E27FC236}">
                <a16:creationId xmlns:a16="http://schemas.microsoft.com/office/drawing/2014/main" id="{B6D79FEB-0CA3-4D1F-9D76-CEF4145B5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dp42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AF78BD25-E63E-4AA0-9D57-2BA165E35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176" name="dp42-comparison / n97">
            <a:extLst xmlns:a="http://schemas.openxmlformats.org/drawingml/2006/main">
              <a:ext uri="{FF2B5EF4-FFF2-40B4-BE49-F238E27FC236}">
                <a16:creationId xmlns:a16="http://schemas.microsoft.com/office/drawing/2014/main" id="{6FE09DE4-D0D7-4062-9FE2-A76012809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dp42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98188DE1-C282-47E5-A154-503AA4A71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178" name="dp42-comparison / n99">
            <a:extLst xmlns:a="http://schemas.openxmlformats.org/drawingml/2006/main">
              <a:ext uri="{FF2B5EF4-FFF2-40B4-BE49-F238E27FC236}">
                <a16:creationId xmlns:a16="http://schemas.microsoft.com/office/drawing/2014/main" id="{6330F931-F081-4EEF-B267-570C0ACB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dp42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023F15B6-5EAB-4CFA-9377-07055077F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180" name="dp42-comparison / n102">
            <a:extLst xmlns:a="http://schemas.openxmlformats.org/drawingml/2006/main">
              <a:ext uri="{FF2B5EF4-FFF2-40B4-BE49-F238E27FC236}">
                <a16:creationId xmlns:a16="http://schemas.microsoft.com/office/drawing/2014/main" id="{0D6C306B-C544-4D25-A288-7198CFC1C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dp42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8375D869-265D-43C6-9617-6A63551C3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182" name="dp42-comparison / n104">
            <a:extLst xmlns:a="http://schemas.openxmlformats.org/drawingml/2006/main">
              <a:ext uri="{FF2B5EF4-FFF2-40B4-BE49-F238E27FC236}">
                <a16:creationId xmlns:a16="http://schemas.microsoft.com/office/drawing/2014/main" id="{7444E1B6-FC0F-4F74-8D6B-800CB245D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dp42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8078AEBF-3E51-49AF-A8E9-C2E5569D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02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184" name="dp42-comparison / n108">
            <a:extLst xmlns:a="http://schemas.openxmlformats.org/drawingml/2006/main">
              <a:ext uri="{FF2B5EF4-FFF2-40B4-BE49-F238E27FC236}">
                <a16:creationId xmlns:a16="http://schemas.microsoft.com/office/drawing/2014/main" id="{8E2938F2-4E3D-426A-A6F5-515D512F1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571875"/>
            <a:ext cx="288226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dp42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31FD2BAE-7CD4-4438-B7F2-89E8301F1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581400"/>
            <a:ext cx="51435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같은 실행 경계 / 관련 변경의 공동 확정</a:t>
            </a:r>
          </a:p>
        </p:txBody>
      </p:sp>
      <p:sp>
        <p:nvSpPr>
          <p:cNvPr id="186" name="dp42-comparison / n120">
            <a:extLst xmlns:a="http://schemas.openxmlformats.org/drawingml/2006/main">
              <a:ext uri="{FF2B5EF4-FFF2-40B4-BE49-F238E27FC236}">
                <a16:creationId xmlns:a16="http://schemas.microsoft.com/office/drawing/2014/main" id="{65882898-E3D0-49CD-9304-22360080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dp42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EAC30F14-D575-4EC6-A77F-823BBB666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188" name="dp42-comparison / n122">
            <a:extLst xmlns:a="http://schemas.openxmlformats.org/drawingml/2006/main">
              <a:ext uri="{FF2B5EF4-FFF2-40B4-BE49-F238E27FC236}">
                <a16:creationId xmlns:a16="http://schemas.microsoft.com/office/drawing/2014/main" id="{642DCB4D-E4AA-4BFD-8601-61321A7EB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dp42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022AAB66-B406-4A61-85F6-E24ADEAF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190" name="dp42-comparison / n126">
            <a:extLst xmlns:a="http://schemas.openxmlformats.org/drawingml/2006/main">
              <a:ext uri="{FF2B5EF4-FFF2-40B4-BE49-F238E27FC236}">
                <a16:creationId xmlns:a16="http://schemas.microsoft.com/office/drawing/2014/main" id="{707EA460-5CA3-4F06-898C-8177D8DDC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147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dp42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4BDF73B9-7EA7-4FFB-AA38-532B4BAA2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192" name="dp42-comparison / n129">
            <a:extLst xmlns:a="http://schemas.openxmlformats.org/drawingml/2006/main">
              <a:ext uri="{FF2B5EF4-FFF2-40B4-BE49-F238E27FC236}">
                <a16:creationId xmlns:a16="http://schemas.microsoft.com/office/drawing/2014/main" id="{23C22CD1-2C38-4534-A8E7-6BD4B7F1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dp42-comparison / n130 / text 1">
            <a:extLst xmlns:a="http://schemas.openxmlformats.org/drawingml/2006/main">
              <a:ext uri="{FF2B5EF4-FFF2-40B4-BE49-F238E27FC236}">
                <a16:creationId xmlns:a16="http://schemas.microsoft.com/office/drawing/2014/main" id="{82AA9CCC-FB62-4B2E-BFE0-C179C5BC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194" name="dp42-comparison / n132">
            <a:extLst xmlns:a="http://schemas.openxmlformats.org/drawingml/2006/main">
              <a:ext uri="{FF2B5EF4-FFF2-40B4-BE49-F238E27FC236}">
                <a16:creationId xmlns:a16="http://schemas.microsoft.com/office/drawing/2014/main" id="{C259F416-030E-46B0-B25E-7429A9D94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dp42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FF5C686E-3DE0-493F-AB15-0EE056F88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196" name="dp42-comparison / n136">
            <a:extLst xmlns:a="http://schemas.openxmlformats.org/drawingml/2006/main">
              <a:ext uri="{FF2B5EF4-FFF2-40B4-BE49-F238E27FC236}">
                <a16:creationId xmlns:a16="http://schemas.microsoft.com/office/drawing/2014/main" id="{4F4A3803-89CC-432D-B420-39FC2337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dp42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444CD893-28B1-41F0-BD37-A5F6812A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198" name="dp42-comparison / n140">
            <a:extLst xmlns:a="http://schemas.openxmlformats.org/drawingml/2006/main">
              <a:ext uri="{FF2B5EF4-FFF2-40B4-BE49-F238E27FC236}">
                <a16:creationId xmlns:a16="http://schemas.microsoft.com/office/drawing/2014/main" id="{08086C3C-D049-4739-977F-466E63C52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197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dp42-comparison / n141 / text 1">
            <a:extLst xmlns:a="http://schemas.openxmlformats.org/drawingml/2006/main">
              <a:ext uri="{FF2B5EF4-FFF2-40B4-BE49-F238E27FC236}">
                <a16:creationId xmlns:a16="http://schemas.microsoft.com/office/drawing/2014/main" id="{25C30DC2-801E-4C72-9D66-FDC0411B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200" name="dp42-comparison / n141 / text 2">
            <a:extLst xmlns:a="http://schemas.openxmlformats.org/drawingml/2006/main">
              <a:ext uri="{FF2B5EF4-FFF2-40B4-BE49-F238E27FC236}">
                <a16:creationId xmlns:a16="http://schemas.microsoft.com/office/drawing/2014/main" id="{B8A6B422-9702-420B-889C-9381874BD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102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201" name="dp42-comparison / n142">
            <a:extLst xmlns:a="http://schemas.openxmlformats.org/drawingml/2006/main">
              <a:ext uri="{FF2B5EF4-FFF2-40B4-BE49-F238E27FC236}">
                <a16:creationId xmlns:a16="http://schemas.microsoft.com/office/drawing/2014/main" id="{BCFB18B0-8F6B-4467-8757-CAC6FF24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2-comparison / n143 / text 1">
            <a:extLst xmlns:a="http://schemas.openxmlformats.org/drawingml/2006/main">
              <a:ext uri="{FF2B5EF4-FFF2-40B4-BE49-F238E27FC236}">
                <a16:creationId xmlns:a16="http://schemas.microsoft.com/office/drawing/2014/main" id="{2C451257-82FC-40BB-AB1D-5211F6CA7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203" name="dp42-comparison / n146">
            <a:extLst xmlns:a="http://schemas.openxmlformats.org/drawingml/2006/main">
              <a:ext uri="{FF2B5EF4-FFF2-40B4-BE49-F238E27FC236}">
                <a16:creationId xmlns:a16="http://schemas.microsoft.com/office/drawing/2014/main" id="{8808D14E-12CF-4FB9-A9B4-AD921E8D8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2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4A0D4586-4471-40D6-A114-AE34566C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205" name="dp42-comparison / n147 / text 2">
            <a:extLst xmlns:a="http://schemas.openxmlformats.org/drawingml/2006/main">
              <a:ext uri="{FF2B5EF4-FFF2-40B4-BE49-F238E27FC236}">
                <a16:creationId xmlns:a16="http://schemas.microsoft.com/office/drawing/2014/main" id="{7A101F8E-F346-4494-B176-A8BB530E5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206" name="dp42-comparison / n148">
            <a:extLst xmlns:a="http://schemas.openxmlformats.org/drawingml/2006/main">
              <a:ext uri="{FF2B5EF4-FFF2-40B4-BE49-F238E27FC236}">
                <a16:creationId xmlns:a16="http://schemas.microsoft.com/office/drawing/2014/main" id="{980BB521-9AA6-416A-94DB-BF6D463B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dp42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FAD477FA-B87A-43B5-9FEF-03FF11B55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208" name="dp42-comparison / n158">
            <a:extLst xmlns:a="http://schemas.openxmlformats.org/drawingml/2006/main">
              <a:ext uri="{FF2B5EF4-FFF2-40B4-BE49-F238E27FC236}">
                <a16:creationId xmlns:a16="http://schemas.microsoft.com/office/drawing/2014/main" id="{A53CF666-DD5E-440F-B58F-D3406283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000750"/>
            <a:ext cx="2105787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dp42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8210AD02-0568-43D8-BFFB-B36AAEF70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01027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R2↔Q1↔T1 연결과 K1을</a:t>
            </a:r>
          </a:p>
        </p:txBody>
      </p:sp>
      <p:sp>
        <p:nvSpPr>
          <p:cNvPr id="210" name="dp42-comparison / n159 / text 2">
            <a:extLst xmlns:a="http://schemas.openxmlformats.org/drawingml/2006/main">
              <a:ext uri="{FF2B5EF4-FFF2-40B4-BE49-F238E27FC236}">
                <a16:creationId xmlns:a16="http://schemas.microsoft.com/office/drawing/2014/main" id="{FE68136E-3C7E-4B38-B5A5-9BE76AFAD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170295"/>
            <a:ext cx="2619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관련 owner 변경으로 함께 확정</a:t>
            </a:r>
          </a:p>
        </p:txBody>
      </p:sp>
      <p:sp>
        <p:nvSpPr>
          <p:cNvPr id="211" name="dp42-comparison / n160">
            <a:extLst xmlns:a="http://schemas.openxmlformats.org/drawingml/2006/main">
              <a:ext uri="{FF2B5EF4-FFF2-40B4-BE49-F238E27FC236}">
                <a16:creationId xmlns:a16="http://schemas.microsoft.com/office/drawing/2014/main" id="{FBEB1105-2848-4DA5-936F-8EF100C4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6000750"/>
            <a:ext cx="1817751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2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FEB7F151-8168-442B-8DCA-97E77BB35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01027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성공: 둘 다 반영</a:t>
            </a:r>
          </a:p>
        </p:txBody>
      </p:sp>
      <p:sp>
        <p:nvSpPr>
          <p:cNvPr id="213" name="dp42-comparison / n161 / text 2">
            <a:extLst xmlns:a="http://schemas.openxmlformats.org/drawingml/2006/main">
              <a:ext uri="{FF2B5EF4-FFF2-40B4-BE49-F238E27FC236}">
                <a16:creationId xmlns:a16="http://schemas.microsoft.com/office/drawing/2014/main" id="{79E0E574-394D-4BC2-AAEF-A9CAD2D2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170295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충돌 / 실패: 둘 다 미반영</a:t>
            </a:r>
          </a:p>
        </p:txBody>
      </p:sp>
      <p:sp>
        <p:nvSpPr>
          <p:cNvPr id="214" name="dp42-comparison / n174">
            <a:extLst xmlns:a="http://schemas.openxmlformats.org/drawingml/2006/main">
              <a:ext uri="{FF2B5EF4-FFF2-40B4-BE49-F238E27FC236}">
                <a16:creationId xmlns:a16="http://schemas.microsoft.com/office/drawing/2014/main" id="{17726239-3C69-4483-B76F-21EF9E629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dp42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A2458767-0C65-4B4F-9EA2-B7D7ACC1A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216" name="dp42-comparison / n182">
            <a:extLst xmlns:a="http://schemas.openxmlformats.org/drawingml/2006/main">
              <a:ext uri="{FF2B5EF4-FFF2-40B4-BE49-F238E27FC236}">
                <a16:creationId xmlns:a16="http://schemas.microsoft.com/office/drawing/2014/main" id="{FD5802D9-010B-48BE-9FF2-461373CED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dp42-comparison / n183 / text 1">
            <a:extLst xmlns:a="http://schemas.openxmlformats.org/drawingml/2006/main">
              <a:ext uri="{FF2B5EF4-FFF2-40B4-BE49-F238E27FC236}">
                <a16:creationId xmlns:a16="http://schemas.microsoft.com/office/drawing/2014/main" id="{DBC8E095-CC97-4FE3-B72B-7AC359A90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218" name="dp42-comparison / n184">
            <a:extLst xmlns:a="http://schemas.openxmlformats.org/drawingml/2006/main">
              <a:ext uri="{FF2B5EF4-FFF2-40B4-BE49-F238E27FC236}">
                <a16:creationId xmlns:a16="http://schemas.microsoft.com/office/drawing/2014/main" id="{3E7222EB-47B2-4C23-8575-2505B645B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dp42-comparison / n185 / text 1">
            <a:extLst xmlns:a="http://schemas.openxmlformats.org/drawingml/2006/main">
              <a:ext uri="{FF2B5EF4-FFF2-40B4-BE49-F238E27FC236}">
                <a16:creationId xmlns:a16="http://schemas.microsoft.com/office/drawing/2014/main" id="{9CA55841-EBA9-4AF2-B9A6-E0ED7619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3867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220" name="dp42-comparison / n186">
            <a:extLst xmlns:a="http://schemas.openxmlformats.org/drawingml/2006/main">
              <a:ext uri="{FF2B5EF4-FFF2-40B4-BE49-F238E27FC236}">
                <a16:creationId xmlns:a16="http://schemas.microsoft.com/office/drawing/2014/main" id="{586D99D2-A2F1-4D40-8A5E-84EB091B8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802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dp42-comparison / n187 / text 1">
            <a:extLst xmlns:a="http://schemas.openxmlformats.org/drawingml/2006/main">
              <a:ext uri="{FF2B5EF4-FFF2-40B4-BE49-F238E27FC236}">
                <a16:creationId xmlns:a16="http://schemas.microsoft.com/office/drawing/2014/main" id="{CAC1B347-8CBC-48C5-8BAC-1D42D012B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07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222" name="dp42-comparison / n188">
            <a:extLst xmlns:a="http://schemas.openxmlformats.org/drawingml/2006/main">
              <a:ext uri="{FF2B5EF4-FFF2-40B4-BE49-F238E27FC236}">
                <a16:creationId xmlns:a16="http://schemas.microsoft.com/office/drawing/2014/main" id="{667AA353-2936-439E-ADC0-F6CB2919C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402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dp42-comparison / n189 / text 1">
            <a:extLst xmlns:a="http://schemas.openxmlformats.org/drawingml/2006/main">
              <a:ext uri="{FF2B5EF4-FFF2-40B4-BE49-F238E27FC236}">
                <a16:creationId xmlns:a16="http://schemas.microsoft.com/office/drawing/2014/main" id="{1157B158-DC8D-4BFE-A48C-BA5E5B31E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  <p:sp>
        <p:nvSpPr>
          <p:cNvPr id="224" name="dp42-comparison / n194 / path">
            <a:extLst xmlns:a="http://schemas.openxmlformats.org/drawingml/2006/main">
              <a:ext uri="{FF2B5EF4-FFF2-40B4-BE49-F238E27FC236}">
                <a16:creationId xmlns:a16="http://schemas.microsoft.com/office/drawing/2014/main" id="{4DC61382-96DB-431D-BE82-4C8DF1B65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80035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5" name="dp42-comparison / n199 / path">
            <a:extLst xmlns:a="http://schemas.openxmlformats.org/drawingml/2006/main">
              <a:ext uri="{FF2B5EF4-FFF2-40B4-BE49-F238E27FC236}">
                <a16:creationId xmlns:a16="http://schemas.microsoft.com/office/drawing/2014/main" id="{3E51BCBE-8AD7-491F-A148-7311CC5CF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2981325"/>
            <a:ext cx="4495800" cy="953"/>
          </a:xfrm>
          <a:custGeom xmlns:a="http://schemas.openxmlformats.org/drawingml/2006/main">
            <a:pathLst>
              <a:path w="4495800" h="953">
                <a:moveTo>
                  <a:pt x="0" y="0"/>
                </a:moveTo>
                <a:lnTo>
                  <a:pt x="4495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6" name="dp42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75164268-4625-4090-9646-32D64A8B1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162300"/>
            <a:ext cx="5381625" cy="953"/>
          </a:xfrm>
          <a:custGeom xmlns:a="http://schemas.openxmlformats.org/drawingml/2006/main">
            <a:pathLst>
              <a:path w="5381625" h="953">
                <a:moveTo>
                  <a:pt x="0" y="0"/>
                </a:moveTo>
                <a:lnTo>
                  <a:pt x="538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7" name="dp42-comparison / n209 / path">
            <a:extLst xmlns:a="http://schemas.openxmlformats.org/drawingml/2006/main">
              <a:ext uri="{FF2B5EF4-FFF2-40B4-BE49-F238E27FC236}">
                <a16:creationId xmlns:a16="http://schemas.microsoft.com/office/drawing/2014/main" id="{05C917F9-DF30-44E0-8B20-103D1E9E8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72950" y="3343275"/>
            <a:ext cx="5210175" cy="953"/>
          </a:xfrm>
          <a:custGeom xmlns:a="http://schemas.openxmlformats.org/drawingml/2006/main">
            <a:pathLst>
              <a:path w="5210175" h="953">
                <a:moveTo>
                  <a:pt x="0" y="0"/>
                </a:moveTo>
                <a:lnTo>
                  <a:pt x="5210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28" name="dp42-comparison / n214">
            <a:extLst xmlns:a="http://schemas.openxmlformats.org/drawingml/2006/main">
              <a:ext uri="{FF2B5EF4-FFF2-40B4-BE49-F238E27FC236}">
                <a16:creationId xmlns:a16="http://schemas.microsoft.com/office/drawing/2014/main" id="{7442C0FE-9F85-427B-816A-0D1160701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495675"/>
            <a:ext cx="40005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29" name="dp42-comparison / n215 / text 1">
            <a:extLst xmlns:a="http://schemas.openxmlformats.org/drawingml/2006/main">
              <a:ext uri="{FF2B5EF4-FFF2-40B4-BE49-F238E27FC236}">
                <a16:creationId xmlns:a16="http://schemas.microsoft.com/office/drawing/2014/main" id="{A6F1C4FA-AD64-4882-B10A-1738259E5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575" y="3590925"/>
            <a:ext cx="37528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대화 서비스</a:t>
            </a:r>
          </a:p>
        </p:txBody>
      </p:sp>
      <p:sp>
        <p:nvSpPr>
          <p:cNvPr id="230" name="dp42-comparison / n216">
            <a:extLst xmlns:a="http://schemas.openxmlformats.org/drawingml/2006/main">
              <a:ext uri="{FF2B5EF4-FFF2-40B4-BE49-F238E27FC236}">
                <a16:creationId xmlns:a16="http://schemas.microsoft.com/office/drawing/2014/main" id="{81CA7E09-EC59-45AE-B628-B97C2B9A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3495675"/>
            <a:ext cx="3381375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B8753F"/>
            </a:solidFill>
            <a:prstDash val="dash"/>
          </a:ln>
        </p:spPr>
      </p:sp>
      <p:sp>
        <p:nvSpPr>
          <p:cNvPr id="231" name="dp42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23F7EDE0-7283-4D19-86AF-25982E492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3590925"/>
            <a:ext cx="313372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 서비스</a:t>
            </a:r>
          </a:p>
        </p:txBody>
      </p:sp>
      <p:sp>
        <p:nvSpPr>
          <p:cNvPr id="232" name="dp42-comparison / n222">
            <a:extLst xmlns:a="http://schemas.openxmlformats.org/drawingml/2006/main">
              <a:ext uri="{FF2B5EF4-FFF2-40B4-BE49-F238E27FC236}">
                <a16:creationId xmlns:a16="http://schemas.microsoft.com/office/drawing/2014/main" id="{3D83B371-1618-4A94-86D7-F5D98EA23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9147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3" name="dp42-comparison / n223 / text 1">
            <a:extLst xmlns:a="http://schemas.openxmlformats.org/drawingml/2006/main">
              <a:ext uri="{FF2B5EF4-FFF2-40B4-BE49-F238E27FC236}">
                <a16:creationId xmlns:a16="http://schemas.microsoft.com/office/drawing/2014/main" id="{A987977C-31FC-4972-8C43-61D93D24B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39747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34" name="dp42-comparison / n224">
            <a:extLst xmlns:a="http://schemas.openxmlformats.org/drawingml/2006/main">
              <a:ext uri="{FF2B5EF4-FFF2-40B4-BE49-F238E27FC236}">
                <a16:creationId xmlns:a16="http://schemas.microsoft.com/office/drawing/2014/main" id="{83B6CD42-04E7-4FCF-BB85-6C6FBC7D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39147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5" name="dp42-comparison / n225 / text 1">
            <a:extLst xmlns:a="http://schemas.openxmlformats.org/drawingml/2006/main">
              <a:ext uri="{FF2B5EF4-FFF2-40B4-BE49-F238E27FC236}">
                <a16:creationId xmlns:a16="http://schemas.microsoft.com/office/drawing/2014/main" id="{72F2242F-FE03-4EEB-9647-C3FF1148C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39747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236" name="dp42-comparison / n226">
            <a:extLst xmlns:a="http://schemas.openxmlformats.org/drawingml/2006/main">
              <a:ext uri="{FF2B5EF4-FFF2-40B4-BE49-F238E27FC236}">
                <a16:creationId xmlns:a16="http://schemas.microsoft.com/office/drawing/2014/main" id="{93B1DD07-2CAF-48AF-9C6F-9B5072E2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4619625"/>
            <a:ext cx="2238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7" name="dp42-comparison / n227 / text 1">
            <a:extLst xmlns:a="http://schemas.openxmlformats.org/drawingml/2006/main">
              <a:ext uri="{FF2B5EF4-FFF2-40B4-BE49-F238E27FC236}">
                <a16:creationId xmlns:a16="http://schemas.microsoft.com/office/drawing/2014/main" id="{F8293A97-944C-4B32-BA50-0FAC8770E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4676299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238" name="dp42-comparison / n228">
            <a:extLst xmlns:a="http://schemas.openxmlformats.org/drawingml/2006/main">
              <a:ext uri="{FF2B5EF4-FFF2-40B4-BE49-F238E27FC236}">
                <a16:creationId xmlns:a16="http://schemas.microsoft.com/office/drawing/2014/main" id="{DCA8F35B-EA56-4783-99F7-184992557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5324475"/>
            <a:ext cx="2238375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39" name="dp42-comparison / n229 / text 1">
            <a:extLst xmlns:a="http://schemas.openxmlformats.org/drawingml/2006/main">
              <a:ext uri="{FF2B5EF4-FFF2-40B4-BE49-F238E27FC236}">
                <a16:creationId xmlns:a16="http://schemas.microsoft.com/office/drawing/2014/main" id="{052B26CF-A5FD-456D-9C0F-593CD2C9F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5384483"/>
            <a:ext cx="206692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240" name="dp42-comparison / n230">
            <a:extLst xmlns:a="http://schemas.openxmlformats.org/drawingml/2006/main">
              <a:ext uri="{FF2B5EF4-FFF2-40B4-BE49-F238E27FC236}">
                <a16:creationId xmlns:a16="http://schemas.microsoft.com/office/drawing/2014/main" id="{2D6837B5-F321-4A38-9D99-68A72929F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5324475"/>
            <a:ext cx="257175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41" name="dp42-comparison / n231 / text 1">
            <a:extLst xmlns:a="http://schemas.openxmlformats.org/drawingml/2006/main">
              <a:ext uri="{FF2B5EF4-FFF2-40B4-BE49-F238E27FC236}">
                <a16:creationId xmlns:a16="http://schemas.microsoft.com/office/drawing/2014/main" id="{1DC58A84-C96D-4876-9108-C18196313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92350" y="5384483"/>
            <a:ext cx="2400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242" name="dp42-comparison / n236 / path">
            <a:extLst xmlns:a="http://schemas.openxmlformats.org/drawingml/2006/main">
              <a:ext uri="{FF2B5EF4-FFF2-40B4-BE49-F238E27FC236}">
                <a16:creationId xmlns:a16="http://schemas.microsoft.com/office/drawing/2014/main" id="{A4F16F62-F8CC-4C07-AED0-3218D42F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19525"/>
            <a:ext cx="3000375" cy="180975"/>
          </a:xfrm>
          <a:custGeom xmlns:a="http://schemas.openxmlformats.org/drawingml/2006/main">
            <a:pathLst>
              <a:path w="3000375" h="180975">
                <a:moveTo>
                  <a:pt x="0" y="180975"/>
                </a:moveTo>
                <a:lnTo>
                  <a:pt x="190500" y="180975"/>
                </a:lnTo>
                <a:lnTo>
                  <a:pt x="190500" y="0"/>
                </a:lnTo>
                <a:lnTo>
                  <a:pt x="3000375" y="0"/>
                </a:lnTo>
                <a:lnTo>
                  <a:pt x="3000375" y="95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3" name="dp42-comparison / n236 / arrow">
            <a:extLst xmlns:a="http://schemas.openxmlformats.org/drawingml/2006/main">
              <a:ext uri="{FF2B5EF4-FFF2-40B4-BE49-F238E27FC236}">
                <a16:creationId xmlns:a16="http://schemas.microsoft.com/office/drawing/2014/main" id="{63B34B41-57F7-4E3A-8212-E186C035C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06472" y="38477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4" name="dp42-comparison / n237 / path">
            <a:extLst xmlns:a="http://schemas.openxmlformats.org/drawingml/2006/main">
              <a:ext uri="{FF2B5EF4-FFF2-40B4-BE49-F238E27FC236}">
                <a16:creationId xmlns:a16="http://schemas.microsoft.com/office/drawing/2014/main" id="{30F19E79-F8A3-4C7B-AFFA-CA53A99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876675"/>
            <a:ext cx="3143250" cy="190500"/>
          </a:xfrm>
          <a:custGeom xmlns:a="http://schemas.openxmlformats.org/drawingml/2006/main">
            <a:pathLst>
              <a:path w="3143250" h="190500">
                <a:moveTo>
                  <a:pt x="3143250" y="38100"/>
                </a:moveTo>
                <a:lnTo>
                  <a:pt x="3143250" y="0"/>
                </a:lnTo>
                <a:lnTo>
                  <a:pt x="95250" y="0"/>
                </a:lnTo>
                <a:lnTo>
                  <a:pt x="95250" y="190500"/>
                </a:lnTo>
                <a:lnTo>
                  <a:pt x="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5" name="dp42-comparison / n237 / arrow">
            <a:extLst xmlns:a="http://schemas.openxmlformats.org/drawingml/2006/main">
              <a:ext uri="{FF2B5EF4-FFF2-40B4-BE49-F238E27FC236}">
                <a16:creationId xmlns:a16="http://schemas.microsoft.com/office/drawing/2014/main" id="{319C4B1D-C363-4B54-9572-3C69C1DA0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33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6" name="dp42-comparison / n240 / path">
            <a:extLst xmlns:a="http://schemas.openxmlformats.org/drawingml/2006/main">
              <a:ext uri="{FF2B5EF4-FFF2-40B4-BE49-F238E27FC236}">
                <a16:creationId xmlns:a16="http://schemas.microsoft.com/office/drawing/2014/main" id="{EE31F695-845F-4582-9513-236611FD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81475"/>
            <a:ext cx="2667000" cy="953"/>
          </a:xfrm>
          <a:custGeom xmlns:a="http://schemas.openxmlformats.org/drawingml/2006/main">
            <a:pathLst>
              <a:path w="2667000" h="953">
                <a:moveTo>
                  <a:pt x="0" y="0"/>
                </a:moveTo>
                <a:lnTo>
                  <a:pt x="2667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47" name="dp42-comparison / n240 / arrow">
            <a:extLst xmlns:a="http://schemas.openxmlformats.org/drawingml/2006/main">
              <a:ext uri="{FF2B5EF4-FFF2-40B4-BE49-F238E27FC236}">
                <a16:creationId xmlns:a16="http://schemas.microsoft.com/office/drawing/2014/main" id="{A8FA4D4E-DABE-4E23-9064-9F0AE845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1479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48" name="dp42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EC2D4EA9-F53F-48C4-8376-E8E86A7E7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00500"/>
            <a:ext cx="2667000" cy="495300"/>
          </a:xfrm>
          <a:custGeom xmlns:a="http://schemas.openxmlformats.org/drawingml/2006/main">
            <a:pathLst>
              <a:path w="2667000" h="495300">
                <a:moveTo>
                  <a:pt x="2667000" y="0"/>
                </a:moveTo>
                <a:lnTo>
                  <a:pt x="2457450" y="0"/>
                </a:lnTo>
                <a:lnTo>
                  <a:pt x="2457450" y="495300"/>
                </a:lnTo>
                <a:lnTo>
                  <a:pt x="161925" y="495300"/>
                </a:lnTo>
                <a:lnTo>
                  <a:pt x="1619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49" name="dp42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5CB602B1-0526-4C3C-8A33-9584F2116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39669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0" name="dp42-comparison / n246 / path">
            <a:extLst xmlns:a="http://schemas.openxmlformats.org/drawingml/2006/main">
              <a:ext uri="{FF2B5EF4-FFF2-40B4-BE49-F238E27FC236}">
                <a16:creationId xmlns:a16="http://schemas.microsoft.com/office/drawing/2014/main" id="{EC24842F-5F79-49F7-9497-A727A522B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1813" y="4257675"/>
            <a:ext cx="953" cy="361950"/>
          </a:xfrm>
          <a:custGeom xmlns:a="http://schemas.openxmlformats.org/drawingml/2006/main">
            <a:pathLst>
              <a:path w="953" h="361950">
                <a:moveTo>
                  <a:pt x="0" y="0"/>
                </a:moveTo>
                <a:lnTo>
                  <a:pt x="0" y="3619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1" name="dp42-comparison / n246 / arrow">
            <a:extLst xmlns:a="http://schemas.openxmlformats.org/drawingml/2006/main">
              <a:ext uri="{FF2B5EF4-FFF2-40B4-BE49-F238E27FC236}">
                <a16:creationId xmlns:a16="http://schemas.microsoft.com/office/drawing/2014/main" id="{BD48D1F0-CA11-4FA4-8DFC-7BF2E75E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285" y="45525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2" name="dp42-comparison / n247 / path">
            <a:extLst xmlns:a="http://schemas.openxmlformats.org/drawingml/2006/main">
              <a:ext uri="{FF2B5EF4-FFF2-40B4-BE49-F238E27FC236}">
                <a16:creationId xmlns:a16="http://schemas.microsoft.com/office/drawing/2014/main" id="{D7021C85-2044-4C45-AABC-8F42D1C34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49063" y="3914775"/>
            <a:ext cx="953" cy="1028700"/>
          </a:xfrm>
          <a:custGeom xmlns:a="http://schemas.openxmlformats.org/drawingml/2006/main">
            <a:pathLst>
              <a:path w="953" h="1028700">
                <a:moveTo>
                  <a:pt x="0" y="10287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3" name="dp42-comparison / n247 / arrow">
            <a:extLst xmlns:a="http://schemas.openxmlformats.org/drawingml/2006/main">
              <a:ext uri="{FF2B5EF4-FFF2-40B4-BE49-F238E27FC236}">
                <a16:creationId xmlns:a16="http://schemas.microsoft.com/office/drawing/2014/main" id="{FDAE2622-594F-4BAE-8657-B1C3B196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15535" y="39147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4" name="dp42-comparison / n250 / path">
            <a:extLst xmlns:a="http://schemas.openxmlformats.org/drawingml/2006/main">
              <a:ext uri="{FF2B5EF4-FFF2-40B4-BE49-F238E27FC236}">
                <a16:creationId xmlns:a16="http://schemas.microsoft.com/office/drawing/2014/main" id="{4097D532-EE6E-4E56-A462-5E11179A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4086225"/>
            <a:ext cx="642938" cy="1238250"/>
          </a:xfrm>
          <a:custGeom xmlns:a="http://schemas.openxmlformats.org/drawingml/2006/main">
            <a:pathLst>
              <a:path w="642938" h="1238250">
                <a:moveTo>
                  <a:pt x="95250" y="0"/>
                </a:moveTo>
                <a:lnTo>
                  <a:pt x="0" y="0"/>
                </a:lnTo>
                <a:lnTo>
                  <a:pt x="0" y="1152525"/>
                </a:lnTo>
                <a:lnTo>
                  <a:pt x="642938" y="1152525"/>
                </a:lnTo>
                <a:lnTo>
                  <a:pt x="642938" y="12382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5" name="dp42-comparison / n250 / arrow">
            <a:extLst xmlns:a="http://schemas.openxmlformats.org/drawingml/2006/main">
              <a:ext uri="{FF2B5EF4-FFF2-40B4-BE49-F238E27FC236}">
                <a16:creationId xmlns:a16="http://schemas.microsoft.com/office/drawing/2014/main" id="{1AEE6AC5-BFC7-4C02-AB1B-92867974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410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6" name="dp42-comparison / n251 / path">
            <a:extLst xmlns:a="http://schemas.openxmlformats.org/drawingml/2006/main">
              <a:ext uri="{FF2B5EF4-FFF2-40B4-BE49-F238E27FC236}">
                <a16:creationId xmlns:a16="http://schemas.microsoft.com/office/drawing/2014/main" id="{8E084696-C518-42C4-A285-25183657F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105275"/>
            <a:ext cx="381000" cy="1295400"/>
          </a:xfrm>
          <a:custGeom xmlns:a="http://schemas.openxmlformats.org/drawingml/2006/main">
            <a:pathLst>
              <a:path w="381000" h="1295400">
                <a:moveTo>
                  <a:pt x="0" y="1295400"/>
                </a:moveTo>
                <a:lnTo>
                  <a:pt x="381000" y="1295400"/>
                </a:lnTo>
                <a:lnTo>
                  <a:pt x="381000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57" name="dp42-comparison / n251 / arrow">
            <a:extLst xmlns:a="http://schemas.openxmlformats.org/drawingml/2006/main">
              <a:ext uri="{FF2B5EF4-FFF2-40B4-BE49-F238E27FC236}">
                <a16:creationId xmlns:a16="http://schemas.microsoft.com/office/drawing/2014/main" id="{A1BE335C-08EA-4B1D-8BF4-95546B817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0717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58" name="dp42-comparison / n256 / path">
            <a:extLst xmlns:a="http://schemas.openxmlformats.org/drawingml/2006/main">
              <a:ext uri="{FF2B5EF4-FFF2-40B4-BE49-F238E27FC236}">
                <a16:creationId xmlns:a16="http://schemas.microsoft.com/office/drawing/2014/main" id="{10424003-FEE0-41FF-AD60-A73653CE6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4257675"/>
            <a:ext cx="953" cy="1066800"/>
          </a:xfrm>
          <a:custGeom xmlns:a="http://schemas.openxmlformats.org/drawingml/2006/main">
            <a:pathLst>
              <a:path w="953" h="1066800">
                <a:moveTo>
                  <a:pt x="0" y="0"/>
                </a:moveTo>
                <a:lnTo>
                  <a:pt x="0" y="10668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59" name="dp42-comparison / n256 / arrow">
            <a:extLst xmlns:a="http://schemas.openxmlformats.org/drawingml/2006/main">
              <a:ext uri="{FF2B5EF4-FFF2-40B4-BE49-F238E27FC236}">
                <a16:creationId xmlns:a16="http://schemas.microsoft.com/office/drawing/2014/main" id="{2D331EA0-529B-4E24-9D48-D6E3ECF9A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58972" y="525741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0" name="dp42-comparison / n257 / path">
            <a:extLst xmlns:a="http://schemas.openxmlformats.org/drawingml/2006/main">
              <a:ext uri="{FF2B5EF4-FFF2-40B4-BE49-F238E27FC236}">
                <a16:creationId xmlns:a16="http://schemas.microsoft.com/office/drawing/2014/main" id="{FD20EE00-354D-455B-9AC0-3F8B92F98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82800" y="4086225"/>
            <a:ext cx="123825" cy="1409700"/>
          </a:xfrm>
          <a:custGeom xmlns:a="http://schemas.openxmlformats.org/drawingml/2006/main">
            <a:pathLst>
              <a:path w="123825" h="1409700">
                <a:moveTo>
                  <a:pt x="123825" y="1409700"/>
                </a:moveTo>
                <a:lnTo>
                  <a:pt x="0" y="1409700"/>
                </a:lnTo>
                <a:lnTo>
                  <a:pt x="0" y="0"/>
                </a:lnTo>
                <a:lnTo>
                  <a:pt x="1238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61" name="dp42-comparison / n257 / arrow">
            <a:extLst xmlns:a="http://schemas.openxmlformats.org/drawingml/2006/main">
              <a:ext uri="{FF2B5EF4-FFF2-40B4-BE49-F238E27FC236}">
                <a16:creationId xmlns:a16="http://schemas.microsoft.com/office/drawing/2014/main" id="{64ED6622-6789-4AB7-8131-DA60405A3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9569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2" name="dp42-comparison / n262">
            <a:extLst xmlns:a="http://schemas.openxmlformats.org/drawingml/2006/main">
              <a:ext uri="{FF2B5EF4-FFF2-40B4-BE49-F238E27FC236}">
                <a16:creationId xmlns:a16="http://schemas.microsoft.com/office/drawing/2014/main" id="{5339BB6F-3A27-42F4-98C1-86DF28E0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400800"/>
            <a:ext cx="3619500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3" name="dp42-comparison / n263 / text 1">
            <a:extLst xmlns:a="http://schemas.openxmlformats.org/drawingml/2006/main">
              <a:ext uri="{FF2B5EF4-FFF2-40B4-BE49-F238E27FC236}">
                <a16:creationId xmlns:a16="http://schemas.microsoft.com/office/drawing/2014/main" id="{65F0F4A5-BA95-4FB2-92F4-FAF43D6C2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6515100"/>
            <a:ext cx="34480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대화 상태 저장소</a:t>
            </a:r>
          </a:p>
        </p:txBody>
      </p:sp>
      <p:sp>
        <p:nvSpPr>
          <p:cNvPr id="264" name="dp42-comparison / n264">
            <a:extLst xmlns:a="http://schemas.openxmlformats.org/drawingml/2006/main">
              <a:ext uri="{FF2B5EF4-FFF2-40B4-BE49-F238E27FC236}">
                <a16:creationId xmlns:a16="http://schemas.microsoft.com/office/drawing/2014/main" id="{23907849-0AAE-45F6-8436-A617CC27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0" y="6400800"/>
            <a:ext cx="3000375" cy="2857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65" name="dp42-comparison / n265 / text 1">
            <a:extLst xmlns:a="http://schemas.openxmlformats.org/drawingml/2006/main">
              <a:ext uri="{FF2B5EF4-FFF2-40B4-BE49-F238E27FC236}">
                <a16:creationId xmlns:a16="http://schemas.microsoft.com/office/drawing/2014/main" id="{57170E40-F049-4357-BCBB-C5B4D133A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3725" y="6515100"/>
            <a:ext cx="28289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업무 상태 저장소</a:t>
            </a:r>
          </a:p>
        </p:txBody>
      </p:sp>
      <p:sp>
        <p:nvSpPr>
          <p:cNvPr id="266" name="dp42-comparison / n266 / path">
            <a:extLst xmlns:a="http://schemas.openxmlformats.org/drawingml/2006/main">
              <a:ext uri="{FF2B5EF4-FFF2-40B4-BE49-F238E27FC236}">
                <a16:creationId xmlns:a16="http://schemas.microsoft.com/office/drawing/2014/main" id="{1C3F89B2-6DD8-4AB6-8957-AF6810DB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238625"/>
            <a:ext cx="266700" cy="2162175"/>
          </a:xfrm>
          <a:custGeom xmlns:a="http://schemas.openxmlformats.org/drawingml/2006/main">
            <a:pathLst>
              <a:path w="266700" h="2162175">
                <a:moveTo>
                  <a:pt x="0" y="0"/>
                </a:moveTo>
                <a:lnTo>
                  <a:pt x="266700" y="0"/>
                </a:lnTo>
                <a:lnTo>
                  <a:pt x="266700" y="2057400"/>
                </a:lnTo>
                <a:lnTo>
                  <a:pt x="47625" y="2057400"/>
                </a:lnTo>
                <a:lnTo>
                  <a:pt x="47625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7" name="dp42-comparison / n266 / arrow">
            <a:extLst xmlns:a="http://schemas.openxmlformats.org/drawingml/2006/main">
              <a:ext uri="{FF2B5EF4-FFF2-40B4-BE49-F238E27FC236}">
                <a16:creationId xmlns:a16="http://schemas.microsoft.com/office/drawing/2014/main" id="{863D0254-2999-473C-A956-F2B1681F9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372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68" name="dp42-comparison / n267 / path">
            <a:extLst xmlns:a="http://schemas.openxmlformats.org/drawingml/2006/main">
              <a:ext uri="{FF2B5EF4-FFF2-40B4-BE49-F238E27FC236}">
                <a16:creationId xmlns:a16="http://schemas.microsoft.com/office/drawing/2014/main" id="{6B65585B-B71B-4222-93F0-8C1A7549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92275" y="4238625"/>
            <a:ext cx="585788" cy="2162175"/>
          </a:xfrm>
          <a:custGeom xmlns:a="http://schemas.openxmlformats.org/drawingml/2006/main">
            <a:pathLst>
              <a:path w="585788" h="2162175">
                <a:moveTo>
                  <a:pt x="514350" y="0"/>
                </a:moveTo>
                <a:lnTo>
                  <a:pt x="0" y="0"/>
                </a:lnTo>
                <a:lnTo>
                  <a:pt x="0" y="2057400"/>
                </a:lnTo>
                <a:lnTo>
                  <a:pt x="585788" y="2057400"/>
                </a:lnTo>
                <a:lnTo>
                  <a:pt x="585788" y="21621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69" name="dp42-comparison / n267 / arrow">
            <a:extLst xmlns:a="http://schemas.openxmlformats.org/drawingml/2006/main">
              <a:ext uri="{FF2B5EF4-FFF2-40B4-BE49-F238E27FC236}">
                <a16:creationId xmlns:a16="http://schemas.microsoft.com/office/drawing/2014/main" id="{A8DBF7A9-5BC3-48F7-A05B-7E7D1AE7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44535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0" name="dp42-comparison / n268 / path">
            <a:extLst xmlns:a="http://schemas.openxmlformats.org/drawingml/2006/main">
              <a:ext uri="{FF2B5EF4-FFF2-40B4-BE49-F238E27FC236}">
                <a16:creationId xmlns:a16="http://schemas.microsoft.com/office/drawing/2014/main" id="{1154DA98-0DBA-43A1-97A8-7B9857F4E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91938" y="4257675"/>
            <a:ext cx="3929063" cy="285750"/>
          </a:xfrm>
          <a:custGeom xmlns:a="http://schemas.openxmlformats.org/drawingml/2006/main">
            <a:pathLst>
              <a:path w="3929063" h="285750">
                <a:moveTo>
                  <a:pt x="3929063" y="0"/>
                </a:moveTo>
                <a:lnTo>
                  <a:pt x="3929063" y="228600"/>
                </a:lnTo>
                <a:lnTo>
                  <a:pt x="2309813" y="228600"/>
                </a:lnTo>
                <a:lnTo>
                  <a:pt x="2309813" y="285750"/>
                </a:lnTo>
                <a:lnTo>
                  <a:pt x="0" y="28575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71" name="dp42-comparison / n268 / arrow">
            <a:extLst xmlns:a="http://schemas.openxmlformats.org/drawingml/2006/main">
              <a:ext uri="{FF2B5EF4-FFF2-40B4-BE49-F238E27FC236}">
                <a16:creationId xmlns:a16="http://schemas.microsoft.com/office/drawing/2014/main" id="{6B41E1EB-0331-47CE-9478-350D0C7A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58410" y="4257675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67056"/>
                </a:moveTo>
                <a:lnTo>
                  <a:pt x="33528" y="0"/>
                </a:lnTo>
                <a:lnTo>
                  <a:pt x="0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2" name="dp42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45DAE710-0FF2-41F5-9C29-D98E89AC3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5495925"/>
            <a:ext cx="914400" cy="904875"/>
          </a:xfrm>
          <a:custGeom xmlns:a="http://schemas.openxmlformats.org/drawingml/2006/main">
            <a:pathLst>
              <a:path w="914400" h="904875">
                <a:moveTo>
                  <a:pt x="57150" y="0"/>
                </a:moveTo>
                <a:lnTo>
                  <a:pt x="0" y="0"/>
                </a:lnTo>
                <a:lnTo>
                  <a:pt x="0" y="762000"/>
                </a:lnTo>
                <a:lnTo>
                  <a:pt x="914400" y="762000"/>
                </a:lnTo>
                <a:lnTo>
                  <a:pt x="914400" y="9048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73" name="dp42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37E26D68-C31C-479A-931E-CAD41D721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4972" y="6333744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74" name="dp42-comparison / n276">
            <a:extLst xmlns:a="http://schemas.openxmlformats.org/drawingml/2006/main">
              <a:ext uri="{FF2B5EF4-FFF2-40B4-BE49-F238E27FC236}">
                <a16:creationId xmlns:a16="http://schemas.microsoft.com/office/drawing/2014/main" id="{71BEB0E5-8465-4315-A9BE-ACCCF7935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7019925"/>
            <a:ext cx="223837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5" name="dp42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502FE901-4845-48F4-8793-D4EF115DF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86975" y="7067074"/>
            <a:ext cx="206692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6" name="dp42-comparison / n278">
            <a:extLst xmlns:a="http://schemas.openxmlformats.org/drawingml/2006/main">
              <a:ext uri="{FF2B5EF4-FFF2-40B4-BE49-F238E27FC236}">
                <a16:creationId xmlns:a16="http://schemas.microsoft.com/office/drawing/2014/main" id="{EF127211-000F-4D98-9357-354F9824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019925"/>
            <a:ext cx="219075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7" name="dp42-comparison / n279 / text 1">
            <a:extLst xmlns:a="http://schemas.openxmlformats.org/drawingml/2006/main">
              <a:ext uri="{FF2B5EF4-FFF2-40B4-BE49-F238E27FC236}">
                <a16:creationId xmlns:a16="http://schemas.microsoft.com/office/drawing/2014/main" id="{0D7F418D-5E2B-4AF9-A682-EBC35912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7067074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278" name="dp42-comparison / n280">
            <a:extLst xmlns:a="http://schemas.openxmlformats.org/drawingml/2006/main">
              <a:ext uri="{FF2B5EF4-FFF2-40B4-BE49-F238E27FC236}">
                <a16:creationId xmlns:a16="http://schemas.microsoft.com/office/drawing/2014/main" id="{7D48DE03-E523-49FD-ACD0-E16D16DE2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250" y="7019925"/>
            <a:ext cx="2333625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279" name="dp42-comparison / n281 / text 1">
            <a:extLst xmlns:a="http://schemas.openxmlformats.org/drawingml/2006/main">
              <a:ext uri="{FF2B5EF4-FFF2-40B4-BE49-F238E27FC236}">
                <a16:creationId xmlns:a16="http://schemas.microsoft.com/office/drawing/2014/main" id="{BBD2BB4D-C88B-447C-9733-AEF408731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20975" y="7067074"/>
            <a:ext cx="2162175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280" name="dp42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433CC55F-FD7D-41D5-A9BA-C773ED8B4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4086225"/>
            <a:ext cx="285750" cy="3086100"/>
          </a:xfrm>
          <a:custGeom xmlns:a="http://schemas.openxmlformats.org/drawingml/2006/main">
            <a:pathLst>
              <a:path w="285750" h="3086100">
                <a:moveTo>
                  <a:pt x="285750" y="3086100"/>
                </a:moveTo>
                <a:lnTo>
                  <a:pt x="0" y="3086100"/>
                </a:lnTo>
                <a:lnTo>
                  <a:pt x="0" y="0"/>
                </a:ln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1" name="dp42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7C2702C9-B86E-45FA-B6C5-1C9687D5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40526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2" name="dp42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2CF82656-9588-4129-9714-CD08E526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5591175"/>
            <a:ext cx="985838" cy="1428750"/>
          </a:xfrm>
          <a:custGeom xmlns:a="http://schemas.openxmlformats.org/drawingml/2006/main">
            <a:pathLst>
              <a:path w="985838" h="1428750">
                <a:moveTo>
                  <a:pt x="152400" y="0"/>
                </a:moveTo>
                <a:lnTo>
                  <a:pt x="0" y="0"/>
                </a:lnTo>
                <a:lnTo>
                  <a:pt x="0" y="1304925"/>
                </a:lnTo>
                <a:lnTo>
                  <a:pt x="985838" y="1304925"/>
                </a:lnTo>
                <a:lnTo>
                  <a:pt x="985838" y="142875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3" name="dp42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527785B0-EDF6-40F7-B04B-5A9CFAF19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16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4" name="dp42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2380AB32-23F5-4F73-B77B-7A03A058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5400675"/>
            <a:ext cx="2457450" cy="1838325"/>
          </a:xfrm>
          <a:custGeom xmlns:a="http://schemas.openxmlformats.org/drawingml/2006/main">
            <a:pathLst>
              <a:path w="2457450" h="1838325">
                <a:moveTo>
                  <a:pt x="2352675" y="1838325"/>
                </a:moveTo>
                <a:lnTo>
                  <a:pt x="2457450" y="1838325"/>
                </a:lnTo>
                <a:lnTo>
                  <a:pt x="2457450" y="1552575"/>
                </a:lnTo>
                <a:lnTo>
                  <a:pt x="0" y="1552575"/>
                </a:lnTo>
                <a:lnTo>
                  <a:pt x="0" y="0"/>
                </a:ln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5" name="dp42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6A88BE87-BA83-4CBB-A918-2D7D88E72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4194" y="536714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6" name="dp42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E9A20C0A-BA3D-43E4-B348-6BDE67143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781550"/>
            <a:ext cx="1666875" cy="2238375"/>
          </a:xfrm>
          <a:custGeom xmlns:a="http://schemas.openxmlformats.org/drawingml/2006/main">
            <a:pathLst>
              <a:path w="1666875" h="2238375">
                <a:moveTo>
                  <a:pt x="0" y="0"/>
                </a:moveTo>
                <a:lnTo>
                  <a:pt x="1666875" y="0"/>
                </a:lnTo>
                <a:lnTo>
                  <a:pt x="1666875" y="2124075"/>
                </a:lnTo>
                <a:lnTo>
                  <a:pt x="1095375" y="2124075"/>
                </a:lnTo>
                <a:lnTo>
                  <a:pt x="1095375" y="2238375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87" name="dp42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7B5E5E00-BBB8-4A65-A703-C94953C90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014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88" name="dp42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3F8132A7-9851-4A7E-8CDB-738D9C61E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76800"/>
            <a:ext cx="1724025" cy="2143125"/>
          </a:xfrm>
          <a:custGeom xmlns:a="http://schemas.openxmlformats.org/drawingml/2006/main">
            <a:pathLst>
              <a:path w="1724025" h="2143125">
                <a:moveTo>
                  <a:pt x="1285875" y="2143125"/>
                </a:moveTo>
                <a:lnTo>
                  <a:pt x="1285875" y="2066925"/>
                </a:lnTo>
                <a:lnTo>
                  <a:pt x="1724025" y="2066925"/>
                </a:lnTo>
                <a:lnTo>
                  <a:pt x="17240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89" name="dp42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B18AFDE5-A638-4F94-9AAF-FB79D5ADE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4843272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0" name="dp42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32595CAA-2112-4FC4-9AC2-80794C114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34025"/>
            <a:ext cx="2047875" cy="1485900"/>
          </a:xfrm>
          <a:custGeom xmlns:a="http://schemas.openxmlformats.org/drawingml/2006/main">
            <a:pathLst>
              <a:path w="2047875" h="1485900">
                <a:moveTo>
                  <a:pt x="0" y="0"/>
                </a:moveTo>
                <a:lnTo>
                  <a:pt x="1781175" y="0"/>
                </a:lnTo>
                <a:lnTo>
                  <a:pt x="1781175" y="1314450"/>
                </a:lnTo>
                <a:lnTo>
                  <a:pt x="2047875" y="1314450"/>
                </a:lnTo>
                <a:lnTo>
                  <a:pt x="2047875" y="14859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1" name="dp42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51231F12-8898-49AF-8F3B-8FCB66BCE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53972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2" name="dp42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CEDF4DDD-B33A-4CF3-849F-9C7AEC75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91175"/>
            <a:ext cx="2238375" cy="1428750"/>
          </a:xfrm>
          <a:custGeom xmlns:a="http://schemas.openxmlformats.org/drawingml/2006/main">
            <a:pathLst>
              <a:path w="2238375" h="1428750">
                <a:moveTo>
                  <a:pt x="2238375" y="1428750"/>
                </a:moveTo>
                <a:lnTo>
                  <a:pt x="2238375" y="1295400"/>
                </a:lnTo>
                <a:lnTo>
                  <a:pt x="1838325" y="1295400"/>
                </a:lnTo>
                <a:lnTo>
                  <a:pt x="183832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3" name="dp42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B3A4055C-3063-44F8-9E78-910AC17D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4" name="dp42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FCEE7AE2-8C0E-4B14-B3BF-858974F2A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938" y="5495925"/>
            <a:ext cx="1462088" cy="1524000"/>
          </a:xfrm>
          <a:custGeom xmlns:a="http://schemas.openxmlformats.org/drawingml/2006/main">
            <a:pathLst>
              <a:path w="1462088" h="1524000">
                <a:moveTo>
                  <a:pt x="1214438" y="0"/>
                </a:moveTo>
                <a:lnTo>
                  <a:pt x="1462088" y="0"/>
                </a:lnTo>
                <a:lnTo>
                  <a:pt x="1462088" y="1352550"/>
                </a:lnTo>
                <a:lnTo>
                  <a:pt x="0" y="1352550"/>
                </a:lnTo>
                <a:lnTo>
                  <a:pt x="0" y="152400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295" name="dp42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D61F2CEF-1B39-4C56-9B81-062392B13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30410" y="6952869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0"/>
                </a:moveTo>
                <a:lnTo>
                  <a:pt x="33528" y="67056"/>
                </a:lnTo>
                <a:lnTo>
                  <a:pt x="67056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6" name="dp42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D65128A6-D594-427A-999E-B2FFF18D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40188" y="5591175"/>
            <a:ext cx="1052513" cy="1428750"/>
          </a:xfrm>
          <a:custGeom xmlns:a="http://schemas.openxmlformats.org/drawingml/2006/main">
            <a:pathLst>
              <a:path w="1052513" h="1428750">
                <a:moveTo>
                  <a:pt x="0" y="1428750"/>
                </a:moveTo>
                <a:lnTo>
                  <a:pt x="0" y="1323975"/>
                </a:lnTo>
                <a:lnTo>
                  <a:pt x="1052513" y="1323975"/>
                </a:lnTo>
                <a:lnTo>
                  <a:pt x="1052513" y="0"/>
                </a:lnTo>
                <a:lnTo>
                  <a:pt x="738188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297" name="dp42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68645628-68C0-4966-908B-7962C4041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8375" y="5557647"/>
            <a:ext cx="67056" cy="67056"/>
          </a:xfrm>
          <a:custGeom xmlns:a="http://schemas.openxmlformats.org/drawingml/2006/main">
            <a:pathLst>
              <a:path w="67056" h="67056">
                <a:moveTo>
                  <a:pt x="67056" y="0"/>
                </a:moveTo>
                <a:lnTo>
                  <a:pt x="0" y="33528"/>
                </a:lnTo>
                <a:lnTo>
                  <a:pt x="67056" y="67056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298" name="dp42-comparison / n190">
            <a:extLst xmlns:a="http://schemas.openxmlformats.org/drawingml/2006/main">
              <a:ext uri="{FF2B5EF4-FFF2-40B4-BE49-F238E27FC236}">
                <a16:creationId xmlns:a16="http://schemas.microsoft.com/office/drawing/2014/main" id="{82C4D9E4-C77E-4D60-9227-2CC66E39B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381250"/>
            <a:ext cx="4370832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dp42-comparison / n191 / text 1">
            <a:extLst xmlns:a="http://schemas.openxmlformats.org/drawingml/2006/main">
              <a:ext uri="{FF2B5EF4-FFF2-40B4-BE49-F238E27FC236}">
                <a16:creationId xmlns:a16="http://schemas.microsoft.com/office/drawing/2014/main" id="{F10091CD-0D1A-4980-B10B-8BE46646B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390775"/>
            <a:ext cx="78105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“상반기로 할까요?”를 P1로 제시 → u2 “응, 상반기로”</a:t>
            </a:r>
          </a:p>
        </p:txBody>
      </p:sp>
      <p:sp>
        <p:nvSpPr>
          <p:cNvPr id="300" name="dp42-comparison / n192">
            <a:extLst xmlns:a="http://schemas.openxmlformats.org/drawingml/2006/main">
              <a:ext uri="{FF2B5EF4-FFF2-40B4-BE49-F238E27FC236}">
                <a16:creationId xmlns:a16="http://schemas.microsoft.com/office/drawing/2014/main" id="{BC72F8C4-3E04-46F0-93B3-25572CCDE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638425"/>
            <a:ext cx="131921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dp42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0B514625-4F16-4B91-88BB-497A925A4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64795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Conversation C1</a:t>
            </a:r>
          </a:p>
        </p:txBody>
      </p:sp>
      <p:sp>
        <p:nvSpPr>
          <p:cNvPr id="302" name="dp42-comparison / n195">
            <a:extLst xmlns:a="http://schemas.openxmlformats.org/drawingml/2006/main">
              <a:ext uri="{FF2B5EF4-FFF2-40B4-BE49-F238E27FC236}">
                <a16:creationId xmlns:a16="http://schemas.microsoft.com/office/drawing/2014/main" id="{D14E557E-B4CF-4E5B-9994-55787E8E5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628900"/>
            <a:ext cx="198577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dp42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D40E429D-32D8-4CF9-A047-A9673B936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63842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입력과 실제 응답의 연결 유지</a:t>
            </a:r>
          </a:p>
        </p:txBody>
      </p:sp>
      <p:sp>
        <p:nvSpPr>
          <p:cNvPr id="304" name="dp42-comparison / n197">
            <a:extLst xmlns:a="http://schemas.openxmlformats.org/drawingml/2006/main">
              <a:ext uri="{FF2B5EF4-FFF2-40B4-BE49-F238E27FC236}">
                <a16:creationId xmlns:a16="http://schemas.microsoft.com/office/drawing/2014/main" id="{FC59CD6B-66D8-49FC-A4C7-9324B7171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81940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dp42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6C766783-9702-4820-9A45-52B8C054F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82892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R1 / R2 / R3</a:t>
            </a:r>
          </a:p>
        </p:txBody>
      </p:sp>
      <p:sp>
        <p:nvSpPr>
          <p:cNvPr id="306" name="dp42-comparison / n200">
            <a:extLst xmlns:a="http://schemas.openxmlformats.org/drawingml/2006/main">
              <a:ext uri="{FF2B5EF4-FFF2-40B4-BE49-F238E27FC236}">
                <a16:creationId xmlns:a16="http://schemas.microsoft.com/office/drawing/2014/main" id="{190B5CA2-D9D7-4B70-AE28-78F3E3EA1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809875"/>
            <a:ext cx="22604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2-comparison / n201 / text 1">
            <a:extLst xmlns:a="http://schemas.openxmlformats.org/drawingml/2006/main">
              <a:ext uri="{FF2B5EF4-FFF2-40B4-BE49-F238E27FC236}">
                <a16:creationId xmlns:a16="http://schemas.microsoft.com/office/drawing/2014/main" id="{C7FA5654-0D72-4C2B-9E35-F3F686CA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281940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최초 위임 / Q1 답변 / 결과 수정</a:t>
            </a:r>
          </a:p>
        </p:txBody>
      </p:sp>
      <p:sp>
        <p:nvSpPr>
          <p:cNvPr id="308" name="dp42-comparison / n202">
            <a:extLst xmlns:a="http://schemas.openxmlformats.org/drawingml/2006/main">
              <a:ext uri="{FF2B5EF4-FFF2-40B4-BE49-F238E27FC236}">
                <a16:creationId xmlns:a16="http://schemas.microsoft.com/office/drawing/2014/main" id="{3E412986-4AA8-4935-9027-D86672A4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000375"/>
            <a:ext cx="656272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dp42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692269D9-18D1-4F57-8B08-B7F849B5A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009900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T1</a:t>
            </a:r>
          </a:p>
        </p:txBody>
      </p:sp>
      <p:sp>
        <p:nvSpPr>
          <p:cNvPr id="310" name="dp42-comparison / n205">
            <a:extLst xmlns:a="http://schemas.openxmlformats.org/drawingml/2006/main">
              <a:ext uri="{FF2B5EF4-FFF2-40B4-BE49-F238E27FC236}">
                <a16:creationId xmlns:a16="http://schemas.microsoft.com/office/drawing/2014/main" id="{3242DC35-E0E5-4D81-A3DA-AF3D4DAF8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2990850"/>
            <a:ext cx="1641729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dp42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69416F3B-3278-4EDF-BFB3-467A0A00A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000375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보고서 업무와 결과 유지</a:t>
            </a:r>
          </a:p>
        </p:txBody>
      </p:sp>
      <p:sp>
        <p:nvSpPr>
          <p:cNvPr id="312" name="dp42-comparison / n207">
            <a:extLst xmlns:a="http://schemas.openxmlformats.org/drawingml/2006/main">
              <a:ext uri="{FF2B5EF4-FFF2-40B4-BE49-F238E27FC236}">
                <a16:creationId xmlns:a16="http://schemas.microsoft.com/office/drawing/2014/main" id="{FA8EAC25-5C8C-4AAD-B1BD-63421FBAE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181350"/>
            <a:ext cx="1733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2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417ED80E-8102-4CFA-BCCE-A3F5AEB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190875"/>
            <a:ext cx="21907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Execution / Question</a:t>
            </a:r>
          </a:p>
        </p:txBody>
      </p:sp>
      <p:sp>
        <p:nvSpPr>
          <p:cNvPr id="314" name="dp42-comparison / n210">
            <a:extLst xmlns:a="http://schemas.openxmlformats.org/drawingml/2006/main">
              <a:ext uri="{FF2B5EF4-FFF2-40B4-BE49-F238E27FC236}">
                <a16:creationId xmlns:a16="http://schemas.microsoft.com/office/drawing/2014/main" id="{30E98FBB-678E-4A9F-8818-11721D1A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171825"/>
            <a:ext cx="219113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2-comparison / n211 / text 1">
            <a:extLst xmlns:a="http://schemas.openxmlformats.org/drawingml/2006/main">
              <a:ext uri="{FF2B5EF4-FFF2-40B4-BE49-F238E27FC236}">
                <a16:creationId xmlns:a16="http://schemas.microsoft.com/office/drawing/2014/main" id="{C05076AC-1B11-4344-BC6C-74FF36370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181350"/>
            <a:ext cx="52863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X1 완료 → X2 / Q1 제시 → 답변</a:t>
            </a:r>
          </a:p>
        </p:txBody>
      </p:sp>
      <p:sp>
        <p:nvSpPr>
          <p:cNvPr id="316" name="dp42-comparison / n212">
            <a:extLst xmlns:a="http://schemas.openxmlformats.org/drawingml/2006/main">
              <a:ext uri="{FF2B5EF4-FFF2-40B4-BE49-F238E27FC236}">
                <a16:creationId xmlns:a16="http://schemas.microsoft.com/office/drawing/2014/main" id="{D44978C0-9301-41EC-BB22-AE29E20AB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77725" y="3352800"/>
            <a:ext cx="344805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2-comparison / n213 / text 1">
            <a:extLst xmlns:a="http://schemas.openxmlformats.org/drawingml/2006/main">
              <a:ext uri="{FF2B5EF4-FFF2-40B4-BE49-F238E27FC236}">
                <a16:creationId xmlns:a16="http://schemas.microsoft.com/office/drawing/2014/main" id="{833D8CC0-03A7-433E-B003-C8AD9369C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6775" y="3362325"/>
            <a:ext cx="5286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강조 경계: Core/서비스 실행 영역 / 박스: 논리 Component</a:t>
            </a:r>
          </a:p>
        </p:txBody>
      </p:sp>
      <p:sp>
        <p:nvSpPr>
          <p:cNvPr id="318" name="dp42-comparison / n218">
            <a:extLst xmlns:a="http://schemas.openxmlformats.org/drawingml/2006/main">
              <a:ext uri="{FF2B5EF4-FFF2-40B4-BE49-F238E27FC236}">
                <a16:creationId xmlns:a16="http://schemas.microsoft.com/office/drawing/2014/main" id="{42C1C867-C2EE-42D3-9ED4-797029890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109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dp42-comparison / n219 / text 1">
            <a:extLst xmlns:a="http://schemas.openxmlformats.org/drawingml/2006/main">
              <a:ext uri="{FF2B5EF4-FFF2-40B4-BE49-F238E27FC236}">
                <a16:creationId xmlns:a16="http://schemas.microsoft.com/office/drawing/2014/main" id="{1321B75C-5D51-4B27-84A6-EDAB2FE26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3590925"/>
            <a:ext cx="2190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0" name="dp42-comparison / n220">
            <a:extLst xmlns:a="http://schemas.openxmlformats.org/drawingml/2006/main">
              <a:ext uri="{FF2B5EF4-FFF2-40B4-BE49-F238E27FC236}">
                <a16:creationId xmlns:a16="http://schemas.microsoft.com/office/drawing/2014/main" id="{49A7DC67-65F7-4C6B-B301-CB6E65ACD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3581400"/>
            <a:ext cx="1529715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dp42-comparison / n221 / text 1">
            <a:extLst xmlns:a="http://schemas.openxmlformats.org/drawingml/2006/main">
              <a:ext uri="{FF2B5EF4-FFF2-40B4-BE49-F238E27FC236}">
                <a16:creationId xmlns:a16="http://schemas.microsoft.com/office/drawing/2014/main" id="{FD66AA17-CE90-4F42-AE13-F24505D4C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0" y="3590925"/>
            <a:ext cx="18097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독립 상태 / 실행 수명</a:t>
            </a:r>
          </a:p>
        </p:txBody>
      </p:sp>
      <p:sp>
        <p:nvSpPr>
          <p:cNvPr id="322" name="dp42-comparison / n232">
            <a:extLst xmlns:a="http://schemas.openxmlformats.org/drawingml/2006/main">
              <a:ext uri="{FF2B5EF4-FFF2-40B4-BE49-F238E27FC236}">
                <a16:creationId xmlns:a16="http://schemas.microsoft.com/office/drawing/2014/main" id="{E85D7AB2-B2B8-4AEB-A9AA-4882B52C2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276725"/>
            <a:ext cx="2508504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2-comparison / n233 / text 1">
            <a:extLst xmlns:a="http://schemas.openxmlformats.org/drawingml/2006/main">
              <a:ext uri="{FF2B5EF4-FFF2-40B4-BE49-F238E27FC236}">
                <a16:creationId xmlns:a16="http://schemas.microsoft.com/office/drawing/2014/main" id="{8BAD4ADE-D7BE-4D25-9A4E-337B3AED3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286250"/>
            <a:ext cx="28575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C1 / R2 / u2 → Q1 → T1 / P1 참조</a:t>
            </a:r>
          </a:p>
        </p:txBody>
      </p:sp>
      <p:sp>
        <p:nvSpPr>
          <p:cNvPr id="324" name="dp42-comparison / n234">
            <a:extLst xmlns:a="http://schemas.openxmlformats.org/drawingml/2006/main">
              <a:ext uri="{FF2B5EF4-FFF2-40B4-BE49-F238E27FC236}">
                <a16:creationId xmlns:a16="http://schemas.microsoft.com/office/drawing/2014/main" id="{25C19FCE-3539-4264-B1DE-AEE577665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295775"/>
            <a:ext cx="2044446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2-comparison / n235 / text 1">
            <a:extLst xmlns:a="http://schemas.openxmlformats.org/drawingml/2006/main">
              <a:ext uri="{FF2B5EF4-FFF2-40B4-BE49-F238E27FC236}">
                <a16:creationId xmlns:a16="http://schemas.microsoft.com/office/drawing/2014/main" id="{3BF011EF-AFEE-4C5A-8567-29D1D2C9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30530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조회: T1 / X1 / Q1=OPEN,v7</a:t>
            </a:r>
          </a:p>
        </p:txBody>
      </p:sp>
      <p:sp>
        <p:nvSpPr>
          <p:cNvPr id="326" name="dp42-comparison / n238">
            <a:extLst xmlns:a="http://schemas.openxmlformats.org/drawingml/2006/main">
              <a:ext uri="{FF2B5EF4-FFF2-40B4-BE49-F238E27FC236}">
                <a16:creationId xmlns:a16="http://schemas.microsoft.com/office/drawing/2014/main" id="{32F6B6C1-88B2-4323-8848-4EBBCB582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68225" y="3800475"/>
            <a:ext cx="1505140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2-comparison / n239 / text 1">
            <a:extLst xmlns:a="http://schemas.openxmlformats.org/drawingml/2006/main">
              <a:ext uri="{FF2B5EF4-FFF2-40B4-BE49-F238E27FC236}">
                <a16:creationId xmlns:a16="http://schemas.microsoft.com/office/drawing/2014/main" id="{6C2B96FA-81A5-481E-82DA-C455EB6A6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87275" y="3810000"/>
            <a:ext cx="22669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질문 조회 → / ← Q1,v7</a:t>
            </a:r>
          </a:p>
        </p:txBody>
      </p:sp>
      <p:sp>
        <p:nvSpPr>
          <p:cNvPr id="328" name="dp42-comparison / n241">
            <a:extLst xmlns:a="http://schemas.openxmlformats.org/drawingml/2006/main">
              <a:ext uri="{FF2B5EF4-FFF2-40B4-BE49-F238E27FC236}">
                <a16:creationId xmlns:a16="http://schemas.microsoft.com/office/drawing/2014/main" id="{52553E88-6622-4811-9DA3-29D399E01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067175"/>
            <a:ext cx="162896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dp42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FAD506B5-BFC8-48CA-8DD9-C0320E83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076700"/>
            <a:ext cx="228600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K1: Q1 답변=상반기 / v7</a:t>
            </a:r>
          </a:p>
        </p:txBody>
      </p:sp>
      <p:sp>
        <p:nvSpPr>
          <p:cNvPr id="330" name="dp42-comparison / n244">
            <a:extLst xmlns:a="http://schemas.openxmlformats.org/drawingml/2006/main">
              <a:ext uri="{FF2B5EF4-FFF2-40B4-BE49-F238E27FC236}">
                <a16:creationId xmlns:a16="http://schemas.microsoft.com/office/drawing/2014/main" id="{768733FD-A081-4756-8204-03D66A7E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314825"/>
            <a:ext cx="1684401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2-comparison / n245 / text 1">
            <a:extLst xmlns:a="http://schemas.openxmlformats.org/drawingml/2006/main">
              <a:ext uri="{FF2B5EF4-FFF2-40B4-BE49-F238E27FC236}">
                <a16:creationId xmlns:a16="http://schemas.microsoft.com/office/drawing/2014/main" id="{B85F9E41-F30E-428D-AC8E-E3A389261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4324350"/>
            <a:ext cx="2286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접수 / 질문 / 결과</a:t>
            </a:r>
          </a:p>
        </p:txBody>
      </p:sp>
      <p:sp>
        <p:nvSpPr>
          <p:cNvPr id="332" name="dp42-comparison / n248">
            <a:extLst xmlns:a="http://schemas.openxmlformats.org/drawingml/2006/main">
              <a:ext uri="{FF2B5EF4-FFF2-40B4-BE49-F238E27FC236}">
                <a16:creationId xmlns:a16="http://schemas.microsoft.com/office/drawing/2014/main" id="{135B1EA7-9D3D-422C-9BA1-BE542A871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4962525"/>
            <a:ext cx="231990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2-comparison / n249 / text 1">
            <a:extLst xmlns:a="http://schemas.openxmlformats.org/drawingml/2006/main">
              <a:ext uri="{FF2B5EF4-FFF2-40B4-BE49-F238E27FC236}">
                <a16:creationId xmlns:a16="http://schemas.microsoft.com/office/drawing/2014/main" id="{283390C5-46AE-4E3B-9F93-B815B59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4972050"/>
            <a:ext cx="2571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+ 실제 제시 P1 → 답변 의미 제안</a:t>
            </a:r>
          </a:p>
        </p:txBody>
      </p:sp>
      <p:sp>
        <p:nvSpPr>
          <p:cNvPr id="334" name="dp42-comparison / n252">
            <a:extLst xmlns:a="http://schemas.openxmlformats.org/drawingml/2006/main">
              <a:ext uri="{FF2B5EF4-FFF2-40B4-BE49-F238E27FC236}">
                <a16:creationId xmlns:a16="http://schemas.microsoft.com/office/drawing/2014/main" id="{A2193C02-54B5-47C3-A3FA-E741CF0A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725" y="4810125"/>
            <a:ext cx="1616964" cy="2933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dp42-comparison / n253 / text 1">
            <a:extLst xmlns:a="http://schemas.openxmlformats.org/drawingml/2006/main">
              <a:ext uri="{FF2B5EF4-FFF2-40B4-BE49-F238E27FC236}">
                <a16:creationId xmlns:a16="http://schemas.microsoft.com/office/drawing/2014/main" id="{808C9FF2-4F52-4541-9FAE-E9998DB0F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81965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P2: 상반기 전달 확인</a:t>
            </a:r>
          </a:p>
        </p:txBody>
      </p:sp>
      <p:sp>
        <p:nvSpPr>
          <p:cNvPr id="336" name="dp42-comparison / n253 / text 2">
            <a:extLst xmlns:a="http://schemas.openxmlformats.org/drawingml/2006/main">
              <a:ext uri="{FF2B5EF4-FFF2-40B4-BE49-F238E27FC236}">
                <a16:creationId xmlns:a16="http://schemas.microsoft.com/office/drawing/2014/main" id="{132F6E07-7DAF-495B-9ADC-8E6343B5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7775" y="4956810"/>
            <a:ext cx="20764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허용 / 실제 제시 반환</a:t>
            </a:r>
          </a:p>
        </p:txBody>
      </p:sp>
      <p:sp>
        <p:nvSpPr>
          <p:cNvPr id="337" name="dp42-comparison / n254">
            <a:extLst xmlns:a="http://schemas.openxmlformats.org/drawingml/2006/main">
              <a:ext uri="{FF2B5EF4-FFF2-40B4-BE49-F238E27FC236}">
                <a16:creationId xmlns:a16="http://schemas.microsoft.com/office/drawing/2014/main" id="{9F05E54D-EF67-4F17-82BE-0588C935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705475"/>
            <a:ext cx="2225802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dp42-comparison / n255 / text 1">
            <a:extLst xmlns:a="http://schemas.openxmlformats.org/drawingml/2006/main">
              <a:ext uri="{FF2B5EF4-FFF2-40B4-BE49-F238E27FC236}">
                <a16:creationId xmlns:a16="http://schemas.microsoft.com/office/drawing/2014/main" id="{09DB7F04-5EFA-4CC0-B8C1-89EB938F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715000"/>
            <a:ext cx="2762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P1→Q1 실제 제시 / P2 전달 원장</a:t>
            </a:r>
          </a:p>
        </p:txBody>
      </p:sp>
      <p:sp>
        <p:nvSpPr>
          <p:cNvPr id="339" name="dp42-comparison / n258">
            <a:extLst xmlns:a="http://schemas.openxmlformats.org/drawingml/2006/main">
              <a:ext uri="{FF2B5EF4-FFF2-40B4-BE49-F238E27FC236}">
                <a16:creationId xmlns:a16="http://schemas.microsoft.com/office/drawing/2014/main" id="{CBE78240-B05C-41CB-8760-1ABB96FA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57725"/>
            <a:ext cx="1580388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dp42-comparison / n259 / text 1">
            <a:extLst xmlns:a="http://schemas.openxmlformats.org/drawingml/2006/main">
              <a:ext uri="{FF2B5EF4-FFF2-40B4-BE49-F238E27FC236}">
                <a16:creationId xmlns:a16="http://schemas.microsoft.com/office/drawing/2014/main" id="{0BB5A413-7C44-4DDB-900A-0347E2512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66725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접수: Q1=ANSWERED,v8</a:t>
            </a:r>
          </a:p>
        </p:txBody>
      </p:sp>
      <p:sp>
        <p:nvSpPr>
          <p:cNvPr id="341" name="dp42-comparison / n259 / text 2">
            <a:extLst xmlns:a="http://schemas.openxmlformats.org/drawingml/2006/main">
              <a:ext uri="{FF2B5EF4-FFF2-40B4-BE49-F238E27FC236}">
                <a16:creationId xmlns:a16="http://schemas.microsoft.com/office/drawing/2014/main" id="{FDD478F8-C6C0-4400-B2A6-48D6A3855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4827270"/>
            <a:ext cx="252412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K1=전송 대기</a:t>
            </a:r>
          </a:p>
        </p:txBody>
      </p:sp>
      <p:sp>
        <p:nvSpPr>
          <p:cNvPr id="342" name="dp42-comparison / n260">
            <a:extLst xmlns:a="http://schemas.openxmlformats.org/drawingml/2006/main">
              <a:ext uri="{FF2B5EF4-FFF2-40B4-BE49-F238E27FC236}">
                <a16:creationId xmlns:a16="http://schemas.microsoft.com/office/drawing/2014/main" id="{D53A79FD-FCB3-4C3D-9D10-AC53F277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705475"/>
            <a:ext cx="1993773" cy="17907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dp42-comparison / n261 / text 1">
            <a:extLst xmlns:a="http://schemas.openxmlformats.org/drawingml/2006/main">
              <a:ext uri="{FF2B5EF4-FFF2-40B4-BE49-F238E27FC236}">
                <a16:creationId xmlns:a16="http://schemas.microsoft.com/office/drawing/2014/main" id="{35A7B07B-011E-4EE5-AA84-B93098D0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5200" y="5715000"/>
            <a:ext cx="25812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외부 접수 / X1 관측 상태</a:t>
            </a:r>
          </a:p>
        </p:txBody>
      </p:sp>
      <p:sp>
        <p:nvSpPr>
          <p:cNvPr id="344" name="dp42-comparison / n269">
            <a:extLst xmlns:a="http://schemas.openxmlformats.org/drawingml/2006/main">
              <a:ext uri="{FF2B5EF4-FFF2-40B4-BE49-F238E27FC236}">
                <a16:creationId xmlns:a16="http://schemas.microsoft.com/office/drawing/2014/main" id="{3EA5BD31-9BF3-41C9-B58F-EA7711AC0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000750"/>
            <a:ext cx="1860423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dp42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BF44024E-7C05-4761-9629-8BFD2CC2F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01027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선저장: R2=접수 대기 / K1</a:t>
            </a:r>
          </a:p>
        </p:txBody>
      </p:sp>
      <p:sp>
        <p:nvSpPr>
          <p:cNvPr id="346" name="dp42-comparison / n270 / text 2">
            <a:extLst xmlns:a="http://schemas.openxmlformats.org/drawingml/2006/main">
              <a:ext uri="{FF2B5EF4-FFF2-40B4-BE49-F238E27FC236}">
                <a16:creationId xmlns:a16="http://schemas.microsoft.com/office/drawing/2014/main" id="{FD0C3F71-E476-49C3-91CA-0680630DF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170295"/>
            <a:ext cx="3533775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후반영: K1 내부 접수 확인</a:t>
            </a:r>
          </a:p>
        </p:txBody>
      </p:sp>
      <p:sp>
        <p:nvSpPr>
          <p:cNvPr id="347" name="dp42-comparison / n271">
            <a:extLst xmlns:a="http://schemas.openxmlformats.org/drawingml/2006/main">
              <a:ext uri="{FF2B5EF4-FFF2-40B4-BE49-F238E27FC236}">
                <a16:creationId xmlns:a16="http://schemas.microsoft.com/office/drawing/2014/main" id="{B85D10E8-6E3D-4A2C-867D-CB369BD30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6575" y="6000750"/>
            <a:ext cx="2148459" cy="3390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dp42-comparison / n272 / text 1">
            <a:extLst xmlns:a="http://schemas.openxmlformats.org/drawingml/2006/main">
              <a:ext uri="{FF2B5EF4-FFF2-40B4-BE49-F238E27FC236}">
                <a16:creationId xmlns:a16="http://schemas.microsoft.com/office/drawing/2014/main" id="{58605037-97CD-4F1D-ACE3-C9F35C6C1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01027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변경 + K1 + 내부 접수 결과</a:t>
            </a:r>
          </a:p>
        </p:txBody>
      </p:sp>
      <p:sp>
        <p:nvSpPr>
          <p:cNvPr id="349" name="dp42-comparison / n272 / text 2">
            <a:extLst xmlns:a="http://schemas.openxmlformats.org/drawingml/2006/main">
              <a:ext uri="{FF2B5EF4-FFF2-40B4-BE49-F238E27FC236}">
                <a16:creationId xmlns:a16="http://schemas.microsoft.com/office/drawing/2014/main" id="{58C7FC32-92C0-4637-AEC8-D36F30CA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5625" y="6170295"/>
            <a:ext cx="29718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업무의 로컬 transaction</a:t>
            </a:r>
          </a:p>
        </p:txBody>
      </p:sp>
      <p:sp>
        <p:nvSpPr>
          <p:cNvPr id="350" name="dp42-comparison / n273">
            <a:extLst xmlns:a="http://schemas.openxmlformats.org/drawingml/2006/main">
              <a:ext uri="{FF2B5EF4-FFF2-40B4-BE49-F238E27FC236}">
                <a16:creationId xmlns:a16="http://schemas.microsoft.com/office/drawing/2014/main" id="{7DB006E8-C2AF-4EAC-A29F-737A505DF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68250" y="4619625"/>
            <a:ext cx="1497711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dp42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8CF2246B-1CA3-4FB3-84A2-E7273F9B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87300" y="4629150"/>
            <a:ext cx="20478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내부 접수 결과 반환</a:t>
            </a:r>
          </a:p>
        </p:txBody>
      </p:sp>
      <p:sp>
        <p:nvSpPr>
          <p:cNvPr id="352" name="dp42-comparison / n285">
            <a:extLst xmlns:a="http://schemas.openxmlformats.org/drawingml/2006/main">
              <a:ext uri="{FF2B5EF4-FFF2-40B4-BE49-F238E27FC236}">
                <a16:creationId xmlns:a16="http://schemas.microsoft.com/office/drawing/2014/main" id="{0AFC0828-E6A4-4D0A-9737-2FE9811D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6705600"/>
            <a:ext cx="3260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dp42-comparison / n286 / text 1">
            <a:extLst xmlns:a="http://schemas.openxmlformats.org/drawingml/2006/main">
              <a:ext uri="{FF2B5EF4-FFF2-40B4-BE49-F238E27FC236}">
                <a16:creationId xmlns:a16="http://schemas.microsoft.com/office/drawing/2014/main" id="{9262DE0E-DD40-435C-8A7F-4049A58AB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6800" y="6715125"/>
            <a:ext cx="50863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release(P2,epoch) / receipt(P2,실제 전달 범위)</a:t>
            </a:r>
          </a:p>
        </p:txBody>
      </p:sp>
      <p:sp>
        <p:nvSpPr>
          <p:cNvPr id="354" name="dp42-comparison / n293">
            <a:extLst xmlns:a="http://schemas.openxmlformats.org/drawingml/2006/main">
              <a:ext uri="{FF2B5EF4-FFF2-40B4-BE49-F238E27FC236}">
                <a16:creationId xmlns:a16="http://schemas.microsoft.com/office/drawing/2014/main" id="{D86CB291-9ECF-4FAD-A27A-BC1809EA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6810375"/>
            <a:ext cx="2238375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dp42-comparison / n294 / text 1">
            <a:extLst xmlns:a="http://schemas.openxmlformats.org/drawingml/2006/main">
              <a:ext uri="{FF2B5EF4-FFF2-40B4-BE49-F238E27FC236}">
                <a16:creationId xmlns:a16="http://schemas.microsoft.com/office/drawing/2014/main" id="{EA046270-5CAC-43AD-BFDB-E045706AC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6819900"/>
            <a:ext cx="220027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u2 입력 / Text / Voice 실제 전달</a:t>
            </a:r>
          </a:p>
        </p:txBody>
      </p:sp>
      <p:sp>
        <p:nvSpPr>
          <p:cNvPr id="356" name="dp42-comparison / n295">
            <a:extLst xmlns:a="http://schemas.openxmlformats.org/drawingml/2006/main">
              <a:ext uri="{FF2B5EF4-FFF2-40B4-BE49-F238E27FC236}">
                <a16:creationId xmlns:a16="http://schemas.microsoft.com/office/drawing/2014/main" id="{F7940AAF-A29D-4BBC-8A34-DEF71D88E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7343775"/>
            <a:ext cx="1732979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dp42-comparison / n296 / text 1">
            <a:extLst xmlns:a="http://schemas.openxmlformats.org/drawingml/2006/main">
              <a:ext uri="{FF2B5EF4-FFF2-40B4-BE49-F238E27FC236}">
                <a16:creationId xmlns:a16="http://schemas.microsoft.com/office/drawing/2014/main" id="{2313300B-FD84-4286-8CD4-051DA562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25425" y="7353300"/>
            <a:ext cx="2190750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공유 Omni 1벌 / 같은 해석</a:t>
            </a:r>
          </a:p>
        </p:txBody>
      </p:sp>
      <p:sp>
        <p:nvSpPr>
          <p:cNvPr id="358" name="dp42-comparison / n297">
            <a:extLst xmlns:a="http://schemas.openxmlformats.org/drawingml/2006/main">
              <a:ext uri="{FF2B5EF4-FFF2-40B4-BE49-F238E27FC236}">
                <a16:creationId xmlns:a16="http://schemas.microsoft.com/office/drawing/2014/main" id="{E0DF6259-4509-4063-A1B5-EB35D0114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4775" y="7343775"/>
            <a:ext cx="1641348" cy="167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dp42-comparison / n298 / text 1">
            <a:extLst xmlns:a="http://schemas.openxmlformats.org/drawingml/2006/main">
              <a:ext uri="{FF2B5EF4-FFF2-40B4-BE49-F238E27FC236}">
                <a16:creationId xmlns:a16="http://schemas.microsoft.com/office/drawing/2014/main" id="{B6C428CB-0A7F-4372-B13E-A51A9B926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63825" y="7353300"/>
            <a:ext cx="2333625" cy="1795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7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K1 전송 / 외부 접수 확인</a:t>
            </a:r>
          </a:p>
        </p:txBody>
      </p:sp>
      <p:sp>
        <p:nvSpPr>
          <p:cNvPr id="360" name="dp42-comparison / n299">
            <a:extLst xmlns:a="http://schemas.openxmlformats.org/drawingml/2006/main">
              <a:ext uri="{FF2B5EF4-FFF2-40B4-BE49-F238E27FC236}">
                <a16:creationId xmlns:a16="http://schemas.microsoft.com/office/drawing/2014/main" id="{206AFDD9-F757-4C53-8698-0B5A7537D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0775" y="7343775"/>
            <a:ext cx="1859280" cy="1562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dp42-comparison / n300 / text 1">
            <a:extLst xmlns:a="http://schemas.openxmlformats.org/drawingml/2006/main">
              <a:ext uri="{FF2B5EF4-FFF2-40B4-BE49-F238E27FC236}">
                <a16:creationId xmlns:a16="http://schemas.microsoft.com/office/drawing/2014/main" id="{0366FC5F-38B0-41FE-AEF4-6D7697708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7353300"/>
            <a:ext cx="2238375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Voice Runtime: 음성 I/O 구현</a:t>
            </a:r>
          </a:p>
        </p:txBody>
      </p:sp>
    </p:spTree>
    <p:extLst>
      <p:ext uri="{BB962C8B-B14F-4D97-AF65-F5344CB8AC3E}">
        <p14:creationId xmlns:p14="http://schemas.microsoft.com/office/powerpoint/2010/main" val="6027461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dp43-comparison / n1">
            <a:extLst xmlns:a="http://schemas.openxmlformats.org/drawingml/2006/main">
              <a:ext uri="{FF2B5EF4-FFF2-40B4-BE49-F238E27FC236}">
                <a16:creationId xmlns:a16="http://schemas.microsoft.com/office/drawing/2014/main" id="{0075C268-810D-4F27-A3CE-BDC31A047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3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91CA3B06-08D4-4740-BD44-EE082F4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3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8E64A05-E3EA-4ED5-A927-945BC3A9B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3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AEE1B36-EB5D-4FC1-948C-27699B0D9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04-43. 기능 정확성을 위한 VIA Request 의미 판단 설계</a:t>
            </a:r>
          </a:p>
        </p:txBody>
      </p:sp>
      <p:sp>
        <p:nvSpPr>
          <p:cNvPr id="5" name="dp43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240370BE-5548-434A-9A52-B91D565A4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3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E816DEE9-FBCD-4B0A-8E5A-12B105176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352550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“보고서는 PDF로, 메일에는 결론을 넣어줘.” → “메일에는 결론 대신 표만 넣어줘.”</a:t>
            </a:r>
          </a:p>
        </p:txBody>
      </p:sp>
      <p:sp>
        <p:nvSpPr>
          <p:cNvPr id="7" name="dp43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39DD108A-76AC-4703-87EF-C74765BA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3-comparison / n8">
            <a:extLst xmlns:a="http://schemas.openxmlformats.org/drawingml/2006/main">
              <a:ext uri="{FF2B5EF4-FFF2-40B4-BE49-F238E27FC236}">
                <a16:creationId xmlns:a16="http://schemas.microsoft.com/office/drawing/2014/main" id="{C32C25CC-4884-4DA1-8BE3-2DB5D67D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9" name="dp43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EF5798E8-70F3-4FE5-A19F-277380053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0" name="dp43-comparison / n10">
            <a:extLst xmlns:a="http://schemas.openxmlformats.org/drawingml/2006/main">
              <a:ext uri="{FF2B5EF4-FFF2-40B4-BE49-F238E27FC236}">
                <a16:creationId xmlns:a16="http://schemas.microsoft.com/office/drawing/2014/main" id="{2B57F289-81A9-4CED-82D4-347CF1B8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1" name="dp43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292DA80D-A95A-4C46-876C-2C6A3BFC8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2" name="dp43-comparison / n12">
            <a:extLst xmlns:a="http://schemas.openxmlformats.org/drawingml/2006/main">
              <a:ext uri="{FF2B5EF4-FFF2-40B4-BE49-F238E27FC236}">
                <a16:creationId xmlns:a16="http://schemas.microsoft.com/office/drawing/2014/main" id="{FCF8F664-2F09-4DD1-B238-E6E1F53E3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3" name="dp43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E2D0359F-5AF4-4E77-B750-289561EA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4" name="dp43-comparison / n14">
            <a:extLst xmlns:a="http://schemas.openxmlformats.org/drawingml/2006/main">
              <a:ext uri="{FF2B5EF4-FFF2-40B4-BE49-F238E27FC236}">
                <a16:creationId xmlns:a16="http://schemas.microsoft.com/office/drawing/2014/main" id="{E5FC3BC8-7E88-44CB-8E35-0C0691E91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5" name="dp43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F8C6AED6-6126-4CB5-B233-693020480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6" name="dp43-comparison / n16">
            <a:extLst xmlns:a="http://schemas.openxmlformats.org/drawingml/2006/main">
              <a:ext uri="{FF2B5EF4-FFF2-40B4-BE49-F238E27FC236}">
                <a16:creationId xmlns:a16="http://schemas.microsoft.com/office/drawing/2014/main" id="{F57EEEDB-4660-4AAC-9D02-95C264202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7" name="dp43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0B686EEB-BECB-4F3B-96E9-176D7D6F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8" name="dp43-comparison / n17 / text 2">
            <a:extLst xmlns:a="http://schemas.openxmlformats.org/drawingml/2006/main">
              <a:ext uri="{FF2B5EF4-FFF2-40B4-BE49-F238E27FC236}">
                <a16:creationId xmlns:a16="http://schemas.microsoft.com/office/drawing/2014/main" id="{CCC6A9DB-7DEB-401A-9B27-E60961168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19" name="dp43-comparison / n18 / path">
            <a:extLst xmlns:a="http://schemas.openxmlformats.org/drawingml/2006/main">
              <a:ext uri="{FF2B5EF4-FFF2-40B4-BE49-F238E27FC236}">
                <a16:creationId xmlns:a16="http://schemas.microsoft.com/office/drawing/2014/main" id="{C1F74FD7-D0FF-4878-8D4C-E7428C728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0" name="dp43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79F6D12A-B01F-4781-B19A-8D30DD9CB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3-comparison / n20 / text 1">
            <a:extLst xmlns:a="http://schemas.openxmlformats.org/drawingml/2006/main">
              <a:ext uri="{FF2B5EF4-FFF2-40B4-BE49-F238E27FC236}">
                <a16:creationId xmlns:a16="http://schemas.microsoft.com/office/drawing/2014/main" id="{8B537292-B858-4487-B4D0-31CB9E953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통합 의미 생산</a:t>
            </a:r>
          </a:p>
        </p:txBody>
      </p:sp>
      <p:sp>
        <p:nvSpPr>
          <p:cNvPr id="22" name="dp43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FF683370-F6AC-427E-8380-81458AFC2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관련 의미의 공동 판단으로 정확 처리율 94% (기능 정확성 ↑)</a:t>
            </a:r>
          </a:p>
        </p:txBody>
      </p:sp>
      <p:sp>
        <p:nvSpPr>
          <p:cNvPr id="23" name="dp43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5508BDB6-7076-4A05-B98B-EE02F0D1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제안 간 교환 축소로 평균 VIA 처리시간 5.5 s (요청 완료 신속성 ↑)</a:t>
            </a:r>
          </a:p>
        </p:txBody>
      </p:sp>
      <p:sp>
        <p:nvSpPr>
          <p:cNvPr id="24" name="dp43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D3A4836B-CD09-4DB1-8975-4042FD270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통합 의미 생산 계약의 변경 전파, 평균 4.0개 (변경 용이성 ↓)</a:t>
            </a:r>
          </a:p>
        </p:txBody>
      </p:sp>
      <p:sp>
        <p:nvSpPr>
          <p:cNvPr id="25" name="dp43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FBB3211D-E6AD-4B49-8B32-A2C984846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26" name="dp43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AD86E470-4838-48B4-8AE0-ED7567CDE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27" name="dp43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E9F529F0-1CB5-465F-B640-4ACBD90B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94%</a:t>
            </a:r>
          </a:p>
        </p:txBody>
      </p:sp>
      <p:sp>
        <p:nvSpPr>
          <p:cNvPr id="28" name="dp43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6962E327-C4F9-4024-9539-0AE893FB3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29" name="dp43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D3B24DAD-A575-48CA-8AB7-86E7E4D5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30" name="dp43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E84C7CF1-BA9D-4904-AEE5-412D53BA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1" name="dp43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9D057175-04C8-4F7D-80F3-DD69ECE5C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5.5 s</a:t>
            </a:r>
          </a:p>
        </p:txBody>
      </p:sp>
      <p:sp>
        <p:nvSpPr>
          <p:cNvPr id="32" name="dp43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F08159F-B5BE-4837-BF57-73AE45D59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33" name="dp43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58FD4385-D67A-410A-BC1C-E7B84A39F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4" name="dp43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B30949B-C289-4FBF-9F32-B5CD7330D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●○○</a:t>
            </a:r>
          </a:p>
        </p:txBody>
      </p:sp>
      <p:sp>
        <p:nvSpPr>
          <p:cNvPr id="35" name="dp43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CDB0035C-441D-47A2-AD36-91889992E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6" name="dp43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25E14D77-E172-4FE3-93C8-385BB6B5B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7" name="dp43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ADF054C0-872D-4F8C-A104-CC06881D6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933575"/>
            <a:ext cx="7981950" cy="3867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 기능별 의미 생산과 코드 조정</a:t>
            </a:r>
          </a:p>
        </p:txBody>
      </p:sp>
      <p:sp>
        <p:nvSpPr>
          <p:cNvPr id="38" name="dp43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F6CD0C19-B743-49CE-BC4B-D4069BD4D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특정 기능의 생산 책임 분리로 변경 평균 2.0개 (변경 용이성 ↑)</a:t>
            </a:r>
          </a:p>
        </p:txBody>
      </p:sp>
      <p:sp>
        <p:nvSpPr>
          <p:cNvPr id="39" name="dp43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BD9C6E5A-277C-46A4-8EF1-7C04DBFA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부분 의미 불일치와 오류 전파로 정확 처리율 91% (기능 정확성 ↓)</a:t>
            </a:r>
          </a:p>
        </p:txBody>
      </p:sp>
      <p:sp>
        <p:nvSpPr>
          <p:cNvPr id="40" name="dp43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4F6E9DBE-D298-4195-AC07-F5F3F73BE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제안 교환과 재판단으로 평균 VIA 처리시간 7.2 s (요청 완료 신속성 ↓)</a:t>
            </a:r>
          </a:p>
        </p:txBody>
      </p:sp>
      <p:sp>
        <p:nvSpPr>
          <p:cNvPr id="41" name="dp43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BB1A22BB-1BDD-426A-95C1-C100B3DB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V-01 기능 정확성</a:t>
            </a:r>
          </a:p>
        </p:txBody>
      </p:sp>
      <p:sp>
        <p:nvSpPr>
          <p:cNvPr id="42" name="dp43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F526641B-EC60-4162-93D1-B0BE2750D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3" name="dp43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DE865445-C919-4ADA-87EF-DE6CB4AE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91%</a:t>
            </a:r>
          </a:p>
        </p:txBody>
      </p:sp>
      <p:sp>
        <p:nvSpPr>
          <p:cNvPr id="44" name="dp43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95E09A1D-9041-478D-A5BC-FD60F3365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정확 처리율 ↑</a:t>
            </a:r>
          </a:p>
        </p:txBody>
      </p:sp>
      <p:sp>
        <p:nvSpPr>
          <p:cNvPr id="45" name="dp43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22C3FC05-DFFD-406E-80E1-D8E5DE56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V-05 요청 완료 신속성</a:t>
            </a:r>
          </a:p>
        </p:txBody>
      </p:sp>
      <p:sp>
        <p:nvSpPr>
          <p:cNvPr id="46" name="dp43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DD7F858D-1BE8-416B-B84D-CF105683B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47" name="dp43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1E4399A6-7B81-4720-9A35-F22767D7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7.2 s</a:t>
            </a:r>
          </a:p>
        </p:txBody>
      </p:sp>
      <p:sp>
        <p:nvSpPr>
          <p:cNvPr id="48" name="dp43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5A5F511E-621F-4D0F-A04C-C4A517C94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VIA 처리시간 ↓</a:t>
            </a:r>
          </a:p>
        </p:txBody>
      </p:sp>
      <p:sp>
        <p:nvSpPr>
          <p:cNvPr id="49" name="dp43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8C55308-3305-47E8-B6B7-A8965F66E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50" name="dp43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BD6DF43-43DE-4C27-BD49-E6F0EF77A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1" name="dp43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724C1578-83EA-4463-882D-70BDED5F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2.0개</a:t>
            </a:r>
          </a:p>
        </p:txBody>
      </p:sp>
      <p:sp>
        <p:nvSpPr>
          <p:cNvPr id="52" name="dp43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0DD24039-CAD3-4997-A81A-8630B9314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3" name="dp43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7F1ED933-24E1-4C6C-943B-FBB10D296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교차 의미 정정 / 특정 지칭 기능의 독립 변경 / 동일한 공유 Omni</a:t>
            </a:r>
          </a:p>
        </p:txBody>
      </p:sp>
      <p:sp>
        <p:nvSpPr>
          <p:cNvPr id="54" name="dp43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CF8CA99C-B315-472E-87AB-652C9D258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5" name="dp43-comparison / n54">
            <a:extLst xmlns:a="http://schemas.openxmlformats.org/drawingml/2006/main">
              <a:ext uri="{FF2B5EF4-FFF2-40B4-BE49-F238E27FC236}">
                <a16:creationId xmlns:a16="http://schemas.microsoft.com/office/drawing/2014/main" id="{3C97794D-5620-401A-A9B8-ED2EB570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6" name="dp43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7F00A426-E09D-4B94-8ACF-42994BDC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57" name="dp43-comparison / n56">
            <a:extLst xmlns:a="http://schemas.openxmlformats.org/drawingml/2006/main">
              <a:ext uri="{FF2B5EF4-FFF2-40B4-BE49-F238E27FC236}">
                <a16:creationId xmlns:a16="http://schemas.microsoft.com/office/drawing/2014/main" id="{46982D15-BCFF-485F-85B8-767F350A2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58" name="dp43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2F6FE5D1-13D7-4B73-AAD7-F78C2FEB8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59" name="dp43-comparison / n58">
            <a:extLst xmlns:a="http://schemas.openxmlformats.org/drawingml/2006/main">
              <a:ext uri="{FF2B5EF4-FFF2-40B4-BE49-F238E27FC236}">
                <a16:creationId xmlns:a16="http://schemas.microsoft.com/office/drawing/2014/main" id="{A829B05B-353F-48A3-845D-111B6A917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60" name="dp43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54435350-D902-4E8D-9307-7E9D3847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61" name="dp43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000C6B6E-F630-47DA-8E39-5F817E88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62" name="dp43-comparison / n64 / arrow">
            <a:extLst xmlns:a="http://schemas.openxmlformats.org/drawingml/2006/main">
              <a:ext uri="{FF2B5EF4-FFF2-40B4-BE49-F238E27FC236}">
                <a16:creationId xmlns:a16="http://schemas.microsoft.com/office/drawing/2014/main" id="{2030E286-D796-402F-A98D-18AC99C2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150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63" name="dp43-comparison / n69">
            <a:extLst xmlns:a="http://schemas.openxmlformats.org/drawingml/2006/main">
              <a:ext uri="{FF2B5EF4-FFF2-40B4-BE49-F238E27FC236}">
                <a16:creationId xmlns:a16="http://schemas.microsoft.com/office/drawing/2014/main" id="{644D1C6C-C1DB-4AEE-A851-1E2F7934A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4" name="dp43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6B3F3CEB-8607-4131-A571-0CED5C399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592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65" name="dp43-comparison / n71">
            <a:extLst xmlns:a="http://schemas.openxmlformats.org/drawingml/2006/main">
              <a:ext uri="{FF2B5EF4-FFF2-40B4-BE49-F238E27FC236}">
                <a16:creationId xmlns:a16="http://schemas.microsoft.com/office/drawing/2014/main" id="{5264F868-F6DE-4439-B46F-DF143004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914775"/>
            <a:ext cx="52768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2858A5"/>
            </a:solidFill>
            <a:prstDash val="solid"/>
          </a:ln>
        </p:spPr>
      </p:sp>
      <p:sp>
        <p:nvSpPr>
          <p:cNvPr id="66" name="dp43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103A3F80-24CA-45EB-8D24-7CBFA7D1A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013359"/>
            <a:ext cx="51054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Integrated Semantic Interpreter</a:t>
            </a:r>
          </a:p>
        </p:txBody>
      </p:sp>
      <p:sp>
        <p:nvSpPr>
          <p:cNvPr id="67" name="dp43-comparison / n73">
            <a:extLst xmlns:a="http://schemas.openxmlformats.org/drawingml/2006/main">
              <a:ext uri="{FF2B5EF4-FFF2-40B4-BE49-F238E27FC236}">
                <a16:creationId xmlns:a16="http://schemas.microsoft.com/office/drawing/2014/main" id="{3F0CEC2B-A3E1-4849-AC2A-BEA8BEBBB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095875"/>
            <a:ext cx="3124200" cy="50482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68" name="dp43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7D22AD6E-1C4D-4030-9663-39FA2F4C9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5257800"/>
            <a:ext cx="2952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 Attempt State</a:t>
            </a:r>
          </a:p>
        </p:txBody>
      </p:sp>
      <p:sp>
        <p:nvSpPr>
          <p:cNvPr id="69" name="dp43-comparison / n75 / path">
            <a:extLst xmlns:a="http://schemas.openxmlformats.org/drawingml/2006/main">
              <a:ext uri="{FF2B5EF4-FFF2-40B4-BE49-F238E27FC236}">
                <a16:creationId xmlns:a16="http://schemas.microsoft.com/office/drawing/2014/main" id="{1E934BDC-1231-4C17-A07C-251795BCC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7825" y="3038475"/>
            <a:ext cx="1133475" cy="876300"/>
          </a:xfrm>
          <a:custGeom xmlns:a="http://schemas.openxmlformats.org/drawingml/2006/main">
            <a:pathLst>
              <a:path w="1133475" h="876300">
                <a:moveTo>
                  <a:pt x="1133475" y="0"/>
                </a:moveTo>
                <a:lnTo>
                  <a:pt x="1133475" y="266700"/>
                </a:lnTo>
                <a:lnTo>
                  <a:pt x="0" y="266700"/>
                </a:lnTo>
                <a:lnTo>
                  <a:pt x="0" y="876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0" name="dp43-comparison / n75 / arrow">
            <a:extLst xmlns:a="http://schemas.openxmlformats.org/drawingml/2006/main">
              <a:ext uri="{FF2B5EF4-FFF2-40B4-BE49-F238E27FC236}">
                <a16:creationId xmlns:a16="http://schemas.microsoft.com/office/drawing/2014/main" id="{E1AEE415-0185-44FD-B945-BA9528A58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6865" y="37928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1" name="dp43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19B695F4-533D-4A50-AAA1-300D727CC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9525" cy="723900"/>
          </a:xfrm>
          <a:custGeom xmlns:a="http://schemas.openxmlformats.org/drawingml/2006/main">
            <a:pathLst>
              <a:path w="9525" h="723900">
                <a:moveTo>
                  <a:pt x="9525" y="0"/>
                </a:moveTo>
                <a:lnTo>
                  <a:pt x="0" y="7239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72" name="dp43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82E0378C-3425-4D9A-B391-ECA36355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8949" y="4973164"/>
            <a:ext cx="121909" cy="122711"/>
          </a:xfrm>
          <a:custGeom xmlns:a="http://schemas.openxmlformats.org/drawingml/2006/main">
            <a:pathLst>
              <a:path w="121909" h="122711">
                <a:moveTo>
                  <a:pt x="0" y="0"/>
                </a:moveTo>
                <a:lnTo>
                  <a:pt x="59351" y="122711"/>
                </a:lnTo>
                <a:lnTo>
                  <a:pt x="121909" y="160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3" name="dp43-comparison / n81 / path">
            <a:extLst xmlns:a="http://schemas.openxmlformats.org/drawingml/2006/main">
              <a:ext uri="{FF2B5EF4-FFF2-40B4-BE49-F238E27FC236}">
                <a16:creationId xmlns:a16="http://schemas.microsoft.com/office/drawing/2014/main" id="{2A4AC90E-26C0-497F-BE84-4B9C8A5DD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4143375"/>
            <a:ext cx="1266825" cy="1209675"/>
          </a:xfrm>
          <a:custGeom xmlns:a="http://schemas.openxmlformats.org/drawingml/2006/main">
            <a:pathLst>
              <a:path w="1266825" h="1209675">
                <a:moveTo>
                  <a:pt x="1266825" y="1204913"/>
                </a:moveTo>
                <a:lnTo>
                  <a:pt x="0" y="1209675"/>
                </a:lnTo>
                <a:lnTo>
                  <a:pt x="0" y="0"/>
                </a:lnTo>
                <a:lnTo>
                  <a:pt x="2000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dash"/>
          </a:ln>
        </p:spPr>
      </p:sp>
      <p:sp>
        <p:nvSpPr>
          <p:cNvPr id="74" name="dp43-comparison / n81 / arrow">
            <a:extLst xmlns:a="http://schemas.openxmlformats.org/drawingml/2006/main">
              <a:ext uri="{FF2B5EF4-FFF2-40B4-BE49-F238E27FC236}">
                <a16:creationId xmlns:a16="http://schemas.microsoft.com/office/drawing/2014/main" id="{8CA130CC-22FA-45EF-A05C-CBBA67E66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7480" y="408241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75" name="dp43-comparison / n84 / path">
            <a:extLst xmlns:a="http://schemas.openxmlformats.org/drawingml/2006/main">
              <a:ext uri="{FF2B5EF4-FFF2-40B4-BE49-F238E27FC236}">
                <a16:creationId xmlns:a16="http://schemas.microsoft.com/office/drawing/2014/main" id="{1F72D3A5-1397-4FDE-A46E-4080034D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8475"/>
            <a:ext cx="1114425" cy="1104900"/>
          </a:xfrm>
          <a:custGeom xmlns:a="http://schemas.openxmlformats.org/drawingml/2006/main">
            <a:pathLst>
              <a:path w="1114425" h="1104900">
                <a:moveTo>
                  <a:pt x="0" y="1104900"/>
                </a:moveTo>
                <a:lnTo>
                  <a:pt x="1114425" y="1104900"/>
                </a:lnTo>
                <a:lnTo>
                  <a:pt x="1114425" y="266700"/>
                </a:lnTo>
                <a:lnTo>
                  <a:pt x="304800" y="266700"/>
                </a:lnTo>
                <a:lnTo>
                  <a:pt x="3048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76" name="dp43-comparison / n84 / arrow">
            <a:extLst xmlns:a="http://schemas.openxmlformats.org/drawingml/2006/main">
              <a:ext uri="{FF2B5EF4-FFF2-40B4-BE49-F238E27FC236}">
                <a16:creationId xmlns:a16="http://schemas.microsoft.com/office/drawing/2014/main" id="{5AB307BF-73B9-4E3C-88B3-56BE9196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009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77" name="dp43-comparison / n87">
            <a:extLst xmlns:a="http://schemas.openxmlformats.org/drawingml/2006/main">
              <a:ext uri="{FF2B5EF4-FFF2-40B4-BE49-F238E27FC236}">
                <a16:creationId xmlns:a16="http://schemas.microsoft.com/office/drawing/2014/main" id="{EE49C49F-E53C-440E-9748-F5704FA97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78" name="dp43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536559CE-3676-49F5-BDEA-0BA01D5AE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9" name="dp43-comparison / n89">
            <a:extLst xmlns:a="http://schemas.openxmlformats.org/drawingml/2006/main">
              <a:ext uri="{FF2B5EF4-FFF2-40B4-BE49-F238E27FC236}">
                <a16:creationId xmlns:a16="http://schemas.microsoft.com/office/drawing/2014/main" id="{5BC538E5-267A-4930-B26F-1B744F069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80" name="dp43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D28EF46A-5D65-4D58-95A6-6AD1D2254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81" name="dp43-comparison / n91">
            <a:extLst xmlns:a="http://schemas.openxmlformats.org/drawingml/2006/main">
              <a:ext uri="{FF2B5EF4-FFF2-40B4-BE49-F238E27FC236}">
                <a16:creationId xmlns:a16="http://schemas.microsoft.com/office/drawing/2014/main" id="{34BB9D74-BAA4-4198-B691-99CEA4A4B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82" name="dp43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B1E747F9-C2B6-4CFB-A648-21D1864A3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83" name="dp43-comparison / n93 / path">
            <a:extLst xmlns:a="http://schemas.openxmlformats.org/drawingml/2006/main">
              <a:ext uri="{FF2B5EF4-FFF2-40B4-BE49-F238E27FC236}">
                <a16:creationId xmlns:a16="http://schemas.microsoft.com/office/drawing/2014/main" id="{1AB4ACCF-EEDA-426F-A575-2DAA42AE6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5600700"/>
            <a:ext cx="2638425" cy="923925"/>
          </a:xfrm>
          <a:custGeom xmlns:a="http://schemas.openxmlformats.org/drawingml/2006/main">
            <a:pathLst>
              <a:path w="2638425" h="923925">
                <a:moveTo>
                  <a:pt x="2638425" y="0"/>
                </a:moveTo>
                <a:lnTo>
                  <a:pt x="2638425" y="857250"/>
                </a:lnTo>
                <a:lnTo>
                  <a:pt x="0" y="857250"/>
                </a:lnTo>
                <a:lnTo>
                  <a:pt x="0" y="92392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4" name="dp43-comparison / n93 / arrow">
            <a:extLst xmlns:a="http://schemas.openxmlformats.org/drawingml/2006/main">
              <a:ext uri="{FF2B5EF4-FFF2-40B4-BE49-F238E27FC236}">
                <a16:creationId xmlns:a16="http://schemas.microsoft.com/office/drawing/2014/main" id="{35BB5314-B9A6-48AA-841A-40B2822B0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1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5" name="dp43-comparison / n94 / path">
            <a:extLst xmlns:a="http://schemas.openxmlformats.org/drawingml/2006/main">
              <a:ext uri="{FF2B5EF4-FFF2-40B4-BE49-F238E27FC236}">
                <a16:creationId xmlns:a16="http://schemas.microsoft.com/office/drawing/2014/main" id="{21D90D00-089D-448F-A735-C20C5C8C8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86" name="dp43-comparison / n94 / arrow">
            <a:extLst xmlns:a="http://schemas.openxmlformats.org/drawingml/2006/main">
              <a:ext uri="{FF2B5EF4-FFF2-40B4-BE49-F238E27FC236}">
                <a16:creationId xmlns:a16="http://schemas.microsoft.com/office/drawing/2014/main" id="{470A4922-7423-4FB9-8989-198E50B3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87" name="dp43-comparison / n95 / path">
            <a:extLst xmlns:a="http://schemas.openxmlformats.org/drawingml/2006/main">
              <a:ext uri="{FF2B5EF4-FFF2-40B4-BE49-F238E27FC236}">
                <a16:creationId xmlns:a16="http://schemas.microsoft.com/office/drawing/2014/main" id="{A75C4D7D-EE13-46E7-A903-BFD9B15A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2858A5"/>
            </a:solidFill>
            <a:prstDash val="solid"/>
          </a:ln>
        </p:spPr>
      </p:sp>
      <p:sp>
        <p:nvSpPr>
          <p:cNvPr id="88" name="dp43-comparison / n95 / arrow">
            <a:extLst xmlns:a="http://schemas.openxmlformats.org/drawingml/2006/main">
              <a:ext uri="{FF2B5EF4-FFF2-40B4-BE49-F238E27FC236}">
                <a16:creationId xmlns:a16="http://schemas.microsoft.com/office/drawing/2014/main" id="{CCAA76D0-C628-4ECB-821D-B76717EF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9770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2858A5"/>
            </a:solidFill>
            <a:prstDash val="solid"/>
          </a:ln>
        </p:spPr>
      </p:sp>
      <p:sp>
        <p:nvSpPr>
          <p:cNvPr id="89" name="dp43-comparison / n60">
            <a:extLst xmlns:a="http://schemas.openxmlformats.org/drawingml/2006/main">
              <a:ext uri="{FF2B5EF4-FFF2-40B4-BE49-F238E27FC236}">
                <a16:creationId xmlns:a16="http://schemas.microsoft.com/office/drawing/2014/main" id="{7E4A9164-723E-4210-B19B-47F82D596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3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4ABF81C3-6608-4252-A36B-5D827C66A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91" name="dp43-comparison / n62">
            <a:extLst xmlns:a="http://schemas.openxmlformats.org/drawingml/2006/main">
              <a:ext uri="{FF2B5EF4-FFF2-40B4-BE49-F238E27FC236}">
                <a16:creationId xmlns:a16="http://schemas.microsoft.com/office/drawing/2014/main" id="{7B11CC2B-520C-4AE4-88B0-3FE3E004A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dp43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12748C44-CF77-4B18-9090-A82A2213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93" name="dp43-comparison / n65">
            <a:extLst xmlns:a="http://schemas.openxmlformats.org/drawingml/2006/main">
              <a:ext uri="{FF2B5EF4-FFF2-40B4-BE49-F238E27FC236}">
                <a16:creationId xmlns:a16="http://schemas.microsoft.com/office/drawing/2014/main" id="{B895C96A-8036-4329-B8E5-0264976A0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dp43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1E1FE5E0-D7F6-483D-B81A-1FA8F25C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192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95" name="dp43-comparison / n67">
            <a:extLst xmlns:a="http://schemas.openxmlformats.org/drawingml/2006/main">
              <a:ext uri="{FF2B5EF4-FFF2-40B4-BE49-F238E27FC236}">
                <a16:creationId xmlns:a16="http://schemas.microsoft.com/office/drawing/2014/main" id="{17396DE5-3696-4B5D-AC10-C496F7D7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dp43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C86564E5-1DFB-4FCA-8130-452B889B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97" name="dp43-comparison / n76">
            <a:extLst xmlns:a="http://schemas.openxmlformats.org/drawingml/2006/main">
              <a:ext uri="{FF2B5EF4-FFF2-40B4-BE49-F238E27FC236}">
                <a16:creationId xmlns:a16="http://schemas.microsoft.com/office/drawing/2014/main" id="{9F3371B5-3BC1-416C-B22A-C84BF856C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467225"/>
            <a:ext cx="4531805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dp43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5FDE1A81-4412-4C82-AE30-C3A7AC5D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476750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F1 의도 / F2 Referent / F3 Task Association</a:t>
            </a:r>
          </a:p>
        </p:txBody>
      </p:sp>
      <p:sp>
        <p:nvSpPr>
          <p:cNvPr id="99" name="dp43-comparison / n78">
            <a:extLst xmlns:a="http://schemas.openxmlformats.org/drawingml/2006/main">
              <a:ext uri="{FF2B5EF4-FFF2-40B4-BE49-F238E27FC236}">
                <a16:creationId xmlns:a16="http://schemas.microsoft.com/office/drawing/2014/main" id="{A9003EEF-FA5A-488F-80E9-561795E6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175" y="4724400"/>
            <a:ext cx="4510088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dp43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71A9C78E-F945-4609-AA19-A61ED8CD9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733925"/>
            <a:ext cx="7153275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F4 Request 관계 / F5 정정 범위 / F6 처리 방향</a:t>
            </a:r>
          </a:p>
        </p:txBody>
      </p:sp>
      <p:sp>
        <p:nvSpPr>
          <p:cNvPr id="101" name="dp43-comparison / n82">
            <a:extLst xmlns:a="http://schemas.openxmlformats.org/drawingml/2006/main">
              <a:ext uri="{FF2B5EF4-FFF2-40B4-BE49-F238E27FC236}">
                <a16:creationId xmlns:a16="http://schemas.microsoft.com/office/drawing/2014/main" id="{D26DA344-90F4-48D3-8E7D-2F5E1B0BD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5676900"/>
            <a:ext cx="4253865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dp43-comparison / n83 / text 1">
            <a:extLst xmlns:a="http://schemas.openxmlformats.org/drawingml/2006/main">
              <a:ext uri="{FF2B5EF4-FFF2-40B4-BE49-F238E27FC236}">
                <a16:creationId xmlns:a16="http://schemas.microsoft.com/office/drawing/2014/main" id="{8D38FB3F-0239-4561-B64F-C2FB40DEB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2125" y="5686425"/>
            <a:ext cx="7410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이전 조건 유지와 부분 갱신 / 검색과 전문 보조 허용</a:t>
            </a:r>
          </a:p>
        </p:txBody>
      </p:sp>
      <p:sp>
        <p:nvSpPr>
          <p:cNvPr id="103" name="dp43-comparison / n85">
            <a:extLst xmlns:a="http://schemas.openxmlformats.org/drawingml/2006/main">
              <a:ext uri="{FF2B5EF4-FFF2-40B4-BE49-F238E27FC236}">
                <a16:creationId xmlns:a16="http://schemas.microsoft.com/office/drawing/2014/main" id="{EA38C8FE-76C2-4040-805E-5B50CB303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972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dp43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56D58781-EADF-47AF-A05F-1BF307660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877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2858A5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105" name="dp43-comparison / n96">
            <a:extLst xmlns:a="http://schemas.openxmlformats.org/drawingml/2006/main">
              <a:ext uri="{FF2B5EF4-FFF2-40B4-BE49-F238E27FC236}">
                <a16:creationId xmlns:a16="http://schemas.microsoft.com/office/drawing/2014/main" id="{22F9563D-ACBB-405A-B7D0-8D494AEF1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dp43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C7956736-42CF-498F-ACE9-E69E48981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107" name="dp43-comparison / n98">
            <a:extLst xmlns:a="http://schemas.openxmlformats.org/drawingml/2006/main">
              <a:ext uri="{FF2B5EF4-FFF2-40B4-BE49-F238E27FC236}">
                <a16:creationId xmlns:a16="http://schemas.microsoft.com/office/drawing/2014/main" id="{1AF457BC-3967-49CF-B269-79631C028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dp43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BB63BBCD-BB2B-43AC-8EC1-1028D230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109" name="dp43-comparison / n100">
            <a:extLst xmlns:a="http://schemas.openxmlformats.org/drawingml/2006/main">
              <a:ext uri="{FF2B5EF4-FFF2-40B4-BE49-F238E27FC236}">
                <a16:creationId xmlns:a16="http://schemas.microsoft.com/office/drawing/2014/main" id="{0C0D80EB-03C2-44D0-A7BB-FED50B95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dp43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8BB02F71-773D-4F69-AB67-026940B03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111" name="dp43-comparison / n102">
            <a:extLst xmlns:a="http://schemas.openxmlformats.org/drawingml/2006/main">
              <a:ext uri="{FF2B5EF4-FFF2-40B4-BE49-F238E27FC236}">
                <a16:creationId xmlns:a16="http://schemas.microsoft.com/office/drawing/2014/main" id="{1FD4BB5A-3DD7-41A0-8408-8DF675F3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dp43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D7F8AFF6-30F3-43BB-9220-5DEC1394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  <p:sp>
        <p:nvSpPr>
          <p:cNvPr id="113" name="dp43-comparison / n104">
            <a:extLst xmlns:a="http://schemas.openxmlformats.org/drawingml/2006/main">
              <a:ext uri="{FF2B5EF4-FFF2-40B4-BE49-F238E27FC236}">
                <a16:creationId xmlns:a16="http://schemas.microsoft.com/office/drawing/2014/main" id="{215A8B3B-40DB-43FA-8B44-E35125E0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2676525"/>
            <a:ext cx="2333625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4" name="dp43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06DB9877-2ED7-4F88-B778-1A426358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6058"/>
            <a:ext cx="2162175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115" name="dp43-comparison / n106">
            <a:extLst xmlns:a="http://schemas.openxmlformats.org/drawingml/2006/main">
              <a:ext uri="{FF2B5EF4-FFF2-40B4-BE49-F238E27FC236}">
                <a16:creationId xmlns:a16="http://schemas.microsoft.com/office/drawing/2014/main" id="{2DC8EFDD-EB76-4245-BB7C-E23A0C92B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30175" y="2676525"/>
            <a:ext cx="21907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6" name="dp43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F25DC276-1D73-4009-98C1-8143CD3F6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0" y="2746058"/>
            <a:ext cx="20193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7" name="dp43-comparison / n108">
            <a:extLst xmlns:a="http://schemas.openxmlformats.org/drawingml/2006/main">
              <a:ext uri="{FF2B5EF4-FFF2-40B4-BE49-F238E27FC236}">
                <a16:creationId xmlns:a16="http://schemas.microsoft.com/office/drawing/2014/main" id="{169EB823-AEC7-42A8-8364-127A5F9FA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6725" y="2676525"/>
            <a:ext cx="19621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18" name="dp43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A8324F08-C715-40B4-B581-5C4E5F17C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92450" y="2746058"/>
            <a:ext cx="17907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19" name="dp43-comparison / n114 / path">
            <a:extLst xmlns:a="http://schemas.openxmlformats.org/drawingml/2006/main">
              <a:ext uri="{FF2B5EF4-FFF2-40B4-BE49-F238E27FC236}">
                <a16:creationId xmlns:a16="http://schemas.microsoft.com/office/drawing/2014/main" id="{66F2E119-6512-42BF-A164-7454E6BEA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2857500"/>
            <a:ext cx="638175" cy="953"/>
          </a:xfrm>
          <a:custGeom xmlns:a="http://schemas.openxmlformats.org/drawingml/2006/main">
            <a:pathLst>
              <a:path w="638175" h="953">
                <a:moveTo>
                  <a:pt x="0" y="0"/>
                </a:moveTo>
                <a:lnTo>
                  <a:pt x="63817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20" name="dp43-comparison / n114 / arrow">
            <a:extLst xmlns:a="http://schemas.openxmlformats.org/drawingml/2006/main">
              <a:ext uri="{FF2B5EF4-FFF2-40B4-BE49-F238E27FC236}">
                <a16:creationId xmlns:a16="http://schemas.microsoft.com/office/drawing/2014/main" id="{76AD0B05-1C19-41DA-A5F7-83F47C862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255" y="279654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21" name="dp43-comparison / n119">
            <a:extLst xmlns:a="http://schemas.openxmlformats.org/drawingml/2006/main">
              <a:ext uri="{FF2B5EF4-FFF2-40B4-BE49-F238E27FC236}">
                <a16:creationId xmlns:a16="http://schemas.microsoft.com/office/drawing/2014/main" id="{DD2E403A-3FD8-4B7F-A752-7356D0DC7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409950"/>
            <a:ext cx="782002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FBFC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2" name="dp43-comparison / n120 / text 1">
            <a:extLst xmlns:a="http://schemas.openxmlformats.org/drawingml/2006/main">
              <a:ext uri="{FF2B5EF4-FFF2-40B4-BE49-F238E27FC236}">
                <a16:creationId xmlns:a16="http://schemas.microsoft.com/office/drawing/2014/main" id="{329974EB-3515-4E95-AF2F-C83B16150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2675" y="3505200"/>
            <a:ext cx="7572375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23" name="dp43-comparison / n121">
            <a:extLst xmlns:a="http://schemas.openxmlformats.org/drawingml/2006/main">
              <a:ext uri="{FF2B5EF4-FFF2-40B4-BE49-F238E27FC236}">
                <a16:creationId xmlns:a16="http://schemas.microsoft.com/office/drawing/2014/main" id="{A8332914-BB48-49C4-9E28-98608B2F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3867150"/>
            <a:ext cx="22860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24" name="dp43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D2E970DE-2B98-4DA4-BA02-9443F6E4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32911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Interpretation</a:t>
            </a:r>
          </a:p>
        </p:txBody>
      </p:sp>
      <p:sp>
        <p:nvSpPr>
          <p:cNvPr id="125" name="dp43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C4D26135-6B41-40FE-96B2-7FD5074CD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4576763"/>
            <a:ext cx="2114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Coordinator</a:t>
            </a:r>
          </a:p>
        </p:txBody>
      </p:sp>
      <p:sp>
        <p:nvSpPr>
          <p:cNvPr id="126" name="dp43-comparison / n123">
            <a:extLst xmlns:a="http://schemas.openxmlformats.org/drawingml/2006/main">
              <a:ext uri="{FF2B5EF4-FFF2-40B4-BE49-F238E27FC236}">
                <a16:creationId xmlns:a16="http://schemas.microsoft.com/office/drawing/2014/main" id="{EAFAA26C-3B45-4BC2-8986-4A0690A16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150" y="5400675"/>
            <a:ext cx="228600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27" name="dp43-comparison / n124 / text 1">
            <a:extLst xmlns:a="http://schemas.openxmlformats.org/drawingml/2006/main">
              <a:ext uri="{FF2B5EF4-FFF2-40B4-BE49-F238E27FC236}">
                <a16:creationId xmlns:a16="http://schemas.microsoft.com/office/drawing/2014/main" id="{F473E544-B287-47FE-98DB-DC1EE1E6C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5562600"/>
            <a:ext cx="21145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Partial Interpretation Ledger</a:t>
            </a:r>
          </a:p>
        </p:txBody>
      </p:sp>
      <p:sp>
        <p:nvSpPr>
          <p:cNvPr id="128" name="dp43-comparison / n125">
            <a:extLst xmlns:a="http://schemas.openxmlformats.org/drawingml/2006/main">
              <a:ext uri="{FF2B5EF4-FFF2-40B4-BE49-F238E27FC236}">
                <a16:creationId xmlns:a16="http://schemas.microsoft.com/office/drawing/2014/main" id="{2C913E5D-92E8-4E19-A681-0908B1047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29" name="dp43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E82E9CBE-B7C7-4446-A052-3DAE61FAC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Intent</a:t>
            </a:r>
          </a:p>
        </p:txBody>
      </p:sp>
      <p:sp>
        <p:nvSpPr>
          <p:cNvPr id="130" name="dp43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6483C610-3D0C-46F3-9C01-946DC037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31" name="dp43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E0A6BAE6-B8BC-46E4-A557-CFC1ABF1E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986213"/>
            <a:ext cx="342900" cy="19050"/>
          </a:xfrm>
          <a:custGeom xmlns:a="http://schemas.openxmlformats.org/drawingml/2006/main">
            <a:pathLst>
              <a:path w="342900" h="19050">
                <a:moveTo>
                  <a:pt x="0" y="0"/>
                </a:moveTo>
                <a:lnTo>
                  <a:pt x="34290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2" name="dp43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45202B50-CF6B-443F-89AD-E1544A3D2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5036" y="3937633"/>
            <a:ext cx="125114" cy="121732"/>
          </a:xfrm>
          <a:custGeom xmlns:a="http://schemas.openxmlformats.org/drawingml/2006/main">
            <a:pathLst>
              <a:path w="125114" h="121732">
                <a:moveTo>
                  <a:pt x="0" y="121732"/>
                </a:moveTo>
                <a:lnTo>
                  <a:pt x="125114" y="67629"/>
                </a:lnTo>
                <a:lnTo>
                  <a:pt x="67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3" name="dp43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B83BD571-D57D-4B7E-B281-607B8576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57663"/>
            <a:ext cx="342900" cy="19050"/>
          </a:xfrm>
          <a:custGeom xmlns:a="http://schemas.openxmlformats.org/drawingml/2006/main">
            <a:pathLst>
              <a:path w="342900" h="19050">
                <a:moveTo>
                  <a:pt x="342900" y="190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34" name="dp43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56905014-F918-4482-857F-67AB2E889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103559"/>
            <a:ext cx="125114" cy="121732"/>
          </a:xfrm>
          <a:custGeom xmlns:a="http://schemas.openxmlformats.org/drawingml/2006/main">
            <a:pathLst>
              <a:path w="125114" h="121732">
                <a:moveTo>
                  <a:pt x="125114" y="0"/>
                </a:moveTo>
                <a:lnTo>
                  <a:pt x="0" y="54103"/>
                </a:lnTo>
                <a:lnTo>
                  <a:pt x="118351" y="12173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5" name="dp43-comparison / n131">
            <a:extLst xmlns:a="http://schemas.openxmlformats.org/drawingml/2006/main">
              <a:ext uri="{FF2B5EF4-FFF2-40B4-BE49-F238E27FC236}">
                <a16:creationId xmlns:a16="http://schemas.microsoft.com/office/drawing/2014/main" id="{17E662B1-53C7-42C4-9BCE-7599A24D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36" name="dp43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953929E6-D12E-4F92-AD74-17D11CA30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4623911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Referent Resolver</a:t>
            </a:r>
          </a:p>
        </p:txBody>
      </p:sp>
      <p:sp>
        <p:nvSpPr>
          <p:cNvPr id="137" name="dp43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CA9445B1-FCC0-4CCD-9B6C-825466549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9103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0" y="15240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38" name="dp43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99934D8-3846-4B3B-B21C-8F2382F92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3980" y="4484848"/>
            <a:ext cx="136170" cy="111412"/>
          </a:xfrm>
          <a:custGeom xmlns:a="http://schemas.openxmlformats.org/drawingml/2006/main">
            <a:pathLst>
              <a:path w="136170" h="111412">
                <a:moveTo>
                  <a:pt x="49516" y="111412"/>
                </a:moveTo>
                <a:lnTo>
                  <a:pt x="136170" y="619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39" name="dp43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ED5972CE-4481-4A0B-85EC-F6E6C73BC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62488"/>
            <a:ext cx="342900" cy="152400"/>
          </a:xfrm>
          <a:custGeom xmlns:a="http://schemas.openxmlformats.org/drawingml/2006/main">
            <a:pathLst>
              <a:path w="342900" h="152400">
                <a:moveTo>
                  <a:pt x="342900" y="0"/>
                </a:moveTo>
                <a:lnTo>
                  <a:pt x="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0" name="dp43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13DAE296-E8ED-493C-BA40-CA7B8F22F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709665"/>
            <a:ext cx="136170" cy="111412"/>
          </a:xfrm>
          <a:custGeom xmlns:a="http://schemas.openxmlformats.org/drawingml/2006/main">
            <a:pathLst>
              <a:path w="136170" h="111412">
                <a:moveTo>
                  <a:pt x="86654" y="0"/>
                </a:moveTo>
                <a:lnTo>
                  <a:pt x="0" y="105222"/>
                </a:lnTo>
                <a:lnTo>
                  <a:pt x="136170" y="111412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1" name="dp43-comparison / n137">
            <a:extLst xmlns:a="http://schemas.openxmlformats.org/drawingml/2006/main">
              <a:ext uri="{FF2B5EF4-FFF2-40B4-BE49-F238E27FC236}">
                <a16:creationId xmlns:a16="http://schemas.microsoft.com/office/drawing/2014/main" id="{E0F5E4FA-9C3A-447F-97C4-55CF3D3C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2" name="dp43-comparison / n138 / text 1">
            <a:extLst xmlns:a="http://schemas.openxmlformats.org/drawingml/2006/main">
              <a:ext uri="{FF2B5EF4-FFF2-40B4-BE49-F238E27FC236}">
                <a16:creationId xmlns:a16="http://schemas.microsoft.com/office/drawing/2014/main" id="{2B6C306D-E2FF-4B85-9289-6E9EF6544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Association</a:t>
            </a:r>
          </a:p>
        </p:txBody>
      </p:sp>
      <p:sp>
        <p:nvSpPr>
          <p:cNvPr id="143" name="dp43-comparison / n138 / text 2">
            <a:extLst xmlns:a="http://schemas.openxmlformats.org/drawingml/2006/main">
              <a:ext uri="{FF2B5EF4-FFF2-40B4-BE49-F238E27FC236}">
                <a16:creationId xmlns:a16="http://schemas.microsoft.com/office/drawing/2014/main" id="{0399E2FD-D5DE-4CC2-882A-0228B1EC7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Resolver</a:t>
            </a:r>
          </a:p>
        </p:txBody>
      </p:sp>
      <p:sp>
        <p:nvSpPr>
          <p:cNvPr id="144" name="dp43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492A2DE0-522D-41B3-AF4A-117923B6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97681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0" y="323850"/>
                </a:moveTo>
                <a:lnTo>
                  <a:pt x="3429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45" name="dp43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EDD51943-EA90-4EF9-ACAD-100733EF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99656" y="4976813"/>
            <a:ext cx="130494" cy="128032"/>
          </a:xfrm>
          <a:custGeom xmlns:a="http://schemas.openxmlformats.org/drawingml/2006/main">
            <a:pathLst>
              <a:path w="130494" h="128032">
                <a:moveTo>
                  <a:pt x="83713" y="128032"/>
                </a:moveTo>
                <a:lnTo>
                  <a:pt x="130494" y="0"/>
                </a:lnTo>
                <a:lnTo>
                  <a:pt x="0" y="39394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6" name="dp43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6FBCFB45-2771-4A10-9898-583E37F0D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148263"/>
            <a:ext cx="342900" cy="323850"/>
          </a:xfrm>
          <a:custGeom xmlns:a="http://schemas.openxmlformats.org/drawingml/2006/main">
            <a:pathLst>
              <a:path w="342900" h="323850">
                <a:moveTo>
                  <a:pt x="342900" y="0"/>
                </a:moveTo>
                <a:lnTo>
                  <a:pt x="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47" name="dp43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154F2166-4BAE-4951-8839-86C83619B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344081"/>
            <a:ext cx="130494" cy="128032"/>
          </a:xfrm>
          <a:custGeom xmlns:a="http://schemas.openxmlformats.org/drawingml/2006/main">
            <a:pathLst>
              <a:path w="130494" h="128032">
                <a:moveTo>
                  <a:pt x="46781" y="0"/>
                </a:moveTo>
                <a:lnTo>
                  <a:pt x="0" y="128032"/>
                </a:lnTo>
                <a:lnTo>
                  <a:pt x="130494" y="88637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48" name="dp43-comparison / n143">
            <a:extLst xmlns:a="http://schemas.openxmlformats.org/drawingml/2006/main">
              <a:ext uri="{FF2B5EF4-FFF2-40B4-BE49-F238E27FC236}">
                <a16:creationId xmlns:a16="http://schemas.microsoft.com/office/drawing/2014/main" id="{84235983-5D9F-42DE-AFC5-6A7A70F01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386715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49" name="dp43-comparison / n144 / text 1">
            <a:extLst xmlns:a="http://schemas.openxmlformats.org/drawingml/2006/main">
              <a:ext uri="{FF2B5EF4-FFF2-40B4-BE49-F238E27FC236}">
                <a16:creationId xmlns:a16="http://schemas.microsoft.com/office/drawing/2014/main" id="{11C81CC0-5348-44D2-9E7C-26A61678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386143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Relation</a:t>
            </a:r>
          </a:p>
        </p:txBody>
      </p:sp>
      <p:sp>
        <p:nvSpPr>
          <p:cNvPr id="150" name="dp43-comparison / n144 / text 2">
            <a:extLst xmlns:a="http://schemas.openxmlformats.org/drawingml/2006/main">
              <a:ext uri="{FF2B5EF4-FFF2-40B4-BE49-F238E27FC236}">
                <a16:creationId xmlns:a16="http://schemas.microsoft.com/office/drawing/2014/main" id="{6F94EAA9-3FA0-42CA-A26F-77E51EAC1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07193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1" name="dp43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6FE777BB-8531-4D1A-8EDC-1113D5B60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86213"/>
            <a:ext cx="323850" cy="19050"/>
          </a:xfrm>
          <a:custGeom xmlns:a="http://schemas.openxmlformats.org/drawingml/2006/main">
            <a:pathLst>
              <a:path w="323850" h="19050">
                <a:moveTo>
                  <a:pt x="323850" y="0"/>
                </a:moveTo>
                <a:lnTo>
                  <a:pt x="0" y="190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2" name="dp43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B23877C4-DE2F-4918-9F79-6C826F7E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3937248"/>
            <a:ext cx="125289" cy="121710"/>
          </a:xfrm>
          <a:custGeom xmlns:a="http://schemas.openxmlformats.org/drawingml/2006/main">
            <a:pathLst>
              <a:path w="125289" h="121710">
                <a:moveTo>
                  <a:pt x="118130" y="0"/>
                </a:moveTo>
                <a:lnTo>
                  <a:pt x="0" y="68014"/>
                </a:lnTo>
                <a:lnTo>
                  <a:pt x="125289" y="12171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3" name="dp43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314F83E9-CB6E-4A0C-B6D7-48BFB922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157663"/>
            <a:ext cx="323850" cy="19050"/>
          </a:xfrm>
          <a:custGeom xmlns:a="http://schemas.openxmlformats.org/drawingml/2006/main">
            <a:pathLst>
              <a:path w="323850" h="19050">
                <a:moveTo>
                  <a:pt x="0" y="190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54" name="dp43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4B3580C8-876B-4272-B9E9-EA57D9A4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4711" y="4103967"/>
            <a:ext cx="125289" cy="121710"/>
          </a:xfrm>
          <a:custGeom xmlns:a="http://schemas.openxmlformats.org/drawingml/2006/main">
            <a:pathLst>
              <a:path w="125289" h="121710">
                <a:moveTo>
                  <a:pt x="7159" y="121710"/>
                </a:moveTo>
                <a:lnTo>
                  <a:pt x="125289" y="5369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55" name="dp43-comparison / n149">
            <a:extLst xmlns:a="http://schemas.openxmlformats.org/drawingml/2006/main">
              <a:ext uri="{FF2B5EF4-FFF2-40B4-BE49-F238E27FC236}">
                <a16:creationId xmlns:a16="http://schemas.microsoft.com/office/drawing/2014/main" id="{A3AAFD48-2911-4B42-9989-49C0A0AAC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524375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56" name="dp43-comparison / n150 / text 1">
            <a:extLst xmlns:a="http://schemas.openxmlformats.org/drawingml/2006/main">
              <a:ext uri="{FF2B5EF4-FFF2-40B4-BE49-F238E27FC236}">
                <a16:creationId xmlns:a16="http://schemas.microsoft.com/office/drawing/2014/main" id="{CF627577-D441-4DE3-99B1-D5CE1EAC7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518660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Revision</a:t>
            </a:r>
          </a:p>
        </p:txBody>
      </p:sp>
      <p:sp>
        <p:nvSpPr>
          <p:cNvPr id="157" name="dp43-comparison / n150 / text 2">
            <a:extLst xmlns:a="http://schemas.openxmlformats.org/drawingml/2006/main">
              <a:ext uri="{FF2B5EF4-FFF2-40B4-BE49-F238E27FC236}">
                <a16:creationId xmlns:a16="http://schemas.microsoft.com/office/drawing/2014/main" id="{AD0FD768-8DEC-42E5-9520-8B358D21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4729163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58" name="dp43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8DA43258-4CFE-47A0-930C-36B3A4DF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9103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323850" y="1524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59" name="dp43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2D2C9E76-6D53-4A48-BA7F-2B57B1EE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487793"/>
            <a:ext cx="136272" cy="110315"/>
          </a:xfrm>
          <a:custGeom xmlns:a="http://schemas.openxmlformats.org/drawingml/2006/main">
            <a:pathLst>
              <a:path w="136272" h="110315">
                <a:moveTo>
                  <a:pt x="136272" y="0"/>
                </a:moveTo>
                <a:lnTo>
                  <a:pt x="0" y="3245"/>
                </a:lnTo>
                <a:lnTo>
                  <a:pt x="84359" y="110315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0" name="dp43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46FDEF72-0CCD-4D98-981E-BFC43999C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662488"/>
            <a:ext cx="323850" cy="152400"/>
          </a:xfrm>
          <a:custGeom xmlns:a="http://schemas.openxmlformats.org/drawingml/2006/main">
            <a:pathLst>
              <a:path w="323850" h="152400">
                <a:moveTo>
                  <a:pt x="0" y="0"/>
                </a:moveTo>
                <a:lnTo>
                  <a:pt x="323850" y="1524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1" name="dp43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526A6EB2-317A-4C28-81C0-59B0A351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03728" y="4707817"/>
            <a:ext cx="136272" cy="110315"/>
          </a:xfrm>
          <a:custGeom xmlns:a="http://schemas.openxmlformats.org/drawingml/2006/main">
            <a:pathLst>
              <a:path w="136272" h="110315">
                <a:moveTo>
                  <a:pt x="0" y="110315"/>
                </a:moveTo>
                <a:lnTo>
                  <a:pt x="136272" y="107071"/>
                </a:lnTo>
                <a:lnTo>
                  <a:pt x="51913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2" name="dp43-comparison / n155">
            <a:extLst xmlns:a="http://schemas.openxmlformats.org/drawingml/2006/main">
              <a:ext uri="{FF2B5EF4-FFF2-40B4-BE49-F238E27FC236}">
                <a16:creationId xmlns:a16="http://schemas.microsoft.com/office/drawing/2014/main" id="{C31BBDF9-24E4-4858-870A-7833EAE7F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181600"/>
            <a:ext cx="22479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7155A4"/>
            </a:solidFill>
            <a:prstDash val="solid"/>
          </a:ln>
        </p:spPr>
      </p:sp>
      <p:sp>
        <p:nvSpPr>
          <p:cNvPr id="163" name="dp43-comparison / n156 / text 1">
            <a:extLst xmlns:a="http://schemas.openxmlformats.org/drawingml/2006/main">
              <a:ext uri="{FF2B5EF4-FFF2-40B4-BE49-F238E27FC236}">
                <a16:creationId xmlns:a16="http://schemas.microsoft.com/office/drawing/2014/main" id="{ACFC4796-7308-40C5-BE8E-687FFD9CA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175885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Request Handling</a:t>
            </a:r>
          </a:p>
        </p:txBody>
      </p:sp>
      <p:sp>
        <p:nvSpPr>
          <p:cNvPr id="164" name="dp43-comparison / n156 / text 2">
            <a:extLst xmlns:a="http://schemas.openxmlformats.org/drawingml/2006/main">
              <a:ext uri="{FF2B5EF4-FFF2-40B4-BE49-F238E27FC236}">
                <a16:creationId xmlns:a16="http://schemas.microsoft.com/office/drawing/2014/main" id="{4EC18EB6-9CDD-4219-9440-D96840B5F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5725" y="5386388"/>
            <a:ext cx="20764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1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Interpreter</a:t>
            </a:r>
          </a:p>
        </p:txBody>
      </p:sp>
      <p:sp>
        <p:nvSpPr>
          <p:cNvPr id="165" name="dp43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1F3A913D-2B38-4578-B0FF-98940C7CB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323850" y="32385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66" name="dp43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9454ECD9-5429-4787-B11E-0D1FBB1BC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4976813"/>
            <a:ext cx="129316" cy="129316"/>
          </a:xfrm>
          <a:custGeom xmlns:a="http://schemas.openxmlformats.org/drawingml/2006/main">
            <a:pathLst>
              <a:path w="129316" h="129316">
                <a:moveTo>
                  <a:pt x="129316" y="43105"/>
                </a:moveTo>
                <a:lnTo>
                  <a:pt x="0" y="0"/>
                </a:lnTo>
                <a:lnTo>
                  <a:pt x="43105" y="129316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7" name="dp43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532F0AD1-053E-403D-8CC7-054108F56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16150" y="5148263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dash"/>
          </a:ln>
        </p:spPr>
      </p:sp>
      <p:sp>
        <p:nvSpPr>
          <p:cNvPr id="168" name="dp43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1C7E9FA0-176E-4AA3-9821-B45861360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10684" y="5342797"/>
            <a:ext cx="129316" cy="129316"/>
          </a:xfrm>
          <a:custGeom xmlns:a="http://schemas.openxmlformats.org/drawingml/2006/main">
            <a:pathLst>
              <a:path w="129316" h="129316">
                <a:moveTo>
                  <a:pt x="0" y="86210"/>
                </a:moveTo>
                <a:lnTo>
                  <a:pt x="129316" y="129316"/>
                </a:lnTo>
                <a:lnTo>
                  <a:pt x="862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69" name="dp43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11832A7D-B16C-4CA7-BBFE-5F7461130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3038475"/>
            <a:ext cx="1247775" cy="828675"/>
          </a:xfrm>
          <a:custGeom xmlns:a="http://schemas.openxmlformats.org/drawingml/2006/main">
            <a:pathLst>
              <a:path w="1247775" h="828675">
                <a:moveTo>
                  <a:pt x="1104900" y="0"/>
                </a:moveTo>
                <a:lnTo>
                  <a:pt x="1104900" y="266700"/>
                </a:lnTo>
                <a:lnTo>
                  <a:pt x="1247775" y="266700"/>
                </a:lnTo>
                <a:lnTo>
                  <a:pt x="1247775" y="781050"/>
                </a:lnTo>
                <a:lnTo>
                  <a:pt x="0" y="781050"/>
                </a:lnTo>
                <a:lnTo>
                  <a:pt x="0" y="8286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0" name="dp43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BB394956-EA8B-4C59-80DE-4A36ABF02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3745230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1" name="dp43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35CC6DA9-A9AF-46E2-9F47-F70C5A14B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73150" y="5286375"/>
            <a:ext cx="953" cy="114300"/>
          </a:xfrm>
          <a:custGeom xmlns:a="http://schemas.openxmlformats.org/drawingml/2006/main">
            <a:pathLst>
              <a:path w="953" h="114300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72" name="dp43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46A6F153-F5A2-4583-899B-AADCD09D3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2190" y="527875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73" name="dp43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FF8E0F4B-EE69-4E97-8DCB-D347C5497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038475"/>
            <a:ext cx="7791450" cy="742950"/>
          </a:xfrm>
          <a:custGeom xmlns:a="http://schemas.openxmlformats.org/drawingml/2006/main">
            <a:pathLst>
              <a:path w="7791450" h="742950">
                <a:moveTo>
                  <a:pt x="0" y="742950"/>
                </a:moveTo>
                <a:lnTo>
                  <a:pt x="7791450" y="742950"/>
                </a:lnTo>
                <a:lnTo>
                  <a:pt x="7791450" y="266700"/>
                </a:lnTo>
                <a:lnTo>
                  <a:pt x="6743700" y="266700"/>
                </a:lnTo>
                <a:lnTo>
                  <a:pt x="67437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4" name="dp43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4E38E536-2F6C-46AB-921F-9BE270CD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840" y="303847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121920" y="121920"/>
                </a:moveTo>
                <a:lnTo>
                  <a:pt x="60960" y="0"/>
                </a:lnTo>
                <a:lnTo>
                  <a:pt x="0" y="12192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75" name="dp43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D8F89FFC-2A95-4D82-8CA9-0967A01A9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290513"/>
          </a:xfrm>
          <a:custGeom xmlns:a="http://schemas.openxmlformats.org/drawingml/2006/main">
            <a:pathLst>
              <a:path w="95250" h="290513">
                <a:moveTo>
                  <a:pt x="95250" y="290513"/>
                </a:moveTo>
                <a:lnTo>
                  <a:pt x="0" y="29051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6" name="dp43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D8140C1-B48E-43FF-A552-1DA30502B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947738"/>
          </a:xfrm>
          <a:custGeom xmlns:a="http://schemas.openxmlformats.org/drawingml/2006/main">
            <a:pathLst>
              <a:path w="95250" h="947738">
                <a:moveTo>
                  <a:pt x="95250" y="947738"/>
                </a:moveTo>
                <a:lnTo>
                  <a:pt x="0" y="94773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7" name="dp43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F4CEE623-C57E-4AF1-85A7-2930CF9C8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3781425"/>
            <a:ext cx="95250" cy="1604963"/>
          </a:xfrm>
          <a:custGeom xmlns:a="http://schemas.openxmlformats.org/drawingml/2006/main">
            <a:pathLst>
              <a:path w="95250" h="1604963">
                <a:moveTo>
                  <a:pt x="95250" y="1604963"/>
                </a:moveTo>
                <a:lnTo>
                  <a:pt x="0" y="160496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8" name="dp43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EC65135F-7E7B-4CAD-97A9-2705C9110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290513"/>
          </a:xfrm>
          <a:custGeom xmlns:a="http://schemas.openxmlformats.org/drawingml/2006/main">
            <a:pathLst>
              <a:path w="247650" h="290513">
                <a:moveTo>
                  <a:pt x="0" y="290513"/>
                </a:moveTo>
                <a:lnTo>
                  <a:pt x="247650" y="29051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79" name="dp43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66D238D6-71A8-42B3-B24B-15377B1BB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947738"/>
          </a:xfrm>
          <a:custGeom xmlns:a="http://schemas.openxmlformats.org/drawingml/2006/main">
            <a:pathLst>
              <a:path w="247650" h="947738">
                <a:moveTo>
                  <a:pt x="0" y="947738"/>
                </a:moveTo>
                <a:lnTo>
                  <a:pt x="247650" y="947738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0" name="dp43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DF716265-7603-4D47-9892-897E68234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87900" y="3781425"/>
            <a:ext cx="247650" cy="1604963"/>
          </a:xfrm>
          <a:custGeom xmlns:a="http://schemas.openxmlformats.org/drawingml/2006/main">
            <a:pathLst>
              <a:path w="247650" h="1604963">
                <a:moveTo>
                  <a:pt x="0" y="1604963"/>
                </a:moveTo>
                <a:lnTo>
                  <a:pt x="247650" y="1604963"/>
                </a:lnTo>
                <a:lnTo>
                  <a:pt x="2476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81" name="dp43-comparison / n176">
            <a:extLst xmlns:a="http://schemas.openxmlformats.org/drawingml/2006/main">
              <a:ext uri="{FF2B5EF4-FFF2-40B4-BE49-F238E27FC236}">
                <a16:creationId xmlns:a16="http://schemas.microsoft.com/office/drawing/2014/main" id="{EC9D7430-69A4-4329-BCFB-C90F0667A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524625"/>
            <a:ext cx="238125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2" name="dp43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E84B7F46-1C71-463E-8520-B544E8BB5A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1725" y="6598920"/>
            <a:ext cx="220980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3-comparison / n178">
            <a:extLst xmlns:a="http://schemas.openxmlformats.org/drawingml/2006/main">
              <a:ext uri="{FF2B5EF4-FFF2-40B4-BE49-F238E27FC236}">
                <a16:creationId xmlns:a16="http://schemas.microsoft.com/office/drawing/2014/main" id="{ADFA0084-9562-4C8B-BD10-A2C4F545F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6505575"/>
            <a:ext cx="2190750" cy="40957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7DE"/>
          </a:solidFill>
          <a:ln xmlns:a="http://schemas.openxmlformats.org/drawingml/2006/main" w="16193">
            <a:solidFill>
              <a:srgbClr val="5F6B77"/>
            </a:solidFill>
            <a:prstDash val="solid"/>
          </a:ln>
        </p:spPr>
      </p:sp>
      <p:sp>
        <p:nvSpPr>
          <p:cNvPr id="184" name="dp43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B7C94E47-186B-4CA6-9F89-F5EBA3DB1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6667500"/>
            <a:ext cx="20193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85" name="dp43-comparison / n180">
            <a:extLst xmlns:a="http://schemas.openxmlformats.org/drawingml/2006/main">
              <a:ext uri="{FF2B5EF4-FFF2-40B4-BE49-F238E27FC236}">
                <a16:creationId xmlns:a16="http://schemas.microsoft.com/office/drawing/2014/main" id="{3586183D-34A0-4034-9394-BB7E79CE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8625" y="6524625"/>
            <a:ext cx="1981200" cy="371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18232E"/>
            </a:solidFill>
            <a:prstDash val="solid"/>
          </a:ln>
        </p:spPr>
      </p:sp>
      <p:sp>
        <p:nvSpPr>
          <p:cNvPr id="186" name="dp43-comparison / n181 / text 1">
            <a:extLst xmlns:a="http://schemas.openxmlformats.org/drawingml/2006/main">
              <a:ext uri="{FF2B5EF4-FFF2-40B4-BE49-F238E27FC236}">
                <a16:creationId xmlns:a16="http://schemas.microsoft.com/office/drawing/2014/main" id="{258DBB81-A3B2-4749-8E29-3C8D6448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54350" y="6598920"/>
            <a:ext cx="1809750" cy="24860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5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87" name="dp43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38369DCC-FCBE-4208-9C5E-E47DECAB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810250"/>
            <a:ext cx="2676525" cy="714375"/>
          </a:xfrm>
          <a:custGeom xmlns:a="http://schemas.openxmlformats.org/drawingml/2006/main">
            <a:pathLst>
              <a:path w="2676525" h="714375">
                <a:moveTo>
                  <a:pt x="2676525" y="0"/>
                </a:moveTo>
                <a:lnTo>
                  <a:pt x="2676525" y="647700"/>
                </a:lnTo>
                <a:lnTo>
                  <a:pt x="0" y="647700"/>
                </a:lnTo>
                <a:lnTo>
                  <a:pt x="0" y="714375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88" name="dp43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A2140425-C394-45E7-9511-29D57771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35665" y="6402705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0"/>
                </a:moveTo>
                <a:lnTo>
                  <a:pt x="60960" y="121920"/>
                </a:lnTo>
                <a:lnTo>
                  <a:pt x="12192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89" name="dp43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AAB31991-86FC-42EA-8420-761CCC44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448425"/>
            <a:ext cx="3381375" cy="261938"/>
          </a:xfrm>
          <a:custGeom xmlns:a="http://schemas.openxmlformats.org/drawingml/2006/main">
            <a:pathLst>
              <a:path w="3381375" h="261938">
                <a:moveTo>
                  <a:pt x="3381375" y="261938"/>
                </a:moveTo>
                <a:lnTo>
                  <a:pt x="3181350" y="257175"/>
                </a:lnTo>
                <a:lnTo>
                  <a:pt x="3181350" y="0"/>
                </a:lnTo>
                <a:lnTo>
                  <a:pt x="180975" y="0"/>
                </a:lnTo>
                <a:lnTo>
                  <a:pt x="180975" y="257175"/>
                </a:lnTo>
                <a:lnTo>
                  <a:pt x="0" y="261938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5F6B77"/>
            </a:solidFill>
            <a:prstDash val="dash"/>
          </a:ln>
        </p:spPr>
      </p:sp>
      <p:sp>
        <p:nvSpPr>
          <p:cNvPr id="190" name="dp43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3F9E69EB-2E8F-40DE-A6BB-EA5CFC00E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646216"/>
            <a:ext cx="123481" cy="121878"/>
          </a:xfrm>
          <a:custGeom xmlns:a="http://schemas.openxmlformats.org/drawingml/2006/main">
            <a:pathLst>
              <a:path w="123481" h="121878">
                <a:moveTo>
                  <a:pt x="120274" y="0"/>
                </a:moveTo>
                <a:lnTo>
                  <a:pt x="0" y="64146"/>
                </a:lnTo>
                <a:lnTo>
                  <a:pt x="123481" y="121878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5F6B77"/>
            </a:solidFill>
            <a:prstDash val="solid"/>
          </a:ln>
        </p:spPr>
      </p:sp>
      <p:sp>
        <p:nvSpPr>
          <p:cNvPr id="191" name="dp43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CB0F4FFF-5222-4E6D-A1D4-7BD64F41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0363"/>
            <a:ext cx="619125" cy="953"/>
          </a:xfrm>
          <a:custGeom xmlns:a="http://schemas.openxmlformats.org/drawingml/2006/main">
            <a:pathLst>
              <a:path w="619125" h="953">
                <a:moveTo>
                  <a:pt x="0" y="0"/>
                </a:moveTo>
                <a:lnTo>
                  <a:pt x="6191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7155A4"/>
            </a:solidFill>
            <a:prstDash val="solid"/>
          </a:ln>
        </p:spPr>
      </p:sp>
      <p:sp>
        <p:nvSpPr>
          <p:cNvPr id="192" name="dp43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A3AEEAD9-ADC0-4F66-B92F-87840BA21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84455" y="6649403"/>
            <a:ext cx="121920" cy="121920"/>
          </a:xfrm>
          <a:custGeom xmlns:a="http://schemas.openxmlformats.org/drawingml/2006/main">
            <a:pathLst>
              <a:path w="121920" h="121920">
                <a:moveTo>
                  <a:pt x="0" y="121920"/>
                </a:moveTo>
                <a:lnTo>
                  <a:pt x="121920" y="6096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4384">
            <a:solidFill>
              <a:srgbClr val="7155A4"/>
            </a:solidFill>
            <a:prstDash val="solid"/>
          </a:ln>
        </p:spPr>
      </p:sp>
      <p:sp>
        <p:nvSpPr>
          <p:cNvPr id="193" name="dp43-comparison / n110">
            <a:extLst xmlns:a="http://schemas.openxmlformats.org/drawingml/2006/main">
              <a:ext uri="{FF2B5EF4-FFF2-40B4-BE49-F238E27FC236}">
                <a16:creationId xmlns:a16="http://schemas.microsoft.com/office/drawing/2014/main" id="{5BF7B637-95D8-42F2-8FC0-86AECCBFF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400300"/>
            <a:ext cx="2534222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dp43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6179AFB0-002D-48BE-9B4A-01FC8A8C7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09825"/>
            <a:ext cx="2667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확정 User Turn / 새 Request</a:t>
            </a:r>
          </a:p>
        </p:txBody>
      </p:sp>
      <p:sp>
        <p:nvSpPr>
          <p:cNvPr id="195" name="dp43-comparison / n112">
            <a:extLst xmlns:a="http://schemas.openxmlformats.org/drawingml/2006/main">
              <a:ext uri="{FF2B5EF4-FFF2-40B4-BE49-F238E27FC236}">
                <a16:creationId xmlns:a16="http://schemas.microsoft.com/office/drawing/2014/main" id="{C57F2B19-AD0D-48A8-A6B5-EFE442CBE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78150" y="3076575"/>
            <a:ext cx="203835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dp43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A9E2D10-AC9C-44CB-A7CC-1208AC9E4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97200" y="3086100"/>
            <a:ext cx="2000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공유 Omni 1벌 / 역할별 KV</a:t>
            </a:r>
          </a:p>
        </p:txBody>
      </p:sp>
      <p:sp>
        <p:nvSpPr>
          <p:cNvPr id="197" name="dp43-comparison / n115">
            <a:extLst xmlns:a="http://schemas.openxmlformats.org/drawingml/2006/main">
              <a:ext uri="{FF2B5EF4-FFF2-40B4-BE49-F238E27FC236}">
                <a16:creationId xmlns:a16="http://schemas.microsoft.com/office/drawing/2014/main" id="{3DBA6E91-7D18-444A-9CCA-DA2E0D6B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25" y="2438400"/>
            <a:ext cx="38100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dp43-comparison / n116 / text 1">
            <a:extLst xmlns:a="http://schemas.openxmlformats.org/drawingml/2006/main">
              <a:ext uri="{FF2B5EF4-FFF2-40B4-BE49-F238E27FC236}">
                <a16:creationId xmlns:a16="http://schemas.microsoft.com/office/drawing/2014/main" id="{563110E6-6997-4CB6-B6C3-8140043BD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58675" y="2447925"/>
            <a:ext cx="12382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원문</a:t>
            </a:r>
          </a:p>
        </p:txBody>
      </p:sp>
      <p:sp>
        <p:nvSpPr>
          <p:cNvPr id="199" name="dp43-comparison / n117">
            <a:extLst xmlns:a="http://schemas.openxmlformats.org/drawingml/2006/main">
              <a:ext uri="{FF2B5EF4-FFF2-40B4-BE49-F238E27FC236}">
                <a16:creationId xmlns:a16="http://schemas.microsoft.com/office/drawing/2014/main" id="{5606C0E0-F464-441D-B4D3-A904A3859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3095625"/>
            <a:ext cx="4983480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dp43-comparison / n118 / text 1">
            <a:extLst xmlns:a="http://schemas.openxmlformats.org/drawingml/2006/main">
              <a:ext uri="{FF2B5EF4-FFF2-40B4-BE49-F238E27FC236}">
                <a16:creationId xmlns:a16="http://schemas.microsoft.com/office/drawing/2014/main" id="{1DEB4651-D156-4202-BFDF-9146684F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3105150"/>
            <a:ext cx="5334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공통 읽기: Context Manager 정보 / Task Manager의 Task 후보</a:t>
            </a:r>
          </a:p>
        </p:txBody>
      </p:sp>
      <p:sp>
        <p:nvSpPr>
          <p:cNvPr id="201" name="dp43-comparison / n127">
            <a:extLst xmlns:a="http://schemas.openxmlformats.org/drawingml/2006/main">
              <a:ext uri="{FF2B5EF4-FFF2-40B4-BE49-F238E27FC236}">
                <a16:creationId xmlns:a16="http://schemas.microsoft.com/office/drawing/2014/main" id="{0CB094A4-10E8-47BF-A91B-19FBA83A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dp43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D8718DC4-A74F-4D96-B6AC-F6F4B5AC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F1 목표와 완료 조건</a:t>
            </a:r>
          </a:p>
        </p:txBody>
      </p:sp>
      <p:sp>
        <p:nvSpPr>
          <p:cNvPr id="203" name="dp43-comparison / n133">
            <a:extLst xmlns:a="http://schemas.openxmlformats.org/drawingml/2006/main">
              <a:ext uri="{FF2B5EF4-FFF2-40B4-BE49-F238E27FC236}">
                <a16:creationId xmlns:a16="http://schemas.microsoft.com/office/drawing/2014/main" id="{0206A143-F489-4125-AC2E-3C9BCC52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943475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dp43-comparison / n134 / text 1">
            <a:extLst xmlns:a="http://schemas.openxmlformats.org/drawingml/2006/main">
              <a:ext uri="{FF2B5EF4-FFF2-40B4-BE49-F238E27FC236}">
                <a16:creationId xmlns:a16="http://schemas.microsoft.com/office/drawing/2014/main" id="{4DE280D3-790B-47F4-A9A3-B622D8C9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F2 표와 결론의 범위</a:t>
            </a:r>
          </a:p>
        </p:txBody>
      </p:sp>
      <p:sp>
        <p:nvSpPr>
          <p:cNvPr id="205" name="dp43-comparison / n139">
            <a:extLst xmlns:a="http://schemas.openxmlformats.org/drawingml/2006/main">
              <a:ext uri="{FF2B5EF4-FFF2-40B4-BE49-F238E27FC236}">
                <a16:creationId xmlns:a16="http://schemas.microsoft.com/office/drawing/2014/main" id="{1AE7C213-25E0-4BB3-AD1C-784CFCF2B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600700"/>
            <a:ext cx="226790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dp43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994D3F8D-64A3-48BA-B9C8-C05F7D7DE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F3 Conversation / Task 연결</a:t>
            </a:r>
          </a:p>
        </p:txBody>
      </p:sp>
      <p:sp>
        <p:nvSpPr>
          <p:cNvPr id="207" name="dp43-comparison / n145">
            <a:extLst xmlns:a="http://schemas.openxmlformats.org/drawingml/2006/main">
              <a:ext uri="{FF2B5EF4-FFF2-40B4-BE49-F238E27FC236}">
                <a16:creationId xmlns:a16="http://schemas.microsoft.com/office/drawing/2014/main" id="{29EE287A-1927-4DF4-BE2D-E749B8C17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286250"/>
            <a:ext cx="149066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dp43-comparison / n146 / text 1">
            <a:extLst xmlns:a="http://schemas.openxmlformats.org/drawingml/2006/main">
              <a:ext uri="{FF2B5EF4-FFF2-40B4-BE49-F238E27FC236}">
                <a16:creationId xmlns:a16="http://schemas.microsoft.com/office/drawing/2014/main" id="{B9393457-BFAC-4599-9B88-B38755043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29577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F4 조건과 의존 관계</a:t>
            </a:r>
          </a:p>
        </p:txBody>
      </p:sp>
      <p:sp>
        <p:nvSpPr>
          <p:cNvPr id="209" name="dp43-comparison / n151">
            <a:extLst xmlns:a="http://schemas.openxmlformats.org/drawingml/2006/main">
              <a:ext uri="{FF2B5EF4-FFF2-40B4-BE49-F238E27FC236}">
                <a16:creationId xmlns:a16="http://schemas.microsoft.com/office/drawing/2014/main" id="{DEB2D5B8-E61E-44C4-A450-102E248AC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4943475"/>
            <a:ext cx="170211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dp43-comparison / n152 / text 1">
            <a:extLst xmlns:a="http://schemas.openxmlformats.org/drawingml/2006/main">
              <a:ext uri="{FF2B5EF4-FFF2-40B4-BE49-F238E27FC236}">
                <a16:creationId xmlns:a16="http://schemas.microsoft.com/office/drawing/2014/main" id="{8EDC3C68-77C8-4464-A3C1-B0DBC13F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4953000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F5 PDF 유지 / 결론→표</a:t>
            </a:r>
          </a:p>
        </p:txBody>
      </p:sp>
      <p:sp>
        <p:nvSpPr>
          <p:cNvPr id="211" name="dp43-comparison / n157">
            <a:extLst xmlns:a="http://schemas.openxmlformats.org/drawingml/2006/main">
              <a:ext uri="{FF2B5EF4-FFF2-40B4-BE49-F238E27FC236}">
                <a16:creationId xmlns:a16="http://schemas.microsoft.com/office/drawing/2014/main" id="{522AB7C5-99BD-42B7-AE47-9D8FE7446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20950" y="5600700"/>
            <a:ext cx="2222183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dp43-comparison / n158 / text 1">
            <a:extLst xmlns:a="http://schemas.openxmlformats.org/drawingml/2006/main">
              <a:ext uri="{FF2B5EF4-FFF2-40B4-BE49-F238E27FC236}">
                <a16:creationId xmlns:a16="http://schemas.microsoft.com/office/drawing/2014/main" id="{274F2B68-E1C3-415F-8C9A-927B82CC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0" y="5610225"/>
            <a:ext cx="230505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F6 Delegation / 질문 / 대기</a:t>
            </a:r>
          </a:p>
        </p:txBody>
      </p:sp>
      <p:sp>
        <p:nvSpPr>
          <p:cNvPr id="213" name="dp43-comparison / n170">
            <a:extLst xmlns:a="http://schemas.openxmlformats.org/drawingml/2006/main">
              <a:ext uri="{FF2B5EF4-FFF2-40B4-BE49-F238E27FC236}">
                <a16:creationId xmlns:a16="http://schemas.microsoft.com/office/drawing/2014/main" id="{1A7133C1-047A-4C74-A088-0077A31EE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3475" y="3514725"/>
            <a:ext cx="26422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dp43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1DFD8BEC-2BFA-4EF1-8CB7-A75F2B6A9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2525" y="3524250"/>
            <a:ext cx="4962525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각 F1~F6 생산자의 모델 호출 / 반환</a:t>
            </a:r>
          </a:p>
        </p:txBody>
      </p:sp>
      <p:sp>
        <p:nvSpPr>
          <p:cNvPr id="215" name="dp43-comparison / n172">
            <a:extLst xmlns:a="http://schemas.openxmlformats.org/drawingml/2006/main">
              <a:ext uri="{FF2B5EF4-FFF2-40B4-BE49-F238E27FC236}">
                <a16:creationId xmlns:a16="http://schemas.microsoft.com/office/drawing/2014/main" id="{6EEA0E10-4BF6-46C9-BDA7-DAAAFBAC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5810250"/>
            <a:ext cx="546201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dp43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9AA1218F-3BD5-4205-B344-BB99DB38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5819775"/>
            <a:ext cx="75057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실선 제안 / 점선 원생산자 재판단 / Coordinator의 의미 덮어쓰기 금지</a:t>
            </a:r>
          </a:p>
        </p:txBody>
      </p:sp>
      <p:sp>
        <p:nvSpPr>
          <p:cNvPr id="217" name="dp43-comparison / n174">
            <a:extLst xmlns:a="http://schemas.openxmlformats.org/drawingml/2006/main">
              <a:ext uri="{FF2B5EF4-FFF2-40B4-BE49-F238E27FC236}">
                <a16:creationId xmlns:a16="http://schemas.microsoft.com/office/drawing/2014/main" id="{EB4FE2E7-F0FA-4DDA-9890-93BF56397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6475" y="6000750"/>
            <a:ext cx="6465760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dp43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33ED3341-4954-485D-B45F-E41D8D7A9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5525" y="6010275"/>
            <a:ext cx="77152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7155A4"/>
                </a:solidFill>
                <a:latin typeface="Apple SD Gothic Neo"/>
                <a:ea typeface="Apple SD Gothic Neo"/>
                <a:cs typeface="Apple SD Gothic Neo"/>
              </a:rPr>
              <a:t>정정: F2와 F5 재판단 → F4 갱신 / Task Association은 입력 전제가 아닌 결과</a:t>
            </a:r>
          </a:p>
        </p:txBody>
      </p:sp>
      <p:sp>
        <p:nvSpPr>
          <p:cNvPr id="219" name="dp43-comparison / n185">
            <a:extLst xmlns:a="http://schemas.openxmlformats.org/drawingml/2006/main">
              <a:ext uri="{FF2B5EF4-FFF2-40B4-BE49-F238E27FC236}">
                <a16:creationId xmlns:a16="http://schemas.microsoft.com/office/drawing/2014/main" id="{3B982A6B-7C0C-42B5-809C-47D78D15A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6325" y="6200775"/>
            <a:ext cx="3584448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dp43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7D3B0A5-C969-4FF1-90AE-1F1E2537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25375" y="6210300"/>
            <a:ext cx="5029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현재 검사: 입력 / 정보 / Task / 질문 / 권한</a:t>
            </a:r>
          </a:p>
        </p:txBody>
      </p:sp>
      <p:sp>
        <p:nvSpPr>
          <p:cNvPr id="221" name="dp43-comparison / n187">
            <a:extLst xmlns:a="http://schemas.openxmlformats.org/drawingml/2006/main">
              <a:ext uri="{FF2B5EF4-FFF2-40B4-BE49-F238E27FC236}">
                <a16:creationId xmlns:a16="http://schemas.microsoft.com/office/drawing/2014/main" id="{73A08D40-A949-4080-9F23-8B3411ABD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82575" y="6981825"/>
            <a:ext cx="3221736" cy="2019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dp43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DE79E92F-7E9A-4F4C-A585-E47D39459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01625" y="6991350"/>
            <a:ext cx="44005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의미와 질문 / 임시 해석 상태와 별도</a:t>
            </a:r>
          </a:p>
        </p:txBody>
      </p:sp>
      <p:sp>
        <p:nvSpPr>
          <p:cNvPr id="223" name="dp43-comparison / n189">
            <a:extLst xmlns:a="http://schemas.openxmlformats.org/drawingml/2006/main">
              <a:ext uri="{FF2B5EF4-FFF2-40B4-BE49-F238E27FC236}">
                <a16:creationId xmlns:a16="http://schemas.microsoft.com/office/drawing/2014/main" id="{AD9C5857-4B7D-452B-A6C8-AD439C37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200900"/>
            <a:ext cx="7323963" cy="2133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dp43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713AD57F-97FD-42F2-B02E-68334EBCB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210425"/>
            <a:ext cx="76962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채택 후: Response Manager → Interaction Manager / Task Manager → Agent Gateway</a:t>
            </a:r>
          </a:p>
        </p:txBody>
      </p:sp>
      <p:sp>
        <p:nvSpPr>
          <p:cNvPr id="225" name="dp43-comparison / n191">
            <a:extLst xmlns:a="http://schemas.openxmlformats.org/drawingml/2006/main">
              <a:ext uri="{FF2B5EF4-FFF2-40B4-BE49-F238E27FC236}">
                <a16:creationId xmlns:a16="http://schemas.microsoft.com/office/drawing/2014/main" id="{CE6E102E-58A3-44F2-8425-F561801FD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7391400"/>
            <a:ext cx="6056376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dp43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E027D8D3-5B20-4614-B0FC-06E3A32D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7400925"/>
            <a:ext cx="76962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확인 질문의 실제 전달과 새 답변 / Downstream Agent 접수와 결과의 별도 확인</a:t>
            </a:r>
          </a:p>
        </p:txBody>
      </p:sp>
    </p:spTree>
    <p:extLst>
      <p:ext uri="{BB962C8B-B14F-4D97-AF65-F5344CB8AC3E}">
        <p14:creationId xmlns:p14="http://schemas.microsoft.com/office/powerpoint/2010/main" val="754007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0" name="dp44-comparison / n1">
            <a:extLst xmlns:a="http://schemas.openxmlformats.org/drawingml/2006/main">
              <a:ext uri="{FF2B5EF4-FFF2-40B4-BE49-F238E27FC236}">
                <a16:creationId xmlns:a16="http://schemas.microsoft.com/office/drawing/2014/main" id="{788EFA4E-9AF6-485D-887C-BA63A43E1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4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F8554AE7-A5AE-476B-A8B4-7156C70B9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4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018CA00C-2C3A-456C-A770-06C29538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4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53DF4DAA-0EC0-4388-AE23-DB39E1734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04-44. 반응성을 위한 VIA 지속 입력과 Response 전달 설계</a:t>
            </a:r>
          </a:p>
        </p:txBody>
      </p:sp>
      <p:sp>
        <p:nvSpPr>
          <p:cNvPr id="5" name="dp44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CF93C23C-FE6D-4895-A7C1-CAF1EAD0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4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C7ED7FCA-953A-426F-AA4E-1454C4438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66825"/>
            <a:ext cx="1457325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보고서 설명 도중 새 발화와 메일 질문 도착 / 표 설명 후 메일 질문 전달</a:t>
            </a:r>
          </a:p>
        </p:txBody>
      </p:sp>
      <p:sp>
        <p:nvSpPr>
          <p:cNvPr id="7" name="dp44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040AB983-5C53-406C-8389-7111EB2F0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0" y="1381125"/>
            <a:ext cx="2762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B63732"/>
                </a:solidFill>
                <a:latin typeface="Apple SD Gothic Neo"/>
                <a:ea typeface="Apple SD Gothic Neo"/>
                <a:cs typeface="Apple SD Gothic Neo"/>
              </a:rPr>
              <a:t>수치와 점수 / 예상 예시</a:t>
            </a:r>
          </a:p>
        </p:txBody>
      </p:sp>
      <p:sp>
        <p:nvSpPr>
          <p:cNvPr id="8" name="dp44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6C29B3A7-3CBC-425F-9C10-EBAB08F83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45732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양안 공통: Agent Gateway ↔ Downstream Agent / Model Access ↔ 공유 Omni 1벌</a:t>
            </a:r>
          </a:p>
        </p:txBody>
      </p:sp>
      <p:sp>
        <p:nvSpPr>
          <p:cNvPr id="9" name="dp44-comparison / n9">
            <a:extLst xmlns:a="http://schemas.openxmlformats.org/drawingml/2006/main">
              <a:ext uri="{FF2B5EF4-FFF2-40B4-BE49-F238E27FC236}">
                <a16:creationId xmlns:a16="http://schemas.microsoft.com/office/drawing/2014/main" id="{14A7B9D9-7C6E-4EAA-9CD9-EEFA484E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790700"/>
            <a:ext cx="175260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7C7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0" name="dp44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0AE0A381-350E-4D90-927B-E1CCA9758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952625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설계안</a:t>
            </a:r>
          </a:p>
        </p:txBody>
      </p:sp>
      <p:sp>
        <p:nvSpPr>
          <p:cNvPr id="11" name="dp44-comparison / n11">
            <a:extLst xmlns:a="http://schemas.openxmlformats.org/drawingml/2006/main">
              <a:ext uri="{FF2B5EF4-FFF2-40B4-BE49-F238E27FC236}">
                <a16:creationId xmlns:a16="http://schemas.microsoft.com/office/drawing/2014/main" id="{D21D6755-3505-4558-894A-F94785404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314575"/>
            <a:ext cx="17526000" cy="5257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2" name="dp44-comparison / n12 / text 1">
            <a:extLst xmlns:a="http://schemas.openxmlformats.org/drawingml/2006/main">
              <a:ext uri="{FF2B5EF4-FFF2-40B4-BE49-F238E27FC236}">
                <a16:creationId xmlns:a16="http://schemas.microsoft.com/office/drawing/2014/main" id="{25C0D88E-BEA6-44C9-A8BD-8060283F2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24765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구조</a:t>
            </a:r>
          </a:p>
        </p:txBody>
      </p:sp>
      <p:sp>
        <p:nvSpPr>
          <p:cNvPr id="13" name="dp44-comparison / n13">
            <a:extLst xmlns:a="http://schemas.openxmlformats.org/drawingml/2006/main">
              <a:ext uri="{FF2B5EF4-FFF2-40B4-BE49-F238E27FC236}">
                <a16:creationId xmlns:a16="http://schemas.microsoft.com/office/drawing/2014/main" id="{820CE3B0-49C4-45EE-BF77-1404E6902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572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4" name="dp44-comparison / n14 / text 1">
            <a:extLst xmlns:a="http://schemas.openxmlformats.org/drawingml/2006/main">
              <a:ext uri="{FF2B5EF4-FFF2-40B4-BE49-F238E27FC236}">
                <a16:creationId xmlns:a16="http://schemas.microsoft.com/office/drawing/2014/main" id="{497A6692-ED0F-4BBE-B899-07D2BB5A1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7734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장점</a:t>
            </a:r>
          </a:p>
        </p:txBody>
      </p:sp>
      <p:sp>
        <p:nvSpPr>
          <p:cNvPr id="15" name="dp44-comparison / n15">
            <a:extLst xmlns:a="http://schemas.openxmlformats.org/drawingml/2006/main">
              <a:ext uri="{FF2B5EF4-FFF2-40B4-BE49-F238E27FC236}">
                <a16:creationId xmlns:a16="http://schemas.microsoft.com/office/drawing/2014/main" id="{43D72EAE-3C2B-4CEF-B8CC-A2535CEF5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334375"/>
            <a:ext cx="175260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6" name="dp44-comparison / n16 / text 1">
            <a:extLst xmlns:a="http://schemas.openxmlformats.org/drawingml/2006/main">
              <a:ext uri="{FF2B5EF4-FFF2-40B4-BE49-F238E27FC236}">
                <a16:creationId xmlns:a16="http://schemas.microsoft.com/office/drawing/2014/main" id="{98DA1BA8-7392-4153-8666-1A180F8C4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8496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단점</a:t>
            </a:r>
          </a:p>
        </p:txBody>
      </p:sp>
      <p:sp>
        <p:nvSpPr>
          <p:cNvPr id="17" name="dp44-comparison / n17">
            <a:extLst xmlns:a="http://schemas.openxmlformats.org/drawingml/2006/main">
              <a:ext uri="{FF2B5EF4-FFF2-40B4-BE49-F238E27FC236}">
                <a16:creationId xmlns:a16="http://schemas.microsoft.com/office/drawing/2014/main" id="{F35FC223-790F-4CB9-88CD-B3BEC449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96375"/>
            <a:ext cx="17526000" cy="904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DD6DE"/>
            </a:solidFill>
            <a:prstDash val="solid"/>
          </a:ln>
        </p:spPr>
      </p:sp>
      <p:sp>
        <p:nvSpPr>
          <p:cNvPr id="18" name="dp44-comparison / n18 / text 1">
            <a:extLst xmlns:a="http://schemas.openxmlformats.org/drawingml/2006/main">
              <a:ext uri="{FF2B5EF4-FFF2-40B4-BE49-F238E27FC236}">
                <a16:creationId xmlns:a16="http://schemas.microsoft.com/office/drawing/2014/main" id="{4B4E64AD-F44E-479A-AF81-02159F46A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25830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QA</a:t>
            </a:r>
          </a:p>
        </p:txBody>
      </p:sp>
      <p:sp>
        <p:nvSpPr>
          <p:cNvPr id="19" name="dp44-comparison / n18 / text 2">
            <a:extLst xmlns:a="http://schemas.openxmlformats.org/drawingml/2006/main">
              <a:ext uri="{FF2B5EF4-FFF2-40B4-BE49-F238E27FC236}">
                <a16:creationId xmlns:a16="http://schemas.microsoft.com/office/drawing/2014/main" id="{CA78E046-E494-4E75-8013-3C41BDB9C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9505950"/>
            <a:ext cx="93345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Trade-off</a:t>
            </a:r>
          </a:p>
        </p:txBody>
      </p:sp>
      <p:sp>
        <p:nvSpPr>
          <p:cNvPr id="20" name="dp44-comparison / n19 / path">
            <a:extLst xmlns:a="http://schemas.openxmlformats.org/drawingml/2006/main">
              <a:ext uri="{FF2B5EF4-FFF2-40B4-BE49-F238E27FC236}">
                <a16:creationId xmlns:a16="http://schemas.microsoft.com/office/drawing/2014/main" id="{997EFA5B-3DF4-4941-8DFA-831B2C22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1" name="dp44-comparison / n20 / path">
            <a:extLst xmlns:a="http://schemas.openxmlformats.org/drawingml/2006/main">
              <a:ext uri="{FF2B5EF4-FFF2-40B4-BE49-F238E27FC236}">
                <a16:creationId xmlns:a16="http://schemas.microsoft.com/office/drawing/2014/main" id="{B5D161F6-5AE6-4EAF-B8B3-CCC0ED82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790700"/>
            <a:ext cx="953" cy="8210550"/>
          </a:xfrm>
          <a:custGeom xmlns:a="http://schemas.openxmlformats.org/drawingml/2006/main">
            <a:pathLst>
              <a:path w="953" h="8210550">
                <a:moveTo>
                  <a:pt x="0" y="0"/>
                </a:moveTo>
                <a:lnTo>
                  <a:pt x="0" y="821055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22" name="dp44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5B5671BF-7AB4-418F-B29C-9AFCB9C11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중앙 조정 방식</a:t>
            </a:r>
          </a:p>
        </p:txBody>
      </p:sp>
      <p:sp>
        <p:nvSpPr>
          <p:cNvPr id="23" name="dp44-comparison / n22 / text 1">
            <a:extLst xmlns:a="http://schemas.openxmlformats.org/drawingml/2006/main">
              <a:ext uri="{FF2B5EF4-FFF2-40B4-BE49-F238E27FC236}">
                <a16:creationId xmlns:a16="http://schemas.microsoft.com/office/drawing/2014/main" id="{70D82D02-AA98-4D5D-91AC-445B43C5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중앙 비동기 Orchestration</a:t>
            </a:r>
          </a:p>
        </p:txBody>
      </p:sp>
      <p:sp>
        <p:nvSpPr>
          <p:cNvPr id="24" name="dp44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6471CF54-4B6A-40BA-B26A-DBA281AA4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집중된 실행 상태로 전체 메모리 13.3 GB (메모리 효율성 ↑)</a:t>
            </a:r>
          </a:p>
        </p:txBody>
      </p:sp>
      <p:sp>
        <p:nvSpPr>
          <p:cNvPr id="25" name="dp44-comparison / n24 / text 1">
            <a:extLst xmlns:a="http://schemas.openxmlformats.org/drawingml/2006/main">
              <a:ext uri="{FF2B5EF4-FFF2-40B4-BE49-F238E27FC236}">
                <a16:creationId xmlns:a16="http://schemas.microsoft.com/office/drawing/2014/main" id="{D91E63A1-DBFB-4963-AD9D-EFCC8909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반환 회수와 재배정으로 평균 반응시간 0.85 s (응답 신속성 ↓)</a:t>
            </a:r>
          </a:p>
        </p:txBody>
      </p:sp>
      <p:sp>
        <p:nvSpPr>
          <p:cNvPr id="26" name="dp44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2599E083-8C5B-427B-AA51-555FB38A6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8734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교차 사건의 중앙 전이 변경, 평균 4.0개 (변경 용이성 ↓)</a:t>
            </a:r>
          </a:p>
        </p:txBody>
      </p:sp>
      <p:sp>
        <p:nvSpPr>
          <p:cNvPr id="27" name="dp44-comparison / n26 / text 1">
            <a:extLst xmlns:a="http://schemas.openxmlformats.org/drawingml/2006/main">
              <a:ext uri="{FF2B5EF4-FFF2-40B4-BE49-F238E27FC236}">
                <a16:creationId xmlns:a16="http://schemas.microsoft.com/office/drawing/2014/main" id="{7F358BF0-E4BC-4533-A964-FFDC30B6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28" name="dp44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4387A767-D8DC-42DC-94BE-0470B2646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29" name="dp44-comparison / n28 / text 1">
            <a:extLst xmlns:a="http://schemas.openxmlformats.org/drawingml/2006/main">
              <a:ext uri="{FF2B5EF4-FFF2-40B4-BE49-F238E27FC236}">
                <a16:creationId xmlns:a16="http://schemas.microsoft.com/office/drawing/2014/main" id="{8F013B36-E920-46FB-82E6-453352AFD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0.85 s</a:t>
            </a:r>
          </a:p>
        </p:txBody>
      </p:sp>
      <p:sp>
        <p:nvSpPr>
          <p:cNvPr id="30" name="dp44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B0813A29-BF8B-404F-975F-0E5AB9369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31" name="dp44-comparison / n30 / text 1">
            <a:extLst xmlns:a="http://schemas.openxmlformats.org/drawingml/2006/main">
              <a:ext uri="{FF2B5EF4-FFF2-40B4-BE49-F238E27FC236}">
                <a16:creationId xmlns:a16="http://schemas.microsoft.com/office/drawing/2014/main" id="{6A2891FA-0198-4C7F-859B-92FC79DAE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32" name="dp44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0B1176E-74EE-43C5-9A43-80A2E3369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33" name="dp44-comparison / n32 / text 1">
            <a:extLst xmlns:a="http://schemas.openxmlformats.org/drawingml/2006/main">
              <a:ext uri="{FF2B5EF4-FFF2-40B4-BE49-F238E27FC236}">
                <a16:creationId xmlns:a16="http://schemas.microsoft.com/office/drawing/2014/main" id="{88FB9AAD-FCE6-4BC2-A055-8F9AEAA29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4.0개</a:t>
            </a:r>
          </a:p>
        </p:txBody>
      </p:sp>
      <p:sp>
        <p:nvSpPr>
          <p:cNvPr id="34" name="dp44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C20D99EB-7803-4F00-A607-8E4173CD7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35" name="dp44-comparison / n34 / text 1">
            <a:extLst xmlns:a="http://schemas.openxmlformats.org/drawingml/2006/main">
              <a:ext uri="{FF2B5EF4-FFF2-40B4-BE49-F238E27FC236}">
                <a16:creationId xmlns:a16="http://schemas.microsoft.com/office/drawing/2014/main" id="{30CFEBC2-A7D6-4CAF-9A07-6926BF08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36" name="dp44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903003B1-E78B-4518-895B-F95EEC880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37" name="dp44-comparison / n36 / text 1">
            <a:extLst xmlns:a="http://schemas.openxmlformats.org/drawingml/2006/main">
              <a:ext uri="{FF2B5EF4-FFF2-40B4-BE49-F238E27FC236}">
                <a16:creationId xmlns:a16="http://schemas.microsoft.com/office/drawing/2014/main" id="{98B3324E-D326-41DB-AE10-EF72E10BB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457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13.3 GB</a:t>
            </a:r>
          </a:p>
        </p:txBody>
      </p:sp>
      <p:sp>
        <p:nvSpPr>
          <p:cNvPr id="38" name="dp44-comparison / n37 / text 1">
            <a:extLst xmlns:a="http://schemas.openxmlformats.org/drawingml/2006/main">
              <a:ext uri="{FF2B5EF4-FFF2-40B4-BE49-F238E27FC236}">
                <a16:creationId xmlns:a16="http://schemas.microsoft.com/office/drawing/2014/main" id="{C7DD7014-8AF8-4443-8627-BB16ACD05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39" name="dp44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24359303-AE43-47FB-BC37-E44EE914A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1828800"/>
            <a:ext cx="798195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이벤트 흐름을 연결하는 방식</a:t>
            </a:r>
          </a:p>
        </p:txBody>
      </p:sp>
      <p:sp>
        <p:nvSpPr>
          <p:cNvPr id="40" name="dp44-comparison / n39 / text 1">
            <a:extLst xmlns:a="http://schemas.openxmlformats.org/drawingml/2006/main">
              <a:ext uri="{FF2B5EF4-FFF2-40B4-BE49-F238E27FC236}">
                <a16:creationId xmlns:a16="http://schemas.microsoft.com/office/drawing/2014/main" id="{612D6E93-BF37-412C-BD57-48F4EBF9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2133600"/>
            <a:ext cx="798195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반응형 Dataflow</a:t>
            </a:r>
          </a:p>
        </p:txBody>
      </p:sp>
      <p:sp>
        <p:nvSpPr>
          <p:cNvPr id="41" name="dp44-comparison / n40 / text 1">
            <a:extLst xmlns:a="http://schemas.openxmlformats.org/drawingml/2006/main">
              <a:ext uri="{FF2B5EF4-FFF2-40B4-BE49-F238E27FC236}">
                <a16:creationId xmlns:a16="http://schemas.microsoft.com/office/drawing/2014/main" id="{126FAE02-0EC0-4351-B8F6-93BC48B7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696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사건의 직접 활성화로 평균 반응시간 0.62 s (응답 신속성 ↑)</a:t>
            </a:r>
          </a:p>
        </p:txBody>
      </p:sp>
      <p:sp>
        <p:nvSpPr>
          <p:cNvPr id="42" name="dp44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DD98CED9-724A-43B6-84E7-0E98EBC3C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7972425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동일 schema 안의 단계 조합 변경, 평균 2.5개 (변경 용이성 ↑)</a:t>
            </a:r>
          </a:p>
        </p:txBody>
      </p:sp>
      <p:sp>
        <p:nvSpPr>
          <p:cNvPr id="43" name="dp44-comparison / n42 / text 1">
            <a:extLst xmlns:a="http://schemas.openxmlformats.org/drawingml/2006/main">
              <a:ext uri="{FF2B5EF4-FFF2-40B4-BE49-F238E27FC236}">
                <a16:creationId xmlns:a16="http://schemas.microsoft.com/office/drawing/2014/main" id="{C915797C-19A5-4C59-A97F-F4F38C4B1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8458200"/>
            <a:ext cx="7962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▪ 다수 window와 buffer로 전체 메모리 13.8 GB (메모리 효율성 ↓)</a:t>
            </a:r>
          </a:p>
        </p:txBody>
      </p:sp>
      <p:sp>
        <p:nvSpPr>
          <p:cNvPr id="44" name="dp44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1F3BED31-9F0E-460F-9E3D-D9E762591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18210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V-04 응답 신속성</a:t>
            </a:r>
          </a:p>
        </p:txBody>
      </p:sp>
      <p:sp>
        <p:nvSpPr>
          <p:cNvPr id="45" name="dp44-comparison / n44 / text 1">
            <a:extLst xmlns:a="http://schemas.openxmlformats.org/drawingml/2006/main">
              <a:ext uri="{FF2B5EF4-FFF2-40B4-BE49-F238E27FC236}">
                <a16:creationId xmlns:a16="http://schemas.microsoft.com/office/drawing/2014/main" id="{6892EBCE-86AD-44D9-8B32-B6A88525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17257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46" name="dp44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08C55EEB-CCC4-4DE5-8DBE-DFAF38824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18210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0.62 s</a:t>
            </a:r>
          </a:p>
        </p:txBody>
      </p:sp>
      <p:sp>
        <p:nvSpPr>
          <p:cNvPr id="47" name="dp44-comparison / n46 / text 1">
            <a:extLst xmlns:a="http://schemas.openxmlformats.org/drawingml/2006/main">
              <a:ext uri="{FF2B5EF4-FFF2-40B4-BE49-F238E27FC236}">
                <a16:creationId xmlns:a16="http://schemas.microsoft.com/office/drawing/2014/main" id="{535FFD75-BB16-432C-B8C4-14604707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20115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반응시간 ↓</a:t>
            </a:r>
          </a:p>
        </p:txBody>
      </p:sp>
      <p:sp>
        <p:nvSpPr>
          <p:cNvPr id="48" name="dp44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CE221E9C-EDE7-4D2A-98CC-5F95AEEA6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439275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V-08 변경 용이성</a:t>
            </a:r>
          </a:p>
        </p:txBody>
      </p:sp>
      <p:sp>
        <p:nvSpPr>
          <p:cNvPr id="49" name="dp44-comparison / n48 / text 1">
            <a:extLst xmlns:a="http://schemas.openxmlformats.org/drawingml/2006/main">
              <a:ext uri="{FF2B5EF4-FFF2-40B4-BE49-F238E27FC236}">
                <a16:creationId xmlns:a16="http://schemas.microsoft.com/office/drawing/2014/main" id="{84E7DD4C-319F-4469-97A7-F3F235C2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429750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●●●</a:t>
            </a:r>
          </a:p>
        </p:txBody>
      </p:sp>
      <p:sp>
        <p:nvSpPr>
          <p:cNvPr id="50" name="dp44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8AAB38C8-BAB2-49B1-A52F-0FDED267E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439275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2.5개</a:t>
            </a:r>
          </a:p>
        </p:txBody>
      </p:sp>
      <p:sp>
        <p:nvSpPr>
          <p:cNvPr id="51" name="dp44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3A6035F9-BCD4-4E0B-ADDB-2E7846042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458325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평균 변경 요소 수 ↓</a:t>
            </a:r>
          </a:p>
        </p:txBody>
      </p:sp>
      <p:sp>
        <p:nvSpPr>
          <p:cNvPr id="52" name="dp44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A71AB456-4F2A-4E4B-89D4-A5872E886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9696450"/>
            <a:ext cx="31908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V-06 메모리 효율성</a:t>
            </a:r>
          </a:p>
        </p:txBody>
      </p:sp>
      <p:sp>
        <p:nvSpPr>
          <p:cNvPr id="53" name="dp44-comparison / n52 / text 1">
            <a:extLst xmlns:a="http://schemas.openxmlformats.org/drawingml/2006/main">
              <a:ext uri="{FF2B5EF4-FFF2-40B4-BE49-F238E27FC236}">
                <a16:creationId xmlns:a16="http://schemas.microsoft.com/office/drawing/2014/main" id="{E35AAC57-91AF-462F-BAE3-18E0EBD02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92125" y="9686925"/>
            <a:ext cx="1066800" cy="31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●●○</a:t>
            </a:r>
          </a:p>
        </p:txBody>
      </p:sp>
      <p:sp>
        <p:nvSpPr>
          <p:cNvPr id="54" name="dp44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3668D160-81DF-4B46-9253-3AEF92A02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11325" y="9696450"/>
            <a:ext cx="1333500" cy="2900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13.8 GB</a:t>
            </a:r>
          </a:p>
        </p:txBody>
      </p:sp>
      <p:sp>
        <p:nvSpPr>
          <p:cNvPr id="55" name="dp44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28B73825-5D16-435B-8141-910A428C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30550" y="9715500"/>
            <a:ext cx="196215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최대 전체 메모리 ↓</a:t>
            </a:r>
          </a:p>
        </p:txBody>
      </p:sp>
      <p:sp>
        <p:nvSpPr>
          <p:cNvPr id="56" name="dp44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5DF23FE6-29D2-4791-80D8-F1D34D29D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67925"/>
            <a:ext cx="14478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비교 예시 조건: 여러 사건의 집중 도착 / 양안의 입력 수신과 로컬 음성 중단은 동일</a:t>
            </a:r>
          </a:p>
        </p:txBody>
      </p:sp>
      <p:sp>
        <p:nvSpPr>
          <p:cNvPr id="57" name="dp44-comparison / n56 / text 1">
            <a:extLst xmlns:a="http://schemas.openxmlformats.org/drawingml/2006/main">
              <a:ext uri="{FF2B5EF4-FFF2-40B4-BE49-F238E27FC236}">
                <a16:creationId xmlns:a16="http://schemas.microsoft.com/office/drawing/2014/main" id="{478E1BCF-9442-48DF-AA4D-B6A450666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6625" y="10067925"/>
            <a:ext cx="3000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● 많을수록 우수 / 미측정</a:t>
            </a:r>
          </a:p>
        </p:txBody>
      </p:sp>
      <p:sp>
        <p:nvSpPr>
          <p:cNvPr id="58" name="dp44-comparison / n57">
            <a:extLst xmlns:a="http://schemas.openxmlformats.org/drawingml/2006/main">
              <a:ext uri="{FF2B5EF4-FFF2-40B4-BE49-F238E27FC236}">
                <a16:creationId xmlns:a16="http://schemas.microsoft.com/office/drawing/2014/main" id="{9F0E1DCA-2BD0-4C0E-A35C-4DCFC4D2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638425"/>
            <a:ext cx="819150" cy="487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59" name="dp44-comparison / n58">
            <a:extLst xmlns:a="http://schemas.openxmlformats.org/drawingml/2006/main">
              <a:ext uri="{FF2B5EF4-FFF2-40B4-BE49-F238E27FC236}">
                <a16:creationId xmlns:a16="http://schemas.microsoft.com/office/drawing/2014/main" id="{F45C5704-DC99-4CB0-9B2B-BFFE4ED82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121" y="2771775"/>
            <a:ext cx="502158" cy="184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dp44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1C601073-ADE9-4B43-B3DC-00D4416D5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781300"/>
            <a:ext cx="762000" cy="193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61" name="dp44-comparison / n60">
            <a:extLst xmlns:a="http://schemas.openxmlformats.org/drawingml/2006/main">
              <a:ext uri="{FF2B5EF4-FFF2-40B4-BE49-F238E27FC236}">
                <a16:creationId xmlns:a16="http://schemas.microsoft.com/office/drawing/2014/main" id="{38C35009-2187-40AE-9940-0D7E9E841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114675"/>
            <a:ext cx="7048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2" name="dp44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2C624430-5FA5-46C7-930B-E1A9ED56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923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3" name="dp44-comparison / n62">
            <a:extLst xmlns:a="http://schemas.openxmlformats.org/drawingml/2006/main">
              <a:ext uri="{FF2B5EF4-FFF2-40B4-BE49-F238E27FC236}">
                <a16:creationId xmlns:a16="http://schemas.microsoft.com/office/drawing/2014/main" id="{72C165AE-2DCB-43F7-A278-94CA9DF2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3429000"/>
            <a:ext cx="585026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dp44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800808F1-B506-4B2D-9CAF-BA6901A4E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4385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65" name="dp44-comparison / n64">
            <a:extLst xmlns:a="http://schemas.openxmlformats.org/drawingml/2006/main">
              <a:ext uri="{FF2B5EF4-FFF2-40B4-BE49-F238E27FC236}">
                <a16:creationId xmlns:a16="http://schemas.microsoft.com/office/drawing/2014/main" id="{71F94A84-12ED-453A-B69A-6F5F1A506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373380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66" name="dp44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D1927E9C-4251-4FFB-9C4E-EA0ED87B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1142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67" name="dp44-comparison / n66">
            <a:extLst xmlns:a="http://schemas.openxmlformats.org/drawingml/2006/main">
              <a:ext uri="{FF2B5EF4-FFF2-40B4-BE49-F238E27FC236}">
                <a16:creationId xmlns:a16="http://schemas.microsoft.com/office/drawing/2014/main" id="{F4EB123C-E31F-4E91-9A42-A5811BBD9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048125"/>
            <a:ext cx="673037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dp44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486BF667-C403-49DB-AEE6-2A689C4E6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0576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69" name="dp44-comparison / n68">
            <a:extLst xmlns:a="http://schemas.openxmlformats.org/drawingml/2006/main">
              <a:ext uri="{FF2B5EF4-FFF2-40B4-BE49-F238E27FC236}">
                <a16:creationId xmlns:a16="http://schemas.microsoft.com/office/drawing/2014/main" id="{A47177BC-902C-469C-B83C-E70DDCFA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352925"/>
            <a:ext cx="704850" cy="2667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0" name="dp44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DE62F501-1CB2-472A-8B48-C3018D969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865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71" name="dp44-comparison / n70">
            <a:extLst xmlns:a="http://schemas.openxmlformats.org/drawingml/2006/main">
              <a:ext uri="{FF2B5EF4-FFF2-40B4-BE49-F238E27FC236}">
                <a16:creationId xmlns:a16="http://schemas.microsoft.com/office/drawing/2014/main" id="{A78CC68B-6A4B-41BA-BCFC-9099FF06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466725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dp44-comparison / n71 / text 1">
            <a:extLst xmlns:a="http://schemas.openxmlformats.org/drawingml/2006/main">
              <a:ext uri="{FF2B5EF4-FFF2-40B4-BE49-F238E27FC236}">
                <a16:creationId xmlns:a16="http://schemas.microsoft.com/office/drawing/2014/main" id="{DBE2CE8A-E95B-4C9D-9408-FB4152DAB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46767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73" name="dp44-comparison / n72">
            <a:extLst xmlns:a="http://schemas.openxmlformats.org/drawingml/2006/main">
              <a:ext uri="{FF2B5EF4-FFF2-40B4-BE49-F238E27FC236}">
                <a16:creationId xmlns:a16="http://schemas.microsoft.com/office/drawing/2014/main" id="{99C1738B-DF08-42B6-90A4-7FDE4F42C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115050"/>
            <a:ext cx="7048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7145">
            <a:solidFill>
              <a:srgbClr val="B8753F"/>
            </a:solidFill>
            <a:prstDash val="solid"/>
          </a:ln>
        </p:spPr>
      </p:sp>
      <p:sp>
        <p:nvSpPr>
          <p:cNvPr id="74" name="dp44-comparison / n73 / text 1">
            <a:extLst xmlns:a="http://schemas.openxmlformats.org/drawingml/2006/main">
              <a:ext uri="{FF2B5EF4-FFF2-40B4-BE49-F238E27FC236}">
                <a16:creationId xmlns:a16="http://schemas.microsoft.com/office/drawing/2014/main" id="{A618C436-B244-4E32-AB9F-68D7A399C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92679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75" name="dp44-comparison / n74">
            <a:extLst xmlns:a="http://schemas.openxmlformats.org/drawingml/2006/main">
              <a:ext uri="{FF2B5EF4-FFF2-40B4-BE49-F238E27FC236}">
                <a16:creationId xmlns:a16="http://schemas.microsoft.com/office/drawing/2014/main" id="{A9ED6C0D-912B-4F5A-A7EC-28A3B6B4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6429375"/>
            <a:ext cx="683514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dp44-comparison / n75 / text 1">
            <a:extLst xmlns:a="http://schemas.openxmlformats.org/drawingml/2006/main">
              <a:ext uri="{FF2B5EF4-FFF2-40B4-BE49-F238E27FC236}">
                <a16:creationId xmlns:a16="http://schemas.microsoft.com/office/drawing/2014/main" id="{4ABED202-2750-4F58-BCE5-A6AC063CA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43890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</a:t>
            </a:r>
          </a:p>
        </p:txBody>
      </p:sp>
      <p:sp>
        <p:nvSpPr>
          <p:cNvPr id="77" name="dp44-comparison / n76">
            <a:extLst xmlns:a="http://schemas.openxmlformats.org/drawingml/2006/main">
              <a:ext uri="{FF2B5EF4-FFF2-40B4-BE49-F238E27FC236}">
                <a16:creationId xmlns:a16="http://schemas.microsoft.com/office/drawing/2014/main" id="{7A9D8D4B-141B-40AF-AE5A-2AF9987A1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6734175"/>
            <a:ext cx="704850" cy="2667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00000"/>
            </a:solidFill>
            <a:prstDash val="solid"/>
          </a:ln>
        </p:spPr>
      </p:sp>
      <p:sp>
        <p:nvSpPr>
          <p:cNvPr id="78" name="dp44-comparison / n77 / text 1">
            <a:extLst xmlns:a="http://schemas.openxmlformats.org/drawingml/2006/main">
              <a:ext uri="{FF2B5EF4-FFF2-40B4-BE49-F238E27FC236}">
                <a16:creationId xmlns:a16="http://schemas.microsoft.com/office/drawing/2014/main" id="{E2A744EF-9278-4242-A52F-2290FD81E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811804"/>
            <a:ext cx="5715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External</a:t>
            </a:r>
          </a:p>
        </p:txBody>
      </p:sp>
      <p:sp>
        <p:nvSpPr>
          <p:cNvPr id="79" name="dp44-comparison / n78">
            <a:extLst xmlns:a="http://schemas.openxmlformats.org/drawingml/2006/main">
              <a:ext uri="{FF2B5EF4-FFF2-40B4-BE49-F238E27FC236}">
                <a16:creationId xmlns:a16="http://schemas.microsoft.com/office/drawing/2014/main" id="{9B8E0DE5-BA9A-4BDD-952A-82452BC2D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048500"/>
            <a:ext cx="622745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dp44-comparison / n79 / text 1">
            <a:extLst xmlns:a="http://schemas.openxmlformats.org/drawingml/2006/main">
              <a:ext uri="{FF2B5EF4-FFF2-40B4-BE49-F238E27FC236}">
                <a16:creationId xmlns:a16="http://schemas.microsoft.com/office/drawing/2014/main" id="{30FC1EA3-911E-4FB6-9463-FA3E5CB58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05802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의존성</a:t>
            </a:r>
          </a:p>
        </p:txBody>
      </p:sp>
      <p:sp>
        <p:nvSpPr>
          <p:cNvPr id="81" name="dp44-comparison / n80 / path">
            <a:extLst xmlns:a="http://schemas.openxmlformats.org/drawingml/2006/main">
              <a:ext uri="{FF2B5EF4-FFF2-40B4-BE49-F238E27FC236}">
                <a16:creationId xmlns:a16="http://schemas.microsoft.com/office/drawing/2014/main" id="{7B592EF3-FBDF-4A5A-8297-E590C794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38725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solid"/>
          </a:ln>
        </p:spPr>
      </p:sp>
      <p:sp>
        <p:nvSpPr>
          <p:cNvPr id="82" name="dp44-comparison / n80 / arrow">
            <a:extLst xmlns:a="http://schemas.openxmlformats.org/drawingml/2006/main">
              <a:ext uri="{FF2B5EF4-FFF2-40B4-BE49-F238E27FC236}">
                <a16:creationId xmlns:a16="http://schemas.microsoft.com/office/drawing/2014/main" id="{A38FF2E7-4294-460D-B2B7-FDBE38FE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005197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3" name="dp44-comparison / n81">
            <a:extLst xmlns:a="http://schemas.openxmlformats.org/drawingml/2006/main">
              <a:ext uri="{FF2B5EF4-FFF2-40B4-BE49-F238E27FC236}">
                <a16:creationId xmlns:a16="http://schemas.microsoft.com/office/drawing/2014/main" id="{FF1AD82B-D49B-4DBB-8C22-4B6D70D04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124450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dp44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A2156AA4-3722-4EF2-BA8E-9A8D82991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133975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85" name="dp44-comparison / n83 / path">
            <a:extLst xmlns:a="http://schemas.openxmlformats.org/drawingml/2006/main">
              <a:ext uri="{FF2B5EF4-FFF2-40B4-BE49-F238E27FC236}">
                <a16:creationId xmlns:a16="http://schemas.microsoft.com/office/drawing/2014/main" id="{20935261-F93E-44EC-BF0C-79E3ADFE9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638800"/>
            <a:ext cx="657225" cy="953"/>
          </a:xfrm>
          <a:custGeom xmlns:a="http://schemas.openxmlformats.org/drawingml/2006/main">
            <a:pathLst>
              <a:path w="657225" h="953">
                <a:moveTo>
                  <a:pt x="0" y="0"/>
                </a:moveTo>
                <a:lnTo>
                  <a:pt x="6572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478">
            <a:solidFill>
              <a:srgbClr val="000000"/>
            </a:solidFill>
            <a:prstDash val="dash"/>
          </a:ln>
        </p:spPr>
      </p:sp>
      <p:sp>
        <p:nvSpPr>
          <p:cNvPr id="86" name="dp44-comparison / n83 / arrow">
            <a:extLst xmlns:a="http://schemas.openxmlformats.org/drawingml/2006/main">
              <a:ext uri="{FF2B5EF4-FFF2-40B4-BE49-F238E27FC236}">
                <a16:creationId xmlns:a16="http://schemas.microsoft.com/office/drawing/2014/main" id="{EA5B3F78-D221-458E-82A5-76571ECBF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519" y="5605272"/>
            <a:ext cx="67056" cy="67056"/>
          </a:xfrm>
          <a:custGeom xmlns:a="http://schemas.openxmlformats.org/drawingml/2006/main">
            <a:pathLst>
              <a:path w="67056" h="67056">
                <a:moveTo>
                  <a:pt x="0" y="67056"/>
                </a:moveTo>
                <a:lnTo>
                  <a:pt x="67056" y="33528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3411">
            <a:solidFill>
              <a:srgbClr val="000000"/>
            </a:solidFill>
            <a:prstDash val="solid"/>
          </a:ln>
        </p:spPr>
      </p:sp>
      <p:sp>
        <p:nvSpPr>
          <p:cNvPr id="87" name="dp44-comparison / n84">
            <a:extLst xmlns:a="http://schemas.openxmlformats.org/drawingml/2006/main">
              <a:ext uri="{FF2B5EF4-FFF2-40B4-BE49-F238E27FC236}">
                <a16:creationId xmlns:a16="http://schemas.microsoft.com/office/drawing/2014/main" id="{D40C8B15-5CB3-4591-A6F9-CE908EB7E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5724525"/>
            <a:ext cx="639509" cy="15116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dp44-comparison / n85 / text 1">
            <a:extLst xmlns:a="http://schemas.openxmlformats.org/drawingml/2006/main">
              <a:ext uri="{FF2B5EF4-FFF2-40B4-BE49-F238E27FC236}">
                <a16:creationId xmlns:a16="http://schemas.microsoft.com/office/drawing/2014/main" id="{BDE8965B-16A3-46A9-B914-F49A6A4D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5734050"/>
            <a:ext cx="762000" cy="1519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5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89" name="dp44-comparison / n86">
            <a:extLst xmlns:a="http://schemas.openxmlformats.org/drawingml/2006/main">
              <a:ext uri="{FF2B5EF4-FFF2-40B4-BE49-F238E27FC236}">
                <a16:creationId xmlns:a16="http://schemas.microsoft.com/office/drawing/2014/main" id="{38F1C136-7013-48F6-9C5B-E713FBF0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" y="7286625"/>
            <a:ext cx="569595" cy="2514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dp44-comparison / n87 / text 1">
            <a:extLst xmlns:a="http://schemas.openxmlformats.org/drawingml/2006/main">
              <a:ext uri="{FF2B5EF4-FFF2-40B4-BE49-F238E27FC236}">
                <a16:creationId xmlns:a16="http://schemas.microsoft.com/office/drawing/2014/main" id="{A56668D8-0608-401A-85D6-A2424EC3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296150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</a:t>
            </a:r>
          </a:p>
        </p:txBody>
      </p:sp>
      <p:sp>
        <p:nvSpPr>
          <p:cNvPr id="91" name="dp44-comparison / n87 / text 2">
            <a:extLst xmlns:a="http://schemas.openxmlformats.org/drawingml/2006/main">
              <a:ext uri="{FF2B5EF4-FFF2-40B4-BE49-F238E27FC236}">
                <a16:creationId xmlns:a16="http://schemas.microsoft.com/office/drawing/2014/main" id="{66182586-5A69-4182-A96E-6E2B1935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" y="7407593"/>
            <a:ext cx="762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검정 테두리</a:t>
            </a:r>
          </a:p>
        </p:txBody>
      </p:sp>
      <p:sp>
        <p:nvSpPr>
          <p:cNvPr id="92" name="dp44-comparison / n88">
            <a:extLst xmlns:a="http://schemas.openxmlformats.org/drawingml/2006/main">
              <a:ext uri="{FF2B5EF4-FFF2-40B4-BE49-F238E27FC236}">
                <a16:creationId xmlns:a16="http://schemas.microsoft.com/office/drawing/2014/main" id="{24ADDCF1-3EB4-4303-BD12-6DBB11245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3" name="dp44-comparison / n89 / text 1">
            <a:extLst xmlns:a="http://schemas.openxmlformats.org/drawingml/2006/main">
              <a:ext uri="{FF2B5EF4-FFF2-40B4-BE49-F238E27FC236}">
                <a16:creationId xmlns:a16="http://schemas.microsoft.com/office/drawing/2014/main" id="{98466CB5-DA3D-4C97-8E2F-78905BAD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94" name="dp44-comparison / n90">
            <a:extLst xmlns:a="http://schemas.openxmlformats.org/drawingml/2006/main">
              <a:ext uri="{FF2B5EF4-FFF2-40B4-BE49-F238E27FC236}">
                <a16:creationId xmlns:a16="http://schemas.microsoft.com/office/drawing/2014/main" id="{0E0AB02E-A98D-4C29-BDCC-222282DF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5" name="dp44-comparison / n91 / text 1">
            <a:extLst xmlns:a="http://schemas.openxmlformats.org/drawingml/2006/main">
              <a:ext uri="{FF2B5EF4-FFF2-40B4-BE49-F238E27FC236}">
                <a16:creationId xmlns:a16="http://schemas.microsoft.com/office/drawing/2014/main" id="{487A0C04-D33C-4779-84D7-D90DECA63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059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96" name="dp44-comparison / n92">
            <a:extLst xmlns:a="http://schemas.openxmlformats.org/drawingml/2006/main">
              <a:ext uri="{FF2B5EF4-FFF2-40B4-BE49-F238E27FC236}">
                <a16:creationId xmlns:a16="http://schemas.microsoft.com/office/drawing/2014/main" id="{565EC1C4-24F5-49A9-A6D1-785370D33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7" name="dp44-comparison / n93 / text 1">
            <a:extLst xmlns:a="http://schemas.openxmlformats.org/drawingml/2006/main">
              <a:ext uri="{FF2B5EF4-FFF2-40B4-BE49-F238E27FC236}">
                <a16:creationId xmlns:a16="http://schemas.microsoft.com/office/drawing/2014/main" id="{C7646E3B-EF2D-4E1B-A639-FC38F9067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98" name="dp44-comparison / n94">
            <a:extLst xmlns:a="http://schemas.openxmlformats.org/drawingml/2006/main">
              <a:ext uri="{FF2B5EF4-FFF2-40B4-BE49-F238E27FC236}">
                <a16:creationId xmlns:a16="http://schemas.microsoft.com/office/drawing/2014/main" id="{A721CE38-492D-4AF3-8CF3-95120E04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99" name="dp44-comparison / n95 / text 1">
            <a:extLst xmlns:a="http://schemas.openxmlformats.org/drawingml/2006/main">
              <a:ext uri="{FF2B5EF4-FFF2-40B4-BE49-F238E27FC236}">
                <a16:creationId xmlns:a16="http://schemas.microsoft.com/office/drawing/2014/main" id="{48A19676-DDE4-410B-961D-C12D229D3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100" name="dp44-comparison / n95 / text 2">
            <a:extLst xmlns:a="http://schemas.openxmlformats.org/drawingml/2006/main">
              <a:ext uri="{FF2B5EF4-FFF2-40B4-BE49-F238E27FC236}">
                <a16:creationId xmlns:a16="http://schemas.microsoft.com/office/drawing/2014/main" id="{BC906FBD-C3C9-492F-A3E4-3EC6F5C2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01" name="dp44-comparison / n96">
            <a:extLst xmlns:a="http://schemas.openxmlformats.org/drawingml/2006/main">
              <a:ext uri="{FF2B5EF4-FFF2-40B4-BE49-F238E27FC236}">
                <a16:creationId xmlns:a16="http://schemas.microsoft.com/office/drawing/2014/main" id="{E3B7F06B-CFE2-451D-B324-47154FAFD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2" name="dp44-comparison / n97 / text 1">
            <a:extLst xmlns:a="http://schemas.openxmlformats.org/drawingml/2006/main">
              <a:ext uri="{FF2B5EF4-FFF2-40B4-BE49-F238E27FC236}">
                <a16:creationId xmlns:a16="http://schemas.microsoft.com/office/drawing/2014/main" id="{B7C5FEBA-67FD-40A8-B100-A14FA0C8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103" name="dp44-comparison / n97 / text 2">
            <a:extLst xmlns:a="http://schemas.openxmlformats.org/drawingml/2006/main">
              <a:ext uri="{FF2B5EF4-FFF2-40B4-BE49-F238E27FC236}">
                <a16:creationId xmlns:a16="http://schemas.microsoft.com/office/drawing/2014/main" id="{F3160B77-4CD0-42BB-BA87-990478B1D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4408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104" name="dp44-comparison / n98">
            <a:extLst xmlns:a="http://schemas.openxmlformats.org/drawingml/2006/main">
              <a:ext uri="{FF2B5EF4-FFF2-40B4-BE49-F238E27FC236}">
                <a16:creationId xmlns:a16="http://schemas.microsoft.com/office/drawing/2014/main" id="{DE67BB7F-8B58-4F5F-89BB-DC013BD4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9961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5" name="dp44-comparison / n99 / text 1">
            <a:extLst xmlns:a="http://schemas.openxmlformats.org/drawingml/2006/main">
              <a:ext uri="{FF2B5EF4-FFF2-40B4-BE49-F238E27FC236}">
                <a16:creationId xmlns:a16="http://schemas.microsoft.com/office/drawing/2014/main" id="{AED57174-11DF-45CC-A6FD-A711178A4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106" name="dp44-comparison / n99 / text 2">
            <a:extLst xmlns:a="http://schemas.openxmlformats.org/drawingml/2006/main">
              <a:ext uri="{FF2B5EF4-FFF2-40B4-BE49-F238E27FC236}">
                <a16:creationId xmlns:a16="http://schemas.microsoft.com/office/drawing/2014/main" id="{59EB7D01-8132-4615-8AF1-4CF622BE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63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107" name="dp44-comparison / n100">
            <a:extLst xmlns:a="http://schemas.openxmlformats.org/drawingml/2006/main">
              <a:ext uri="{FF2B5EF4-FFF2-40B4-BE49-F238E27FC236}">
                <a16:creationId xmlns:a16="http://schemas.microsoft.com/office/drawing/2014/main" id="{82499519-07BC-4CB5-A82E-65B9741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645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08" name="dp44-comparison / n101 / text 1">
            <a:extLst xmlns:a="http://schemas.openxmlformats.org/drawingml/2006/main">
              <a:ext uri="{FF2B5EF4-FFF2-40B4-BE49-F238E27FC236}">
                <a16:creationId xmlns:a16="http://schemas.microsoft.com/office/drawing/2014/main" id="{D761FEF4-7CD2-449C-9013-EF1BE1AA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113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109" name="dp44-comparison / n102">
            <a:extLst xmlns:a="http://schemas.openxmlformats.org/drawingml/2006/main">
              <a:ext uri="{FF2B5EF4-FFF2-40B4-BE49-F238E27FC236}">
                <a16:creationId xmlns:a16="http://schemas.microsoft.com/office/drawing/2014/main" id="{213874B5-BC2C-46BB-A4E5-E5C89676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816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0" name="dp44-comparison / n103 / text 1">
            <a:extLst xmlns:a="http://schemas.openxmlformats.org/drawingml/2006/main">
              <a:ext uri="{FF2B5EF4-FFF2-40B4-BE49-F238E27FC236}">
                <a16:creationId xmlns:a16="http://schemas.microsoft.com/office/drawing/2014/main" id="{E629C4A1-773E-4AA8-B186-3DEDA60BB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474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11" name="dp44-comparison / n104">
            <a:extLst xmlns:a="http://schemas.openxmlformats.org/drawingml/2006/main">
              <a:ext uri="{FF2B5EF4-FFF2-40B4-BE49-F238E27FC236}">
                <a16:creationId xmlns:a16="http://schemas.microsoft.com/office/drawing/2014/main" id="{5D50A544-82BA-4D9C-AB68-2270DBADB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5798" y="3152204"/>
            <a:ext cx="1786890" cy="382905"/>
          </a:xfrm>
          <a:prstGeom xmlns:a="http://schemas.openxmlformats.org/drawingml/2006/main" prst="roundRect">
            <a:avLst>
              <a:gd name="adj" fmla="val 199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2" name="dp44-comparison / n105 / text 1">
            <a:extLst xmlns:a="http://schemas.openxmlformats.org/drawingml/2006/main">
              <a:ext uri="{FF2B5EF4-FFF2-40B4-BE49-F238E27FC236}">
                <a16:creationId xmlns:a16="http://schemas.microsoft.com/office/drawing/2014/main" id="{F55786FB-1DE8-4162-B3C1-261A3A450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0470" y="3261523"/>
            <a:ext cx="1697546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Dispatcher</a:t>
            </a:r>
          </a:p>
        </p:txBody>
      </p:sp>
      <p:sp>
        <p:nvSpPr>
          <p:cNvPr id="113" name="dp44-comparison / n106">
            <a:extLst xmlns:a="http://schemas.openxmlformats.org/drawingml/2006/main">
              <a:ext uri="{FF2B5EF4-FFF2-40B4-BE49-F238E27FC236}">
                <a16:creationId xmlns:a16="http://schemas.microsoft.com/office/drawing/2014/main" id="{BCA7146C-81AF-47EC-B3D0-1B26A1FFC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5593" y="3152204"/>
            <a:ext cx="1946434" cy="446723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114" name="dp44-comparison / n107 / text 1">
            <a:extLst xmlns:a="http://schemas.openxmlformats.org/drawingml/2006/main">
              <a:ext uri="{FF2B5EF4-FFF2-40B4-BE49-F238E27FC236}">
                <a16:creationId xmlns:a16="http://schemas.microsoft.com/office/drawing/2014/main" id="{4BFB5007-1000-498C-B5F0-0B92DBC3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3326425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Dialogue Progress State</a:t>
            </a:r>
          </a:p>
        </p:txBody>
      </p:sp>
      <p:sp>
        <p:nvSpPr>
          <p:cNvPr id="115" name="dp44-comparison / n108">
            <a:extLst xmlns:a="http://schemas.openxmlformats.org/drawingml/2006/main">
              <a:ext uri="{FF2B5EF4-FFF2-40B4-BE49-F238E27FC236}">
                <a16:creationId xmlns:a16="http://schemas.microsoft.com/office/drawing/2014/main" id="{B0624C11-AD1B-4B02-9C7A-5991EADB7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6" name="dp44-comparison / n109 / text 1">
            <a:extLst xmlns:a="http://schemas.openxmlformats.org/drawingml/2006/main">
              <a:ext uri="{FF2B5EF4-FFF2-40B4-BE49-F238E27FC236}">
                <a16:creationId xmlns:a16="http://schemas.microsoft.com/office/drawing/2014/main" id="{D5A06979-0A4E-40EB-A040-37464064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17" name="dp44-comparison / n110">
            <a:extLst xmlns:a="http://schemas.openxmlformats.org/drawingml/2006/main">
              <a:ext uri="{FF2B5EF4-FFF2-40B4-BE49-F238E27FC236}">
                <a16:creationId xmlns:a16="http://schemas.microsoft.com/office/drawing/2014/main" id="{8EE7CFB0-F674-4991-8ADC-1FF1D9394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18" name="dp44-comparison / n111 / text 1">
            <a:extLst xmlns:a="http://schemas.openxmlformats.org/drawingml/2006/main">
              <a:ext uri="{FF2B5EF4-FFF2-40B4-BE49-F238E27FC236}">
                <a16:creationId xmlns:a16="http://schemas.microsoft.com/office/drawing/2014/main" id="{2C932302-BE4E-4BA7-A173-FA6B14D32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19" name="dp44-comparison / n112">
            <a:extLst xmlns:a="http://schemas.openxmlformats.org/drawingml/2006/main">
              <a:ext uri="{FF2B5EF4-FFF2-40B4-BE49-F238E27FC236}">
                <a16:creationId xmlns:a16="http://schemas.microsoft.com/office/drawing/2014/main" id="{4BB791E1-1433-4D67-8231-8A4DAB17B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052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0" name="dp44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B0B4C381-EB01-46EA-9034-B62336458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710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21" name="dp44-comparison / n114">
            <a:extLst xmlns:a="http://schemas.openxmlformats.org/drawingml/2006/main">
              <a:ext uri="{FF2B5EF4-FFF2-40B4-BE49-F238E27FC236}">
                <a16:creationId xmlns:a16="http://schemas.microsoft.com/office/drawing/2014/main" id="{7396097D-CD91-48E9-8341-1FB4C275F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2" name="dp44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33EA11A3-1E4C-4F05-ABEA-72D7638D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123" name="dp44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50EF3893-333E-4E25-BD3D-C9F9CA7FA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124" name="dp44-comparison / n116">
            <a:extLst xmlns:a="http://schemas.openxmlformats.org/drawingml/2006/main">
              <a:ext uri="{FF2B5EF4-FFF2-40B4-BE49-F238E27FC236}">
                <a16:creationId xmlns:a16="http://schemas.microsoft.com/office/drawing/2014/main" id="{031D269D-C9CF-4822-A997-284ECC4C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5" name="dp44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15859E3A-183A-4A75-ADAD-4A00ED0C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126" name="dp44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4A79C686-6C76-47CF-B845-65C08AF1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092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127" name="dp44-comparison / n118">
            <a:extLst xmlns:a="http://schemas.openxmlformats.org/drawingml/2006/main">
              <a:ext uri="{FF2B5EF4-FFF2-40B4-BE49-F238E27FC236}">
                <a16:creationId xmlns:a16="http://schemas.microsoft.com/office/drawing/2014/main" id="{EDADE8F8-BCD9-4F29-9AB9-D9F375568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405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28" name="dp44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5398B20E-EF9E-4910-9F69-BD036D712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8728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129" name="dp44-comparison / n120">
            <a:extLst xmlns:a="http://schemas.openxmlformats.org/drawingml/2006/main">
              <a:ext uri="{FF2B5EF4-FFF2-40B4-BE49-F238E27FC236}">
                <a16:creationId xmlns:a16="http://schemas.microsoft.com/office/drawing/2014/main" id="{E8826189-F604-4B92-A8FF-8E5E2B576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0" name="dp44-comparison / n121 / text 1">
            <a:extLst xmlns:a="http://schemas.openxmlformats.org/drawingml/2006/main">
              <a:ext uri="{FF2B5EF4-FFF2-40B4-BE49-F238E27FC236}">
                <a16:creationId xmlns:a16="http://schemas.microsoft.com/office/drawing/2014/main" id="{047F3439-FC8A-4BAC-AE88-A43CAA3BE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31" name="dp44-comparison / n122">
            <a:extLst xmlns:a="http://schemas.openxmlformats.org/drawingml/2006/main">
              <a:ext uri="{FF2B5EF4-FFF2-40B4-BE49-F238E27FC236}">
                <a16:creationId xmlns:a16="http://schemas.microsoft.com/office/drawing/2014/main" id="{A46F6790-7EB6-4981-9795-F47EB1F3F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2" name="dp44-comparison / n123 / text 1">
            <a:extLst xmlns:a="http://schemas.openxmlformats.org/drawingml/2006/main">
              <a:ext uri="{FF2B5EF4-FFF2-40B4-BE49-F238E27FC236}">
                <a16:creationId xmlns:a16="http://schemas.microsoft.com/office/drawing/2014/main" id="{ACAF5162-3290-4634-B4FD-3E72DA63F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133" name="dp44-comparison / n124">
            <a:extLst xmlns:a="http://schemas.openxmlformats.org/drawingml/2006/main">
              <a:ext uri="{FF2B5EF4-FFF2-40B4-BE49-F238E27FC236}">
                <a16:creationId xmlns:a16="http://schemas.microsoft.com/office/drawing/2014/main" id="{882A07F1-AEBD-4415-A202-FF9336683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4" name="dp44-comparison / n125 / text 1">
            <a:extLst xmlns:a="http://schemas.openxmlformats.org/drawingml/2006/main">
              <a:ext uri="{FF2B5EF4-FFF2-40B4-BE49-F238E27FC236}">
                <a16:creationId xmlns:a16="http://schemas.microsoft.com/office/drawing/2014/main" id="{7AFA661C-7CC1-4492-B52C-B79011725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135" name="dp44-comparison / n126">
            <a:extLst xmlns:a="http://schemas.openxmlformats.org/drawingml/2006/main">
              <a:ext uri="{FF2B5EF4-FFF2-40B4-BE49-F238E27FC236}">
                <a16:creationId xmlns:a16="http://schemas.microsoft.com/office/drawing/2014/main" id="{1FD4C36C-2ED3-449E-8D60-024F6AC45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6" name="dp44-comparison / n127 / text 1">
            <a:extLst xmlns:a="http://schemas.openxmlformats.org/drawingml/2006/main">
              <a:ext uri="{FF2B5EF4-FFF2-40B4-BE49-F238E27FC236}">
                <a16:creationId xmlns:a16="http://schemas.microsoft.com/office/drawing/2014/main" id="{08FC7E08-36A8-404B-B6A5-87AB0A14C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137" name="dp44-comparison / n128">
            <a:extLst xmlns:a="http://schemas.openxmlformats.org/drawingml/2006/main">
              <a:ext uri="{FF2B5EF4-FFF2-40B4-BE49-F238E27FC236}">
                <a16:creationId xmlns:a16="http://schemas.microsoft.com/office/drawing/2014/main" id="{E1DED038-8DA0-4CC2-A898-046E44DC3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38" name="dp44-comparison / n129 / text 1">
            <a:extLst xmlns:a="http://schemas.openxmlformats.org/drawingml/2006/main">
              <a:ext uri="{FF2B5EF4-FFF2-40B4-BE49-F238E27FC236}">
                <a16:creationId xmlns:a16="http://schemas.microsoft.com/office/drawing/2014/main" id="{A5F7AC92-5070-4C46-B28E-FBF2F2590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868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139" name="dp44-comparison / n130">
            <a:extLst xmlns:a="http://schemas.openxmlformats.org/drawingml/2006/main">
              <a:ext uri="{FF2B5EF4-FFF2-40B4-BE49-F238E27FC236}">
                <a16:creationId xmlns:a16="http://schemas.microsoft.com/office/drawing/2014/main" id="{B0468B59-CE48-4A5C-B15D-262830F52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0" name="dp44-comparison / n131 / text 1">
            <a:extLst xmlns:a="http://schemas.openxmlformats.org/drawingml/2006/main">
              <a:ext uri="{FF2B5EF4-FFF2-40B4-BE49-F238E27FC236}">
                <a16:creationId xmlns:a16="http://schemas.microsoft.com/office/drawing/2014/main" id="{65A78B57-594F-4D46-9B12-2CCC1A6F3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41" name="dp44-comparison / n132">
            <a:extLst xmlns:a="http://schemas.openxmlformats.org/drawingml/2006/main">
              <a:ext uri="{FF2B5EF4-FFF2-40B4-BE49-F238E27FC236}">
                <a16:creationId xmlns:a16="http://schemas.microsoft.com/office/drawing/2014/main" id="{ED47545E-97BE-48E2-AC20-3A63B652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903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142" name="dp44-comparison / n133 / text 1">
            <a:extLst xmlns:a="http://schemas.openxmlformats.org/drawingml/2006/main">
              <a:ext uri="{FF2B5EF4-FFF2-40B4-BE49-F238E27FC236}">
                <a16:creationId xmlns:a16="http://schemas.microsoft.com/office/drawing/2014/main" id="{E15A6B50-FF86-41BD-BCF3-8791F8C42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371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43" name="dp44-comparison / n134 / path">
            <a:extLst xmlns:a="http://schemas.openxmlformats.org/drawingml/2006/main">
              <a:ext uri="{FF2B5EF4-FFF2-40B4-BE49-F238E27FC236}">
                <a16:creationId xmlns:a16="http://schemas.microsoft.com/office/drawing/2014/main" id="{1CB3035E-09E0-47F3-A0C9-DB7021E54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657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4" name="dp44-comparison / n134 / arrow">
            <a:extLst xmlns:a="http://schemas.openxmlformats.org/drawingml/2006/main">
              <a:ext uri="{FF2B5EF4-FFF2-40B4-BE49-F238E27FC236}">
                <a16:creationId xmlns:a16="http://schemas.microsoft.com/office/drawing/2014/main" id="{AFD42274-C78D-4D20-9F3C-13B9698F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748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5" name="dp44-comparison / n135 / path">
            <a:extLst xmlns:a="http://schemas.openxmlformats.org/drawingml/2006/main">
              <a:ext uri="{FF2B5EF4-FFF2-40B4-BE49-F238E27FC236}">
                <a16:creationId xmlns:a16="http://schemas.microsoft.com/office/drawing/2014/main" id="{2FCD7AE0-D27B-4718-AF39-4DB0E691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60693"/>
            <a:ext cx="114871" cy="953"/>
          </a:xfrm>
          <a:custGeom xmlns:a="http://schemas.openxmlformats.org/drawingml/2006/main">
            <a:pathLst>
              <a:path w="114871" h="953">
                <a:moveTo>
                  <a:pt x="114871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46" name="dp44-comparison / n135 / arrow">
            <a:extLst xmlns:a="http://schemas.openxmlformats.org/drawingml/2006/main">
              <a:ext uri="{FF2B5EF4-FFF2-40B4-BE49-F238E27FC236}">
                <a16:creationId xmlns:a16="http://schemas.microsoft.com/office/drawing/2014/main" id="{9187FAE8-7578-4987-A4F8-FC814413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47" name="dp44-comparison / n136">
            <a:extLst xmlns:a="http://schemas.openxmlformats.org/drawingml/2006/main">
              <a:ext uri="{FF2B5EF4-FFF2-40B4-BE49-F238E27FC236}">
                <a16:creationId xmlns:a16="http://schemas.microsoft.com/office/drawing/2014/main" id="{68B45A36-AE6E-405F-90EA-1CD3D0D1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335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dp44-comparison / n137 / text 1">
            <a:extLst xmlns:a="http://schemas.openxmlformats.org/drawingml/2006/main">
              <a:ext uri="{FF2B5EF4-FFF2-40B4-BE49-F238E27FC236}">
                <a16:creationId xmlns:a16="http://schemas.microsoft.com/office/drawing/2014/main" id="{CD7565F3-A208-4A57-B0CF-29A2905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611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149" name="dp44-comparison / n138 / path">
            <a:extLst xmlns:a="http://schemas.openxmlformats.org/drawingml/2006/main">
              <a:ext uri="{FF2B5EF4-FFF2-40B4-BE49-F238E27FC236}">
                <a16:creationId xmlns:a16="http://schemas.microsoft.com/office/drawing/2014/main" id="{3D6EE499-6C1A-4687-8DAF-60E85D21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790379"/>
            <a:ext cx="114871" cy="953"/>
          </a:xfrm>
          <a:custGeom xmlns:a="http://schemas.openxmlformats.org/drawingml/2006/main">
            <a:pathLst>
              <a:path w="114871" h="953">
                <a:moveTo>
                  <a:pt x="0" y="0"/>
                </a:moveTo>
                <a:lnTo>
                  <a:pt x="11487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0" name="dp44-comparison / n138 / arrow">
            <a:extLst xmlns:a="http://schemas.openxmlformats.org/drawingml/2006/main">
              <a:ext uri="{FF2B5EF4-FFF2-40B4-BE49-F238E27FC236}">
                <a16:creationId xmlns:a16="http://schemas.microsoft.com/office/drawing/2014/main" id="{73249E48-4CA6-4438-9063-08B92D60D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9503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1" name="dp44-comparison / n139">
            <a:extLst xmlns:a="http://schemas.openxmlformats.org/drawingml/2006/main">
              <a:ext uri="{FF2B5EF4-FFF2-40B4-BE49-F238E27FC236}">
                <a16:creationId xmlns:a16="http://schemas.microsoft.com/office/drawing/2014/main" id="{1062F5F5-814F-47D3-AE45-0D584EBA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4-comparison / n140 / text 1">
            <a:extLst xmlns:a="http://schemas.openxmlformats.org/drawingml/2006/main">
              <a:ext uri="{FF2B5EF4-FFF2-40B4-BE49-F238E27FC236}">
                <a16:creationId xmlns:a16="http://schemas.microsoft.com/office/drawing/2014/main" id="{8A61F3BA-CF54-4AC8-8CE4-AB8C789CE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153" name="dp44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ED5546DB-6573-494E-B2F1-D68DB048B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241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4" name="dp44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DDC37A14-D0A1-4F8A-9CD9-AB03DCB0F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239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5" name="dp44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EEEA6D2C-3035-4DE9-9BF1-4D4F1F18F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5315" y="3343656"/>
            <a:ext cx="810482" cy="446722"/>
          </a:xfrm>
          <a:custGeom xmlns:a="http://schemas.openxmlformats.org/drawingml/2006/main">
            <a:pathLst>
              <a:path w="810482" h="446722">
                <a:moveTo>
                  <a:pt x="0" y="446722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6" name="dp44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22B09845-1EDD-4717-BA1A-094480EF5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7" name="dp44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4D64BB6C-DA2F-4A16-80EE-8A36684B2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3094768"/>
            <a:ext cx="1850708" cy="172307"/>
          </a:xfrm>
          <a:custGeom xmlns:a="http://schemas.openxmlformats.org/drawingml/2006/main">
            <a:pathLst>
              <a:path w="1850708" h="172307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72307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58" name="dp44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C73F9740-66A1-4C87-A7AA-85382B025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334" y="32221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59" name="dp44-comparison / n144 / path">
            <a:extLst xmlns:a="http://schemas.openxmlformats.org/drawingml/2006/main">
              <a:ext uri="{FF2B5EF4-FFF2-40B4-BE49-F238E27FC236}">
                <a16:creationId xmlns:a16="http://schemas.microsoft.com/office/drawing/2014/main" id="{5EA3C97C-FC5B-43C3-B8BC-558D0E7D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3388328"/>
            <a:ext cx="701992" cy="255270"/>
          </a:xfrm>
          <a:custGeom xmlns:a="http://schemas.openxmlformats.org/drawingml/2006/main">
            <a:pathLst>
              <a:path w="701992" h="255270">
                <a:moveTo>
                  <a:pt x="0" y="255270"/>
                </a:moveTo>
                <a:lnTo>
                  <a:pt x="0" y="0"/>
                </a:lnTo>
                <a:lnTo>
                  <a:pt x="70199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0" name="dp44-comparison / n144 / arrow">
            <a:extLst xmlns:a="http://schemas.openxmlformats.org/drawingml/2006/main">
              <a:ext uri="{FF2B5EF4-FFF2-40B4-BE49-F238E27FC236}">
                <a16:creationId xmlns:a16="http://schemas.microsoft.com/office/drawing/2014/main" id="{EAE76B37-0B3F-4891-98A5-735525CE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3658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1" name="dp44-comparison / n145 / path">
            <a:extLst xmlns:a="http://schemas.openxmlformats.org/drawingml/2006/main">
              <a:ext uri="{FF2B5EF4-FFF2-40B4-BE49-F238E27FC236}">
                <a16:creationId xmlns:a16="http://schemas.microsoft.com/office/drawing/2014/main" id="{44E31CA5-51E1-4EF6-A9FB-D00C83E9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20237"/>
            <a:ext cx="2042160" cy="1601819"/>
          </a:xfrm>
          <a:custGeom xmlns:a="http://schemas.openxmlformats.org/drawingml/2006/main">
            <a:pathLst>
              <a:path w="2042160" h="1601819">
                <a:moveTo>
                  <a:pt x="2042160" y="0"/>
                </a:moveTo>
                <a:lnTo>
                  <a:pt x="2042160" y="1601819"/>
                </a:lnTo>
                <a:lnTo>
                  <a:pt x="0" y="16018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2" name="dp44-comparison / n145 / arrow">
            <a:extLst xmlns:a="http://schemas.openxmlformats.org/drawingml/2006/main">
              <a:ext uri="{FF2B5EF4-FFF2-40B4-BE49-F238E27FC236}">
                <a16:creationId xmlns:a16="http://schemas.microsoft.com/office/drawing/2014/main" id="{BCD3301E-E48F-4E70-8CE8-2DFD4A8E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3" name="dp44-comparison / n146 / path">
            <a:extLst xmlns:a="http://schemas.openxmlformats.org/drawingml/2006/main">
              <a:ext uri="{FF2B5EF4-FFF2-40B4-BE49-F238E27FC236}">
                <a16:creationId xmlns:a16="http://schemas.microsoft.com/office/drawing/2014/main" id="{15841DB1-CD1C-4435-B832-652F144A7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58528"/>
            <a:ext cx="1212533" cy="1735836"/>
          </a:xfrm>
          <a:custGeom xmlns:a="http://schemas.openxmlformats.org/drawingml/2006/main">
            <a:pathLst>
              <a:path w="1212533" h="1735836">
                <a:moveTo>
                  <a:pt x="0" y="1735836"/>
                </a:moveTo>
                <a:lnTo>
                  <a:pt x="899827" y="1735836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4" name="dp44-comparison / n146 / arrow">
            <a:extLst xmlns:a="http://schemas.openxmlformats.org/drawingml/2006/main">
              <a:ext uri="{FF2B5EF4-FFF2-40B4-BE49-F238E27FC236}">
                <a16:creationId xmlns:a16="http://schemas.microsoft.com/office/drawing/2014/main" id="{090964A8-65AF-4EBC-A3CB-DB0DDE3E6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3606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5" name="dp44-comparison / n147 / path">
            <a:extLst xmlns:a="http://schemas.openxmlformats.org/drawingml/2006/main">
              <a:ext uri="{FF2B5EF4-FFF2-40B4-BE49-F238E27FC236}">
                <a16:creationId xmlns:a16="http://schemas.microsoft.com/office/drawing/2014/main" id="{AF53F978-07BE-4009-884E-1ECD3C8DD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3490436"/>
            <a:ext cx="2042160" cy="2093214"/>
          </a:xfrm>
          <a:custGeom xmlns:a="http://schemas.openxmlformats.org/drawingml/2006/main">
            <a:pathLst>
              <a:path w="2042160" h="2093214">
                <a:moveTo>
                  <a:pt x="2042160" y="0"/>
                </a:moveTo>
                <a:lnTo>
                  <a:pt x="1397603" y="0"/>
                </a:lnTo>
                <a:lnTo>
                  <a:pt x="1397603" y="2093214"/>
                </a:lnTo>
                <a:lnTo>
                  <a:pt x="0" y="209321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66" name="dp44-comparison / n147 / arrow">
            <a:extLst xmlns:a="http://schemas.openxmlformats.org/drawingml/2006/main">
              <a:ext uri="{FF2B5EF4-FFF2-40B4-BE49-F238E27FC236}">
                <a16:creationId xmlns:a16="http://schemas.microsoft.com/office/drawing/2014/main" id="{C94E24BC-0B93-4A9D-835A-5585D06F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7" name="dp44-comparison / n148 / path">
            <a:extLst xmlns:a="http://schemas.openxmlformats.org/drawingml/2006/main">
              <a:ext uri="{FF2B5EF4-FFF2-40B4-BE49-F238E27FC236}">
                <a16:creationId xmlns:a16="http://schemas.microsoft.com/office/drawing/2014/main" id="{B2BD1290-596B-415F-A847-7F8E0508E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3496818"/>
            <a:ext cx="1212533" cy="2259139"/>
          </a:xfrm>
          <a:custGeom xmlns:a="http://schemas.openxmlformats.org/drawingml/2006/main">
            <a:pathLst>
              <a:path w="1212533" h="2259139">
                <a:moveTo>
                  <a:pt x="0" y="2259139"/>
                </a:moveTo>
                <a:lnTo>
                  <a:pt x="899827" y="2259139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68" name="dp44-comparison / n148 / arrow">
            <a:extLst xmlns:a="http://schemas.openxmlformats.org/drawingml/2006/main">
              <a:ext uri="{FF2B5EF4-FFF2-40B4-BE49-F238E27FC236}">
                <a16:creationId xmlns:a16="http://schemas.microsoft.com/office/drawing/2014/main" id="{EF870015-A8AF-4FC0-8EBC-BBCFA4D7C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0870" y="347435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69" name="dp44-comparison / n149 / path">
            <a:extLst xmlns:a="http://schemas.openxmlformats.org/drawingml/2006/main">
              <a:ext uri="{FF2B5EF4-FFF2-40B4-BE49-F238E27FC236}">
                <a16:creationId xmlns:a16="http://schemas.microsoft.com/office/drawing/2014/main" id="{7E50CC7D-D61D-4E9A-996D-DB0328208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0" name="dp44-comparison / n149 / arrow">
            <a:extLst xmlns:a="http://schemas.openxmlformats.org/drawingml/2006/main">
              <a:ext uri="{FF2B5EF4-FFF2-40B4-BE49-F238E27FC236}">
                <a16:creationId xmlns:a16="http://schemas.microsoft.com/office/drawing/2014/main" id="{073D6ED8-FB93-4752-88A7-EBAABCDDA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1" name="dp44-comparison / n150 / path">
            <a:extLst xmlns:a="http://schemas.openxmlformats.org/drawingml/2006/main">
              <a:ext uri="{FF2B5EF4-FFF2-40B4-BE49-F238E27FC236}">
                <a16:creationId xmlns:a16="http://schemas.microsoft.com/office/drawing/2014/main" id="{E5152B7B-31BB-476E-BD7B-D96DD721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2" name="dp44-comparison / n150 / arrow">
            <a:extLst xmlns:a="http://schemas.openxmlformats.org/drawingml/2006/main">
              <a:ext uri="{FF2B5EF4-FFF2-40B4-BE49-F238E27FC236}">
                <a16:creationId xmlns:a16="http://schemas.microsoft.com/office/drawing/2014/main" id="{7AEE0722-F4B5-4667-8886-4AB17E013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3" name="dp44-comparison / n151 / path">
            <a:extLst xmlns:a="http://schemas.openxmlformats.org/drawingml/2006/main">
              <a:ext uri="{FF2B5EF4-FFF2-40B4-BE49-F238E27FC236}">
                <a16:creationId xmlns:a16="http://schemas.microsoft.com/office/drawing/2014/main" id="{70904AFF-27F3-4158-9D19-A9A0AA803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74" name="dp44-comparison / n151 / arrow">
            <a:extLst xmlns:a="http://schemas.openxmlformats.org/drawingml/2006/main">
              <a:ext uri="{FF2B5EF4-FFF2-40B4-BE49-F238E27FC236}">
                <a16:creationId xmlns:a16="http://schemas.microsoft.com/office/drawing/2014/main" id="{BF669F59-7D45-4734-84F5-64ACE97A0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5" name="dp44-comparison / n152 / path">
            <a:extLst xmlns:a="http://schemas.openxmlformats.org/drawingml/2006/main">
              <a:ext uri="{FF2B5EF4-FFF2-40B4-BE49-F238E27FC236}">
                <a16:creationId xmlns:a16="http://schemas.microsoft.com/office/drawing/2014/main" id="{2FE14D1E-7366-4032-9043-D329B3EF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6" name="dp44-comparison / n152 / arrow">
            <a:extLst xmlns:a="http://schemas.openxmlformats.org/drawingml/2006/main">
              <a:ext uri="{FF2B5EF4-FFF2-40B4-BE49-F238E27FC236}">
                <a16:creationId xmlns:a16="http://schemas.microsoft.com/office/drawing/2014/main" id="{3EDDB0DE-61C0-4C22-A1F6-60EFD9459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7" name="dp44-comparison / n153 / path">
            <a:extLst xmlns:a="http://schemas.openxmlformats.org/drawingml/2006/main">
              <a:ext uri="{FF2B5EF4-FFF2-40B4-BE49-F238E27FC236}">
                <a16:creationId xmlns:a16="http://schemas.microsoft.com/office/drawing/2014/main" id="{1B205B8D-8BF6-4A9C-B391-37FCDB4A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057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78" name="dp44-comparison / n153 / arrow">
            <a:extLst xmlns:a="http://schemas.openxmlformats.org/drawingml/2006/main">
              <a:ext uri="{FF2B5EF4-FFF2-40B4-BE49-F238E27FC236}">
                <a16:creationId xmlns:a16="http://schemas.microsoft.com/office/drawing/2014/main" id="{7D94CBE5-75D1-4FBE-AB98-5C8D8575A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811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79" name="dp44-comparison / n154 / path">
            <a:extLst xmlns:a="http://schemas.openxmlformats.org/drawingml/2006/main">
              <a:ext uri="{FF2B5EF4-FFF2-40B4-BE49-F238E27FC236}">
                <a16:creationId xmlns:a16="http://schemas.microsoft.com/office/drawing/2014/main" id="{069EDDCF-D9A1-450A-9955-0199B91DE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1276350" cy="1754981"/>
          </a:xfrm>
          <a:custGeom xmlns:a="http://schemas.openxmlformats.org/drawingml/2006/main">
            <a:pathLst>
              <a:path w="1276350" h="1754981">
                <a:moveTo>
                  <a:pt x="1276350" y="1754981"/>
                </a:moveTo>
                <a:lnTo>
                  <a:pt x="1276350" y="216979"/>
                </a:lnTo>
                <a:lnTo>
                  <a:pt x="0" y="21697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0" name="dp44-comparison / n154 / arrow">
            <a:extLst xmlns:a="http://schemas.openxmlformats.org/drawingml/2006/main">
              <a:ext uri="{FF2B5EF4-FFF2-40B4-BE49-F238E27FC236}">
                <a16:creationId xmlns:a16="http://schemas.microsoft.com/office/drawing/2014/main" id="{080BF8B6-0B1F-4404-8692-8C1E38AD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0224" y="343938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1" name="dp44-comparison / n155 / path">
            <a:extLst xmlns:a="http://schemas.openxmlformats.org/drawingml/2006/main">
              <a:ext uri="{FF2B5EF4-FFF2-40B4-BE49-F238E27FC236}">
                <a16:creationId xmlns:a16="http://schemas.microsoft.com/office/drawing/2014/main" id="{03320713-292D-427B-A0B8-945F64404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2" name="dp44-comparison / n155 / arrow">
            <a:extLst xmlns:a="http://schemas.openxmlformats.org/drawingml/2006/main">
              <a:ext uri="{FF2B5EF4-FFF2-40B4-BE49-F238E27FC236}">
                <a16:creationId xmlns:a16="http://schemas.microsoft.com/office/drawing/2014/main" id="{6DA69B79-2338-4D2D-B6E4-05040C7F4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263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3" name="dp44-comparison / n156 / path">
            <a:extLst xmlns:a="http://schemas.openxmlformats.org/drawingml/2006/main">
              <a:ext uri="{FF2B5EF4-FFF2-40B4-BE49-F238E27FC236}">
                <a16:creationId xmlns:a16="http://schemas.microsoft.com/office/drawing/2014/main" id="{771537DE-3FAA-484C-9C92-58FA2C25D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6" y="1703927"/>
                </a:lnTo>
                <a:lnTo>
                  <a:pt x="2463356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4" name="dp44-comparison / n156 / arrow">
            <a:extLst xmlns:a="http://schemas.openxmlformats.org/drawingml/2006/main">
              <a:ext uri="{FF2B5EF4-FFF2-40B4-BE49-F238E27FC236}">
                <a16:creationId xmlns:a16="http://schemas.microsoft.com/office/drawing/2014/main" id="{0231DA93-F729-4C76-B8C7-A931C8BCB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5" name="dp44-comparison / n157 / path">
            <a:extLst xmlns:a="http://schemas.openxmlformats.org/drawingml/2006/main">
              <a:ext uri="{FF2B5EF4-FFF2-40B4-BE49-F238E27FC236}">
                <a16:creationId xmlns:a16="http://schemas.microsoft.com/office/drawing/2014/main" id="{36AB34C5-190A-4184-ACAA-995D348E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86" name="dp44-comparison / n157 / arrow">
            <a:extLst xmlns:a="http://schemas.openxmlformats.org/drawingml/2006/main">
              <a:ext uri="{FF2B5EF4-FFF2-40B4-BE49-F238E27FC236}">
                <a16:creationId xmlns:a16="http://schemas.microsoft.com/office/drawing/2014/main" id="{CDE2D459-A042-49B1-A581-05EFF48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912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7" name="dp44-comparison / n158 / path">
            <a:extLst xmlns:a="http://schemas.openxmlformats.org/drawingml/2006/main">
              <a:ext uri="{FF2B5EF4-FFF2-40B4-BE49-F238E27FC236}">
                <a16:creationId xmlns:a16="http://schemas.microsoft.com/office/drawing/2014/main" id="{5EAAD995-248B-402D-AFD5-96F537A83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88" name="dp44-comparison / n158 / arrow">
            <a:extLst xmlns:a="http://schemas.openxmlformats.org/drawingml/2006/main">
              <a:ext uri="{FF2B5EF4-FFF2-40B4-BE49-F238E27FC236}">
                <a16:creationId xmlns:a16="http://schemas.microsoft.com/office/drawing/2014/main" id="{CB039F62-7934-40EB-81E3-FDE80091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131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89" name="dp44-comparison / n159 / path">
            <a:extLst xmlns:a="http://schemas.openxmlformats.org/drawingml/2006/main">
              <a:ext uri="{FF2B5EF4-FFF2-40B4-BE49-F238E27FC236}">
                <a16:creationId xmlns:a16="http://schemas.microsoft.com/office/drawing/2014/main" id="{4F2DF059-BD57-4D75-9711-8DC19CA0D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343656"/>
            <a:ext cx="382905" cy="31909"/>
          </a:xfrm>
          <a:custGeom xmlns:a="http://schemas.openxmlformats.org/drawingml/2006/main">
            <a:pathLst>
              <a:path w="382905" h="31909">
                <a:moveTo>
                  <a:pt x="0" y="0"/>
                </a:moveTo>
                <a:lnTo>
                  <a:pt x="0" y="31909"/>
                </a:lnTo>
                <a:lnTo>
                  <a:pt x="382905" y="3190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0" name="dp44-comparison / n159 / arrow">
            <a:extLst xmlns:a="http://schemas.openxmlformats.org/drawingml/2006/main">
              <a:ext uri="{FF2B5EF4-FFF2-40B4-BE49-F238E27FC236}">
                <a16:creationId xmlns:a16="http://schemas.microsoft.com/office/drawing/2014/main" id="{2A0D2665-1CB0-4745-B90C-0E397F703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665" y="3353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1" name="dp44-comparison / n160 / path">
            <a:extLst xmlns:a="http://schemas.openxmlformats.org/drawingml/2006/main">
              <a:ext uri="{FF2B5EF4-FFF2-40B4-BE49-F238E27FC236}">
                <a16:creationId xmlns:a16="http://schemas.microsoft.com/office/drawing/2014/main" id="{DC2F729D-2C76-4B83-A459-78ED5ED9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39382"/>
            <a:ext cx="382905" cy="31909"/>
          </a:xfrm>
          <a:custGeom xmlns:a="http://schemas.openxmlformats.org/drawingml/2006/main">
            <a:pathLst>
              <a:path w="382905" h="31909">
                <a:moveTo>
                  <a:pt x="382905" y="31909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2" name="dp44-comparison / n160 / arrow">
            <a:extLst xmlns:a="http://schemas.openxmlformats.org/drawingml/2006/main">
              <a:ext uri="{FF2B5EF4-FFF2-40B4-BE49-F238E27FC236}">
                <a16:creationId xmlns:a16="http://schemas.microsoft.com/office/drawing/2014/main" id="{749FE6A5-B4A7-453B-9A5D-6AAAAEC2F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2688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3" name="dp44-comparison / n161 / path">
            <a:extLst xmlns:a="http://schemas.openxmlformats.org/drawingml/2006/main">
              <a:ext uri="{FF2B5EF4-FFF2-40B4-BE49-F238E27FC236}">
                <a16:creationId xmlns:a16="http://schemas.microsoft.com/office/drawing/2014/main" id="{48F0B130-52D4-4B71-AA5B-F42362F4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206151" cy="1837944"/>
          </a:xfrm>
          <a:custGeom xmlns:a="http://schemas.openxmlformats.org/drawingml/2006/main">
            <a:pathLst>
              <a:path w="1206151" h="1837944">
                <a:moveTo>
                  <a:pt x="1206151" y="0"/>
                </a:moveTo>
                <a:lnTo>
                  <a:pt x="0" y="0"/>
                </a:lnTo>
                <a:lnTo>
                  <a:pt x="0" y="1837944"/>
                </a:lnTo>
                <a:lnTo>
                  <a:pt x="759428" y="183794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4" name="dp44-comparison / n161 / arrow">
            <a:extLst xmlns:a="http://schemas.openxmlformats.org/drawingml/2006/main">
              <a:ext uri="{FF2B5EF4-FFF2-40B4-BE49-F238E27FC236}">
                <a16:creationId xmlns:a16="http://schemas.microsoft.com/office/drawing/2014/main" id="{298D72E1-0300-4918-B83C-C1E402CCF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759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5" name="dp44-comparison / n162 / path">
            <a:extLst xmlns:a="http://schemas.openxmlformats.org/drawingml/2006/main">
              <a:ext uri="{FF2B5EF4-FFF2-40B4-BE49-F238E27FC236}">
                <a16:creationId xmlns:a16="http://schemas.microsoft.com/office/drawing/2014/main" id="{9704EF93-5019-4C15-8EC0-7F81E852D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1461421" cy="1837944"/>
          </a:xfrm>
          <a:custGeom xmlns:a="http://schemas.openxmlformats.org/drawingml/2006/main">
            <a:pathLst>
              <a:path w="1461421" h="1837944">
                <a:moveTo>
                  <a:pt x="1014698" y="1837944"/>
                </a:moveTo>
                <a:lnTo>
                  <a:pt x="0" y="1837944"/>
                </a:lnTo>
                <a:lnTo>
                  <a:pt x="0" y="0"/>
                </a:lnTo>
                <a:lnTo>
                  <a:pt x="146142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196" name="dp44-comparison / n162 / arrow">
            <a:extLst xmlns:a="http://schemas.openxmlformats.org/drawingml/2006/main">
              <a:ext uri="{FF2B5EF4-FFF2-40B4-BE49-F238E27FC236}">
                <a16:creationId xmlns:a16="http://schemas.microsoft.com/office/drawing/2014/main" id="{A28FCA91-6483-430D-8BD2-6560691A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9585" y="351264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7" name="dp44-comparison / n163 / path">
            <a:extLst xmlns:a="http://schemas.openxmlformats.org/drawingml/2006/main">
              <a:ext uri="{FF2B5EF4-FFF2-40B4-BE49-F238E27FC236}">
                <a16:creationId xmlns:a16="http://schemas.microsoft.com/office/drawing/2014/main" id="{D65CB443-EB22-4D63-83C3-AB11F8CE0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3092" y="3535109"/>
            <a:ext cx="631793" cy="2852642"/>
          </a:xfrm>
          <a:custGeom xmlns:a="http://schemas.openxmlformats.org/drawingml/2006/main">
            <a:pathLst>
              <a:path w="631793" h="2852642">
                <a:moveTo>
                  <a:pt x="631793" y="0"/>
                </a:moveTo>
                <a:lnTo>
                  <a:pt x="0" y="0"/>
                </a:lnTo>
                <a:lnTo>
                  <a:pt x="0" y="2852642"/>
                </a:lnTo>
                <a:lnTo>
                  <a:pt x="153162" y="285264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198" name="dp44-comparison / n163 / arrow">
            <a:extLst xmlns:a="http://schemas.openxmlformats.org/drawingml/2006/main">
              <a:ext uri="{FF2B5EF4-FFF2-40B4-BE49-F238E27FC236}">
                <a16:creationId xmlns:a16="http://schemas.microsoft.com/office/drawing/2014/main" id="{B73E23BC-CC41-4FA4-ACA5-628C380A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1326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199" name="dp44-comparison / n164 / path">
            <a:extLst xmlns:a="http://schemas.openxmlformats.org/drawingml/2006/main">
              <a:ext uri="{FF2B5EF4-FFF2-40B4-BE49-F238E27FC236}">
                <a16:creationId xmlns:a16="http://schemas.microsoft.com/office/drawing/2014/main" id="{2D63D4BF-1C69-4C18-BB60-9E4E8C97E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67745"/>
          </a:xfrm>
          <a:custGeom xmlns:a="http://schemas.openxmlformats.org/drawingml/2006/main">
            <a:pathLst>
              <a:path w="1620964" h="1767745">
                <a:moveTo>
                  <a:pt x="0" y="1767745"/>
                </a:moveTo>
                <a:lnTo>
                  <a:pt x="0" y="880682"/>
                </a:lnTo>
                <a:lnTo>
                  <a:pt x="1620964" y="880682"/>
                </a:lnTo>
                <a:lnTo>
                  <a:pt x="1620964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0" name="dp44-comparison / n164 / arrow">
            <a:extLst xmlns:a="http://schemas.openxmlformats.org/drawingml/2006/main">
              <a:ext uri="{FF2B5EF4-FFF2-40B4-BE49-F238E27FC236}">
                <a16:creationId xmlns:a16="http://schemas.microsoft.com/office/drawing/2014/main" id="{4FE16473-A087-4672-B68B-2C3C69D24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841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1" name="dp44-comparison / n165 / path">
            <a:extLst xmlns:a="http://schemas.openxmlformats.org/drawingml/2006/main">
              <a:ext uri="{FF2B5EF4-FFF2-40B4-BE49-F238E27FC236}">
                <a16:creationId xmlns:a16="http://schemas.microsoft.com/office/drawing/2014/main" id="{DA9B2D01-E0C2-4985-85CE-B7E54FC69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4543425"/>
            <a:ext cx="1620964" cy="1716691"/>
          </a:xfrm>
          <a:custGeom xmlns:a="http://schemas.openxmlformats.org/drawingml/2006/main">
            <a:pathLst>
              <a:path w="1620964" h="1716691">
                <a:moveTo>
                  <a:pt x="957263" y="0"/>
                </a:moveTo>
                <a:lnTo>
                  <a:pt x="1620964" y="0"/>
                </a:lnTo>
                <a:lnTo>
                  <a:pt x="1620964" y="1614583"/>
                </a:lnTo>
                <a:lnTo>
                  <a:pt x="0" y="1614583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2" name="dp44-comparison / n165 / arrow">
            <a:extLst xmlns:a="http://schemas.openxmlformats.org/drawingml/2006/main">
              <a:ext uri="{FF2B5EF4-FFF2-40B4-BE49-F238E27FC236}">
                <a16:creationId xmlns:a16="http://schemas.microsoft.com/office/drawing/2014/main" id="{EC0B92C4-D2D1-4F67-AEB2-1405C2E03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3" name="dp44-comparison / n166 / path">
            <a:extLst xmlns:a="http://schemas.openxmlformats.org/drawingml/2006/main">
              <a:ext uri="{FF2B5EF4-FFF2-40B4-BE49-F238E27FC236}">
                <a16:creationId xmlns:a16="http://schemas.microsoft.com/office/drawing/2014/main" id="{7936C15C-89A0-4DC0-B0B9-E70F3D0B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229743"/>
                </a:lnTo>
                <a:lnTo>
                  <a:pt x="2010251" y="229743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4" name="dp44-comparison / n166 / arrow">
            <a:extLst xmlns:a="http://schemas.openxmlformats.org/drawingml/2006/main">
              <a:ext uri="{FF2B5EF4-FFF2-40B4-BE49-F238E27FC236}">
                <a16:creationId xmlns:a16="http://schemas.microsoft.com/office/drawing/2014/main" id="{73D6245A-945C-4DCA-B15B-9C6728564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5" name="dp44-comparison / n167 / path">
            <a:extLst xmlns:a="http://schemas.openxmlformats.org/drawingml/2006/main">
              <a:ext uri="{FF2B5EF4-FFF2-40B4-BE49-F238E27FC236}">
                <a16:creationId xmlns:a16="http://schemas.microsoft.com/office/drawing/2014/main" id="{F4F0415F-86F2-43BD-9F0C-15CBA31F2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878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899827"/>
                </a:lnTo>
                <a:lnTo>
                  <a:pt x="0" y="899827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06" name="dp44-comparison / n167 / arrow">
            <a:extLst xmlns:a="http://schemas.openxmlformats.org/drawingml/2006/main">
              <a:ext uri="{FF2B5EF4-FFF2-40B4-BE49-F238E27FC236}">
                <a16:creationId xmlns:a16="http://schemas.microsoft.com/office/drawing/2014/main" id="{42339CA9-9341-48D3-BB9D-27248BA7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632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7" name="dp44-comparison / n168 / path">
            <a:extLst xmlns:a="http://schemas.openxmlformats.org/drawingml/2006/main">
              <a:ext uri="{FF2B5EF4-FFF2-40B4-BE49-F238E27FC236}">
                <a16:creationId xmlns:a16="http://schemas.microsoft.com/office/drawing/2014/main" id="{ABA2A7DC-D521-4E99-9E00-D70886145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08" name="dp44-comparison / n168 / arrow">
            <a:extLst xmlns:a="http://schemas.openxmlformats.org/drawingml/2006/main">
              <a:ext uri="{FF2B5EF4-FFF2-40B4-BE49-F238E27FC236}">
                <a16:creationId xmlns:a16="http://schemas.microsoft.com/office/drawing/2014/main" id="{86700A65-29CD-4EDB-970F-585DC21F7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09" name="dp44-comparison / n169 / path">
            <a:extLst xmlns:a="http://schemas.openxmlformats.org/drawingml/2006/main">
              <a:ext uri="{FF2B5EF4-FFF2-40B4-BE49-F238E27FC236}">
                <a16:creationId xmlns:a16="http://schemas.microsoft.com/office/drawing/2014/main" id="{806F1440-B518-47A6-A128-EE12C734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288155"/>
            <a:ext cx="1084897" cy="2227231"/>
          </a:xfrm>
          <a:custGeom xmlns:a="http://schemas.openxmlformats.org/drawingml/2006/main">
            <a:pathLst>
              <a:path w="1084897" h="2227231">
                <a:moveTo>
                  <a:pt x="1084897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0" name="dp44-comparison / n169 / arrow">
            <a:extLst xmlns:a="http://schemas.openxmlformats.org/drawingml/2006/main">
              <a:ext uri="{FF2B5EF4-FFF2-40B4-BE49-F238E27FC236}">
                <a16:creationId xmlns:a16="http://schemas.microsoft.com/office/drawing/2014/main" id="{A0FF2C51-7492-43E8-B505-D7F33EE4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1" name="dp44-comparison / n170 / path">
            <a:extLst xmlns:a="http://schemas.openxmlformats.org/drawingml/2006/main">
              <a:ext uri="{FF2B5EF4-FFF2-40B4-BE49-F238E27FC236}">
                <a16:creationId xmlns:a16="http://schemas.microsoft.com/office/drawing/2014/main" id="{D40F5CA2-95F7-409F-AEF1-AB366A567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4351973"/>
            <a:ext cx="1084897" cy="2259140"/>
          </a:xfrm>
          <a:custGeom xmlns:a="http://schemas.openxmlformats.org/drawingml/2006/main">
            <a:pathLst>
              <a:path w="1084897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2" name="dp44-comparison / n170 / arrow">
            <a:extLst xmlns:a="http://schemas.openxmlformats.org/drawingml/2006/main">
              <a:ext uri="{FF2B5EF4-FFF2-40B4-BE49-F238E27FC236}">
                <a16:creationId xmlns:a16="http://schemas.microsoft.com/office/drawing/2014/main" id="{5F3B5917-5963-451C-8368-2A54F165F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323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3" name="dp44-comparison / n171 / path">
            <a:extLst xmlns:a="http://schemas.openxmlformats.org/drawingml/2006/main">
              <a:ext uri="{FF2B5EF4-FFF2-40B4-BE49-F238E27FC236}">
                <a16:creationId xmlns:a16="http://schemas.microsoft.com/office/drawing/2014/main" id="{6E60D9AD-95B5-4C47-A6C4-B85FB7698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127057" cy="561594"/>
          </a:xfrm>
          <a:custGeom xmlns:a="http://schemas.openxmlformats.org/drawingml/2006/main">
            <a:pathLst>
              <a:path w="3127057" h="561594">
                <a:moveTo>
                  <a:pt x="3127057" y="0"/>
                </a:moveTo>
                <a:lnTo>
                  <a:pt x="3127057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4" name="dp44-comparison / n171 / arrow">
            <a:extLst xmlns:a="http://schemas.openxmlformats.org/drawingml/2006/main">
              <a:ext uri="{FF2B5EF4-FFF2-40B4-BE49-F238E27FC236}">
                <a16:creationId xmlns:a16="http://schemas.microsoft.com/office/drawing/2014/main" id="{0760BC9F-E9AD-4F44-9D2A-76CE55B4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5" name="dp44-comparison / n172 / path">
            <a:extLst xmlns:a="http://schemas.openxmlformats.org/drawingml/2006/main">
              <a:ext uri="{FF2B5EF4-FFF2-40B4-BE49-F238E27FC236}">
                <a16:creationId xmlns:a16="http://schemas.microsoft.com/office/drawing/2014/main" id="{385CE9E5-4BA6-47FD-B192-812BC489A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326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16" name="dp44-comparison / n172 / arrow">
            <a:extLst xmlns:a="http://schemas.openxmlformats.org/drawingml/2006/main">
              <a:ext uri="{FF2B5EF4-FFF2-40B4-BE49-F238E27FC236}">
                <a16:creationId xmlns:a16="http://schemas.microsoft.com/office/drawing/2014/main" id="{72C884E8-04CA-450C-97DD-80A36B7BA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684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7" name="dp44-comparison / n173 / path">
            <a:extLst xmlns:a="http://schemas.openxmlformats.org/drawingml/2006/main">
              <a:ext uri="{FF2B5EF4-FFF2-40B4-BE49-F238E27FC236}">
                <a16:creationId xmlns:a16="http://schemas.microsoft.com/office/drawing/2014/main" id="{E91A18C0-0E41-43E8-A712-E35165C2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363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18" name="dp44-comparison / n173 / arrow">
            <a:extLst xmlns:a="http://schemas.openxmlformats.org/drawingml/2006/main">
              <a:ext uri="{FF2B5EF4-FFF2-40B4-BE49-F238E27FC236}">
                <a16:creationId xmlns:a16="http://schemas.microsoft.com/office/drawing/2014/main" id="{7D49F185-C042-49FD-9C7E-DA89490E5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19" name="dp44-comparison / n174 / path">
            <a:extLst xmlns:a="http://schemas.openxmlformats.org/drawingml/2006/main">
              <a:ext uri="{FF2B5EF4-FFF2-40B4-BE49-F238E27FC236}">
                <a16:creationId xmlns:a16="http://schemas.microsoft.com/office/drawing/2014/main" id="{1BF7C141-AA32-499C-8B7D-CD6307B4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106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0" name="dp44-comparison / n174 / arrow">
            <a:extLst xmlns:a="http://schemas.openxmlformats.org/drawingml/2006/main">
              <a:ext uri="{FF2B5EF4-FFF2-40B4-BE49-F238E27FC236}">
                <a16:creationId xmlns:a16="http://schemas.microsoft.com/office/drawing/2014/main" id="{E83DE495-282C-4EC1-9F28-CDE4BB31E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657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1" name="dp44-comparison / n175 / path">
            <a:extLst xmlns:a="http://schemas.openxmlformats.org/drawingml/2006/main">
              <a:ext uri="{FF2B5EF4-FFF2-40B4-BE49-F238E27FC236}">
                <a16:creationId xmlns:a16="http://schemas.microsoft.com/office/drawing/2014/main" id="{BD4CEFBF-EFF0-406A-BCFB-FE804C87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22" name="dp44-comparison / n175 / arrow">
            <a:extLst xmlns:a="http://schemas.openxmlformats.org/drawingml/2006/main">
              <a:ext uri="{FF2B5EF4-FFF2-40B4-BE49-F238E27FC236}">
                <a16:creationId xmlns:a16="http://schemas.microsoft.com/office/drawing/2014/main" id="{E5ED759B-3E55-4621-89FD-600228807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411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3" name="dp44-comparison / n176 / path">
            <a:extLst xmlns:a="http://schemas.openxmlformats.org/drawingml/2006/main">
              <a:ext uri="{FF2B5EF4-FFF2-40B4-BE49-F238E27FC236}">
                <a16:creationId xmlns:a16="http://schemas.microsoft.com/office/drawing/2014/main" id="{51BCECF6-9FE2-4F41-8C29-EB607037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4" name="dp44-comparison / n176 / arrow">
            <a:extLst xmlns:a="http://schemas.openxmlformats.org/drawingml/2006/main">
              <a:ext uri="{FF2B5EF4-FFF2-40B4-BE49-F238E27FC236}">
                <a16:creationId xmlns:a16="http://schemas.microsoft.com/office/drawing/2014/main" id="{04D9AE22-33EB-4416-91FD-34C743326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509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5" name="dp44-comparison / n177 / path">
            <a:extLst xmlns:a="http://schemas.openxmlformats.org/drawingml/2006/main">
              <a:ext uri="{FF2B5EF4-FFF2-40B4-BE49-F238E27FC236}">
                <a16:creationId xmlns:a16="http://schemas.microsoft.com/office/drawing/2014/main" id="{32EAA6EA-1D14-4D3E-99EE-A64BB5E60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6" name="dp44-comparison / n177 / arrow">
            <a:extLst xmlns:a="http://schemas.openxmlformats.org/drawingml/2006/main">
              <a:ext uri="{FF2B5EF4-FFF2-40B4-BE49-F238E27FC236}">
                <a16:creationId xmlns:a16="http://schemas.microsoft.com/office/drawing/2014/main" id="{04FCB0E6-77AC-41B6-BA93-80C89B2DB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397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7" name="dp44-comparison / n178 / path">
            <a:extLst xmlns:a="http://schemas.openxmlformats.org/drawingml/2006/main">
              <a:ext uri="{FF2B5EF4-FFF2-40B4-BE49-F238E27FC236}">
                <a16:creationId xmlns:a16="http://schemas.microsoft.com/office/drawing/2014/main" id="{A119C7E7-94CE-4E76-ABE8-5C0B5CA0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380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28" name="dp44-comparison / n178 / arrow">
            <a:extLst xmlns:a="http://schemas.openxmlformats.org/drawingml/2006/main">
              <a:ext uri="{FF2B5EF4-FFF2-40B4-BE49-F238E27FC236}">
                <a16:creationId xmlns:a16="http://schemas.microsoft.com/office/drawing/2014/main" id="{E2F76194-24F5-4745-ABC5-F956818BB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134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29" name="dp44-comparison / n179 / path">
            <a:extLst xmlns:a="http://schemas.openxmlformats.org/drawingml/2006/main">
              <a:ext uri="{FF2B5EF4-FFF2-40B4-BE49-F238E27FC236}">
                <a16:creationId xmlns:a16="http://schemas.microsoft.com/office/drawing/2014/main" id="{78E77810-35D0-4F32-A801-E016C6745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530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230" name="dp44-comparison / n179 / arrow">
            <a:extLst xmlns:a="http://schemas.openxmlformats.org/drawingml/2006/main">
              <a:ext uri="{FF2B5EF4-FFF2-40B4-BE49-F238E27FC236}">
                <a16:creationId xmlns:a16="http://schemas.microsoft.com/office/drawing/2014/main" id="{C6453470-F67B-4FA9-9BBD-06E5E875C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2284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1" name="dp44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D9E39EAF-5BAB-45FF-B58E-5F3E8D1C0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248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232" name="dp44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A712CC55-AA13-4CFF-9749-97E587571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001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233" name="dp44-comparison / n181">
            <a:extLst xmlns:a="http://schemas.openxmlformats.org/drawingml/2006/main">
              <a:ext uri="{FF2B5EF4-FFF2-40B4-BE49-F238E27FC236}">
                <a16:creationId xmlns:a16="http://schemas.microsoft.com/office/drawing/2014/main" id="{033BB9C4-27E4-439E-8F2D-97EF4239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697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dp44-comparison / n182 / text 1">
            <a:extLst xmlns:a="http://schemas.openxmlformats.org/drawingml/2006/main">
              <a:ext uri="{FF2B5EF4-FFF2-40B4-BE49-F238E27FC236}">
                <a16:creationId xmlns:a16="http://schemas.microsoft.com/office/drawing/2014/main" id="{44F00EC0-558A-4F6F-AAC5-A505C6AFB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73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235" name="dp44-comparison / n183">
            <a:extLst xmlns:a="http://schemas.openxmlformats.org/drawingml/2006/main">
              <a:ext uri="{FF2B5EF4-FFF2-40B4-BE49-F238E27FC236}">
                <a16:creationId xmlns:a16="http://schemas.microsoft.com/office/drawing/2014/main" id="{3E8215BF-E16D-402A-9C55-FDB0CBAF7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295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dp44-comparison / n184 / text 1">
            <a:extLst xmlns:a="http://schemas.openxmlformats.org/drawingml/2006/main">
              <a:ext uri="{FF2B5EF4-FFF2-40B4-BE49-F238E27FC236}">
                <a16:creationId xmlns:a16="http://schemas.microsoft.com/office/drawing/2014/main" id="{55BE82AA-236B-4BF5-B414-ACF5E5471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0571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237" name="dp44-comparison / n185">
            <a:extLst xmlns:a="http://schemas.openxmlformats.org/drawingml/2006/main">
              <a:ext uri="{FF2B5EF4-FFF2-40B4-BE49-F238E27FC236}">
                <a16:creationId xmlns:a16="http://schemas.microsoft.com/office/drawing/2014/main" id="{0E84D515-D973-4051-A1C5-AA654450B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933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dp44-comparison / n186 / text 1">
            <a:extLst xmlns:a="http://schemas.openxmlformats.org/drawingml/2006/main">
              <a:ext uri="{FF2B5EF4-FFF2-40B4-BE49-F238E27FC236}">
                <a16:creationId xmlns:a16="http://schemas.microsoft.com/office/drawing/2014/main" id="{4FED9903-89BD-4A33-B9EF-8AD46BBCC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209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239" name="dp44-comparison / n187">
            <a:extLst xmlns:a="http://schemas.openxmlformats.org/drawingml/2006/main">
              <a:ext uri="{FF2B5EF4-FFF2-40B4-BE49-F238E27FC236}">
                <a16:creationId xmlns:a16="http://schemas.microsoft.com/office/drawing/2014/main" id="{5349D946-81A0-450B-B68C-7F936E66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dp44-comparison / n188 / text 1">
            <a:extLst xmlns:a="http://schemas.openxmlformats.org/drawingml/2006/main">
              <a:ext uri="{FF2B5EF4-FFF2-40B4-BE49-F238E27FC236}">
                <a16:creationId xmlns:a16="http://schemas.microsoft.com/office/drawing/2014/main" id="{0BB0771A-DAB0-46A9-8B73-E114945D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241" name="dp44-comparison / n189">
            <a:extLst xmlns:a="http://schemas.openxmlformats.org/drawingml/2006/main">
              <a:ext uri="{FF2B5EF4-FFF2-40B4-BE49-F238E27FC236}">
                <a16:creationId xmlns:a16="http://schemas.microsoft.com/office/drawing/2014/main" id="{810B12E9-4504-4517-853C-17BFB9506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dp44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C69A6181-B079-4940-8BE4-DFF2C243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243" name="dp44-comparison / n191">
            <a:extLst xmlns:a="http://schemas.openxmlformats.org/drawingml/2006/main">
              <a:ext uri="{FF2B5EF4-FFF2-40B4-BE49-F238E27FC236}">
                <a16:creationId xmlns:a16="http://schemas.microsoft.com/office/drawing/2014/main" id="{9DF39572-DF71-41E2-84F8-0B60A4490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401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dp44-comparison / n192 / text 1">
            <a:extLst xmlns:a="http://schemas.openxmlformats.org/drawingml/2006/main">
              <a:ext uri="{FF2B5EF4-FFF2-40B4-BE49-F238E27FC236}">
                <a16:creationId xmlns:a16="http://schemas.microsoft.com/office/drawing/2014/main" id="{40162493-0D72-4BDF-A8A3-EC520C16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677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245" name="dp44-comparison / n193">
            <a:extLst xmlns:a="http://schemas.openxmlformats.org/drawingml/2006/main">
              <a:ext uri="{FF2B5EF4-FFF2-40B4-BE49-F238E27FC236}">
                <a16:creationId xmlns:a16="http://schemas.microsoft.com/office/drawing/2014/main" id="{A54105B3-5347-456B-B032-8AEC1903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50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dp44-comparison / n194 / text 1">
            <a:extLst xmlns:a="http://schemas.openxmlformats.org/drawingml/2006/main">
              <a:ext uri="{FF2B5EF4-FFF2-40B4-BE49-F238E27FC236}">
                <a16:creationId xmlns:a16="http://schemas.microsoft.com/office/drawing/2014/main" id="{FEF2212F-3CC3-45E6-8E74-118AB416F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9026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247" name="dp44-comparison / n195">
            <a:extLst xmlns:a="http://schemas.openxmlformats.org/drawingml/2006/main">
              <a:ext uri="{FF2B5EF4-FFF2-40B4-BE49-F238E27FC236}">
                <a16:creationId xmlns:a16="http://schemas.microsoft.com/office/drawing/2014/main" id="{5624808E-DBDA-4FFC-9DA6-BB99AF13E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929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dp44-comparison / n196 / text 1">
            <a:extLst xmlns:a="http://schemas.openxmlformats.org/drawingml/2006/main">
              <a:ext uri="{FF2B5EF4-FFF2-40B4-BE49-F238E27FC236}">
                <a16:creationId xmlns:a16="http://schemas.microsoft.com/office/drawing/2014/main" id="{3596682B-26BE-4F2F-8CCF-98D4FFC69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205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249" name="dp44-comparison / n197">
            <a:extLst xmlns:a="http://schemas.openxmlformats.org/drawingml/2006/main">
              <a:ext uri="{FF2B5EF4-FFF2-40B4-BE49-F238E27FC236}">
                <a16:creationId xmlns:a16="http://schemas.microsoft.com/office/drawing/2014/main" id="{ABD2AE53-7609-4C91-85E5-FECA86127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034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dp44-comparison / n198 / text 1">
            <a:extLst xmlns:a="http://schemas.openxmlformats.org/drawingml/2006/main">
              <a:ext uri="{FF2B5EF4-FFF2-40B4-BE49-F238E27FC236}">
                <a16:creationId xmlns:a16="http://schemas.microsoft.com/office/drawing/2014/main" id="{F6B92CD3-9C9C-42D3-8FAF-26EC5B6DD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311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251" name="dp44-comparison / n199">
            <a:extLst xmlns:a="http://schemas.openxmlformats.org/drawingml/2006/main">
              <a:ext uri="{FF2B5EF4-FFF2-40B4-BE49-F238E27FC236}">
                <a16:creationId xmlns:a16="http://schemas.microsoft.com/office/drawing/2014/main" id="{54A953F5-EECB-4C7F-BB4F-03F6D441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6895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dp44-comparison / n200 / text 1">
            <a:extLst xmlns:a="http://schemas.openxmlformats.org/drawingml/2006/main">
              <a:ext uri="{FF2B5EF4-FFF2-40B4-BE49-F238E27FC236}">
                <a16:creationId xmlns:a16="http://schemas.microsoft.com/office/drawing/2014/main" id="{18BA7EC2-63ED-4751-AAD8-C556288BA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171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253" name="dp44-comparison / n201">
            <a:extLst xmlns:a="http://schemas.openxmlformats.org/drawingml/2006/main">
              <a:ext uri="{FF2B5EF4-FFF2-40B4-BE49-F238E27FC236}">
                <a16:creationId xmlns:a16="http://schemas.microsoft.com/office/drawing/2014/main" id="{738543BF-4953-431E-A153-99BAE1AF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012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dp44-comparison / n202 / text 1">
            <a:extLst xmlns:a="http://schemas.openxmlformats.org/drawingml/2006/main">
              <a:ext uri="{FF2B5EF4-FFF2-40B4-BE49-F238E27FC236}">
                <a16:creationId xmlns:a16="http://schemas.microsoft.com/office/drawing/2014/main" id="{4F031685-9215-452D-B4D6-F8C193B3D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289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255" name="dp44-comparison / n203">
            <a:extLst xmlns:a="http://schemas.openxmlformats.org/drawingml/2006/main">
              <a:ext uri="{FF2B5EF4-FFF2-40B4-BE49-F238E27FC236}">
                <a16:creationId xmlns:a16="http://schemas.microsoft.com/office/drawing/2014/main" id="{3F95956B-56F1-4E1F-8769-4E17796F6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48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dp44-comparison / n204 / text 1">
            <a:extLst xmlns:a="http://schemas.openxmlformats.org/drawingml/2006/main">
              <a:ext uri="{FF2B5EF4-FFF2-40B4-BE49-F238E27FC236}">
                <a16:creationId xmlns:a16="http://schemas.microsoft.com/office/drawing/2014/main" id="{D92BDE86-178F-408A-84A3-E0A5078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24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257" name="dp44-comparison / n205">
            <a:extLst xmlns:a="http://schemas.openxmlformats.org/drawingml/2006/main">
              <a:ext uri="{FF2B5EF4-FFF2-40B4-BE49-F238E27FC236}">
                <a16:creationId xmlns:a16="http://schemas.microsoft.com/office/drawing/2014/main" id="{209B45AA-53B5-4F7A-9957-509079A8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089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dp44-comparison / n206 / text 1">
            <a:extLst xmlns:a="http://schemas.openxmlformats.org/drawingml/2006/main">
              <a:ext uri="{FF2B5EF4-FFF2-40B4-BE49-F238E27FC236}">
                <a16:creationId xmlns:a16="http://schemas.microsoft.com/office/drawing/2014/main" id="{2FC6CA08-9D1D-42ED-98C0-1EE2C1BE4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365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259" name="dp44-comparison / n207">
            <a:extLst xmlns:a="http://schemas.openxmlformats.org/drawingml/2006/main">
              <a:ext uri="{FF2B5EF4-FFF2-40B4-BE49-F238E27FC236}">
                <a16:creationId xmlns:a16="http://schemas.microsoft.com/office/drawing/2014/main" id="{4BFCD8E8-1CCD-47AD-99F9-FDDDEAD87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178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dp44-comparison / n208 / text 1">
            <a:extLst xmlns:a="http://schemas.openxmlformats.org/drawingml/2006/main">
              <a:ext uri="{FF2B5EF4-FFF2-40B4-BE49-F238E27FC236}">
                <a16:creationId xmlns:a16="http://schemas.microsoft.com/office/drawing/2014/main" id="{31EEDD7A-29F1-4F25-9DE3-371732ADC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454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261" name="dp44-comparison / n209">
            <a:extLst xmlns:a="http://schemas.openxmlformats.org/drawingml/2006/main">
              <a:ext uri="{FF2B5EF4-FFF2-40B4-BE49-F238E27FC236}">
                <a16:creationId xmlns:a16="http://schemas.microsoft.com/office/drawing/2014/main" id="{8E39E10E-F1DB-4D75-BF78-58E6438EA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559" y="3656362"/>
            <a:ext cx="159211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dp44-comparison / n210 / text 1">
            <a:extLst xmlns:a="http://schemas.openxmlformats.org/drawingml/2006/main">
              <a:ext uri="{FF2B5EF4-FFF2-40B4-BE49-F238E27FC236}">
                <a16:creationId xmlns:a16="http://schemas.microsoft.com/office/drawing/2014/main" id="{C28E6510-19EF-4C96-A78E-F82277451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0323" y="3662744"/>
            <a:ext cx="23293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job / revision / 대기 참조</a:t>
            </a:r>
          </a:p>
        </p:txBody>
      </p:sp>
      <p:sp>
        <p:nvSpPr>
          <p:cNvPr id="263" name="dp44-comparison / n211">
            <a:extLst xmlns:a="http://schemas.openxmlformats.org/drawingml/2006/main">
              <a:ext uri="{FF2B5EF4-FFF2-40B4-BE49-F238E27FC236}">
                <a16:creationId xmlns:a16="http://schemas.microsoft.com/office/drawing/2014/main" id="{6D92B297-3169-4116-8DA9-89E0261D1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4683824"/>
            <a:ext cx="19002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dp44-comparison / n212 / text 1">
            <a:extLst xmlns:a="http://schemas.openxmlformats.org/drawingml/2006/main">
              <a:ext uri="{FF2B5EF4-FFF2-40B4-BE49-F238E27FC236}">
                <a16:creationId xmlns:a16="http://schemas.microsoft.com/office/drawing/2014/main" id="{DE56F23B-BF7C-47A7-90FF-364E8B00B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539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사실 / job ID</a:t>
            </a:r>
          </a:p>
        </p:txBody>
      </p:sp>
      <p:sp>
        <p:nvSpPr>
          <p:cNvPr id="265" name="dp44-comparison / n213">
            <a:extLst xmlns:a="http://schemas.openxmlformats.org/drawingml/2006/main">
              <a:ext uri="{FF2B5EF4-FFF2-40B4-BE49-F238E27FC236}">
                <a16:creationId xmlns:a16="http://schemas.microsoft.com/office/drawing/2014/main" id="{AE79408C-CB7A-416F-BE0F-A029736E5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872" y="5768721"/>
            <a:ext cx="1494478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dp44-comparison / n214 / text 1">
            <a:extLst xmlns:a="http://schemas.openxmlformats.org/drawingml/2006/main">
              <a:ext uri="{FF2B5EF4-FFF2-40B4-BE49-F238E27FC236}">
                <a16:creationId xmlns:a16="http://schemas.microsoft.com/office/drawing/2014/main" id="{B6821C64-8A9A-4E21-B342-B3000F407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2636" y="5775103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반환 / 시작 revision</a:t>
            </a:r>
          </a:p>
        </p:txBody>
      </p:sp>
      <p:sp>
        <p:nvSpPr>
          <p:cNvPr id="267" name="dp44-comparison / n215">
            <a:extLst xmlns:a="http://schemas.openxmlformats.org/drawingml/2006/main">
              <a:ext uri="{FF2B5EF4-FFF2-40B4-BE49-F238E27FC236}">
                <a16:creationId xmlns:a16="http://schemas.microsoft.com/office/drawing/2014/main" id="{DF057C91-07B2-4A6A-B92D-47797BB21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6254" y="6043136"/>
            <a:ext cx="133391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dp44-comparison / n216 / text 1">
            <a:extLst xmlns:a="http://schemas.openxmlformats.org/drawingml/2006/main">
              <a:ext uri="{FF2B5EF4-FFF2-40B4-BE49-F238E27FC236}">
                <a16:creationId xmlns:a16="http://schemas.microsoft.com/office/drawing/2014/main" id="{E41ABFF0-42E3-4A8A-AE8B-5C38DC26F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9017" y="6049518"/>
            <a:ext cx="211874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유효 후보 → 게시 요청</a:t>
            </a:r>
          </a:p>
        </p:txBody>
      </p:sp>
      <p:sp>
        <p:nvSpPr>
          <p:cNvPr id="269" name="dp44-comparison / n217">
            <a:extLst xmlns:a="http://schemas.openxmlformats.org/drawingml/2006/main">
              <a:ext uri="{FF2B5EF4-FFF2-40B4-BE49-F238E27FC236}">
                <a16:creationId xmlns:a16="http://schemas.microsoft.com/office/drawing/2014/main" id="{29AFA91C-264F-4445-9F57-4C163AA2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341721"/>
            <a:ext cx="1084898" cy="25527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0" name="dp44-comparison / n218 / text 1">
            <a:extLst xmlns:a="http://schemas.openxmlformats.org/drawingml/2006/main">
              <a:ext uri="{FF2B5EF4-FFF2-40B4-BE49-F238E27FC236}">
                <a16:creationId xmlns:a16="http://schemas.microsoft.com/office/drawing/2014/main" id="{A5B922D2-243C-4BB7-9DF8-0739AFF4C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2394690"/>
            <a:ext cx="995553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사용자</a:t>
            </a:r>
          </a:p>
        </p:txBody>
      </p:sp>
      <p:sp>
        <p:nvSpPr>
          <p:cNvPr id="271" name="dp44-comparison / n219">
            <a:extLst xmlns:a="http://schemas.openxmlformats.org/drawingml/2006/main">
              <a:ext uri="{FF2B5EF4-FFF2-40B4-BE49-F238E27FC236}">
                <a16:creationId xmlns:a16="http://schemas.microsoft.com/office/drawing/2014/main" id="{3C5C1378-8AD4-4B1E-8BAC-BCA819492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2756535"/>
            <a:ext cx="2169795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2" name="dp44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1926FC80-755D-4DBE-A86A-7D784F866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7341" y="2813971"/>
            <a:ext cx="2016633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Interaction Manager</a:t>
            </a:r>
          </a:p>
        </p:txBody>
      </p:sp>
      <p:sp>
        <p:nvSpPr>
          <p:cNvPr id="273" name="dp44-comparison / n221">
            <a:extLst xmlns:a="http://schemas.openxmlformats.org/drawingml/2006/main">
              <a:ext uri="{FF2B5EF4-FFF2-40B4-BE49-F238E27FC236}">
                <a16:creationId xmlns:a16="http://schemas.microsoft.com/office/drawing/2014/main" id="{D29520CB-B331-4AC4-8AB5-8DFF8BFCC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4" name="dp44-comparison / n222 / text 1">
            <a:extLst xmlns:a="http://schemas.openxmlformats.org/drawingml/2006/main">
              <a:ext uri="{FF2B5EF4-FFF2-40B4-BE49-F238E27FC236}">
                <a16:creationId xmlns:a16="http://schemas.microsoft.com/office/drawing/2014/main" id="{03B9ED2B-D36E-461F-8C87-2C06EBA79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189760"/>
            <a:ext cx="836009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Channel I/O</a:t>
            </a:r>
          </a:p>
        </p:txBody>
      </p:sp>
      <p:sp>
        <p:nvSpPr>
          <p:cNvPr id="275" name="dp44-comparison / n223">
            <a:extLst xmlns:a="http://schemas.openxmlformats.org/drawingml/2006/main">
              <a:ext uri="{FF2B5EF4-FFF2-40B4-BE49-F238E27FC236}">
                <a16:creationId xmlns:a16="http://schemas.microsoft.com/office/drawing/2014/main" id="{84DA9C80-0560-46F8-801E-F06A558D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126677"/>
            <a:ext cx="925354" cy="268034"/>
          </a:xfrm>
          <a:prstGeom xmlns:a="http://schemas.openxmlformats.org/drawingml/2006/main" prst="roundRect">
            <a:avLst>
              <a:gd name="adj" fmla="val 28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6" name="dp44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9ED0E3E4-48D2-4FBA-9BF1-690E3735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126294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Turn-Taking</a:t>
            </a:r>
          </a:p>
        </p:txBody>
      </p:sp>
      <p:sp>
        <p:nvSpPr>
          <p:cNvPr id="277" name="dp44-comparison / n224 / text 2">
            <a:extLst xmlns:a="http://schemas.openxmlformats.org/drawingml/2006/main">
              <a:ext uri="{FF2B5EF4-FFF2-40B4-BE49-F238E27FC236}">
                <a16:creationId xmlns:a16="http://schemas.microsoft.com/office/drawing/2014/main" id="{7C7EE43A-FC80-4F12-A807-DC1F99320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260693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278" name="dp44-comparison / n225">
            <a:extLst xmlns:a="http://schemas.openxmlformats.org/drawingml/2006/main">
              <a:ext uri="{FF2B5EF4-FFF2-40B4-BE49-F238E27FC236}">
                <a16:creationId xmlns:a16="http://schemas.microsoft.com/office/drawing/2014/main" id="{A5853246-908D-4C3E-8BED-7A87DB81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79" name="dp44-comparison / n226 / text 1">
            <a:extLst xmlns:a="http://schemas.openxmlformats.org/drawingml/2006/main">
              <a:ext uri="{FF2B5EF4-FFF2-40B4-BE49-F238E27FC236}">
                <a16:creationId xmlns:a16="http://schemas.microsoft.com/office/drawing/2014/main" id="{CA007DFA-1EFC-4CFD-8BA2-A5DFE57CA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</a:t>
            </a:r>
          </a:p>
        </p:txBody>
      </p:sp>
      <p:sp>
        <p:nvSpPr>
          <p:cNvPr id="280" name="dp44-comparison / n226 / text 2">
            <a:extLst xmlns:a="http://schemas.openxmlformats.org/drawingml/2006/main">
              <a:ext uri="{FF2B5EF4-FFF2-40B4-BE49-F238E27FC236}">
                <a16:creationId xmlns:a16="http://schemas.microsoft.com/office/drawing/2014/main" id="{295418E4-CD32-4ECE-A0B9-6344A56D0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1159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Capture</a:t>
            </a:r>
          </a:p>
        </p:txBody>
      </p:sp>
      <p:sp>
        <p:nvSpPr>
          <p:cNvPr id="281" name="dp44-comparison / n227">
            <a:extLst xmlns:a="http://schemas.openxmlformats.org/drawingml/2006/main">
              <a:ext uri="{FF2B5EF4-FFF2-40B4-BE49-F238E27FC236}">
                <a16:creationId xmlns:a16="http://schemas.microsoft.com/office/drawing/2014/main" id="{9C8E7DB5-18A7-4984-826D-5E5393A68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6712" y="3649980"/>
            <a:ext cx="925354" cy="280797"/>
          </a:xfrm>
          <a:prstGeom xmlns:a="http://schemas.openxmlformats.org/drawingml/2006/main" prst="roundRect">
            <a:avLst>
              <a:gd name="adj" fmla="val 2713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2" name="dp44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85E1E6BF-A541-4119-9F45-BA7C397BF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6559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Timeline &amp;</a:t>
            </a:r>
          </a:p>
        </p:txBody>
      </p:sp>
      <p:sp>
        <p:nvSpPr>
          <p:cNvPr id="283" name="dp44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105480FE-961C-44DD-8351-702A17BC6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1384" y="3790379"/>
            <a:ext cx="836009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Buffer</a:t>
            </a:r>
          </a:p>
        </p:txBody>
      </p:sp>
      <p:sp>
        <p:nvSpPr>
          <p:cNvPr id="284" name="dp44-comparison / n229">
            <a:extLst xmlns:a="http://schemas.openxmlformats.org/drawingml/2006/main">
              <a:ext uri="{FF2B5EF4-FFF2-40B4-BE49-F238E27FC236}">
                <a16:creationId xmlns:a16="http://schemas.microsoft.com/office/drawing/2014/main" id="{4263A3B1-0087-4845-A22A-0F353229D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33209" y="4128611"/>
            <a:ext cx="1116806" cy="331851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5" name="dp44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5399081A-52DB-4981-9E67-C29FA8E9D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881" y="4252864"/>
            <a:ext cx="1027462" cy="16656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Playback State</a:t>
            </a:r>
          </a:p>
        </p:txBody>
      </p:sp>
      <p:sp>
        <p:nvSpPr>
          <p:cNvPr id="286" name="dp44-comparison / n231">
            <a:extLst xmlns:a="http://schemas.openxmlformats.org/drawingml/2006/main">
              <a:ext uri="{FF2B5EF4-FFF2-40B4-BE49-F238E27FC236}">
                <a16:creationId xmlns:a16="http://schemas.microsoft.com/office/drawing/2014/main" id="{05FCCD86-475A-454F-ACE8-F576319EC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4913" y="2756535"/>
            <a:ext cx="4403408" cy="178689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87" name="dp44-comparison / n232 / text 1">
            <a:extLst xmlns:a="http://schemas.openxmlformats.org/drawingml/2006/main">
              <a:ext uri="{FF2B5EF4-FFF2-40B4-BE49-F238E27FC236}">
                <a16:creationId xmlns:a16="http://schemas.microsoft.com/office/drawing/2014/main" id="{C939D403-26CD-4C2E-B4FA-888FBF027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1494" y="2813971"/>
            <a:ext cx="425024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288" name="dp44-comparison / n233">
            <a:extLst xmlns:a="http://schemas.openxmlformats.org/drawingml/2006/main">
              <a:ext uri="{FF2B5EF4-FFF2-40B4-BE49-F238E27FC236}">
                <a16:creationId xmlns:a16="http://schemas.microsoft.com/office/drawing/2014/main" id="{5505C0D1-DA69-42A2-BAC7-9389DEDE6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152204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89" name="dp44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ED12642E-F7B0-4130-8FEC-44E350D7D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246111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Resolution Stage</a:t>
            </a:r>
          </a:p>
        </p:txBody>
      </p:sp>
      <p:sp>
        <p:nvSpPr>
          <p:cNvPr id="290" name="dp44-comparison / n235">
            <a:extLst xmlns:a="http://schemas.openxmlformats.org/drawingml/2006/main">
              <a:ext uri="{FF2B5EF4-FFF2-40B4-BE49-F238E27FC236}">
                <a16:creationId xmlns:a16="http://schemas.microsoft.com/office/drawing/2014/main" id="{19300C66-BC30-4BDF-929D-862E643D3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152204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1" name="dp44-comparison / n236 / text 1">
            <a:extLst xmlns:a="http://schemas.openxmlformats.org/drawingml/2006/main">
              <a:ext uri="{FF2B5EF4-FFF2-40B4-BE49-F238E27FC236}">
                <a16:creationId xmlns:a16="http://schemas.microsoft.com/office/drawing/2014/main" id="{70B45354-15B7-42C0-BD5C-872AE719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3294517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 Window</a:t>
            </a:r>
          </a:p>
        </p:txBody>
      </p:sp>
      <p:sp>
        <p:nvSpPr>
          <p:cNvPr id="292" name="dp44-comparison / n237">
            <a:extLst xmlns:a="http://schemas.openxmlformats.org/drawingml/2006/main">
              <a:ext uri="{FF2B5EF4-FFF2-40B4-BE49-F238E27FC236}">
                <a16:creationId xmlns:a16="http://schemas.microsoft.com/office/drawing/2014/main" id="{6F863FBC-D9E7-4CCE-83EA-DFB69894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2548" y="3886105"/>
            <a:ext cx="1786890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3" name="dp44-comparison / n238 / text 1">
            <a:extLst xmlns:a="http://schemas.openxmlformats.org/drawingml/2006/main">
              <a:ext uri="{FF2B5EF4-FFF2-40B4-BE49-F238E27FC236}">
                <a16:creationId xmlns:a16="http://schemas.microsoft.com/office/drawing/2014/main" id="{968CADDB-F434-479C-BF52-3D5DA58E7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7220" y="3980012"/>
            <a:ext cx="1697546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Notice Stage</a:t>
            </a:r>
          </a:p>
        </p:txBody>
      </p:sp>
      <p:sp>
        <p:nvSpPr>
          <p:cNvPr id="294" name="dp44-comparison / n239">
            <a:extLst xmlns:a="http://schemas.openxmlformats.org/drawingml/2006/main">
              <a:ext uri="{FF2B5EF4-FFF2-40B4-BE49-F238E27FC236}">
                <a16:creationId xmlns:a16="http://schemas.microsoft.com/office/drawing/2014/main" id="{679A48A2-1C60-40C5-A280-676926E01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3886105"/>
            <a:ext cx="1946434" cy="38290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295" name="dp44-comparison / n240 / text 1">
            <a:extLst xmlns:a="http://schemas.openxmlformats.org/drawingml/2006/main">
              <a:ext uri="{FF2B5EF4-FFF2-40B4-BE49-F238E27FC236}">
                <a16:creationId xmlns:a16="http://schemas.microsoft.com/office/drawing/2014/main" id="{C2C904A6-1BFE-4A9D-9F7B-A82ABDFBF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028418"/>
            <a:ext cx="1857089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Notice Window</a:t>
            </a:r>
          </a:p>
        </p:txBody>
      </p:sp>
      <p:sp>
        <p:nvSpPr>
          <p:cNvPr id="296" name="dp44-comparison / n241">
            <a:extLst xmlns:a="http://schemas.openxmlformats.org/drawingml/2006/main">
              <a:ext uri="{FF2B5EF4-FFF2-40B4-BE49-F238E27FC236}">
                <a16:creationId xmlns:a16="http://schemas.microsoft.com/office/drawing/2014/main" id="{B5C47010-64CC-4E5A-9104-EB504C07F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022056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7" name="dp44-comparison / n242 / text 1">
            <a:extLst xmlns:a="http://schemas.openxmlformats.org/drawingml/2006/main">
              <a:ext uri="{FF2B5EF4-FFF2-40B4-BE49-F238E27FC236}">
                <a16:creationId xmlns:a16="http://schemas.microsoft.com/office/drawing/2014/main" id="{B4BBC143-6F78-498C-9FF0-45B1D9129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112230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298" name="dp44-comparison / n243">
            <a:extLst xmlns:a="http://schemas.openxmlformats.org/drawingml/2006/main">
              <a:ext uri="{FF2B5EF4-FFF2-40B4-BE49-F238E27FC236}">
                <a16:creationId xmlns:a16="http://schemas.microsoft.com/office/drawing/2014/main" id="{EB866F02-A225-4A83-9F79-35052228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583650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299" name="dp44-comparison / n244 / text 1">
            <a:extLst xmlns:a="http://schemas.openxmlformats.org/drawingml/2006/main">
              <a:ext uri="{FF2B5EF4-FFF2-40B4-BE49-F238E27FC236}">
                <a16:creationId xmlns:a16="http://schemas.microsoft.com/office/drawing/2014/main" id="{20D27F4C-9683-45F4-8136-43C68C724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5677558"/>
            <a:ext cx="1569911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300" name="dp44-comparison / n245">
            <a:extLst xmlns:a="http://schemas.openxmlformats.org/drawingml/2006/main">
              <a:ext uri="{FF2B5EF4-FFF2-40B4-BE49-F238E27FC236}">
                <a16:creationId xmlns:a16="http://schemas.microsoft.com/office/drawing/2014/main" id="{DB5DBF9E-6B77-45AB-A706-C29A5C29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07278" y="5022056"/>
            <a:ext cx="2871788" cy="162734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1" name="dp44-comparison / n246 / text 1">
            <a:extLst xmlns:a="http://schemas.openxmlformats.org/drawingml/2006/main">
              <a:ext uri="{FF2B5EF4-FFF2-40B4-BE49-F238E27FC236}">
                <a16:creationId xmlns:a16="http://schemas.microsoft.com/office/drawing/2014/main" id="{DB758E8E-D9CE-4273-9052-43E30EE84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3859" y="5079492"/>
            <a:ext cx="2718626" cy="23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302" name="dp44-comparison / n247">
            <a:extLst xmlns:a="http://schemas.openxmlformats.org/drawingml/2006/main">
              <a:ext uri="{FF2B5EF4-FFF2-40B4-BE49-F238E27FC236}">
                <a16:creationId xmlns:a16="http://schemas.microsoft.com/office/drawing/2014/main" id="{59ECB4CD-923E-427F-B68B-0D0D06C9C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03" name="dp44-comparison / n248 / text 1">
            <a:extLst xmlns:a="http://schemas.openxmlformats.org/drawingml/2006/main">
              <a:ext uri="{FF2B5EF4-FFF2-40B4-BE49-F238E27FC236}">
                <a16:creationId xmlns:a16="http://schemas.microsoft.com/office/drawing/2014/main" id="{B75E0FD2-21EB-4D34-8863-9595D48C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391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</a:t>
            </a:r>
          </a:p>
        </p:txBody>
      </p:sp>
      <p:sp>
        <p:nvSpPr>
          <p:cNvPr id="304" name="dp44-comparison / n248 / text 2">
            <a:extLst xmlns:a="http://schemas.openxmlformats.org/drawingml/2006/main">
              <a:ext uri="{FF2B5EF4-FFF2-40B4-BE49-F238E27FC236}">
                <a16:creationId xmlns:a16="http://schemas.microsoft.com/office/drawing/2014/main" id="{84784AD0-C445-43F4-BC60-CFE6E3615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55485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Composer</a:t>
            </a:r>
          </a:p>
        </p:txBody>
      </p:sp>
      <p:sp>
        <p:nvSpPr>
          <p:cNvPr id="305" name="dp44-comparison / n249">
            <a:extLst xmlns:a="http://schemas.openxmlformats.org/drawingml/2006/main">
              <a:ext uri="{FF2B5EF4-FFF2-40B4-BE49-F238E27FC236}">
                <a16:creationId xmlns:a16="http://schemas.microsoft.com/office/drawing/2014/main" id="{353C7137-9728-42AD-BF0F-0AC89354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373053"/>
            <a:ext cx="1212533" cy="350996"/>
          </a:xfrm>
          <a:prstGeom xmlns:a="http://schemas.openxmlformats.org/drawingml/2006/main" prst="roundRect">
            <a:avLst>
              <a:gd name="adj" fmla="val 2171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6" name="dp44-comparison / n250 / text 1">
            <a:extLst xmlns:a="http://schemas.openxmlformats.org/drawingml/2006/main">
              <a:ext uri="{FF2B5EF4-FFF2-40B4-BE49-F238E27FC236}">
                <a16:creationId xmlns:a16="http://schemas.microsoft.com/office/drawing/2014/main" id="{5760CD59-D3C4-4C1D-ACCD-339490A78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47761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Join</a:t>
            </a:r>
          </a:p>
        </p:txBody>
      </p:sp>
      <p:sp>
        <p:nvSpPr>
          <p:cNvPr id="307" name="dp44-comparison / n251">
            <a:extLst xmlns:a="http://schemas.openxmlformats.org/drawingml/2006/main">
              <a:ext uri="{FF2B5EF4-FFF2-40B4-BE49-F238E27FC236}">
                <a16:creationId xmlns:a16="http://schemas.microsoft.com/office/drawing/2014/main" id="{2A02400E-3DF3-4BD2-9571-F95A3815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5826157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1487">
            <a:solidFill>
              <a:srgbClr val="B8753F"/>
            </a:solidFill>
            <a:prstDash val="solid"/>
          </a:ln>
        </p:spPr>
      </p:sp>
      <p:sp>
        <p:nvSpPr>
          <p:cNvPr id="308" name="dp44-comparison / n252 / text 1">
            <a:extLst xmlns:a="http://schemas.openxmlformats.org/drawingml/2006/main">
              <a:ext uri="{FF2B5EF4-FFF2-40B4-BE49-F238E27FC236}">
                <a16:creationId xmlns:a16="http://schemas.microsoft.com/office/drawing/2014/main" id="{CF278785-2CD0-42D0-8FD1-F88FA035A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5964258"/>
            <a:ext cx="1123188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Window</a:t>
            </a:r>
          </a:p>
        </p:txBody>
      </p:sp>
      <p:sp>
        <p:nvSpPr>
          <p:cNvPr id="309" name="dp44-comparison / n253">
            <a:extLst xmlns:a="http://schemas.openxmlformats.org/drawingml/2006/main">
              <a:ext uri="{FF2B5EF4-FFF2-40B4-BE49-F238E27FC236}">
                <a16:creationId xmlns:a16="http://schemas.microsoft.com/office/drawing/2014/main" id="{7339A264-A5D9-4D3E-8806-C527B621A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215444"/>
            <a:ext cx="1212533" cy="344615"/>
          </a:xfrm>
          <a:prstGeom xmlns:a="http://schemas.openxmlformats.org/drawingml/2006/main" prst="roundRect">
            <a:avLst>
              <a:gd name="adj" fmla="val 2211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0" name="dp44-comparison / n254 / text 1">
            <a:extLst xmlns:a="http://schemas.openxmlformats.org/drawingml/2006/main">
              <a:ext uri="{FF2B5EF4-FFF2-40B4-BE49-F238E27FC236}">
                <a16:creationId xmlns:a16="http://schemas.microsoft.com/office/drawing/2014/main" id="{F34FB6AA-AACF-4E62-9FF1-1C368E768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2309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</a:t>
            </a:r>
          </a:p>
        </p:txBody>
      </p:sp>
      <p:sp>
        <p:nvSpPr>
          <p:cNvPr id="311" name="dp44-comparison / n254 / text 2">
            <a:extLst xmlns:a="http://schemas.openxmlformats.org/drawingml/2006/main">
              <a:ext uri="{FF2B5EF4-FFF2-40B4-BE49-F238E27FC236}">
                <a16:creationId xmlns:a16="http://schemas.microsoft.com/office/drawing/2014/main" id="{E7D2A5C2-84DC-4806-89BB-542DE0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7676" y="6387751"/>
            <a:ext cx="1123188" cy="1943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Control</a:t>
            </a:r>
          </a:p>
        </p:txBody>
      </p:sp>
      <p:sp>
        <p:nvSpPr>
          <p:cNvPr id="312" name="dp44-comparison / n255">
            <a:extLst xmlns:a="http://schemas.openxmlformats.org/drawingml/2006/main">
              <a:ext uri="{FF2B5EF4-FFF2-40B4-BE49-F238E27FC236}">
                <a16:creationId xmlns:a16="http://schemas.microsoft.com/office/drawing/2014/main" id="{694DFA99-3C55-41BA-BD7B-1E6CA8418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70806" y="6215444"/>
            <a:ext cx="1212533" cy="34461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3" name="dp44-comparison / n256 / text 1">
            <a:extLst xmlns:a="http://schemas.openxmlformats.org/drawingml/2006/main">
              <a:ext uri="{FF2B5EF4-FFF2-40B4-BE49-F238E27FC236}">
                <a16:creationId xmlns:a16="http://schemas.microsoft.com/office/drawing/2014/main" id="{77622628-37EE-4221-BE6D-8AC153CB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15479" y="6349811"/>
            <a:ext cx="112318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Publication Outbox</a:t>
            </a:r>
          </a:p>
        </p:txBody>
      </p:sp>
      <p:sp>
        <p:nvSpPr>
          <p:cNvPr id="314" name="dp44-comparison / n257">
            <a:extLst xmlns:a="http://schemas.openxmlformats.org/drawingml/2006/main">
              <a:ext uri="{FF2B5EF4-FFF2-40B4-BE49-F238E27FC236}">
                <a16:creationId xmlns:a16="http://schemas.microsoft.com/office/drawing/2014/main" id="{F78FCED0-95E0-4E36-90C9-5BE0EFD13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022056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5" name="dp44-comparison / n258 / text 1">
            <a:extLst xmlns:a="http://schemas.openxmlformats.org/drawingml/2006/main">
              <a:ext uri="{FF2B5EF4-FFF2-40B4-BE49-F238E27FC236}">
                <a16:creationId xmlns:a16="http://schemas.microsoft.com/office/drawing/2014/main" id="{37F83B0B-D23C-4EBC-B368-ECB11818A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112230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316" name="dp44-comparison / n259">
            <a:extLst xmlns:a="http://schemas.openxmlformats.org/drawingml/2006/main">
              <a:ext uri="{FF2B5EF4-FFF2-40B4-BE49-F238E27FC236}">
                <a16:creationId xmlns:a16="http://schemas.microsoft.com/office/drawing/2014/main" id="{A4BB6257-8574-4623-AA45-65AD614E2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5583650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7" name="dp44-comparison / n260 / text 1">
            <a:extLst xmlns:a="http://schemas.openxmlformats.org/drawingml/2006/main">
              <a:ext uri="{FF2B5EF4-FFF2-40B4-BE49-F238E27FC236}">
                <a16:creationId xmlns:a16="http://schemas.microsoft.com/office/drawing/2014/main" id="{578A292A-3E0B-4305-872C-257918C21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5673824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Agent Gateway</a:t>
            </a:r>
          </a:p>
        </p:txBody>
      </p:sp>
      <p:sp>
        <p:nvSpPr>
          <p:cNvPr id="318" name="dp44-comparison / n261">
            <a:extLst xmlns:a="http://schemas.openxmlformats.org/drawingml/2006/main">
              <a:ext uri="{FF2B5EF4-FFF2-40B4-BE49-F238E27FC236}">
                <a16:creationId xmlns:a16="http://schemas.microsoft.com/office/drawing/2014/main" id="{0BD001EE-49DD-42A7-92C7-6337C8DE9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138863"/>
            <a:ext cx="1212533" cy="344615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19" name="dp44-comparison / n262 / text 1">
            <a:extLst xmlns:a="http://schemas.openxmlformats.org/drawingml/2006/main">
              <a:ext uri="{FF2B5EF4-FFF2-40B4-BE49-F238E27FC236}">
                <a16:creationId xmlns:a16="http://schemas.microsoft.com/office/drawing/2014/main" id="{C14AC542-194A-4EFD-8C8F-480F2322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240237"/>
            <a:ext cx="1123188" cy="1758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Downstream Agent</a:t>
            </a:r>
          </a:p>
        </p:txBody>
      </p:sp>
      <p:sp>
        <p:nvSpPr>
          <p:cNvPr id="320" name="dp44-comparison / n263">
            <a:extLst xmlns:a="http://schemas.openxmlformats.org/drawingml/2006/main">
              <a:ext uri="{FF2B5EF4-FFF2-40B4-BE49-F238E27FC236}">
                <a16:creationId xmlns:a16="http://schemas.microsoft.com/office/drawing/2014/main" id="{1E215157-9B55-43EC-A02F-E7C20E388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343079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1" name="dp44-comparison / n264 / text 1">
            <a:extLst xmlns:a="http://schemas.openxmlformats.org/drawingml/2006/main">
              <a:ext uri="{FF2B5EF4-FFF2-40B4-BE49-F238E27FC236}">
                <a16:creationId xmlns:a16="http://schemas.microsoft.com/office/drawing/2014/main" id="{99524F40-C74A-47FA-ACEC-7E082EF2D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6433253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Policy Manager</a:t>
            </a:r>
          </a:p>
        </p:txBody>
      </p:sp>
      <p:sp>
        <p:nvSpPr>
          <p:cNvPr id="322" name="dp44-comparison / n265">
            <a:extLst xmlns:a="http://schemas.openxmlformats.org/drawingml/2006/main">
              <a:ext uri="{FF2B5EF4-FFF2-40B4-BE49-F238E27FC236}">
                <a16:creationId xmlns:a16="http://schemas.microsoft.com/office/drawing/2014/main" id="{8B5305D2-6CD2-42BE-9CA5-16109145E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949345"/>
            <a:ext cx="1659255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3" name="dp44-comparison / n266 / text 1">
            <a:extLst xmlns:a="http://schemas.openxmlformats.org/drawingml/2006/main">
              <a:ext uri="{FF2B5EF4-FFF2-40B4-BE49-F238E27FC236}">
                <a16:creationId xmlns:a16="http://schemas.microsoft.com/office/drawing/2014/main" id="{2C97774D-CAF7-401A-A4D6-801159159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432" y="7039519"/>
            <a:ext cx="1569911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 Store</a:t>
            </a:r>
          </a:p>
        </p:txBody>
      </p:sp>
      <p:sp>
        <p:nvSpPr>
          <p:cNvPr id="324" name="dp44-comparison / n267">
            <a:extLst xmlns:a="http://schemas.openxmlformats.org/drawingml/2006/main">
              <a:ext uri="{FF2B5EF4-FFF2-40B4-BE49-F238E27FC236}">
                <a16:creationId xmlns:a16="http://schemas.microsoft.com/office/drawing/2014/main" id="{6137AC8D-5ECC-48EF-B956-8E1FB7761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6725984"/>
            <a:ext cx="1212533" cy="3446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5" name="dp44-comparison / n268 / text 1">
            <a:extLst xmlns:a="http://schemas.openxmlformats.org/drawingml/2006/main">
              <a:ext uri="{FF2B5EF4-FFF2-40B4-BE49-F238E27FC236}">
                <a16:creationId xmlns:a16="http://schemas.microsoft.com/office/drawing/2014/main" id="{87BD667B-B61D-4A11-9709-723027996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6816158"/>
            <a:ext cx="1123188" cy="2035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0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326" name="dp44-comparison / n269">
            <a:extLst xmlns:a="http://schemas.openxmlformats.org/drawingml/2006/main">
              <a:ext uri="{FF2B5EF4-FFF2-40B4-BE49-F238E27FC236}">
                <a16:creationId xmlns:a16="http://schemas.microsoft.com/office/drawing/2014/main" id="{FFC942D4-8B8D-4A71-A1F3-C3C7CB0A6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5788" y="7223760"/>
            <a:ext cx="1212533" cy="268034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382">
            <a:solidFill>
              <a:srgbClr val="000000"/>
            </a:solidFill>
            <a:prstDash val="solid"/>
          </a:ln>
        </p:spPr>
      </p:sp>
      <p:sp>
        <p:nvSpPr>
          <p:cNvPr id="327" name="dp44-comparison / n270 / text 1">
            <a:extLst xmlns:a="http://schemas.openxmlformats.org/drawingml/2006/main">
              <a:ext uri="{FF2B5EF4-FFF2-40B4-BE49-F238E27FC236}">
                <a16:creationId xmlns:a16="http://schemas.microsoft.com/office/drawing/2014/main" id="{A31CA8BB-488E-4ABF-A54E-B3FE789C5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70460" y="7283110"/>
            <a:ext cx="1123188" cy="1850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0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328" name="dp44-comparison / n271 / path">
            <a:extLst xmlns:a="http://schemas.openxmlformats.org/drawingml/2006/main">
              <a:ext uri="{FF2B5EF4-FFF2-40B4-BE49-F238E27FC236}">
                <a16:creationId xmlns:a16="http://schemas.microsoft.com/office/drawing/2014/main" id="{93DE1F70-3B8D-49DF-81E1-1FA0371B4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3324" y="2596991"/>
            <a:ext cx="615839" cy="529685"/>
          </a:xfrm>
          <a:custGeom xmlns:a="http://schemas.openxmlformats.org/drawingml/2006/main">
            <a:pathLst>
              <a:path w="615839" h="529685">
                <a:moveTo>
                  <a:pt x="599885" y="0"/>
                </a:moveTo>
                <a:lnTo>
                  <a:pt x="0" y="0"/>
                </a:lnTo>
                <a:lnTo>
                  <a:pt x="0" y="529685"/>
                </a:lnTo>
                <a:lnTo>
                  <a:pt x="615839" y="52968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29" name="dp44-comparison / n271 / arrow">
            <a:extLst xmlns:a="http://schemas.openxmlformats.org/drawingml/2006/main">
              <a:ext uri="{FF2B5EF4-FFF2-40B4-BE49-F238E27FC236}">
                <a16:creationId xmlns:a16="http://schemas.microsoft.com/office/drawing/2014/main" id="{C5F15B4B-196B-4456-9BD0-97266CE89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4236" y="31042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0" name="dp44-comparison / n272 / path">
            <a:extLst xmlns:a="http://schemas.openxmlformats.org/drawingml/2006/main">
              <a:ext uri="{FF2B5EF4-FFF2-40B4-BE49-F238E27FC236}">
                <a16:creationId xmlns:a16="http://schemas.microsoft.com/office/drawing/2014/main" id="{54672E9D-E47A-465D-BCAD-DEAC3F21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60693"/>
            <a:ext cx="114872" cy="953"/>
          </a:xfrm>
          <a:custGeom xmlns:a="http://schemas.openxmlformats.org/drawingml/2006/main">
            <a:pathLst>
              <a:path w="114872" h="953">
                <a:moveTo>
                  <a:pt x="114872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1" name="dp44-comparison / n272 / arrow">
            <a:extLst xmlns:a="http://schemas.openxmlformats.org/drawingml/2006/main">
              <a:ext uri="{FF2B5EF4-FFF2-40B4-BE49-F238E27FC236}">
                <a16:creationId xmlns:a16="http://schemas.microsoft.com/office/drawing/2014/main" id="{7A3DC2CA-D17F-4682-B217-1BFF87B46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23822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2" name="dp44-comparison / n273">
            <a:extLst xmlns:a="http://schemas.openxmlformats.org/drawingml/2006/main">
              <a:ext uri="{FF2B5EF4-FFF2-40B4-BE49-F238E27FC236}">
                <a16:creationId xmlns:a16="http://schemas.microsoft.com/office/drawing/2014/main" id="{87EF3A47-41E4-4C96-8A5F-616578CA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0105" y="3433001"/>
            <a:ext cx="2042160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dp44-comparison / n274 / text 1">
            <a:extLst xmlns:a="http://schemas.openxmlformats.org/drawingml/2006/main">
              <a:ext uri="{FF2B5EF4-FFF2-40B4-BE49-F238E27FC236}">
                <a16:creationId xmlns:a16="http://schemas.microsoft.com/office/drawing/2014/main" id="{AFB76439-2A61-40F2-AB2A-195E08E60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92868" y="3439382"/>
            <a:ext cx="2042160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InputStarted: 즉시 stop / epoch 무효화</a:t>
            </a:r>
          </a:p>
        </p:txBody>
      </p:sp>
      <p:sp>
        <p:nvSpPr>
          <p:cNvPr id="334" name="dp44-comparison / n275 / path">
            <a:extLst xmlns:a="http://schemas.openxmlformats.org/drawingml/2006/main">
              <a:ext uri="{FF2B5EF4-FFF2-40B4-BE49-F238E27FC236}">
                <a16:creationId xmlns:a16="http://schemas.microsoft.com/office/drawing/2014/main" id="{E96E24EE-2931-4AA8-BC64-4AB6A1A1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790379"/>
            <a:ext cx="114872" cy="953"/>
          </a:xfrm>
          <a:custGeom xmlns:a="http://schemas.openxmlformats.org/drawingml/2006/main">
            <a:pathLst>
              <a:path w="114872" h="953">
                <a:moveTo>
                  <a:pt x="0" y="0"/>
                </a:moveTo>
                <a:lnTo>
                  <a:pt x="11487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5" name="dp44-comparison / n275 / arrow">
            <a:extLst xmlns:a="http://schemas.openxmlformats.org/drawingml/2006/main">
              <a:ext uri="{FF2B5EF4-FFF2-40B4-BE49-F238E27FC236}">
                <a16:creationId xmlns:a16="http://schemas.microsoft.com/office/drawing/2014/main" id="{AACA1DA8-2C4F-459F-B470-ECDE4305E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1784" y="376791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36" name="dp44-comparison / n276">
            <a:extLst xmlns:a="http://schemas.openxmlformats.org/drawingml/2006/main">
              <a:ext uri="{FF2B5EF4-FFF2-40B4-BE49-F238E27FC236}">
                <a16:creationId xmlns:a16="http://schemas.microsoft.com/office/drawing/2014/main" id="{0F68D5C2-00FA-4CE3-BEF8-E7FCDF8CA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3969068"/>
            <a:ext cx="1779742" cy="1386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dp44-comparison / n277 / text 1">
            <a:extLst xmlns:a="http://schemas.openxmlformats.org/drawingml/2006/main">
              <a:ext uri="{FF2B5EF4-FFF2-40B4-BE49-F238E27FC236}">
                <a16:creationId xmlns:a16="http://schemas.microsoft.com/office/drawing/2014/main" id="{84A354F7-5EDB-4580-A1CE-849ED977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975449"/>
            <a:ext cx="1914525" cy="1480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시점별 evidence ↔ 입력 revision</a:t>
            </a:r>
          </a:p>
        </p:txBody>
      </p:sp>
      <p:sp>
        <p:nvSpPr>
          <p:cNvPr id="338" name="dp44-comparison / n278 / path">
            <a:extLst xmlns:a="http://schemas.openxmlformats.org/drawingml/2006/main">
              <a:ext uri="{FF2B5EF4-FFF2-40B4-BE49-F238E27FC236}">
                <a16:creationId xmlns:a16="http://schemas.microsoft.com/office/drawing/2014/main" id="{821392DB-4F30-42CD-8CBB-3F71BBF6E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49163" y="3394710"/>
            <a:ext cx="542449" cy="733901"/>
          </a:xfrm>
          <a:custGeom xmlns:a="http://schemas.openxmlformats.org/drawingml/2006/main">
            <a:pathLst>
              <a:path w="542449" h="733901">
                <a:moveTo>
                  <a:pt x="0" y="0"/>
                </a:moveTo>
                <a:lnTo>
                  <a:pt x="542449" y="0"/>
                </a:lnTo>
                <a:lnTo>
                  <a:pt x="542449" y="73390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39" name="dp44-comparison / n278 / arrow">
            <a:extLst xmlns:a="http://schemas.openxmlformats.org/drawingml/2006/main">
              <a:ext uri="{FF2B5EF4-FFF2-40B4-BE49-F238E27FC236}">
                <a16:creationId xmlns:a16="http://schemas.microsoft.com/office/drawing/2014/main" id="{5959ADA2-7A81-46F8-82E3-8AC5BB407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9148" y="408368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0" name="dp44-comparison / n279 / path">
            <a:extLst xmlns:a="http://schemas.openxmlformats.org/drawingml/2006/main">
              <a:ext uri="{FF2B5EF4-FFF2-40B4-BE49-F238E27FC236}">
                <a16:creationId xmlns:a16="http://schemas.microsoft.com/office/drawing/2014/main" id="{DF77462C-4B88-48FE-98D7-EBE80ACF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2065" y="3324511"/>
            <a:ext cx="810482" cy="465868"/>
          </a:xfrm>
          <a:custGeom xmlns:a="http://schemas.openxmlformats.org/drawingml/2006/main">
            <a:pathLst>
              <a:path w="810482" h="465868">
                <a:moveTo>
                  <a:pt x="0" y="465868"/>
                </a:moveTo>
                <a:lnTo>
                  <a:pt x="0" y="0"/>
                </a:lnTo>
                <a:lnTo>
                  <a:pt x="81048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1" name="dp44-comparison / n279 / arrow">
            <a:extLst xmlns:a="http://schemas.openxmlformats.org/drawingml/2006/main">
              <a:ext uri="{FF2B5EF4-FFF2-40B4-BE49-F238E27FC236}">
                <a16:creationId xmlns:a16="http://schemas.microsoft.com/office/drawing/2014/main" id="{444DDF1A-3C5D-4693-BDD9-EF1F6CB1A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0204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2" name="dp44-comparison / n280 / path">
            <a:extLst xmlns:a="http://schemas.openxmlformats.org/drawingml/2006/main">
              <a:ext uri="{FF2B5EF4-FFF2-40B4-BE49-F238E27FC236}">
                <a16:creationId xmlns:a16="http://schemas.microsoft.com/office/drawing/2014/main" id="{6D52BF22-119C-4B6F-8AC5-E67E13969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3094768"/>
            <a:ext cx="1850708" cy="153162"/>
          </a:xfrm>
          <a:custGeom xmlns:a="http://schemas.openxmlformats.org/drawingml/2006/main">
            <a:pathLst>
              <a:path w="1850708" h="153162">
                <a:moveTo>
                  <a:pt x="0" y="121253"/>
                </a:moveTo>
                <a:lnTo>
                  <a:pt x="0" y="0"/>
                </a:lnTo>
                <a:lnTo>
                  <a:pt x="1850708" y="0"/>
                </a:lnTo>
                <a:lnTo>
                  <a:pt x="1850708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3" name="dp44-comparison / n280 / arrow">
            <a:extLst xmlns:a="http://schemas.openxmlformats.org/drawingml/2006/main">
              <a:ext uri="{FF2B5EF4-FFF2-40B4-BE49-F238E27FC236}">
                <a16:creationId xmlns:a16="http://schemas.microsoft.com/office/drawing/2014/main" id="{C3294F11-95CF-4B12-9EB2-5EEBF166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40084" y="320300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4" name="dp44-comparison / n281 / path">
            <a:extLst xmlns:a="http://schemas.openxmlformats.org/drawingml/2006/main">
              <a:ext uri="{FF2B5EF4-FFF2-40B4-BE49-F238E27FC236}">
                <a16:creationId xmlns:a16="http://schemas.microsoft.com/office/drawing/2014/main" id="{925FE8A4-D15D-4DC7-941E-A1530493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3369183"/>
            <a:ext cx="701993" cy="274415"/>
          </a:xfrm>
          <a:custGeom xmlns:a="http://schemas.openxmlformats.org/drawingml/2006/main">
            <a:pathLst>
              <a:path w="701993" h="274415">
                <a:moveTo>
                  <a:pt x="0" y="274415"/>
                </a:moveTo>
                <a:lnTo>
                  <a:pt x="0" y="0"/>
                </a:lnTo>
                <a:lnTo>
                  <a:pt x="70199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5" name="dp44-comparison / n281 / arrow">
            <a:extLst xmlns:a="http://schemas.openxmlformats.org/drawingml/2006/main">
              <a:ext uri="{FF2B5EF4-FFF2-40B4-BE49-F238E27FC236}">
                <a16:creationId xmlns:a16="http://schemas.microsoft.com/office/drawing/2014/main" id="{AE0BAEFB-67C3-4C59-B520-F3A171C3A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34671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6" name="dp44-comparison / n282 / path">
            <a:extLst xmlns:a="http://schemas.openxmlformats.org/drawingml/2006/main">
              <a:ext uri="{FF2B5EF4-FFF2-40B4-BE49-F238E27FC236}">
                <a16:creationId xmlns:a16="http://schemas.microsoft.com/office/drawing/2014/main" id="{1AF3ECFE-2937-40D7-AD8A-BF41F63E2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01092"/>
            <a:ext cx="2042160" cy="1620965"/>
          </a:xfrm>
          <a:custGeom xmlns:a="http://schemas.openxmlformats.org/drawingml/2006/main">
            <a:pathLst>
              <a:path w="2042160" h="1620965">
                <a:moveTo>
                  <a:pt x="2042160" y="0"/>
                </a:moveTo>
                <a:lnTo>
                  <a:pt x="2042160" y="1620965"/>
                </a:lnTo>
                <a:lnTo>
                  <a:pt x="0" y="162096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47" name="dp44-comparison / n282 / arrow">
            <a:extLst xmlns:a="http://schemas.openxmlformats.org/drawingml/2006/main">
              <a:ext uri="{FF2B5EF4-FFF2-40B4-BE49-F238E27FC236}">
                <a16:creationId xmlns:a16="http://schemas.microsoft.com/office/drawing/2014/main" id="{8D1310EB-4F9D-4106-B4B9-068D6ACE2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48" name="dp44-comparison / n283 / path">
            <a:extLst xmlns:a="http://schemas.openxmlformats.org/drawingml/2006/main">
              <a:ext uri="{FF2B5EF4-FFF2-40B4-BE49-F238E27FC236}">
                <a16:creationId xmlns:a16="http://schemas.microsoft.com/office/drawing/2014/main" id="{FAFF7F38-7639-4187-A9E3-07AECC4E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39382"/>
            <a:ext cx="1212533" cy="1754981"/>
          </a:xfrm>
          <a:custGeom xmlns:a="http://schemas.openxmlformats.org/drawingml/2006/main">
            <a:pathLst>
              <a:path w="1212533" h="1754981">
                <a:moveTo>
                  <a:pt x="0" y="1754981"/>
                </a:moveTo>
                <a:lnTo>
                  <a:pt x="899827" y="1754981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49" name="dp44-comparison / n283 / arrow">
            <a:extLst xmlns:a="http://schemas.openxmlformats.org/drawingml/2006/main">
              <a:ext uri="{FF2B5EF4-FFF2-40B4-BE49-F238E27FC236}">
                <a16:creationId xmlns:a16="http://schemas.microsoft.com/office/drawing/2014/main" id="{87B9B1E7-5DB8-474C-88D9-887CA4968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1691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0" name="dp44-comparison / n284 / path">
            <a:extLst xmlns:a="http://schemas.openxmlformats.org/drawingml/2006/main">
              <a:ext uri="{FF2B5EF4-FFF2-40B4-BE49-F238E27FC236}">
                <a16:creationId xmlns:a16="http://schemas.microsoft.com/office/drawing/2014/main" id="{0BF44CA5-BD01-4005-BB81-DDAC6069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3471291"/>
            <a:ext cx="2042160" cy="2112359"/>
          </a:xfrm>
          <a:custGeom xmlns:a="http://schemas.openxmlformats.org/drawingml/2006/main">
            <a:pathLst>
              <a:path w="2042160" h="2112359">
                <a:moveTo>
                  <a:pt x="2042160" y="0"/>
                </a:moveTo>
                <a:lnTo>
                  <a:pt x="1397603" y="0"/>
                </a:lnTo>
                <a:lnTo>
                  <a:pt x="1397603" y="2112359"/>
                </a:lnTo>
                <a:lnTo>
                  <a:pt x="0" y="211235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1" name="dp44-comparison / n284 / arrow">
            <a:extLst xmlns:a="http://schemas.openxmlformats.org/drawingml/2006/main">
              <a:ext uri="{FF2B5EF4-FFF2-40B4-BE49-F238E27FC236}">
                <a16:creationId xmlns:a16="http://schemas.microsoft.com/office/drawing/2014/main" id="{4885FC75-08F7-430C-B81E-589F858AD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56118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2" name="dp44-comparison / n285 / path">
            <a:extLst xmlns:a="http://schemas.openxmlformats.org/drawingml/2006/main">
              <a:ext uri="{FF2B5EF4-FFF2-40B4-BE49-F238E27FC236}">
                <a16:creationId xmlns:a16="http://schemas.microsoft.com/office/drawing/2014/main" id="{FD44BA20-DC52-47E3-92D3-331EEB798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3477673"/>
            <a:ext cx="1212533" cy="2278285"/>
          </a:xfrm>
          <a:custGeom xmlns:a="http://schemas.openxmlformats.org/drawingml/2006/main">
            <a:pathLst>
              <a:path w="1212533" h="2278285">
                <a:moveTo>
                  <a:pt x="0" y="2278285"/>
                </a:moveTo>
                <a:lnTo>
                  <a:pt x="899827" y="2278285"/>
                </a:lnTo>
                <a:lnTo>
                  <a:pt x="899827" y="0"/>
                </a:lnTo>
                <a:lnTo>
                  <a:pt x="121253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53" name="dp44-comparison / n285 / arrow">
            <a:extLst xmlns:a="http://schemas.openxmlformats.org/drawingml/2006/main">
              <a:ext uri="{FF2B5EF4-FFF2-40B4-BE49-F238E27FC236}">
                <a16:creationId xmlns:a16="http://schemas.microsoft.com/office/drawing/2014/main" id="{46D6D9D5-0C4C-49F8-96C8-478D379BD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7620" y="34552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4" name="dp44-comparison / n286 / path">
            <a:extLst xmlns:a="http://schemas.openxmlformats.org/drawingml/2006/main">
              <a:ext uri="{FF2B5EF4-FFF2-40B4-BE49-F238E27FC236}">
                <a16:creationId xmlns:a16="http://schemas.microsoft.com/office/drawing/2014/main" id="{2459E966-BD35-4DF0-9777-6ED9A37E3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224338"/>
            <a:ext cx="606266" cy="797719"/>
          </a:xfrm>
          <a:custGeom xmlns:a="http://schemas.openxmlformats.org/drawingml/2006/main">
            <a:pathLst>
              <a:path w="606266" h="797719">
                <a:moveTo>
                  <a:pt x="606266" y="0"/>
                </a:moveTo>
                <a:lnTo>
                  <a:pt x="606266" y="797719"/>
                </a:lnTo>
                <a:lnTo>
                  <a:pt x="0" y="79771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5" name="dp44-comparison / n286 / arrow">
            <a:extLst xmlns:a="http://schemas.openxmlformats.org/drawingml/2006/main">
              <a:ext uri="{FF2B5EF4-FFF2-40B4-BE49-F238E27FC236}">
                <a16:creationId xmlns:a16="http://schemas.microsoft.com/office/drawing/2014/main" id="{CF6BE620-DDF5-42BC-933F-AAC603C47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499959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6" name="dp44-comparison / n287 / path">
            <a:extLst xmlns:a="http://schemas.openxmlformats.org/drawingml/2006/main">
              <a:ext uri="{FF2B5EF4-FFF2-40B4-BE49-F238E27FC236}">
                <a16:creationId xmlns:a16="http://schemas.microsoft.com/office/drawing/2014/main" id="{3AD0A800-BC9A-4C9A-AD67-2B92518B9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0"/>
                </a:moveTo>
                <a:lnTo>
                  <a:pt x="0" y="216979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7" name="dp44-comparison / n287 / arrow">
            <a:extLst xmlns:a="http://schemas.openxmlformats.org/drawingml/2006/main">
              <a:ext uri="{FF2B5EF4-FFF2-40B4-BE49-F238E27FC236}">
                <a16:creationId xmlns:a16="http://schemas.microsoft.com/office/drawing/2014/main" id="{3B4C441F-5DD3-4DB9-BD36-3D6FCB6C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553872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58" name="dp44-comparison / n288 / path">
            <a:extLst xmlns:a="http://schemas.openxmlformats.org/drawingml/2006/main">
              <a:ext uri="{FF2B5EF4-FFF2-40B4-BE49-F238E27FC236}">
                <a16:creationId xmlns:a16="http://schemas.microsoft.com/office/drawing/2014/main" id="{603012E3-292B-4F5A-BDD1-1B13DD706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0"/>
                </a:moveTo>
                <a:lnTo>
                  <a:pt x="0" y="21059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59" name="dp44-comparison / n288 / arrow">
            <a:extLst xmlns:a="http://schemas.openxmlformats.org/drawingml/2006/main">
              <a:ext uri="{FF2B5EF4-FFF2-40B4-BE49-F238E27FC236}">
                <a16:creationId xmlns:a16="http://schemas.microsoft.com/office/drawing/2014/main" id="{DF850F1D-8732-486D-9DB3-075BFAD98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609393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0" name="dp44-comparison / n289 / path">
            <a:extLst xmlns:a="http://schemas.openxmlformats.org/drawingml/2006/main">
              <a:ext uri="{FF2B5EF4-FFF2-40B4-BE49-F238E27FC236}">
                <a16:creationId xmlns:a16="http://schemas.microsoft.com/office/drawing/2014/main" id="{6E5ADF04-821D-408C-A882-6AF3CBF292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366671"/>
            <a:ext cx="953" cy="216979"/>
          </a:xfrm>
          <a:custGeom xmlns:a="http://schemas.openxmlformats.org/drawingml/2006/main">
            <a:pathLst>
              <a:path w="953" h="216979">
                <a:moveTo>
                  <a:pt x="0" y="21697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1" name="dp44-comparison / n289 / arrow">
            <a:extLst xmlns:a="http://schemas.openxmlformats.org/drawingml/2006/main">
              <a:ext uri="{FF2B5EF4-FFF2-40B4-BE49-F238E27FC236}">
                <a16:creationId xmlns:a16="http://schemas.microsoft.com/office/drawing/2014/main" id="{E2BE71AD-0E5E-454E-85A5-EDE1DE52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36667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2" name="dp44-comparison / n290 / path">
            <a:extLst xmlns:a="http://schemas.openxmlformats.org/drawingml/2006/main">
              <a:ext uri="{FF2B5EF4-FFF2-40B4-BE49-F238E27FC236}">
                <a16:creationId xmlns:a16="http://schemas.microsoft.com/office/drawing/2014/main" id="{F287E493-DCF5-4660-8CC9-BCE11642E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87324" y="5928265"/>
            <a:ext cx="953" cy="210598"/>
          </a:xfrm>
          <a:custGeom xmlns:a="http://schemas.openxmlformats.org/drawingml/2006/main">
            <a:pathLst>
              <a:path w="953" h="210598">
                <a:moveTo>
                  <a:pt x="0" y="2105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3" name="dp44-comparison / n290 / arrow">
            <a:extLst xmlns:a="http://schemas.openxmlformats.org/drawingml/2006/main">
              <a:ext uri="{FF2B5EF4-FFF2-40B4-BE49-F238E27FC236}">
                <a16:creationId xmlns:a16="http://schemas.microsoft.com/office/drawing/2014/main" id="{2812CA2E-0212-43D1-A1DD-CCD79C562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64860" y="592826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4" name="dp44-comparison / n291 / path">
            <a:extLst xmlns:a="http://schemas.openxmlformats.org/drawingml/2006/main">
              <a:ext uri="{FF2B5EF4-FFF2-40B4-BE49-F238E27FC236}">
                <a16:creationId xmlns:a16="http://schemas.microsoft.com/office/drawing/2014/main" id="{5EDAD9A8-00A5-4AD4-88BB-96FD0F675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54138"/>
            <a:ext cx="1276350" cy="1040225"/>
          </a:xfrm>
          <a:custGeom xmlns:a="http://schemas.openxmlformats.org/drawingml/2006/main">
            <a:pathLst>
              <a:path w="1276350" h="1040225">
                <a:moveTo>
                  <a:pt x="1276350" y="1040225"/>
                </a:moveTo>
                <a:lnTo>
                  <a:pt x="1276350" y="134017"/>
                </a:lnTo>
                <a:lnTo>
                  <a:pt x="0" y="134017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5" name="dp44-comparison / n291 / arrow">
            <a:extLst xmlns:a="http://schemas.openxmlformats.org/drawingml/2006/main">
              <a:ext uri="{FF2B5EF4-FFF2-40B4-BE49-F238E27FC236}">
                <a16:creationId xmlns:a16="http://schemas.microsoft.com/office/drawing/2014/main" id="{809ED0EA-324B-4360-9F23-115596DC3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415413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6" name="dp44-comparison / n292 / path">
            <a:extLst xmlns:a="http://schemas.openxmlformats.org/drawingml/2006/main">
              <a:ext uri="{FF2B5EF4-FFF2-40B4-BE49-F238E27FC236}">
                <a16:creationId xmlns:a16="http://schemas.microsoft.com/office/drawing/2014/main" id="{F44C4C2C-2011-415A-85CA-EDD93CAED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94710"/>
            <a:ext cx="1113615" cy="2993041"/>
          </a:xfrm>
          <a:custGeom xmlns:a="http://schemas.openxmlformats.org/drawingml/2006/main">
            <a:pathLst>
              <a:path w="1113615" h="2993041">
                <a:moveTo>
                  <a:pt x="1113615" y="2993041"/>
                </a:moveTo>
                <a:lnTo>
                  <a:pt x="520113" y="2993041"/>
                </a:lnTo>
                <a:lnTo>
                  <a:pt x="520113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67" name="dp44-comparison / n292 / arrow">
            <a:extLst xmlns:a="http://schemas.openxmlformats.org/drawingml/2006/main">
              <a:ext uri="{FF2B5EF4-FFF2-40B4-BE49-F238E27FC236}">
                <a16:creationId xmlns:a16="http://schemas.microsoft.com/office/drawing/2014/main" id="{B38AC97C-5DA9-47FB-9F3F-4600B866C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89388" y="3372246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68" name="dp44-comparison / n293 / path">
            <a:extLst xmlns:a="http://schemas.openxmlformats.org/drawingml/2006/main">
              <a:ext uri="{FF2B5EF4-FFF2-40B4-BE49-F238E27FC236}">
                <a16:creationId xmlns:a16="http://schemas.microsoft.com/office/drawing/2014/main" id="{C8CD99F0-1F7B-4DA9-9784-5A4E1A597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3260693"/>
            <a:ext cx="2616518" cy="3222784"/>
          </a:xfrm>
          <a:custGeom xmlns:a="http://schemas.openxmlformats.org/drawingml/2006/main">
            <a:pathLst>
              <a:path w="2616518" h="3222784">
                <a:moveTo>
                  <a:pt x="0" y="0"/>
                </a:moveTo>
                <a:lnTo>
                  <a:pt x="0" y="1703927"/>
                </a:lnTo>
                <a:lnTo>
                  <a:pt x="2463355" y="1703927"/>
                </a:lnTo>
                <a:lnTo>
                  <a:pt x="2463355" y="3222784"/>
                </a:lnTo>
                <a:lnTo>
                  <a:pt x="2616518" y="322278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69" name="dp44-comparison / n293 / arrow">
            <a:extLst xmlns:a="http://schemas.openxmlformats.org/drawingml/2006/main">
              <a:ext uri="{FF2B5EF4-FFF2-40B4-BE49-F238E27FC236}">
                <a16:creationId xmlns:a16="http://schemas.microsoft.com/office/drawing/2014/main" id="{BE130A04-29AA-4BFF-B248-9242C00DD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58076" y="646101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0" name="dp44-comparison / n294 / path">
            <a:extLst xmlns:a="http://schemas.openxmlformats.org/drawingml/2006/main">
              <a:ext uri="{FF2B5EF4-FFF2-40B4-BE49-F238E27FC236}">
                <a16:creationId xmlns:a16="http://schemas.microsoft.com/office/drawing/2014/main" id="{54434E75-CA1E-44F7-80F4-B14C55623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63877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1" name="dp44-comparison / n294 / arrow">
            <a:extLst xmlns:a="http://schemas.openxmlformats.org/drawingml/2006/main">
              <a:ext uri="{FF2B5EF4-FFF2-40B4-BE49-F238E27FC236}">
                <a16:creationId xmlns:a16="http://schemas.microsoft.com/office/drawing/2014/main" id="{3AA8906B-D1A5-4EC8-841E-DED8F575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63652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2" name="dp44-comparison / n295 / path">
            <a:extLst xmlns:a="http://schemas.openxmlformats.org/drawingml/2006/main">
              <a:ext uri="{FF2B5EF4-FFF2-40B4-BE49-F238E27FC236}">
                <a16:creationId xmlns:a16="http://schemas.microsoft.com/office/drawing/2014/main" id="{7D8FE20A-C17D-43E8-B1C7-00B317FE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43425"/>
            <a:ext cx="408432" cy="1844326"/>
          </a:xfrm>
          <a:custGeom xmlns:a="http://schemas.openxmlformats.org/drawingml/2006/main">
            <a:pathLst>
              <a:path w="408432" h="1844326">
                <a:moveTo>
                  <a:pt x="255270" y="1844326"/>
                </a:moveTo>
                <a:lnTo>
                  <a:pt x="408432" y="1844326"/>
                </a:lnTo>
                <a:lnTo>
                  <a:pt x="408432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3" name="dp44-comparison / n295 / arrow">
            <a:extLst xmlns:a="http://schemas.openxmlformats.org/drawingml/2006/main">
              <a:ext uri="{FF2B5EF4-FFF2-40B4-BE49-F238E27FC236}">
                <a16:creationId xmlns:a16="http://schemas.microsoft.com/office/drawing/2014/main" id="{1BA5247F-43AB-4213-B0D6-4B0A434E8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28069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4" name="dp44-comparison / n296 / path">
            <a:extLst xmlns:a="http://schemas.openxmlformats.org/drawingml/2006/main">
              <a:ext uri="{FF2B5EF4-FFF2-40B4-BE49-F238E27FC236}">
                <a16:creationId xmlns:a16="http://schemas.microsoft.com/office/drawing/2014/main" id="{9EA45603-99EB-4C5F-8769-3E26AAF08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5" name="dp44-comparison / n296 / arrow">
            <a:extLst xmlns:a="http://schemas.openxmlformats.org/drawingml/2006/main">
              <a:ext uri="{FF2B5EF4-FFF2-40B4-BE49-F238E27FC236}">
                <a16:creationId xmlns:a16="http://schemas.microsoft.com/office/drawing/2014/main" id="{F425219F-0C2F-49F5-999D-EBDB75E34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332119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6" name="dp44-comparison / n297 / path">
            <a:extLst xmlns:a="http://schemas.openxmlformats.org/drawingml/2006/main">
              <a:ext uri="{FF2B5EF4-FFF2-40B4-BE49-F238E27FC236}">
                <a16:creationId xmlns:a16="http://schemas.microsoft.com/office/drawing/2014/main" id="{5D9B5792-1C60-419D-8403-2B917B2CE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407474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77" name="dp44-comparison / n297 / arrow">
            <a:extLst xmlns:a="http://schemas.openxmlformats.org/drawingml/2006/main">
              <a:ext uri="{FF2B5EF4-FFF2-40B4-BE49-F238E27FC236}">
                <a16:creationId xmlns:a16="http://schemas.microsoft.com/office/drawing/2014/main" id="{F85EB791-73BD-417C-8633-42876163F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8501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78" name="dp44-comparison / n298 / path">
            <a:extLst xmlns:a="http://schemas.openxmlformats.org/drawingml/2006/main">
              <a:ext uri="{FF2B5EF4-FFF2-40B4-BE49-F238E27FC236}">
                <a16:creationId xmlns:a16="http://schemas.microsoft.com/office/drawing/2014/main" id="{5BA7B38C-FE1E-49FE-AE60-EA8228432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058412"/>
            <a:ext cx="382905" cy="19145"/>
          </a:xfrm>
          <a:custGeom xmlns:a="http://schemas.openxmlformats.org/drawingml/2006/main">
            <a:pathLst>
              <a:path w="382905" h="19145">
                <a:moveTo>
                  <a:pt x="0" y="0"/>
                </a:moveTo>
                <a:lnTo>
                  <a:pt x="0" y="19145"/>
                </a:lnTo>
                <a:lnTo>
                  <a:pt x="382905" y="1914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79" name="dp44-comparison / n298 / arrow">
            <a:extLst xmlns:a="http://schemas.openxmlformats.org/drawingml/2006/main">
              <a:ext uri="{FF2B5EF4-FFF2-40B4-BE49-F238E27FC236}">
                <a16:creationId xmlns:a16="http://schemas.microsoft.com/office/drawing/2014/main" id="{ADAA29FE-9FC5-406B-A079-2C04B7E21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87415" y="4055093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0" name="dp44-comparison / n299 / path">
            <a:extLst xmlns:a="http://schemas.openxmlformats.org/drawingml/2006/main">
              <a:ext uri="{FF2B5EF4-FFF2-40B4-BE49-F238E27FC236}">
                <a16:creationId xmlns:a16="http://schemas.microsoft.com/office/drawing/2014/main" id="{1994E0AE-E929-4E78-9E06-C20BD68B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41375"/>
            <a:ext cx="382905" cy="19145"/>
          </a:xfrm>
          <a:custGeom xmlns:a="http://schemas.openxmlformats.org/drawingml/2006/main">
            <a:pathLst>
              <a:path w="382905" h="19145">
                <a:moveTo>
                  <a:pt x="382905" y="19145"/>
                </a:moveTo>
                <a:lnTo>
                  <a:pt x="38290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81" name="dp44-comparison / n299 / arrow">
            <a:extLst xmlns:a="http://schemas.openxmlformats.org/drawingml/2006/main">
              <a:ext uri="{FF2B5EF4-FFF2-40B4-BE49-F238E27FC236}">
                <a16:creationId xmlns:a16="http://schemas.microsoft.com/office/drawing/2014/main" id="{A402B438-B14C-4378-B8EB-1A650667B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1189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2" name="dp44-comparison / n300 / path">
            <a:extLst xmlns:a="http://schemas.openxmlformats.org/drawingml/2006/main">
              <a:ext uri="{FF2B5EF4-FFF2-40B4-BE49-F238E27FC236}">
                <a16:creationId xmlns:a16="http://schemas.microsoft.com/office/drawing/2014/main" id="{16D5340C-A340-46DC-B246-4ACAF820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3496818"/>
            <a:ext cx="1206151" cy="1876235"/>
          </a:xfrm>
          <a:custGeom xmlns:a="http://schemas.openxmlformats.org/drawingml/2006/main">
            <a:pathLst>
              <a:path w="1206151" h="1876235">
                <a:moveTo>
                  <a:pt x="1206151" y="0"/>
                </a:moveTo>
                <a:lnTo>
                  <a:pt x="0" y="0"/>
                </a:lnTo>
                <a:lnTo>
                  <a:pt x="0" y="1876235"/>
                </a:lnTo>
                <a:lnTo>
                  <a:pt x="759428" y="18762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3" name="dp44-comparison / n300 / arrow">
            <a:extLst xmlns:a="http://schemas.openxmlformats.org/drawingml/2006/main">
              <a:ext uri="{FF2B5EF4-FFF2-40B4-BE49-F238E27FC236}">
                <a16:creationId xmlns:a16="http://schemas.microsoft.com/office/drawing/2014/main" id="{E77B06A8-75AB-4351-9118-3041AFA94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64342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4" name="dp44-comparison / n301 / path">
            <a:extLst xmlns:a="http://schemas.openxmlformats.org/drawingml/2006/main">
              <a:ext uri="{FF2B5EF4-FFF2-40B4-BE49-F238E27FC236}">
                <a16:creationId xmlns:a16="http://schemas.microsoft.com/office/drawing/2014/main" id="{087611A5-7DD6-4672-9BA9-2B92EEEC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9842" y="4230719"/>
            <a:ext cx="1652873" cy="1142333"/>
          </a:xfrm>
          <a:custGeom xmlns:a="http://schemas.openxmlformats.org/drawingml/2006/main">
            <a:pathLst>
              <a:path w="1652873" h="1142333">
                <a:moveTo>
                  <a:pt x="1652873" y="0"/>
                </a:moveTo>
                <a:lnTo>
                  <a:pt x="0" y="0"/>
                </a:lnTo>
                <a:lnTo>
                  <a:pt x="0" y="1142333"/>
                </a:lnTo>
                <a:lnTo>
                  <a:pt x="1046607" y="114233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5" name="dp44-comparison / n301 / arrow">
            <a:extLst xmlns:a="http://schemas.openxmlformats.org/drawingml/2006/main">
              <a:ext uri="{FF2B5EF4-FFF2-40B4-BE49-F238E27FC236}">
                <a16:creationId xmlns:a16="http://schemas.microsoft.com/office/drawing/2014/main" id="{38E65B52-6EFB-4EAF-935B-9B5BA765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51521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6" name="dp44-comparison / n302 / path">
            <a:extLst xmlns:a="http://schemas.openxmlformats.org/drawingml/2006/main">
              <a:ext uri="{FF2B5EF4-FFF2-40B4-BE49-F238E27FC236}">
                <a16:creationId xmlns:a16="http://schemas.microsoft.com/office/drawing/2014/main" id="{94747745-7519-4263-A2FB-5F6D02851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548551"/>
            <a:ext cx="255270" cy="953"/>
          </a:xfrm>
          <a:custGeom xmlns:a="http://schemas.openxmlformats.org/drawingml/2006/main">
            <a:pathLst>
              <a:path w="255270" h="953">
                <a:moveTo>
                  <a:pt x="0" y="0"/>
                </a:moveTo>
                <a:lnTo>
                  <a:pt x="25527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7" name="dp44-comparison / n302 / arrow">
            <a:extLst xmlns:a="http://schemas.openxmlformats.org/drawingml/2006/main">
              <a:ext uri="{FF2B5EF4-FFF2-40B4-BE49-F238E27FC236}">
                <a16:creationId xmlns:a16="http://schemas.microsoft.com/office/drawing/2014/main" id="{1A54905D-C816-4CC9-884D-7494E8751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25879" y="552608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88" name="dp44-comparison / n303 / path">
            <a:extLst xmlns:a="http://schemas.openxmlformats.org/drawingml/2006/main">
              <a:ext uri="{FF2B5EF4-FFF2-40B4-BE49-F238E27FC236}">
                <a16:creationId xmlns:a16="http://schemas.microsoft.com/office/drawing/2014/main" id="{F8020BBF-624F-4600-A251-6139DA157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7707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0"/>
                </a:moveTo>
                <a:lnTo>
                  <a:pt x="0" y="10210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89" name="dp44-comparison / n303 / arrow">
            <a:extLst xmlns:a="http://schemas.openxmlformats.org/drawingml/2006/main">
              <a:ext uri="{FF2B5EF4-FFF2-40B4-BE49-F238E27FC236}">
                <a16:creationId xmlns:a16="http://schemas.microsoft.com/office/drawing/2014/main" id="{ABE72D6D-8A0E-4900-9000-BB9121940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4609" y="578122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0" name="dp44-comparison / n304 / path">
            <a:extLst xmlns:a="http://schemas.openxmlformats.org/drawingml/2006/main">
              <a:ext uri="{FF2B5EF4-FFF2-40B4-BE49-F238E27FC236}">
                <a16:creationId xmlns:a16="http://schemas.microsoft.com/office/drawing/2014/main" id="{E5A30391-ED78-44F8-BAB7-D0BECDF0B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2343" y="5724049"/>
            <a:ext cx="953" cy="102108"/>
          </a:xfrm>
          <a:custGeom xmlns:a="http://schemas.openxmlformats.org/drawingml/2006/main">
            <a:pathLst>
              <a:path w="953" h="102108">
                <a:moveTo>
                  <a:pt x="0" y="1021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1" name="dp44-comparison / n304 / arrow">
            <a:extLst xmlns:a="http://schemas.openxmlformats.org/drawingml/2006/main">
              <a:ext uri="{FF2B5EF4-FFF2-40B4-BE49-F238E27FC236}">
                <a16:creationId xmlns:a16="http://schemas.microsoft.com/office/drawing/2014/main" id="{B158E72C-7421-404D-AF83-A1B7ADB24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09879" y="572404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2" name="dp44-comparison / n305 / path">
            <a:extLst xmlns:a="http://schemas.openxmlformats.org/drawingml/2006/main">
              <a:ext uri="{FF2B5EF4-FFF2-40B4-BE49-F238E27FC236}">
                <a16:creationId xmlns:a16="http://schemas.microsoft.com/office/drawing/2014/main" id="{58F6C8A7-63CF-4A73-BF90-923E6CB4F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5548551"/>
            <a:ext cx="861536" cy="666893"/>
          </a:xfrm>
          <a:custGeom xmlns:a="http://schemas.openxmlformats.org/drawingml/2006/main">
            <a:pathLst>
              <a:path w="861536" h="666893">
                <a:moveTo>
                  <a:pt x="861536" y="0"/>
                </a:moveTo>
                <a:lnTo>
                  <a:pt x="861536" y="666893"/>
                </a:lnTo>
                <a:lnTo>
                  <a:pt x="0" y="666893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3" name="dp44-comparison / n305 / arrow">
            <a:extLst xmlns:a="http://schemas.openxmlformats.org/drawingml/2006/main">
              <a:ext uri="{FF2B5EF4-FFF2-40B4-BE49-F238E27FC236}">
                <a16:creationId xmlns:a16="http://schemas.microsoft.com/office/drawing/2014/main" id="{F30F1E74-1DB0-4BE5-A454-229B727E3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09270" y="6192980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4" name="dp44-comparison / n306 / path">
            <a:extLst xmlns:a="http://schemas.openxmlformats.org/drawingml/2006/main">
              <a:ext uri="{FF2B5EF4-FFF2-40B4-BE49-F238E27FC236}">
                <a16:creationId xmlns:a16="http://schemas.microsoft.com/office/drawing/2014/main" id="{EE88F538-FBAC-4C1D-ABC6-046451C90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36616" y="4543425"/>
            <a:ext cx="599885" cy="829628"/>
          </a:xfrm>
          <a:custGeom xmlns:a="http://schemas.openxmlformats.org/drawingml/2006/main">
            <a:pathLst>
              <a:path w="599885" h="829628">
                <a:moveTo>
                  <a:pt x="0" y="0"/>
                </a:moveTo>
                <a:lnTo>
                  <a:pt x="599885" y="0"/>
                </a:lnTo>
                <a:lnTo>
                  <a:pt x="599885" y="829628"/>
                </a:lnTo>
                <a:lnTo>
                  <a:pt x="223361" y="82962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395" name="dp44-comparison / n306 / arrow">
            <a:extLst xmlns:a="http://schemas.openxmlformats.org/drawingml/2006/main">
              <a:ext uri="{FF2B5EF4-FFF2-40B4-BE49-F238E27FC236}">
                <a16:creationId xmlns:a16="http://schemas.microsoft.com/office/drawing/2014/main" id="{230859EB-B04C-4554-A290-E1E6A6FFC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59978" y="535058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6" name="dp44-comparison / n307 / path">
            <a:extLst xmlns:a="http://schemas.openxmlformats.org/drawingml/2006/main">
              <a:ext uri="{FF2B5EF4-FFF2-40B4-BE49-F238E27FC236}">
                <a16:creationId xmlns:a16="http://schemas.microsoft.com/office/drawing/2014/main" id="{180EC745-12C4-4F43-922F-C330B24FF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3339" y="5548551"/>
            <a:ext cx="953" cy="839200"/>
          </a:xfrm>
          <a:custGeom xmlns:a="http://schemas.openxmlformats.org/drawingml/2006/main">
            <a:pathLst>
              <a:path w="953" h="839200">
                <a:moveTo>
                  <a:pt x="0" y="83920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7" name="dp44-comparison / n307 / arrow">
            <a:extLst xmlns:a="http://schemas.openxmlformats.org/drawingml/2006/main">
              <a:ext uri="{FF2B5EF4-FFF2-40B4-BE49-F238E27FC236}">
                <a16:creationId xmlns:a16="http://schemas.microsoft.com/office/drawing/2014/main" id="{7A6A00A6-EEB2-4F93-AF6C-EFD9A2D8C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60875" y="554855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398" name="dp44-comparison / n308 / path">
            <a:extLst xmlns:a="http://schemas.openxmlformats.org/drawingml/2006/main">
              <a:ext uri="{FF2B5EF4-FFF2-40B4-BE49-F238E27FC236}">
                <a16:creationId xmlns:a16="http://schemas.microsoft.com/office/drawing/2014/main" id="{44614C54-45E0-45DA-B0C8-63D8CD2E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57040"/>
            <a:ext cx="255270" cy="953"/>
          </a:xfrm>
          <a:custGeom xmlns:a="http://schemas.openxmlformats.org/drawingml/2006/main">
            <a:pathLst>
              <a:path w="255270" h="953">
                <a:moveTo>
                  <a:pt x="25527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399" name="dp44-comparison / n308 / arrow">
            <a:extLst xmlns:a="http://schemas.openxmlformats.org/drawingml/2006/main">
              <a:ext uri="{FF2B5EF4-FFF2-40B4-BE49-F238E27FC236}">
                <a16:creationId xmlns:a16="http://schemas.microsoft.com/office/drawing/2014/main" id="{62715697-ED57-46C1-8855-FD8464D5B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634577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0" name="dp44-comparison / n309 / path">
            <a:extLst xmlns:a="http://schemas.openxmlformats.org/drawingml/2006/main">
              <a:ext uri="{FF2B5EF4-FFF2-40B4-BE49-F238E27FC236}">
                <a16:creationId xmlns:a16="http://schemas.microsoft.com/office/drawing/2014/main" id="{E98719D9-6BB6-4ED7-A6B6-20A6DD8B5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3324511"/>
            <a:ext cx="887063" cy="2048542"/>
          </a:xfrm>
          <a:custGeom xmlns:a="http://schemas.openxmlformats.org/drawingml/2006/main">
            <a:pathLst>
              <a:path w="887063" h="2048542">
                <a:moveTo>
                  <a:pt x="319088" y="2048542"/>
                </a:moveTo>
                <a:lnTo>
                  <a:pt x="887063" y="2048542"/>
                </a:lnTo>
                <a:lnTo>
                  <a:pt x="887063" y="963644"/>
                </a:lnTo>
                <a:lnTo>
                  <a:pt x="0" y="96364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1" name="dp44-comparison / n309 / arrow">
            <a:extLst xmlns:a="http://schemas.openxmlformats.org/drawingml/2006/main">
              <a:ext uri="{FF2B5EF4-FFF2-40B4-BE49-F238E27FC236}">
                <a16:creationId xmlns:a16="http://schemas.microsoft.com/office/drawing/2014/main" id="{AE14786A-13EB-4B55-9D88-A776279D4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26974" y="332451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2" name="dp44-comparison / n310 / path">
            <a:extLst xmlns:a="http://schemas.openxmlformats.org/drawingml/2006/main">
              <a:ext uri="{FF2B5EF4-FFF2-40B4-BE49-F238E27FC236}">
                <a16:creationId xmlns:a16="http://schemas.microsoft.com/office/drawing/2014/main" id="{7F059AA9-7BCB-4E46-B0E6-5CE46DE19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7445" y="4230719"/>
            <a:ext cx="1589056" cy="1142333"/>
          </a:xfrm>
          <a:custGeom xmlns:a="http://schemas.openxmlformats.org/drawingml/2006/main">
            <a:pathLst>
              <a:path w="1589056" h="1142333">
                <a:moveTo>
                  <a:pt x="638175" y="1142333"/>
                </a:moveTo>
                <a:lnTo>
                  <a:pt x="1589056" y="1142333"/>
                </a:lnTo>
                <a:lnTo>
                  <a:pt x="1589056" y="57436"/>
                </a:lnTo>
                <a:lnTo>
                  <a:pt x="0" y="5743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3" name="dp44-comparison / n310 / arrow">
            <a:extLst xmlns:a="http://schemas.openxmlformats.org/drawingml/2006/main">
              <a:ext uri="{FF2B5EF4-FFF2-40B4-BE49-F238E27FC236}">
                <a16:creationId xmlns:a16="http://schemas.microsoft.com/office/drawing/2014/main" id="{228C8EDD-A45C-43EE-8F3D-79317E518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24981" y="4230719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4" name="dp44-comparison / n311 / path">
            <a:extLst xmlns:a="http://schemas.openxmlformats.org/drawingml/2006/main">
              <a:ext uri="{FF2B5EF4-FFF2-40B4-BE49-F238E27FC236}">
                <a16:creationId xmlns:a16="http://schemas.microsoft.com/office/drawing/2014/main" id="{47E0571F-0F85-42D9-AC19-7BBA314AE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1467802" cy="491395"/>
          </a:xfrm>
          <a:custGeom xmlns:a="http://schemas.openxmlformats.org/drawingml/2006/main">
            <a:pathLst>
              <a:path w="1467802" h="491395">
                <a:moveTo>
                  <a:pt x="0" y="491395"/>
                </a:moveTo>
                <a:lnTo>
                  <a:pt x="0" y="0"/>
                </a:lnTo>
                <a:lnTo>
                  <a:pt x="146780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5" name="dp44-comparison / n311 / arrow">
            <a:extLst xmlns:a="http://schemas.openxmlformats.org/drawingml/2006/main">
              <a:ext uri="{FF2B5EF4-FFF2-40B4-BE49-F238E27FC236}">
                <a16:creationId xmlns:a16="http://schemas.microsoft.com/office/drawing/2014/main" id="{D551AFD4-3E26-41F1-9ADB-648FC531B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40692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6" name="dp44-comparison / n312 / path">
            <a:extLst xmlns:a="http://schemas.openxmlformats.org/drawingml/2006/main">
              <a:ext uri="{FF2B5EF4-FFF2-40B4-BE49-F238E27FC236}">
                <a16:creationId xmlns:a16="http://schemas.microsoft.com/office/drawing/2014/main" id="{5FF4C40A-2AE5-4CCF-8412-E0CF05FFD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67745"/>
          </a:xfrm>
          <a:custGeom xmlns:a="http://schemas.openxmlformats.org/drawingml/2006/main">
            <a:pathLst>
              <a:path w="1620965" h="1767745">
                <a:moveTo>
                  <a:pt x="0" y="1767745"/>
                </a:moveTo>
                <a:lnTo>
                  <a:pt x="0" y="1225296"/>
                </a:lnTo>
                <a:lnTo>
                  <a:pt x="1620965" y="1225296"/>
                </a:lnTo>
                <a:lnTo>
                  <a:pt x="1620965" y="0"/>
                </a:lnTo>
                <a:lnTo>
                  <a:pt x="8296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07" name="dp44-comparison / n312 / arrow">
            <a:extLst xmlns:a="http://schemas.openxmlformats.org/drawingml/2006/main">
              <a:ext uri="{FF2B5EF4-FFF2-40B4-BE49-F238E27FC236}">
                <a16:creationId xmlns:a16="http://schemas.microsoft.com/office/drawing/2014/main" id="{481DAEB7-BDF7-42A5-8ECC-F35A84A46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5164" y="452096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08" name="dp44-comparison / n313 / path">
            <a:extLst xmlns:a="http://schemas.openxmlformats.org/drawingml/2006/main">
              <a:ext uri="{FF2B5EF4-FFF2-40B4-BE49-F238E27FC236}">
                <a16:creationId xmlns:a16="http://schemas.microsoft.com/office/drawing/2014/main" id="{50F3BCED-8ABB-4E6A-98B9-D952543B4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4543425"/>
            <a:ext cx="1620965" cy="1716691"/>
          </a:xfrm>
          <a:custGeom xmlns:a="http://schemas.openxmlformats.org/drawingml/2006/main">
            <a:pathLst>
              <a:path w="1620965" h="1716691">
                <a:moveTo>
                  <a:pt x="957263" y="0"/>
                </a:moveTo>
                <a:lnTo>
                  <a:pt x="1620965" y="0"/>
                </a:lnTo>
                <a:lnTo>
                  <a:pt x="1620965" y="1238060"/>
                </a:lnTo>
                <a:lnTo>
                  <a:pt x="0" y="1238060"/>
                </a:lnTo>
                <a:lnTo>
                  <a:pt x="0" y="171669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09" name="dp44-comparison / n313 / arrow">
            <a:extLst xmlns:a="http://schemas.openxmlformats.org/drawingml/2006/main">
              <a:ext uri="{FF2B5EF4-FFF2-40B4-BE49-F238E27FC236}">
                <a16:creationId xmlns:a16="http://schemas.microsoft.com/office/drawing/2014/main" id="{B23D9FAC-8476-4ED4-B1F2-11D1DCFBA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215188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0" name="dp44-comparison / n314 / path">
            <a:extLst xmlns:a="http://schemas.openxmlformats.org/drawingml/2006/main">
              <a:ext uri="{FF2B5EF4-FFF2-40B4-BE49-F238E27FC236}">
                <a16:creationId xmlns:a16="http://schemas.microsoft.com/office/drawing/2014/main" id="{F85DC652-5BF2-4354-8477-8A26B6E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194364"/>
            <a:ext cx="2010251" cy="1257205"/>
          </a:xfrm>
          <a:custGeom xmlns:a="http://schemas.openxmlformats.org/drawingml/2006/main">
            <a:pathLst>
              <a:path w="2010251" h="1257205">
                <a:moveTo>
                  <a:pt x="0" y="1257205"/>
                </a:moveTo>
                <a:lnTo>
                  <a:pt x="0" y="574358"/>
                </a:lnTo>
                <a:lnTo>
                  <a:pt x="2010251" y="574358"/>
                </a:lnTo>
                <a:lnTo>
                  <a:pt x="20102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1" name="dp44-comparison / n314 / arrow">
            <a:extLst xmlns:a="http://schemas.openxmlformats.org/drawingml/2006/main">
              <a:ext uri="{FF2B5EF4-FFF2-40B4-BE49-F238E27FC236}">
                <a16:creationId xmlns:a16="http://schemas.microsoft.com/office/drawing/2014/main" id="{EEC576F0-8069-4359-A184-E18752DA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519436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2" name="dp44-comparison / n315 / path">
            <a:extLst xmlns:a="http://schemas.openxmlformats.org/drawingml/2006/main">
              <a:ext uri="{FF2B5EF4-FFF2-40B4-BE49-F238E27FC236}">
                <a16:creationId xmlns:a16="http://schemas.microsoft.com/office/drawing/2014/main" id="{DA36C957-16B6-4ADE-8E88-E012757EC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5536" y="5258181"/>
            <a:ext cx="2010251" cy="1225296"/>
          </a:xfrm>
          <a:custGeom xmlns:a="http://schemas.openxmlformats.org/drawingml/2006/main">
            <a:pathLst>
              <a:path w="2010251" h="1225296">
                <a:moveTo>
                  <a:pt x="2010251" y="0"/>
                </a:moveTo>
                <a:lnTo>
                  <a:pt x="2010251" y="523304"/>
                </a:lnTo>
                <a:lnTo>
                  <a:pt x="0" y="523304"/>
                </a:lnTo>
                <a:lnTo>
                  <a:pt x="0" y="122529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3" name="dp44-comparison / n315 / arrow">
            <a:extLst xmlns:a="http://schemas.openxmlformats.org/drawingml/2006/main">
              <a:ext uri="{FF2B5EF4-FFF2-40B4-BE49-F238E27FC236}">
                <a16:creationId xmlns:a16="http://schemas.microsoft.com/office/drawing/2014/main" id="{A5169070-F424-4048-AB36-1EAE174D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93072" y="643854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4" name="dp44-comparison / n316 / path">
            <a:extLst xmlns:a="http://schemas.openxmlformats.org/drawingml/2006/main">
              <a:ext uri="{FF2B5EF4-FFF2-40B4-BE49-F238E27FC236}">
                <a16:creationId xmlns:a16="http://schemas.microsoft.com/office/drawing/2014/main" id="{91F80B12-E5D8-43D1-AC6A-71CE0170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323933"/>
            <a:ext cx="1052989" cy="127635"/>
          </a:xfrm>
          <a:custGeom xmlns:a="http://schemas.openxmlformats.org/drawingml/2006/main">
            <a:pathLst>
              <a:path w="1052989" h="127635">
                <a:moveTo>
                  <a:pt x="1052989" y="0"/>
                </a:moveTo>
                <a:lnTo>
                  <a:pt x="1052989" y="127635"/>
                </a:lnTo>
                <a:lnTo>
                  <a:pt x="0" y="127635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5" name="dp44-comparison / n316 / arrow">
            <a:extLst xmlns:a="http://schemas.openxmlformats.org/drawingml/2006/main">
              <a:ext uri="{FF2B5EF4-FFF2-40B4-BE49-F238E27FC236}">
                <a16:creationId xmlns:a16="http://schemas.microsoft.com/office/drawing/2014/main" id="{98ABAB14-6C3C-4533-8157-C93D098E4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29104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6" name="dp44-comparison / n317 / path">
            <a:extLst xmlns:a="http://schemas.openxmlformats.org/drawingml/2006/main">
              <a:ext uri="{FF2B5EF4-FFF2-40B4-BE49-F238E27FC236}">
                <a16:creationId xmlns:a16="http://schemas.microsoft.com/office/drawing/2014/main" id="{FABD14AF-D5C4-4A86-9D6A-4ABE041A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288155"/>
            <a:ext cx="1084898" cy="2227231"/>
          </a:xfrm>
          <a:custGeom xmlns:a="http://schemas.openxmlformats.org/drawingml/2006/main">
            <a:pathLst>
              <a:path w="1084898" h="2227231">
                <a:moveTo>
                  <a:pt x="1084898" y="0"/>
                </a:moveTo>
                <a:lnTo>
                  <a:pt x="567976" y="0"/>
                </a:lnTo>
                <a:lnTo>
                  <a:pt x="567976" y="2227231"/>
                </a:lnTo>
                <a:lnTo>
                  <a:pt x="0" y="2227231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17" name="dp44-comparison / n317 / arrow">
            <a:extLst xmlns:a="http://schemas.openxmlformats.org/drawingml/2006/main">
              <a:ext uri="{FF2B5EF4-FFF2-40B4-BE49-F238E27FC236}">
                <a16:creationId xmlns:a16="http://schemas.microsoft.com/office/drawing/2014/main" id="{E621EC3A-91DD-4AB5-82CE-1ADC3FE3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492922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18" name="dp44-comparison / n318 / path">
            <a:extLst xmlns:a="http://schemas.openxmlformats.org/drawingml/2006/main">
              <a:ext uri="{FF2B5EF4-FFF2-40B4-BE49-F238E27FC236}">
                <a16:creationId xmlns:a16="http://schemas.microsoft.com/office/drawing/2014/main" id="{25331A72-E213-4C11-84CC-E432852C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4351973"/>
            <a:ext cx="1084898" cy="2259140"/>
          </a:xfrm>
          <a:custGeom xmlns:a="http://schemas.openxmlformats.org/drawingml/2006/main">
            <a:pathLst>
              <a:path w="1084898" h="2259140">
                <a:moveTo>
                  <a:pt x="0" y="2259140"/>
                </a:moveTo>
                <a:lnTo>
                  <a:pt x="899827" y="2259140"/>
                </a:lnTo>
                <a:lnTo>
                  <a:pt x="899827" y="0"/>
                </a:lnTo>
                <a:lnTo>
                  <a:pt x="108489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19" name="dp44-comparison / n318 / arrow">
            <a:extLst xmlns:a="http://schemas.openxmlformats.org/drawingml/2006/main">
              <a:ext uri="{FF2B5EF4-FFF2-40B4-BE49-F238E27FC236}">
                <a16:creationId xmlns:a16="http://schemas.microsoft.com/office/drawing/2014/main" id="{6BBE6608-92BB-4B33-8E42-CDA9A4FAD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89985" y="432950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0" name="dp44-comparison / n319 / path">
            <a:extLst xmlns:a="http://schemas.openxmlformats.org/drawingml/2006/main">
              <a:ext uri="{FF2B5EF4-FFF2-40B4-BE49-F238E27FC236}">
                <a16:creationId xmlns:a16="http://schemas.microsoft.com/office/drawing/2014/main" id="{2340FC5D-F148-4FCD-96A7-FABC654A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127058" cy="561594"/>
          </a:xfrm>
          <a:custGeom xmlns:a="http://schemas.openxmlformats.org/drawingml/2006/main">
            <a:pathLst>
              <a:path w="3127058" h="561594">
                <a:moveTo>
                  <a:pt x="3127058" y="0"/>
                </a:moveTo>
                <a:lnTo>
                  <a:pt x="3127058" y="561594"/>
                </a:lnTo>
                <a:lnTo>
                  <a:pt x="0" y="561594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1" name="dp44-comparison / n319 / arrow">
            <a:extLst xmlns:a="http://schemas.openxmlformats.org/drawingml/2006/main">
              <a:ext uri="{FF2B5EF4-FFF2-40B4-BE49-F238E27FC236}">
                <a16:creationId xmlns:a16="http://schemas.microsoft.com/office/drawing/2014/main" id="{4C1AD736-21B8-4565-BEBE-4178DD5EC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709918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2" name="dp44-comparison / n320 / path">
            <a:extLst xmlns:a="http://schemas.openxmlformats.org/drawingml/2006/main">
              <a:ext uri="{FF2B5EF4-FFF2-40B4-BE49-F238E27FC236}">
                <a16:creationId xmlns:a16="http://schemas.microsoft.com/office/drawing/2014/main" id="{524B7BC5-D4D7-46B8-931A-28A34FCB8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50015" y="6560058"/>
            <a:ext cx="3318510" cy="657320"/>
          </a:xfrm>
          <a:custGeom xmlns:a="http://schemas.openxmlformats.org/drawingml/2006/main">
            <a:pathLst>
              <a:path w="3318510" h="657320">
                <a:moveTo>
                  <a:pt x="0" y="657320"/>
                </a:moveTo>
                <a:lnTo>
                  <a:pt x="0" y="0"/>
                </a:lnTo>
                <a:lnTo>
                  <a:pt x="331851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23" name="dp44-comparison / n320 / arrow">
            <a:extLst xmlns:a="http://schemas.openxmlformats.org/drawingml/2006/main">
              <a:ext uri="{FF2B5EF4-FFF2-40B4-BE49-F238E27FC236}">
                <a16:creationId xmlns:a16="http://schemas.microsoft.com/office/drawing/2014/main" id="{4AA0039B-B4F8-4234-9368-A43EF5D1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23597" y="6537594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4" name="dp44-comparison / n321 / path">
            <a:extLst xmlns:a="http://schemas.openxmlformats.org/drawingml/2006/main">
              <a:ext uri="{FF2B5EF4-FFF2-40B4-BE49-F238E27FC236}">
                <a16:creationId xmlns:a16="http://schemas.microsoft.com/office/drawing/2014/main" id="{06D4A531-1AD9-4E11-B1AD-A1C5F65C3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0388" y="5928265"/>
            <a:ext cx="5105400" cy="970026"/>
          </a:xfrm>
          <a:custGeom xmlns:a="http://schemas.openxmlformats.org/drawingml/2006/main">
            <a:pathLst>
              <a:path w="5105400" h="970026">
                <a:moveTo>
                  <a:pt x="0" y="0"/>
                </a:moveTo>
                <a:lnTo>
                  <a:pt x="1729454" y="0"/>
                </a:lnTo>
                <a:lnTo>
                  <a:pt x="1729454" y="970026"/>
                </a:lnTo>
                <a:lnTo>
                  <a:pt x="5105400" y="970026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5" name="dp44-comparison / n321 / arrow">
            <a:extLst xmlns:a="http://schemas.openxmlformats.org/drawingml/2006/main">
              <a:ext uri="{FF2B5EF4-FFF2-40B4-BE49-F238E27FC236}">
                <a16:creationId xmlns:a16="http://schemas.microsoft.com/office/drawing/2014/main" id="{9CBE1697-3908-4057-AF28-7905FA0C6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875827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6" name="dp44-comparison / n322 / path">
            <a:extLst xmlns:a="http://schemas.openxmlformats.org/drawingml/2006/main">
              <a:ext uri="{FF2B5EF4-FFF2-40B4-BE49-F238E27FC236}">
                <a16:creationId xmlns:a16="http://schemas.microsoft.com/office/drawing/2014/main" id="{54D05D88-5DFB-468E-BBA2-69790B000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017818" y="5724049"/>
            <a:ext cx="2807970" cy="1269968"/>
          </a:xfrm>
          <a:custGeom xmlns:a="http://schemas.openxmlformats.org/drawingml/2006/main">
            <a:pathLst>
              <a:path w="2807970" h="1269968">
                <a:moveTo>
                  <a:pt x="0" y="0"/>
                </a:moveTo>
                <a:lnTo>
                  <a:pt x="2807970" y="0"/>
                </a:lnTo>
                <a:lnTo>
                  <a:pt x="2807970" y="1269968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7" name="dp44-comparison / n322 / arrow">
            <a:extLst xmlns:a="http://schemas.openxmlformats.org/drawingml/2006/main">
              <a:ext uri="{FF2B5EF4-FFF2-40B4-BE49-F238E27FC236}">
                <a16:creationId xmlns:a16="http://schemas.microsoft.com/office/drawing/2014/main" id="{3D1F9B6D-9C32-4A19-88E7-354042A2B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03324" y="6949089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28" name="dp44-comparison / n323 / path">
            <a:extLst xmlns:a="http://schemas.openxmlformats.org/drawingml/2006/main">
              <a:ext uri="{FF2B5EF4-FFF2-40B4-BE49-F238E27FC236}">
                <a16:creationId xmlns:a16="http://schemas.microsoft.com/office/drawing/2014/main" id="{850243B6-6108-4E94-A9AA-5EBD9E09D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351973"/>
            <a:ext cx="3765232" cy="2450592"/>
          </a:xfrm>
          <a:custGeom xmlns:a="http://schemas.openxmlformats.org/drawingml/2006/main">
            <a:pathLst>
              <a:path w="3765232" h="2450592">
                <a:moveTo>
                  <a:pt x="0" y="0"/>
                </a:moveTo>
                <a:lnTo>
                  <a:pt x="0" y="2450592"/>
                </a:lnTo>
                <a:lnTo>
                  <a:pt x="3765232" y="245059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29" name="dp44-comparison / n323 / arrow">
            <a:extLst xmlns:a="http://schemas.openxmlformats.org/drawingml/2006/main">
              <a:ext uri="{FF2B5EF4-FFF2-40B4-BE49-F238E27FC236}">
                <a16:creationId xmlns:a16="http://schemas.microsoft.com/office/drawing/2014/main" id="{62E56CC1-F933-4E30-A025-D14E7FBFD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80860" y="6780101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44928"/>
                </a:moveTo>
                <a:lnTo>
                  <a:pt x="44928" y="22464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0" name="dp44-comparison / n324 / path">
            <a:extLst xmlns:a="http://schemas.openxmlformats.org/drawingml/2006/main">
              <a:ext uri="{FF2B5EF4-FFF2-40B4-BE49-F238E27FC236}">
                <a16:creationId xmlns:a16="http://schemas.microsoft.com/office/drawing/2014/main" id="{03841351-F4A9-4F2C-A294-E4F0E78CD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28265"/>
            <a:ext cx="4913948" cy="1033843"/>
          </a:xfrm>
          <a:custGeom xmlns:a="http://schemas.openxmlformats.org/drawingml/2006/main">
            <a:pathLst>
              <a:path w="4913948" h="1033843">
                <a:moveTo>
                  <a:pt x="4913948" y="1033843"/>
                </a:moveTo>
                <a:lnTo>
                  <a:pt x="695611" y="1033843"/>
                </a:lnTo>
                <a:lnTo>
                  <a:pt x="695611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1" name="dp44-comparison / n324 / arrow">
            <a:extLst xmlns:a="http://schemas.openxmlformats.org/drawingml/2006/main">
              <a:ext uri="{FF2B5EF4-FFF2-40B4-BE49-F238E27FC236}">
                <a16:creationId xmlns:a16="http://schemas.microsoft.com/office/drawing/2014/main" id="{A7E84DED-FF1E-4B4E-A76E-72641B81A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11840" y="5905801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2" name="dp44-comparison / n325 / path">
            <a:extLst xmlns:a="http://schemas.openxmlformats.org/drawingml/2006/main">
              <a:ext uri="{FF2B5EF4-FFF2-40B4-BE49-F238E27FC236}">
                <a16:creationId xmlns:a16="http://schemas.microsoft.com/office/drawing/2014/main" id="{15A0AEDD-42A6-4885-9EC6-F68C8A759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24049"/>
            <a:ext cx="2425065" cy="1110424"/>
          </a:xfrm>
          <a:custGeom xmlns:a="http://schemas.openxmlformats.org/drawingml/2006/main">
            <a:pathLst>
              <a:path w="2425065" h="1110424">
                <a:moveTo>
                  <a:pt x="2425065" y="1110424"/>
                </a:moveTo>
                <a:lnTo>
                  <a:pt x="24250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3" name="dp44-comparison / n325 / arrow">
            <a:extLst xmlns:a="http://schemas.openxmlformats.org/drawingml/2006/main">
              <a:ext uri="{FF2B5EF4-FFF2-40B4-BE49-F238E27FC236}">
                <a16:creationId xmlns:a16="http://schemas.microsoft.com/office/drawing/2014/main" id="{E2C8B514-C0EF-43E8-B9A0-6CE9D3BD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00723" y="570158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0"/>
                </a:moveTo>
                <a:lnTo>
                  <a:pt x="0" y="22464"/>
                </a:lnTo>
                <a:lnTo>
                  <a:pt x="44928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4" name="dp44-comparison / n326 / path">
            <a:extLst xmlns:a="http://schemas.openxmlformats.org/drawingml/2006/main">
              <a:ext uri="{FF2B5EF4-FFF2-40B4-BE49-F238E27FC236}">
                <a16:creationId xmlns:a16="http://schemas.microsoft.com/office/drawing/2014/main" id="{2DA4F5FE-56EF-42A5-AAE5-40968707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60555" y="4288155"/>
            <a:ext cx="3765232" cy="2482501"/>
          </a:xfrm>
          <a:custGeom xmlns:a="http://schemas.openxmlformats.org/drawingml/2006/main">
            <a:pathLst>
              <a:path w="3765232" h="2482501">
                <a:moveTo>
                  <a:pt x="3765232" y="2482501"/>
                </a:moveTo>
                <a:lnTo>
                  <a:pt x="0" y="2482501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5" name="dp44-comparison / n326 / arrow">
            <a:extLst xmlns:a="http://schemas.openxmlformats.org/drawingml/2006/main">
              <a:ext uri="{FF2B5EF4-FFF2-40B4-BE49-F238E27FC236}">
                <a16:creationId xmlns:a16="http://schemas.microsoft.com/office/drawing/2014/main" id="{C6E9D691-F998-43FB-9EE3-568CCC272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38091" y="4288155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6" name="dp44-comparison / n327 / path">
            <a:extLst xmlns:a="http://schemas.openxmlformats.org/drawingml/2006/main">
              <a:ext uri="{FF2B5EF4-FFF2-40B4-BE49-F238E27FC236}">
                <a16:creationId xmlns:a16="http://schemas.microsoft.com/office/drawing/2014/main" id="{5DD9AEAA-07E2-4749-967F-63C4A0451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32054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0"/>
                </a:moveTo>
                <a:lnTo>
                  <a:pt x="0" y="153162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solid"/>
          </a:ln>
        </p:spPr>
      </p:sp>
      <p:sp>
        <p:nvSpPr>
          <p:cNvPr id="437" name="dp44-comparison / n327 / arrow">
            <a:extLst xmlns:a="http://schemas.openxmlformats.org/drawingml/2006/main">
              <a:ext uri="{FF2B5EF4-FFF2-40B4-BE49-F238E27FC236}">
                <a16:creationId xmlns:a16="http://schemas.microsoft.com/office/drawing/2014/main" id="{568AC0A6-8927-4273-8FE4-058BB24E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09590" y="7178832"/>
            <a:ext cx="44928" cy="44928"/>
          </a:xfrm>
          <a:custGeom xmlns:a="http://schemas.openxmlformats.org/drawingml/2006/main">
            <a:pathLst>
              <a:path w="44928" h="44928">
                <a:moveTo>
                  <a:pt x="0" y="0"/>
                </a:moveTo>
                <a:lnTo>
                  <a:pt x="22464" y="44928"/>
                </a:lnTo>
                <a:lnTo>
                  <a:pt x="44928" y="0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38" name="dp44-comparison / n328 / path">
            <a:extLst xmlns:a="http://schemas.openxmlformats.org/drawingml/2006/main">
              <a:ext uri="{FF2B5EF4-FFF2-40B4-BE49-F238E27FC236}">
                <a16:creationId xmlns:a16="http://schemas.microsoft.com/office/drawing/2014/main" id="{D5EB23F7-475C-4E16-8C56-3F270E763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19233" y="7070598"/>
            <a:ext cx="953" cy="153162"/>
          </a:xfrm>
          <a:custGeom xmlns:a="http://schemas.openxmlformats.org/drawingml/2006/main">
            <a:pathLst>
              <a:path w="953" h="153162">
                <a:moveTo>
                  <a:pt x="0" y="1531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020">
            <a:solidFill>
              <a:srgbClr val="000000"/>
            </a:solidFill>
            <a:prstDash val="dash"/>
          </a:ln>
        </p:spPr>
      </p:sp>
      <p:sp>
        <p:nvSpPr>
          <p:cNvPr id="439" name="dp44-comparison / n328 / arrow">
            <a:extLst xmlns:a="http://schemas.openxmlformats.org/drawingml/2006/main">
              <a:ext uri="{FF2B5EF4-FFF2-40B4-BE49-F238E27FC236}">
                <a16:creationId xmlns:a16="http://schemas.microsoft.com/office/drawing/2014/main" id="{18FA6FA5-F4B6-4616-B2CC-ACD9D6E49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96769" y="7070598"/>
            <a:ext cx="44928" cy="44928"/>
          </a:xfrm>
          <a:custGeom xmlns:a="http://schemas.openxmlformats.org/drawingml/2006/main">
            <a:pathLst>
              <a:path w="44928" h="44928">
                <a:moveTo>
                  <a:pt x="44928" y="44928"/>
                </a:moveTo>
                <a:lnTo>
                  <a:pt x="22464" y="0"/>
                </a:lnTo>
                <a:lnTo>
                  <a:pt x="0" y="44928"/>
                </a:lnTo>
              </a:path>
            </a:pathLst>
          </a:custGeom>
          <a:noFill xmlns:a="http://schemas.openxmlformats.org/drawingml/2006/main"/>
          <a:ln xmlns:a="http://schemas.openxmlformats.org/drawingml/2006/main" w="8986">
            <a:solidFill>
              <a:srgbClr val="000000"/>
            </a:solidFill>
            <a:prstDash val="solid"/>
          </a:ln>
        </p:spPr>
      </p:sp>
      <p:sp>
        <p:nvSpPr>
          <p:cNvPr id="440" name="dp44-comparison / n329">
            <a:extLst xmlns:a="http://schemas.openxmlformats.org/drawingml/2006/main">
              <a:ext uri="{FF2B5EF4-FFF2-40B4-BE49-F238E27FC236}">
                <a16:creationId xmlns:a16="http://schemas.microsoft.com/office/drawing/2014/main" id="{C282D997-DC3B-483F-8DA2-75C10EC0C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3723" y="4588097"/>
            <a:ext cx="175268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dp44-comparison / n330 / text 1">
            <a:extLst xmlns:a="http://schemas.openxmlformats.org/drawingml/2006/main">
              <a:ext uri="{FF2B5EF4-FFF2-40B4-BE49-F238E27FC236}">
                <a16:creationId xmlns:a16="http://schemas.microsoft.com/office/drawing/2014/main" id="{0F193EC7-8553-44ED-A0BA-2F40AEF09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6486" y="4594479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입력 / revision / evidence</a:t>
            </a:r>
          </a:p>
        </p:txBody>
      </p:sp>
      <p:sp>
        <p:nvSpPr>
          <p:cNvPr id="442" name="dp44-comparison / n331">
            <a:extLst xmlns:a="http://schemas.openxmlformats.org/drawingml/2006/main">
              <a:ext uri="{FF2B5EF4-FFF2-40B4-BE49-F238E27FC236}">
                <a16:creationId xmlns:a16="http://schemas.microsoft.com/office/drawing/2014/main" id="{61AAC3CE-82F2-426F-A1A3-7195F8C9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9700" y="2494883"/>
            <a:ext cx="780616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dp44-comparison / n332 / text 1">
            <a:extLst xmlns:a="http://schemas.openxmlformats.org/drawingml/2006/main">
              <a:ext uri="{FF2B5EF4-FFF2-40B4-BE49-F238E27FC236}">
                <a16:creationId xmlns:a16="http://schemas.microsoft.com/office/drawing/2014/main" id="{729F2B9A-1A19-4A7D-AD16-89DC6AA1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2464" y="2501265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InputStarted</a:t>
            </a:r>
          </a:p>
        </p:txBody>
      </p:sp>
      <p:sp>
        <p:nvSpPr>
          <p:cNvPr id="444" name="dp44-comparison / n333">
            <a:extLst xmlns:a="http://schemas.openxmlformats.org/drawingml/2006/main">
              <a:ext uri="{FF2B5EF4-FFF2-40B4-BE49-F238E27FC236}">
                <a16:creationId xmlns:a16="http://schemas.microsoft.com/office/drawing/2014/main" id="{E49730A8-CC3B-428A-9BB2-D5F2CBFA6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86082" y="3637217"/>
            <a:ext cx="1717967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dp44-comparison / n334 / text 1">
            <a:extLst xmlns:a="http://schemas.openxmlformats.org/drawingml/2006/main">
              <a:ext uri="{FF2B5EF4-FFF2-40B4-BE49-F238E27FC236}">
                <a16:creationId xmlns:a16="http://schemas.microsoft.com/office/drawing/2014/main" id="{8F38E836-F5E6-447A-A9BD-39B2E6AE7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8846" y="3643598"/>
            <a:ext cx="2105978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Direct 후보 → 좁은 admission</a:t>
            </a:r>
          </a:p>
        </p:txBody>
      </p:sp>
      <p:sp>
        <p:nvSpPr>
          <p:cNvPr id="446" name="dp44-comparison / n335">
            <a:extLst xmlns:a="http://schemas.openxmlformats.org/drawingml/2006/main">
              <a:ext uri="{FF2B5EF4-FFF2-40B4-BE49-F238E27FC236}">
                <a16:creationId xmlns:a16="http://schemas.microsoft.com/office/drawing/2014/main" id="{B2FE7255-8B98-46D8-B24D-E08D45386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4760405"/>
            <a:ext cx="103665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dp44-comparison / n336 / text 1">
            <a:extLst xmlns:a="http://schemas.openxmlformats.org/drawingml/2006/main">
              <a:ext uri="{FF2B5EF4-FFF2-40B4-BE49-F238E27FC236}">
                <a16:creationId xmlns:a16="http://schemas.microsoft.com/office/drawing/2014/main" id="{2BE4D99A-18FB-4ABA-A953-E5410ECAB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4766786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허용된 근거 조회</a:t>
            </a:r>
          </a:p>
        </p:txBody>
      </p:sp>
      <p:sp>
        <p:nvSpPr>
          <p:cNvPr id="448" name="dp44-comparison / n337">
            <a:extLst xmlns:a="http://schemas.openxmlformats.org/drawingml/2006/main">
              <a:ext uri="{FF2B5EF4-FFF2-40B4-BE49-F238E27FC236}">
                <a16:creationId xmlns:a16="http://schemas.microsoft.com/office/drawing/2014/main" id="{60CF967D-D118-4649-9A1D-BFDAE1A65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5411343"/>
            <a:ext cx="18720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dp44-comparison / n338 / text 1">
            <a:extLst xmlns:a="http://schemas.openxmlformats.org/drawingml/2006/main">
              <a:ext uri="{FF2B5EF4-FFF2-40B4-BE49-F238E27FC236}">
                <a16:creationId xmlns:a16="http://schemas.microsoft.com/office/drawing/2014/main" id="{66ECE217-64C3-491B-8016-9588030D5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5417725"/>
            <a:ext cx="2137886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입력 / 근거 / revision / 예산</a:t>
            </a:r>
          </a:p>
        </p:txBody>
      </p:sp>
      <p:sp>
        <p:nvSpPr>
          <p:cNvPr id="450" name="dp44-comparison / n339">
            <a:extLst xmlns:a="http://schemas.openxmlformats.org/drawingml/2006/main">
              <a:ext uri="{FF2B5EF4-FFF2-40B4-BE49-F238E27FC236}">
                <a16:creationId xmlns:a16="http://schemas.microsoft.com/office/drawing/2014/main" id="{2B33EFEA-3B3F-46D6-ADAB-A5FA54979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0760" y="6011228"/>
            <a:ext cx="148796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dp44-comparison / n340 / text 1">
            <a:extLst xmlns:a="http://schemas.openxmlformats.org/drawingml/2006/main">
              <a:ext uri="{FF2B5EF4-FFF2-40B4-BE49-F238E27FC236}">
                <a16:creationId xmlns:a16="http://schemas.microsoft.com/office/drawing/2014/main" id="{484E807D-00CF-493E-94FC-DB087B3DD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3524" y="6017609"/>
            <a:ext cx="216979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의미 제안 / 추가 근거 요구</a:t>
            </a:r>
          </a:p>
        </p:txBody>
      </p:sp>
      <p:sp>
        <p:nvSpPr>
          <p:cNvPr id="452" name="dp44-comparison / n341">
            <a:extLst xmlns:a="http://schemas.openxmlformats.org/drawingml/2006/main">
              <a:ext uri="{FF2B5EF4-FFF2-40B4-BE49-F238E27FC236}">
                <a16:creationId xmlns:a16="http://schemas.microsoft.com/office/drawing/2014/main" id="{E562A6C9-820C-42AA-8EFF-15A3A202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64251" y="4798695"/>
            <a:ext cx="18438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dp44-comparison / n342 / text 1">
            <a:extLst xmlns:a="http://schemas.openxmlformats.org/drawingml/2006/main">
              <a:ext uri="{FF2B5EF4-FFF2-40B4-BE49-F238E27FC236}">
                <a16:creationId xmlns:a16="http://schemas.microsoft.com/office/drawing/2014/main" id="{8CABC976-100C-4A13-BC3E-3FD54F6CF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7015" y="4805077"/>
            <a:ext cx="2157032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채택 의미 / hold / admission</a:t>
            </a:r>
          </a:p>
        </p:txBody>
      </p:sp>
      <p:sp>
        <p:nvSpPr>
          <p:cNvPr id="454" name="dp44-comparison / n343">
            <a:extLst xmlns:a="http://schemas.openxmlformats.org/drawingml/2006/main">
              <a:ext uri="{FF2B5EF4-FFF2-40B4-BE49-F238E27FC236}">
                <a16:creationId xmlns:a16="http://schemas.microsoft.com/office/drawing/2014/main" id="{1AB9BD68-527F-48D0-A9BA-ED4CC29B6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96045" y="5404961"/>
            <a:ext cx="1368630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dp44-comparison / n344 / text 1">
            <a:extLst xmlns:a="http://schemas.openxmlformats.org/drawingml/2006/main">
              <a:ext uri="{FF2B5EF4-FFF2-40B4-BE49-F238E27FC236}">
                <a16:creationId xmlns:a16="http://schemas.microsoft.com/office/drawing/2014/main" id="{0241B60C-D296-4CB7-B3D3-17522D306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08808" y="5411343"/>
            <a:ext cx="153162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명령 / hold / 반환 사건</a:t>
            </a:r>
          </a:p>
        </p:txBody>
      </p:sp>
      <p:sp>
        <p:nvSpPr>
          <p:cNvPr id="456" name="dp44-comparison / n345">
            <a:extLst xmlns:a="http://schemas.openxmlformats.org/drawingml/2006/main">
              <a:ext uri="{FF2B5EF4-FFF2-40B4-BE49-F238E27FC236}">
                <a16:creationId xmlns:a16="http://schemas.microsoft.com/office/drawing/2014/main" id="{3846F1E8-8B54-4301-B4D5-78A8A9852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7099" y="5960174"/>
            <a:ext cx="145503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dp44-comparison / n346 / text 1">
            <a:extLst xmlns:a="http://schemas.openxmlformats.org/drawingml/2006/main">
              <a:ext uri="{FF2B5EF4-FFF2-40B4-BE49-F238E27FC236}">
                <a16:creationId xmlns:a16="http://schemas.microsoft.com/office/drawing/2014/main" id="{7BB015EB-38AE-45BE-ADE2-8A6317F4C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9862" y="5966555"/>
            <a:ext cx="145503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전송 / 외부 접수 / 질문 / 결과</a:t>
            </a:r>
          </a:p>
        </p:txBody>
      </p:sp>
      <p:sp>
        <p:nvSpPr>
          <p:cNvPr id="458" name="dp44-comparison / n347">
            <a:extLst xmlns:a="http://schemas.openxmlformats.org/drawingml/2006/main">
              <a:ext uri="{FF2B5EF4-FFF2-40B4-BE49-F238E27FC236}">
                <a16:creationId xmlns:a16="http://schemas.microsoft.com/office/drawing/2014/main" id="{439640BD-B669-43FB-9BDE-5BA5353C4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55704" y="4620006"/>
            <a:ext cx="163117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dp44-comparison / n348 / text 1">
            <a:extLst xmlns:a="http://schemas.openxmlformats.org/drawingml/2006/main">
              <a:ext uri="{FF2B5EF4-FFF2-40B4-BE49-F238E27FC236}">
                <a16:creationId xmlns:a16="http://schemas.microsoft.com/office/drawing/2014/main" id="{C7D6BD2D-E3BA-4695-B1EB-3E41471D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68467" y="4626388"/>
            <a:ext cx="1965579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Q1: 확인 / 저장 후 대화 연결</a:t>
            </a:r>
          </a:p>
        </p:txBody>
      </p:sp>
      <p:sp>
        <p:nvSpPr>
          <p:cNvPr id="460" name="dp44-comparison / n349">
            <a:extLst xmlns:a="http://schemas.openxmlformats.org/drawingml/2006/main">
              <a:ext uri="{FF2B5EF4-FFF2-40B4-BE49-F238E27FC236}">
                <a16:creationId xmlns:a16="http://schemas.microsoft.com/office/drawing/2014/main" id="{CA6C8717-F62E-4C7B-A5CE-480DBE211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6879" y="6725984"/>
            <a:ext cx="1787401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dp44-comparison / n350 / text 1">
            <a:extLst xmlns:a="http://schemas.openxmlformats.org/drawingml/2006/main">
              <a:ext uri="{FF2B5EF4-FFF2-40B4-BE49-F238E27FC236}">
                <a16:creationId xmlns:a16="http://schemas.microsoft.com/office/drawing/2014/main" id="{C44B47BC-8240-4C9E-A63B-68B1B4F47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79643" y="6732365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7 release / P2 / Q1 identity</a:t>
            </a:r>
          </a:p>
        </p:txBody>
      </p:sp>
      <p:sp>
        <p:nvSpPr>
          <p:cNvPr id="462" name="dp44-comparison / n351">
            <a:extLst xmlns:a="http://schemas.openxmlformats.org/drawingml/2006/main">
              <a:ext uri="{FF2B5EF4-FFF2-40B4-BE49-F238E27FC236}">
                <a16:creationId xmlns:a16="http://schemas.microsoft.com/office/drawing/2014/main" id="{61546FF1-75E8-4678-BCC2-144C547C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5233" y="6764274"/>
            <a:ext cx="23754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dp44-comparison / n352 / text 1">
            <a:extLst xmlns:a="http://schemas.openxmlformats.org/drawingml/2006/main">
              <a:ext uri="{FF2B5EF4-FFF2-40B4-BE49-F238E27FC236}">
                <a16:creationId xmlns:a16="http://schemas.microsoft.com/office/drawing/2014/main" id="{21A9A2C2-BBBD-4FA4-8092-FC73749D6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7997" y="6770656"/>
            <a:ext cx="3829050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실제 전달 / 중단 receipt / actual range</a:t>
            </a:r>
          </a:p>
        </p:txBody>
      </p:sp>
      <p:sp>
        <p:nvSpPr>
          <p:cNvPr id="464" name="dp44-comparison / n353">
            <a:extLst xmlns:a="http://schemas.openxmlformats.org/drawingml/2006/main">
              <a:ext uri="{FF2B5EF4-FFF2-40B4-BE49-F238E27FC236}">
                <a16:creationId xmlns:a16="http://schemas.microsoft.com/office/drawing/2014/main" id="{F3EA3515-30B5-4633-8240-9635C3B4A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17644" y="6585585"/>
            <a:ext cx="80231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dp44-comparison / n354 / text 1">
            <a:extLst xmlns:a="http://schemas.openxmlformats.org/drawingml/2006/main">
              <a:ext uri="{FF2B5EF4-FFF2-40B4-BE49-F238E27FC236}">
                <a16:creationId xmlns:a16="http://schemas.microsoft.com/office/drawing/2014/main" id="{925CFAF7-4880-4AFD-AA76-89A5ADD0D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30408" y="6591967"/>
            <a:ext cx="135931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전달 기록 갱신</a:t>
            </a:r>
          </a:p>
        </p:txBody>
      </p:sp>
      <p:sp>
        <p:nvSpPr>
          <p:cNvPr id="466" name="dp44-comparison / n355">
            <a:extLst xmlns:a="http://schemas.openxmlformats.org/drawingml/2006/main">
              <a:ext uri="{FF2B5EF4-FFF2-40B4-BE49-F238E27FC236}">
                <a16:creationId xmlns:a16="http://schemas.microsoft.com/office/drawing/2014/main" id="{01E4E4BE-90B9-4275-9A53-D0E777709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8531" y="4862513"/>
            <a:ext cx="154004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dp44-comparison / n356 / text 1">
            <a:extLst xmlns:a="http://schemas.openxmlformats.org/drawingml/2006/main">
              <a:ext uri="{FF2B5EF4-FFF2-40B4-BE49-F238E27FC236}">
                <a16:creationId xmlns:a16="http://schemas.microsoft.com/office/drawing/2014/main" id="{611BBE64-26B1-4322-93B7-B55DAE4B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1294" y="4868894"/>
            <a:ext cx="220170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8 확인된 제시 → 질문 focus</a:t>
            </a:r>
          </a:p>
        </p:txBody>
      </p:sp>
      <p:sp>
        <p:nvSpPr>
          <p:cNvPr id="468" name="dp44-comparison / n357">
            <a:extLst xmlns:a="http://schemas.openxmlformats.org/drawingml/2006/main">
              <a:ext uri="{FF2B5EF4-FFF2-40B4-BE49-F238E27FC236}">
                <a16:creationId xmlns:a16="http://schemas.microsoft.com/office/drawing/2014/main" id="{03399C00-8952-406A-954D-45EBD215E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3586163"/>
            <a:ext cx="1312215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dp44-comparison / n358 / text 1">
            <a:extLst xmlns:a="http://schemas.openxmlformats.org/drawingml/2006/main">
              <a:ext uri="{FF2B5EF4-FFF2-40B4-BE49-F238E27FC236}">
                <a16:creationId xmlns:a16="http://schemas.microsoft.com/office/drawing/2014/main" id="{C01D5102-57C7-4525-8DEB-4F564411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3592544"/>
            <a:ext cx="197834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/ job / revision</a:t>
            </a:r>
          </a:p>
        </p:txBody>
      </p:sp>
      <p:sp>
        <p:nvSpPr>
          <p:cNvPr id="470" name="dp44-comparison / n359">
            <a:extLst xmlns:a="http://schemas.openxmlformats.org/drawingml/2006/main">
              <a:ext uri="{FF2B5EF4-FFF2-40B4-BE49-F238E27FC236}">
                <a16:creationId xmlns:a16="http://schemas.microsoft.com/office/drawing/2014/main" id="{3E7869A8-7709-4F01-A38E-C6B47CC3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70633" y="4288155"/>
            <a:ext cx="12427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dp44-comparison / n360 / text 1">
            <a:extLst xmlns:a="http://schemas.openxmlformats.org/drawingml/2006/main">
              <a:ext uri="{FF2B5EF4-FFF2-40B4-BE49-F238E27FC236}">
                <a16:creationId xmlns:a16="http://schemas.microsoft.com/office/drawing/2014/main" id="{94517E59-218E-4943-8057-B6F8E60A6F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3397" y="4294537"/>
            <a:ext cx="1914525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Q1 참조 / 준비 / 대기</a:t>
            </a:r>
          </a:p>
        </p:txBody>
      </p:sp>
      <p:sp>
        <p:nvSpPr>
          <p:cNvPr id="472" name="dp44-comparison / n361">
            <a:extLst xmlns:a="http://schemas.openxmlformats.org/drawingml/2006/main">
              <a:ext uri="{FF2B5EF4-FFF2-40B4-BE49-F238E27FC236}">
                <a16:creationId xmlns:a16="http://schemas.microsoft.com/office/drawing/2014/main" id="{1A2A319D-47C0-4A14-BF11-A19552B79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9386" y="4683824"/>
            <a:ext cx="1774382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dp44-comparison / n362 / text 1">
            <a:extLst xmlns:a="http://schemas.openxmlformats.org/drawingml/2006/main">
              <a:ext uri="{FF2B5EF4-FFF2-40B4-BE49-F238E27FC236}">
                <a16:creationId xmlns:a16="http://schemas.microsoft.com/office/drawing/2014/main" id="{4A8E5D3F-3C91-44BE-9925-019A863E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22149" y="4690205"/>
            <a:ext cx="2010251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채택 의미 / 허용 Notice 소비</a:t>
            </a:r>
          </a:p>
        </p:txBody>
      </p:sp>
      <p:sp>
        <p:nvSpPr>
          <p:cNvPr id="474" name="dp44-comparison / n363">
            <a:extLst xmlns:a="http://schemas.openxmlformats.org/drawingml/2006/main">
              <a:ext uri="{FF2B5EF4-FFF2-40B4-BE49-F238E27FC236}">
                <a16:creationId xmlns:a16="http://schemas.microsoft.com/office/drawing/2014/main" id="{6C0C2131-9F23-4B8D-AC2C-6BA79361C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62317" y="5226272"/>
            <a:ext cx="808823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dp44-comparison / n364 / text 1">
            <a:extLst xmlns:a="http://schemas.openxmlformats.org/drawingml/2006/main">
              <a:ext uri="{FF2B5EF4-FFF2-40B4-BE49-F238E27FC236}">
                <a16:creationId xmlns:a16="http://schemas.microsoft.com/office/drawing/2014/main" id="{667F8EE1-66FE-4F7F-9E11-7F4EABA69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75080" y="5232654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후보 / Direct</a:t>
            </a:r>
          </a:p>
        </p:txBody>
      </p:sp>
      <p:sp>
        <p:nvSpPr>
          <p:cNvPr id="476" name="dp44-comparison / n365">
            <a:extLst xmlns:a="http://schemas.openxmlformats.org/drawingml/2006/main">
              <a:ext uri="{FF2B5EF4-FFF2-40B4-BE49-F238E27FC236}">
                <a16:creationId xmlns:a16="http://schemas.microsoft.com/office/drawing/2014/main" id="{32C6FF48-4BD4-4E0A-A3A7-8CF11E3AD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0240" y="6023991"/>
            <a:ext cx="1435894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dp44-comparison / n366 / text 1">
            <a:extLst xmlns:a="http://schemas.openxmlformats.org/drawingml/2006/main">
              <a:ext uri="{FF2B5EF4-FFF2-40B4-BE49-F238E27FC236}">
                <a16:creationId xmlns:a16="http://schemas.microsoft.com/office/drawing/2014/main" id="{77B7CB23-0115-40E1-AD04-A739E3B18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03004" y="6030373"/>
            <a:ext cx="1435894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조건 충족 / 대기 / 폐기</a:t>
            </a:r>
          </a:p>
        </p:txBody>
      </p:sp>
      <p:sp>
        <p:nvSpPr>
          <p:cNvPr id="478" name="dp44-comparison / n367">
            <a:extLst xmlns:a="http://schemas.openxmlformats.org/drawingml/2006/main">
              <a:ext uri="{FF2B5EF4-FFF2-40B4-BE49-F238E27FC236}">
                <a16:creationId xmlns:a16="http://schemas.microsoft.com/office/drawing/2014/main" id="{07656F22-D162-4117-8CDB-002B360D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49438" y="4454081"/>
            <a:ext cx="1700609" cy="1460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dp44-comparison / n368 / text 1">
            <a:extLst xmlns:a="http://schemas.openxmlformats.org/drawingml/2006/main">
              <a:ext uri="{FF2B5EF4-FFF2-40B4-BE49-F238E27FC236}">
                <a16:creationId xmlns:a16="http://schemas.microsoft.com/office/drawing/2014/main" id="{835C71E6-CA49-4E66-A6B9-FE00DE30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2201" y="4460462"/>
            <a:ext cx="2488883" cy="15731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54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credit / cancel: 처리량 조절</a:t>
            </a:r>
          </a:p>
        </p:txBody>
      </p:sp>
    </p:spTree>
    <p:extLst>
      <p:ext uri="{BB962C8B-B14F-4D97-AF65-F5344CB8AC3E}">
        <p14:creationId xmlns:p14="http://schemas.microsoft.com/office/powerpoint/2010/main" val="9662352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2" name="dp45-comparison / n1">
            <a:extLst xmlns:a="http://schemas.openxmlformats.org/drawingml/2006/main">
              <a:ext uri="{FF2B5EF4-FFF2-40B4-BE49-F238E27FC236}">
                <a16:creationId xmlns:a16="http://schemas.microsoft.com/office/drawing/2014/main" id="{792E21DB-1479-43ED-90FF-29DDEBED9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dp45-comparison / n2 / text 1">
            <a:extLst xmlns:a="http://schemas.openxmlformats.org/drawingml/2006/main">
              <a:ext uri="{FF2B5EF4-FFF2-40B4-BE49-F238E27FC236}">
                <a16:creationId xmlns:a16="http://schemas.microsoft.com/office/drawing/2014/main" id="{A6FAAC5F-E1AB-4F50-806A-039B25236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9550"/>
            <a:ext cx="1238250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087E8B"/>
                </a:solidFill>
                <a:latin typeface="Apple SD Gothic Neo"/>
                <a:ea typeface="Apple SD Gothic Neo"/>
                <a:cs typeface="Apple SD Gothic Neo"/>
              </a:rPr>
              <a:t>VIA SOFTWARE ARCHITECTURE / DP 설계 비교</a:t>
            </a:r>
          </a:p>
        </p:txBody>
      </p:sp>
      <p:sp>
        <p:nvSpPr>
          <p:cNvPr id="3" name="dp45-comparison / n3 / text 1">
            <a:extLst xmlns:a="http://schemas.openxmlformats.org/drawingml/2006/main">
              <a:ext uri="{FF2B5EF4-FFF2-40B4-BE49-F238E27FC236}">
                <a16:creationId xmlns:a16="http://schemas.microsoft.com/office/drawing/2014/main" id="{8F311E69-B786-407F-AB92-B314106E3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20750" y="209550"/>
            <a:ext cx="4286250" cy="262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구조 비교 / 장단점 / QA Trade-off</a:t>
            </a:r>
          </a:p>
        </p:txBody>
      </p:sp>
      <p:sp>
        <p:nvSpPr>
          <p:cNvPr id="4" name="dp45-comparison / n4 / text 1">
            <a:extLst xmlns:a="http://schemas.openxmlformats.org/drawingml/2006/main">
              <a:ext uri="{FF2B5EF4-FFF2-40B4-BE49-F238E27FC236}">
                <a16:creationId xmlns:a16="http://schemas.microsoft.com/office/drawing/2014/main" id="{77F60A2B-88FD-48A7-9F60-312F6DF71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619125"/>
            <a:ext cx="17526000" cy="5386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92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04-45. VIA 과거 근거의 요청별 구성과 공통 생산/조회</a:t>
            </a:r>
          </a:p>
        </p:txBody>
      </p:sp>
      <p:sp>
        <p:nvSpPr>
          <p:cNvPr id="5" name="dp45-comparison / n5 / path">
            <a:extLst xmlns:a="http://schemas.openxmlformats.org/drawingml/2006/main">
              <a:ext uri="{FF2B5EF4-FFF2-40B4-BE49-F238E27FC236}">
                <a16:creationId xmlns:a16="http://schemas.microsoft.com/office/drawing/2014/main" id="{4F496963-F6A1-4C17-895C-9BB690C1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1525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" name="dp45-comparison / n6 / text 1">
            <a:extLst xmlns:a="http://schemas.openxmlformats.org/drawingml/2006/main">
              <a:ext uri="{FF2B5EF4-FFF2-40B4-BE49-F238E27FC236}">
                <a16:creationId xmlns:a16="http://schemas.microsoft.com/office/drawing/2014/main" id="{2809F05E-3D5F-45A3-BF1D-6E72D85F2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285875"/>
            <a:ext cx="1752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5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R23 “지난번 네가 설명한 평가 기준에 맞춰, 앞서 조사한 제품 비교 결과와 받아둔 견적을 이번 제안서에 반영해줘.”</a:t>
            </a:r>
          </a:p>
        </p:txBody>
      </p:sp>
      <p:sp>
        <p:nvSpPr>
          <p:cNvPr id="7" name="dp45-comparison / n7 / text 1">
            <a:extLst xmlns:a="http://schemas.openxmlformats.org/drawingml/2006/main">
              <a:ext uri="{FF2B5EF4-FFF2-40B4-BE49-F238E27FC236}">
                <a16:creationId xmlns:a16="http://schemas.microsoft.com/office/drawing/2014/main" id="{6DB14914-1650-41B3-8D24-E239A7496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600200"/>
            <a:ext cx="175260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같은 원본 / 현재 T23 연결은 판단 결과 / VIA: 허용 근거 연결, Agent: 기준 적용과 제안서 작성</a:t>
            </a:r>
          </a:p>
        </p:txBody>
      </p:sp>
      <p:sp>
        <p:nvSpPr>
          <p:cNvPr id="8" name="dp45-comparison / n8 / text 1">
            <a:extLst xmlns:a="http://schemas.openxmlformats.org/drawingml/2006/main">
              <a:ext uri="{FF2B5EF4-FFF2-40B4-BE49-F238E27FC236}">
                <a16:creationId xmlns:a16="http://schemas.microsoft.com/office/drawing/2014/main" id="{C773BF2A-09FB-4385-9754-31267CEB0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A 원본 서비스 조합형</a:t>
            </a:r>
          </a:p>
        </p:txBody>
      </p:sp>
      <p:sp>
        <p:nvSpPr>
          <p:cNvPr id="9" name="dp45-comparison / n9 / text 1">
            <a:extLst xmlns:a="http://schemas.openxmlformats.org/drawingml/2006/main">
              <a:ext uri="{FF2B5EF4-FFF2-40B4-BE49-F238E27FC236}">
                <a16:creationId xmlns:a16="http://schemas.microsoft.com/office/drawing/2014/main" id="{51F2F070-4A7A-4040-9905-A5AC3DE0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495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요청의 owner 읽기 결과 조합 / 누락 해결</a:t>
            </a:r>
          </a:p>
        </p:txBody>
      </p:sp>
      <p:sp>
        <p:nvSpPr>
          <p:cNvPr id="10" name="dp45-comparison / n10 / text 1">
            <a:extLst xmlns:a="http://schemas.openxmlformats.org/drawingml/2006/main">
              <a:ext uri="{FF2B5EF4-FFF2-40B4-BE49-F238E27FC236}">
                <a16:creationId xmlns:a16="http://schemas.microsoft.com/office/drawing/2014/main" id="{3A15D7F3-A5C6-4E03-AD15-88E00B048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1828800"/>
            <a:ext cx="7810500" cy="3452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B 공통 파생 기억 저장소형</a:t>
            </a:r>
          </a:p>
        </p:txBody>
      </p:sp>
      <p:sp>
        <p:nvSpPr>
          <p:cNvPr id="11" name="dp45-comparison / n11 / text 1">
            <a:extLst xmlns:a="http://schemas.openxmlformats.org/drawingml/2006/main">
              <a:ext uri="{FF2B5EF4-FFF2-40B4-BE49-F238E27FC236}">
                <a16:creationId xmlns:a16="http://schemas.microsoft.com/office/drawing/2014/main" id="{11646753-036E-4D03-9813-AB60D13EE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7810500" cy="2347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7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과거 관계 생산 / 검증 / 게시 / 공통 읽기 계약 소비</a:t>
            </a:r>
          </a:p>
        </p:txBody>
      </p:sp>
      <p:sp>
        <p:nvSpPr>
          <p:cNvPr id="12" name="dp45-comparison / n12 / path">
            <a:extLst xmlns:a="http://schemas.openxmlformats.org/drawingml/2006/main">
              <a:ext uri="{FF2B5EF4-FFF2-40B4-BE49-F238E27FC236}">
                <a16:creationId xmlns:a16="http://schemas.microsoft.com/office/drawing/2014/main" id="{4E931190-890B-484C-9371-B0F61967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1857375"/>
            <a:ext cx="953" cy="5715000"/>
          </a:xfrm>
          <a:custGeom xmlns:a="http://schemas.openxmlformats.org/drawingml/2006/main">
            <a:pathLst>
              <a:path w="953" h="5715000">
                <a:moveTo>
                  <a:pt x="0" y="0"/>
                </a:moveTo>
                <a:lnTo>
                  <a:pt x="0" y="571500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13" name="dp45-comparison / n13 / text 1">
            <a:extLst xmlns:a="http://schemas.openxmlformats.org/drawingml/2006/main">
              <a:ext uri="{FF2B5EF4-FFF2-40B4-BE49-F238E27FC236}">
                <a16:creationId xmlns:a16="http://schemas.microsoft.com/office/drawing/2014/main" id="{E4E7037B-FC12-410A-A61E-8521F187A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486650"/>
            <a:ext cx="1752600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장면: 첫 요청 → 필요한 원본 / 미게시 생산 | 반복 R24 → warm cache / 유효 게시 | 정정 직후 → fence 후 갱신 | 표현 밖 새 관계 → 미지원</a:t>
            </a:r>
          </a:p>
        </p:txBody>
      </p:sp>
      <p:sp>
        <p:nvSpPr>
          <p:cNvPr id="14" name="dp45-comparison / n14">
            <a:extLst xmlns:a="http://schemas.openxmlformats.org/drawingml/2006/main">
              <a:ext uri="{FF2B5EF4-FFF2-40B4-BE49-F238E27FC236}">
                <a16:creationId xmlns:a16="http://schemas.microsoft.com/office/drawing/2014/main" id="{0A994488-FE04-4DA0-9EAB-EC658EABB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7762875"/>
            <a:ext cx="1071563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5" name="dp45-comparison / n15 / text 1">
            <a:extLst xmlns:a="http://schemas.openxmlformats.org/drawingml/2006/main">
              <a:ext uri="{FF2B5EF4-FFF2-40B4-BE49-F238E27FC236}">
                <a16:creationId xmlns:a16="http://schemas.microsoft.com/office/drawing/2014/main" id="{6BFB0AFE-91CC-4709-9F6A-F7B0377E1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Component</a:t>
            </a:r>
          </a:p>
        </p:txBody>
      </p:sp>
      <p:sp>
        <p:nvSpPr>
          <p:cNvPr id="16" name="dp45-comparison / n16">
            <a:extLst xmlns:a="http://schemas.openxmlformats.org/drawingml/2006/main">
              <a:ext uri="{FF2B5EF4-FFF2-40B4-BE49-F238E27FC236}">
                <a16:creationId xmlns:a16="http://schemas.microsoft.com/office/drawing/2014/main" id="{BE4DD6B7-58DD-4391-B1E6-43945FD6D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7" name="dp45-comparison / n17 / text 1">
            <a:extLst xmlns:a="http://schemas.openxmlformats.org/drawingml/2006/main">
              <a:ext uri="{FF2B5EF4-FFF2-40B4-BE49-F238E27FC236}">
                <a16:creationId xmlns:a16="http://schemas.microsoft.com/office/drawing/2014/main" id="{9A06477E-5E7A-4708-BA9C-A2FF8D8E6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2725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18" name="dp45-comparison / n18">
            <a:extLst xmlns:a="http://schemas.openxmlformats.org/drawingml/2006/main">
              <a:ext uri="{FF2B5EF4-FFF2-40B4-BE49-F238E27FC236}">
                <a16:creationId xmlns:a16="http://schemas.microsoft.com/office/drawing/2014/main" id="{BF9732B2-CE55-4097-A56B-E1141184D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7762875"/>
            <a:ext cx="1071563" cy="22860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19" name="dp45-comparison / n19 / text 1">
            <a:extLst xmlns:a="http://schemas.openxmlformats.org/drawingml/2006/main">
              <a:ext uri="{FF2B5EF4-FFF2-40B4-BE49-F238E27FC236}">
                <a16:creationId xmlns:a16="http://schemas.microsoft.com/office/drawing/2014/main" id="{800A03D3-B1CA-4629-AFF8-51A0CDF0B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5756" y="7838885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State</a:t>
            </a:r>
          </a:p>
        </p:txBody>
      </p:sp>
      <p:sp>
        <p:nvSpPr>
          <p:cNvPr id="20" name="dp45-comparison / n20">
            <a:extLst xmlns:a="http://schemas.openxmlformats.org/drawingml/2006/main">
              <a:ext uri="{FF2B5EF4-FFF2-40B4-BE49-F238E27FC236}">
                <a16:creationId xmlns:a16="http://schemas.microsoft.com/office/drawing/2014/main" id="{98DB0FD4-A5AA-49A3-B7EC-B3D094761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7762875"/>
            <a:ext cx="1071563" cy="228600"/>
          </a:xfrm>
          <a:prstGeom xmlns:a="http://schemas.openxmlformats.org/drawingml/2006/main" prst="roundRect">
            <a:avLst>
              <a:gd name="adj" fmla="val 3333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859">
            <a:solidFill>
              <a:srgbClr val="B8753F"/>
            </a:solidFill>
            <a:prstDash val="solid"/>
          </a:ln>
        </p:spPr>
      </p:sp>
      <p:sp>
        <p:nvSpPr>
          <p:cNvPr id="21" name="dp45-comparison / n21 / text 1">
            <a:extLst xmlns:a="http://schemas.openxmlformats.org/drawingml/2006/main">
              <a:ext uri="{FF2B5EF4-FFF2-40B4-BE49-F238E27FC236}">
                <a16:creationId xmlns:a16="http://schemas.microsoft.com/office/drawing/2014/main" id="{3F5763C5-D8C4-45EC-88A5-666184BEA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0694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Module</a:t>
            </a:r>
          </a:p>
        </p:txBody>
      </p:sp>
      <p:sp>
        <p:nvSpPr>
          <p:cNvPr id="22" name="dp45-comparison / n22">
            <a:extLst xmlns:a="http://schemas.openxmlformats.org/drawingml/2006/main">
              <a:ext uri="{FF2B5EF4-FFF2-40B4-BE49-F238E27FC236}">
                <a16:creationId xmlns:a16="http://schemas.microsoft.com/office/drawing/2014/main" id="{094449B1-90DD-4520-AC9C-39416087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7762875"/>
            <a:ext cx="1071563" cy="228600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144">
            <a:solidFill>
              <a:srgbClr val="000000"/>
            </a:solidFill>
            <a:prstDash val="solid"/>
          </a:ln>
        </p:spPr>
      </p:sp>
      <p:sp>
        <p:nvSpPr>
          <p:cNvPr id="23" name="dp45-comparison / n23 / text 1">
            <a:extLst xmlns:a="http://schemas.openxmlformats.org/drawingml/2006/main">
              <a:ext uri="{FF2B5EF4-FFF2-40B4-BE49-F238E27FC236}">
                <a16:creationId xmlns:a16="http://schemas.microsoft.com/office/drawing/2014/main" id="{E7F6F6B9-0309-43CD-A107-C92E611B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32569" y="7810310"/>
            <a:ext cx="971550" cy="16573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0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Dependency</a:t>
            </a:r>
          </a:p>
        </p:txBody>
      </p:sp>
      <p:sp>
        <p:nvSpPr>
          <p:cNvPr id="24" name="dp45-comparison / n24">
            <a:extLst xmlns:a="http://schemas.openxmlformats.org/drawingml/2006/main">
              <a:ext uri="{FF2B5EF4-FFF2-40B4-BE49-F238E27FC236}">
                <a16:creationId xmlns:a16="http://schemas.microsoft.com/office/drawing/2014/main" id="{145E7A2E-DAD9-434E-9651-CA2F8D309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3" y="7777163"/>
            <a:ext cx="525780" cy="1885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dp45-comparison / n25 / text 1">
            <a:extLst xmlns:a="http://schemas.openxmlformats.org/drawingml/2006/main">
              <a:ext uri="{FF2B5EF4-FFF2-40B4-BE49-F238E27FC236}">
                <a16:creationId xmlns:a16="http://schemas.microsoft.com/office/drawing/2014/main" id="{333224EE-32C4-40E4-B723-18465E500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7784306"/>
            <a:ext cx="785813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Legend</a:t>
            </a:r>
          </a:p>
        </p:txBody>
      </p:sp>
      <p:sp>
        <p:nvSpPr>
          <p:cNvPr id="26" name="dp45-comparison / n26">
            <a:extLst xmlns:a="http://schemas.openxmlformats.org/drawingml/2006/main">
              <a:ext uri="{FF2B5EF4-FFF2-40B4-BE49-F238E27FC236}">
                <a16:creationId xmlns:a16="http://schemas.microsoft.com/office/drawing/2014/main" id="{0D8EAEC0-8EF5-4854-B1DF-597C4178B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3963" y="8034338"/>
            <a:ext cx="58478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dp45-comparison / n27 / text 1">
            <a:extLst xmlns:a="http://schemas.openxmlformats.org/drawingml/2006/main">
              <a:ext uri="{FF2B5EF4-FFF2-40B4-BE49-F238E27FC236}">
                <a16:creationId xmlns:a16="http://schemas.microsoft.com/office/drawing/2014/main" id="{E511562C-FD59-470C-9311-712739BB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논리 책임</a:t>
            </a:r>
          </a:p>
        </p:txBody>
      </p:sp>
      <p:sp>
        <p:nvSpPr>
          <p:cNvPr id="28" name="dp45-comparison / n28">
            <a:extLst xmlns:a="http://schemas.openxmlformats.org/drawingml/2006/main">
              <a:ext uri="{FF2B5EF4-FFF2-40B4-BE49-F238E27FC236}">
                <a16:creationId xmlns:a16="http://schemas.microsoft.com/office/drawing/2014/main" id="{FEABD79C-303D-4590-B388-2D0B200A2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8431" y="8034338"/>
            <a:ext cx="7645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dp45-comparison / n29 / text 1">
            <a:extLst xmlns:a="http://schemas.openxmlformats.org/drawingml/2006/main">
              <a:ext uri="{FF2B5EF4-FFF2-40B4-BE49-F238E27FC236}">
                <a16:creationId xmlns:a16="http://schemas.microsoft.com/office/drawing/2014/main" id="{C37C34DA-56B7-4C65-B74C-B8094470C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2719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내부 Module</a:t>
            </a:r>
          </a:p>
        </p:txBody>
      </p:sp>
      <p:sp>
        <p:nvSpPr>
          <p:cNvPr id="30" name="dp45-comparison / n30">
            <a:extLst xmlns:a="http://schemas.openxmlformats.org/drawingml/2006/main">
              <a:ext uri="{FF2B5EF4-FFF2-40B4-BE49-F238E27FC236}">
                <a16:creationId xmlns:a16="http://schemas.microsoft.com/office/drawing/2014/main" id="{865C17F7-3853-4239-A74B-94FCF0B36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1463" y="8034338"/>
            <a:ext cx="70623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dp45-comparison / n31 / text 1">
            <a:extLst xmlns:a="http://schemas.openxmlformats.org/drawingml/2006/main">
              <a:ext uri="{FF2B5EF4-FFF2-40B4-BE49-F238E27FC236}">
                <a16:creationId xmlns:a16="http://schemas.microsoft.com/office/drawing/2014/main" id="{FDB53693-EA67-4564-94AB-A611E7D60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데이터 상태</a:t>
            </a:r>
          </a:p>
        </p:txBody>
      </p:sp>
      <p:sp>
        <p:nvSpPr>
          <p:cNvPr id="32" name="dp45-comparison / n32">
            <a:extLst xmlns:a="http://schemas.openxmlformats.org/drawingml/2006/main">
              <a:ext uri="{FF2B5EF4-FFF2-40B4-BE49-F238E27FC236}">
                <a16:creationId xmlns:a16="http://schemas.microsoft.com/office/drawing/2014/main" id="{65567863-9E9A-4642-BF6A-392E6424E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8034338"/>
            <a:ext cx="1665637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dp45-comparison / n33 / text 1">
            <a:extLst xmlns:a="http://schemas.openxmlformats.org/drawingml/2006/main">
              <a:ext uri="{FF2B5EF4-FFF2-40B4-BE49-F238E27FC236}">
                <a16:creationId xmlns:a16="http://schemas.microsoft.com/office/drawing/2014/main" id="{7B732339-66DB-42CE-A1C1-DD028DFD6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068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차이: 살구색 / 짙은 테두리</a:t>
            </a:r>
          </a:p>
        </p:txBody>
      </p:sp>
      <p:sp>
        <p:nvSpPr>
          <p:cNvPr id="34" name="dp45-comparison / n34">
            <a:extLst xmlns:a="http://schemas.openxmlformats.org/drawingml/2006/main">
              <a:ext uri="{FF2B5EF4-FFF2-40B4-BE49-F238E27FC236}">
                <a16:creationId xmlns:a16="http://schemas.microsoft.com/office/drawing/2014/main" id="{3FC5D5DE-5C90-4A46-AF3C-33228744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68275" y="8034338"/>
            <a:ext cx="1148286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dp45-comparison / n35 / text 1">
            <a:extLst xmlns:a="http://schemas.openxmlformats.org/drawingml/2006/main">
              <a:ext uri="{FF2B5EF4-FFF2-40B4-BE49-F238E27FC236}">
                <a16:creationId xmlns:a16="http://schemas.microsoft.com/office/drawing/2014/main" id="{BFCFDFE4-9573-40C8-ABB6-2DB5201CB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2563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외부 Agent / 모델</a:t>
            </a:r>
          </a:p>
        </p:txBody>
      </p:sp>
      <p:sp>
        <p:nvSpPr>
          <p:cNvPr id="36" name="dp45-comparison / n36 / path">
            <a:extLst xmlns:a="http://schemas.openxmlformats.org/drawingml/2006/main">
              <a:ext uri="{FF2B5EF4-FFF2-40B4-BE49-F238E27FC236}">
                <a16:creationId xmlns:a16="http://schemas.microsoft.com/office/drawing/2014/main" id="{B764E000-D16C-4592-83CC-EA7821490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solid"/>
          </a:ln>
        </p:spPr>
      </p:sp>
      <p:sp>
        <p:nvSpPr>
          <p:cNvPr id="37" name="dp45-comparison / n36 / arrow">
            <a:extLst xmlns:a="http://schemas.openxmlformats.org/drawingml/2006/main">
              <a:ext uri="{FF2B5EF4-FFF2-40B4-BE49-F238E27FC236}">
                <a16:creationId xmlns:a16="http://schemas.microsoft.com/office/drawing/2014/main" id="{52B59525-2697-44BE-9DF5-D92D830CA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86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38" name="dp45-comparison / n37">
            <a:extLst xmlns:a="http://schemas.openxmlformats.org/drawingml/2006/main">
              <a:ext uri="{FF2B5EF4-FFF2-40B4-BE49-F238E27FC236}">
                <a16:creationId xmlns:a16="http://schemas.microsoft.com/office/drawing/2014/main" id="{500D4A1D-0E16-4443-B670-C6CD61919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30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dp45-comparison / n38 / text 1">
            <a:extLst xmlns:a="http://schemas.openxmlformats.org/drawingml/2006/main">
              <a:ext uri="{FF2B5EF4-FFF2-40B4-BE49-F238E27FC236}">
                <a16:creationId xmlns:a16="http://schemas.microsoft.com/office/drawing/2014/main" id="{3CF78BC8-B49D-4D87-8625-4C4430DE0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/ 전달</a:t>
            </a:r>
          </a:p>
        </p:txBody>
      </p:sp>
      <p:sp>
        <p:nvSpPr>
          <p:cNvPr id="40" name="dp45-comparison / n39 / path">
            <a:extLst xmlns:a="http://schemas.openxmlformats.org/drawingml/2006/main">
              <a:ext uri="{FF2B5EF4-FFF2-40B4-BE49-F238E27FC236}">
                <a16:creationId xmlns:a16="http://schemas.microsoft.com/office/drawing/2014/main" id="{2093E72E-91EE-4548-B8B4-ED5C632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7877175"/>
            <a:ext cx="1071563" cy="953"/>
          </a:xfrm>
          <a:custGeom xmlns:a="http://schemas.openxmlformats.org/drawingml/2006/main">
            <a:pathLst>
              <a:path w="1071563" h="953">
                <a:moveTo>
                  <a:pt x="0" y="0"/>
                </a:moveTo>
                <a:lnTo>
                  <a:pt x="107156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858">
            <a:solidFill>
              <a:srgbClr val="000000"/>
            </a:solidFill>
            <a:prstDash val="dash"/>
          </a:ln>
        </p:spPr>
      </p:sp>
      <p:sp>
        <p:nvSpPr>
          <p:cNvPr id="41" name="dp45-comparison / n39 / arrow">
            <a:extLst xmlns:a="http://schemas.openxmlformats.org/drawingml/2006/main">
              <a:ext uri="{FF2B5EF4-FFF2-40B4-BE49-F238E27FC236}">
                <a16:creationId xmlns:a16="http://schemas.microsoft.com/office/drawing/2014/main" id="{93EADE1A-6129-4E21-B6D5-45979E509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3146" y="7852029"/>
            <a:ext cx="50292" cy="50292"/>
          </a:xfrm>
          <a:custGeom xmlns:a="http://schemas.openxmlformats.org/drawingml/2006/main">
            <a:pathLst>
              <a:path w="50292" h="50292">
                <a:moveTo>
                  <a:pt x="0" y="50292"/>
                </a:moveTo>
                <a:lnTo>
                  <a:pt x="50292" y="25146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0058">
            <a:solidFill>
              <a:srgbClr val="000000"/>
            </a:solidFill>
            <a:prstDash val="solid"/>
          </a:ln>
        </p:spPr>
      </p:sp>
      <p:sp>
        <p:nvSpPr>
          <p:cNvPr id="42" name="dp45-comparison / n40">
            <a:extLst xmlns:a="http://schemas.openxmlformats.org/drawingml/2006/main">
              <a:ext uri="{FF2B5EF4-FFF2-40B4-BE49-F238E27FC236}">
                <a16:creationId xmlns:a16="http://schemas.microsoft.com/office/drawing/2014/main" id="{35751DA7-E016-498A-ACD0-7EB7E1980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7588" y="8034338"/>
            <a:ext cx="7256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dp45-comparison / n41 / text 1">
            <a:extLst xmlns:a="http://schemas.openxmlformats.org/drawingml/2006/main">
              <a:ext uri="{FF2B5EF4-FFF2-40B4-BE49-F238E27FC236}">
                <a16:creationId xmlns:a16="http://schemas.microsoft.com/office/drawing/2014/main" id="{09B372E2-88FB-4DF0-B046-41965A26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8041481"/>
            <a:ext cx="157162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응답 / 반환</a:t>
            </a:r>
          </a:p>
        </p:txBody>
      </p:sp>
      <p:sp>
        <p:nvSpPr>
          <p:cNvPr id="44" name="dp45-comparison / n42">
            <a:extLst xmlns:a="http://schemas.openxmlformats.org/drawingml/2006/main">
              <a:ext uri="{FF2B5EF4-FFF2-40B4-BE49-F238E27FC236}">
                <a16:creationId xmlns:a16="http://schemas.microsoft.com/office/drawing/2014/main" id="{ABBAA32C-591B-4BE8-8CBA-B7C4EE1B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2338" y="7777163"/>
            <a:ext cx="1109424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dp45-comparison / n43 / text 1">
            <a:extLst xmlns:a="http://schemas.openxmlformats.org/drawingml/2006/main">
              <a:ext uri="{FF2B5EF4-FFF2-40B4-BE49-F238E27FC236}">
                <a16:creationId xmlns:a16="http://schemas.microsoft.com/office/drawing/2014/main" id="{A01B1DBE-D894-4D70-B373-2B8CCE5A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7784306"/>
            <a:ext cx="1678781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공통: 흰색 / 검정</a:t>
            </a:r>
          </a:p>
        </p:txBody>
      </p:sp>
      <p:sp>
        <p:nvSpPr>
          <p:cNvPr id="46" name="dp45-comparison / n44">
            <a:extLst xmlns:a="http://schemas.openxmlformats.org/drawingml/2006/main">
              <a:ext uri="{FF2B5EF4-FFF2-40B4-BE49-F238E27FC236}">
                <a16:creationId xmlns:a16="http://schemas.microsoft.com/office/drawing/2014/main" id="{E0358D9C-05EB-4F6B-804A-F9570B8A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7777163"/>
            <a:ext cx="1524762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dp45-comparison / n45 / text 1">
            <a:extLst xmlns:a="http://schemas.openxmlformats.org/drawingml/2006/main">
              <a:ext uri="{FF2B5EF4-FFF2-40B4-BE49-F238E27FC236}">
                <a16:creationId xmlns:a16="http://schemas.microsoft.com/office/drawing/2014/main" id="{CD69BF47-5419-4336-8DFB-F662E7BFB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7784306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좌우 칸: 배치용 레이아웃</a:t>
            </a:r>
          </a:p>
        </p:txBody>
      </p:sp>
      <p:sp>
        <p:nvSpPr>
          <p:cNvPr id="48" name="dp45-comparison / n46">
            <a:extLst xmlns:a="http://schemas.openxmlformats.org/drawingml/2006/main">
              <a:ext uri="{FF2B5EF4-FFF2-40B4-BE49-F238E27FC236}">
                <a16:creationId xmlns:a16="http://schemas.microsoft.com/office/drawing/2014/main" id="{41C06758-E58C-4C66-9A37-B069B9DD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0" y="8034338"/>
            <a:ext cx="1787081" cy="1635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dp45-comparison / n47 / text 1">
            <a:extLst xmlns:a="http://schemas.openxmlformats.org/drawingml/2006/main">
              <a:ext uri="{FF2B5EF4-FFF2-40B4-BE49-F238E27FC236}">
                <a16:creationId xmlns:a16="http://schemas.microsoft.com/office/drawing/2014/main" id="{EDD4F07A-4BEB-455C-B61C-2349FE96D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9938" y="8041481"/>
            <a:ext cx="3000375" cy="1760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5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실행 / 서비스 경계 추가 없음</a:t>
            </a:r>
          </a:p>
        </p:txBody>
      </p:sp>
      <p:sp>
        <p:nvSpPr>
          <p:cNvPr id="50" name="dp45-comparison / n48 / path">
            <a:extLst xmlns:a="http://schemas.openxmlformats.org/drawingml/2006/main">
              <a:ext uri="{FF2B5EF4-FFF2-40B4-BE49-F238E27FC236}">
                <a16:creationId xmlns:a16="http://schemas.microsoft.com/office/drawing/2014/main" id="{C70B6174-625E-4FEA-ABCC-510A9946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2486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1" name="dp45-comparison / n49 / text 1">
            <a:extLst xmlns:a="http://schemas.openxmlformats.org/drawingml/2006/main">
              <a:ext uri="{FF2B5EF4-FFF2-40B4-BE49-F238E27FC236}">
                <a16:creationId xmlns:a16="http://schemas.microsoft.com/office/drawing/2014/main" id="{AFBD79CF-CB77-4255-AF56-C0A794B99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2962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새 관계 / 미묘한 조건</a:t>
            </a:r>
          </a:p>
        </p:txBody>
      </p:sp>
      <p:sp>
        <p:nvSpPr>
          <p:cNvPr id="52" name="dp45-comparison / n50 / text 1">
            <a:extLst xmlns:a="http://schemas.openxmlformats.org/drawingml/2006/main">
              <a:ext uri="{FF2B5EF4-FFF2-40B4-BE49-F238E27FC236}">
                <a16:creationId xmlns:a16="http://schemas.microsoft.com/office/drawing/2014/main" id="{6E141E41-9A66-475F-A796-590291BB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2962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요청 목적에 맞춘 원문 구성의 유연성; 검색 누락 가능</a:t>
            </a:r>
          </a:p>
        </p:txBody>
      </p:sp>
      <p:sp>
        <p:nvSpPr>
          <p:cNvPr id="53" name="dp45-comparison / n51 / text 1">
            <a:extLst xmlns:a="http://schemas.openxmlformats.org/drawingml/2006/main">
              <a:ext uri="{FF2B5EF4-FFF2-40B4-BE49-F238E27FC236}">
                <a16:creationId xmlns:a16="http://schemas.microsoft.com/office/drawing/2014/main" id="{5CEC35AF-3338-4A04-8DA4-A465A7A6B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2962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지원 표현 / 추출 조건에 제한; 정확성의 고정 우열 없음</a:t>
            </a:r>
          </a:p>
        </p:txBody>
      </p:sp>
      <p:sp>
        <p:nvSpPr>
          <p:cNvPr id="54" name="dp45-comparison / n52 / path">
            <a:extLst xmlns:a="http://schemas.openxmlformats.org/drawingml/2006/main">
              <a:ext uri="{FF2B5EF4-FFF2-40B4-BE49-F238E27FC236}">
                <a16:creationId xmlns:a16="http://schemas.microsoft.com/office/drawing/2014/main" id="{F534E8F8-78F3-474F-BF40-DAE4B4D9F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52487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5" name="dp45-comparison / n53 / text 1">
            <a:extLst xmlns:a="http://schemas.openxmlformats.org/drawingml/2006/main">
              <a:ext uri="{FF2B5EF4-FFF2-40B4-BE49-F238E27FC236}">
                <a16:creationId xmlns:a16="http://schemas.microsoft.com/office/drawing/2014/main" id="{D418BFCF-CF0C-4E07-8609-3309914B9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57250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준비된 반복 조회 R24</a:t>
            </a:r>
          </a:p>
        </p:txBody>
      </p:sp>
      <p:sp>
        <p:nvSpPr>
          <p:cNvPr id="56" name="dp45-comparison / n54 / text 1">
            <a:extLst xmlns:a="http://schemas.openxmlformats.org/drawingml/2006/main">
              <a:ext uri="{FF2B5EF4-FFF2-40B4-BE49-F238E27FC236}">
                <a16:creationId xmlns:a16="http://schemas.microsoft.com/office/drawing/2014/main" id="{3AE007E5-0D24-41A1-A427-8E6AC0CB1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57250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warm 관계 cache로 조회 / 재해석 축소 가능</a:t>
            </a:r>
          </a:p>
        </p:txBody>
      </p:sp>
      <p:sp>
        <p:nvSpPr>
          <p:cNvPr id="57" name="dp45-comparison / n55 / text 1">
            <a:extLst xmlns:a="http://schemas.openxmlformats.org/drawingml/2006/main">
              <a:ext uri="{FF2B5EF4-FFF2-40B4-BE49-F238E27FC236}">
                <a16:creationId xmlns:a16="http://schemas.microsoft.com/office/drawing/2014/main" id="{3FB28407-1CBA-45B1-BEEE-C149277C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57250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유효 게시가 원본 교차 결합을 대체하면 경로 단축 가능</a:t>
            </a:r>
          </a:p>
        </p:txBody>
      </p:sp>
      <p:sp>
        <p:nvSpPr>
          <p:cNvPr id="58" name="dp45-comparison / n56 / path">
            <a:extLst xmlns:a="http://schemas.openxmlformats.org/drawingml/2006/main">
              <a:ext uri="{FF2B5EF4-FFF2-40B4-BE49-F238E27FC236}">
                <a16:creationId xmlns:a16="http://schemas.microsoft.com/office/drawing/2014/main" id="{E8123AA3-E1CA-434C-97AC-636CA045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880110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59" name="dp45-comparison / n57 / text 1">
            <a:extLst xmlns:a="http://schemas.openxmlformats.org/drawingml/2006/main">
              <a:ext uri="{FF2B5EF4-FFF2-40B4-BE49-F238E27FC236}">
                <a16:creationId xmlns:a16="http://schemas.microsoft.com/office/drawing/2014/main" id="{635C3238-4040-410C-86FB-0612BC077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884872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첫 조회 / 정정 직후</a:t>
            </a:r>
          </a:p>
        </p:txBody>
      </p:sp>
      <p:sp>
        <p:nvSpPr>
          <p:cNvPr id="60" name="dp45-comparison / n58 / text 1">
            <a:extLst xmlns:a="http://schemas.openxmlformats.org/drawingml/2006/main">
              <a:ext uri="{FF2B5EF4-FFF2-40B4-BE49-F238E27FC236}">
                <a16:creationId xmlns:a16="http://schemas.microsoft.com/office/drawing/2014/main" id="{A11D3463-CB59-4AB3-AEB6-D361169CF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884872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현재 원본으로 구성; fan-out / 해석 비용</a:t>
            </a:r>
          </a:p>
        </p:txBody>
      </p:sp>
      <p:sp>
        <p:nvSpPr>
          <p:cNvPr id="61" name="dp45-comparison / n59 / text 1">
            <a:extLst xmlns:a="http://schemas.openxmlformats.org/drawingml/2006/main">
              <a:ext uri="{FF2B5EF4-FFF2-40B4-BE49-F238E27FC236}">
                <a16:creationId xmlns:a16="http://schemas.microsoft.com/office/drawing/2014/main" id="{F30DAD30-73A8-4860-9550-0AC48BC46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884872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생산 / 갱신 게시 대기; NOT_COVERED와 미지원 구별</a:t>
            </a:r>
          </a:p>
        </p:txBody>
      </p:sp>
      <p:sp>
        <p:nvSpPr>
          <p:cNvPr id="62" name="dp45-comparison / n60 / path">
            <a:extLst xmlns:a="http://schemas.openxmlformats.org/drawingml/2006/main">
              <a:ext uri="{FF2B5EF4-FFF2-40B4-BE49-F238E27FC236}">
                <a16:creationId xmlns:a16="http://schemas.microsoft.com/office/drawing/2014/main" id="{B2455608-8D5C-4F14-9F57-F4C842726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077325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3" name="dp45-comparison / n61 / text 1">
            <a:extLst xmlns:a="http://schemas.openxmlformats.org/drawingml/2006/main">
              <a:ext uri="{FF2B5EF4-FFF2-40B4-BE49-F238E27FC236}">
                <a16:creationId xmlns:a16="http://schemas.microsoft.com/office/drawing/2014/main" id="{70C71DD7-357C-4E70-B9AC-5EE1AFD1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124950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전체 모델 호출 / 자원</a:t>
            </a:r>
          </a:p>
        </p:txBody>
      </p:sp>
      <p:sp>
        <p:nvSpPr>
          <p:cNvPr id="64" name="dp45-comparison / n62 / text 1">
            <a:extLst xmlns:a="http://schemas.openxmlformats.org/drawingml/2006/main">
              <a:ext uri="{FF2B5EF4-FFF2-40B4-BE49-F238E27FC236}">
                <a16:creationId xmlns:a16="http://schemas.microsoft.com/office/drawing/2014/main" id="{59519C86-957A-46A6-9E9D-949F4217F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124950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cache 생산 / 유지 + 요청 구성 / 재검증 포함</a:t>
            </a:r>
          </a:p>
        </p:txBody>
      </p:sp>
      <p:sp>
        <p:nvSpPr>
          <p:cNvPr id="65" name="dp45-comparison / n63 / text 1">
            <a:extLst xmlns:a="http://schemas.openxmlformats.org/drawingml/2006/main">
              <a:ext uri="{FF2B5EF4-FFF2-40B4-BE49-F238E27FC236}">
                <a16:creationId xmlns:a16="http://schemas.microsoft.com/office/drawing/2014/main" id="{AAB34295-9A00-452D-9DBC-3CB07EFD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124950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초기 / 갱신 / backfill / 미사용 생산 포함; 고정 우열 없음</a:t>
            </a:r>
          </a:p>
        </p:txBody>
      </p:sp>
      <p:sp>
        <p:nvSpPr>
          <p:cNvPr id="66" name="dp45-comparison / n64 / path">
            <a:extLst xmlns:a="http://schemas.openxmlformats.org/drawingml/2006/main">
              <a:ext uri="{FF2B5EF4-FFF2-40B4-BE49-F238E27FC236}">
                <a16:creationId xmlns:a16="http://schemas.microsoft.com/office/drawing/2014/main" id="{DD69F74A-E85E-41B6-9C40-B345727B2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353550"/>
            <a:ext cx="17526000" cy="953"/>
          </a:xfrm>
          <a:custGeom xmlns:a="http://schemas.openxmlformats.org/drawingml/2006/main">
            <a:pathLst>
              <a:path w="17526000" h="953">
                <a:moveTo>
                  <a:pt x="0" y="0"/>
                </a:moveTo>
                <a:lnTo>
                  <a:pt x="1752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19050">
            <a:solidFill>
              <a:srgbClr val="CDD6DE"/>
            </a:solidFill>
            <a:prstDash val="solid"/>
          </a:ln>
        </p:spPr>
      </p:sp>
      <p:sp>
        <p:nvSpPr>
          <p:cNvPr id="67" name="dp45-comparison / n65 / text 1">
            <a:extLst xmlns:a="http://schemas.openxmlformats.org/drawingml/2006/main">
              <a:ext uri="{FF2B5EF4-FFF2-40B4-BE49-F238E27FC236}">
                <a16:creationId xmlns:a16="http://schemas.microsoft.com/office/drawing/2014/main" id="{570D4C88-F746-40B5-94C5-997CEAE6A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9401175"/>
            <a:ext cx="2533650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1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변경 용이성</a:t>
            </a:r>
          </a:p>
        </p:txBody>
      </p:sp>
      <p:sp>
        <p:nvSpPr>
          <p:cNvPr id="68" name="dp45-comparison / n66 / text 1">
            <a:extLst xmlns:a="http://schemas.openxmlformats.org/drawingml/2006/main">
              <a:ext uri="{FF2B5EF4-FFF2-40B4-BE49-F238E27FC236}">
                <a16:creationId xmlns:a16="http://schemas.microsoft.com/office/drawing/2014/main" id="{8F1D2335-7875-4AF0-8F15-51D241AA2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9401175"/>
            <a:ext cx="709612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adapter로 국소화; cache schema 변경은 무효화</a:t>
            </a:r>
          </a:p>
        </p:txBody>
      </p:sp>
      <p:sp>
        <p:nvSpPr>
          <p:cNvPr id="69" name="dp45-comparison / n67 / text 1">
            <a:extLst xmlns:a="http://schemas.openxmlformats.org/drawingml/2006/main">
              <a:ext uri="{FF2B5EF4-FFF2-40B4-BE49-F238E27FC236}">
                <a16:creationId xmlns:a16="http://schemas.microsoft.com/office/drawing/2014/main" id="{5DAB1196-D5CB-4172-8576-92A3C759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9401175"/>
            <a:ext cx="7572375" cy="2209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Source 형식은 adapter; 관계 의미는 schema / 재생산 / 독자 변경</a:t>
            </a:r>
          </a:p>
        </p:txBody>
      </p:sp>
      <p:sp>
        <p:nvSpPr>
          <p:cNvPr id="70" name="dp45-comparison / n68 / text 1">
            <a:extLst xmlns:a="http://schemas.openxmlformats.org/drawingml/2006/main">
              <a:ext uri="{FF2B5EF4-FFF2-40B4-BE49-F238E27FC236}">
                <a16:creationId xmlns:a16="http://schemas.microsoft.com/office/drawing/2014/main" id="{97410E27-2BAD-4C1D-AB75-20C8A1509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71550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미선정 / 미측정. A cache의 같은 효과는 B 고유 이익을 줄인다. B+ 원본 조합 우회는 명시적 혼합안.</a:t>
            </a:r>
          </a:p>
        </p:txBody>
      </p:sp>
      <p:sp>
        <p:nvSpPr>
          <p:cNvPr id="71" name="dp45-comparison / n69 / text 1">
            <a:extLst xmlns:a="http://schemas.openxmlformats.org/drawingml/2006/main">
              <a:ext uri="{FF2B5EF4-FFF2-40B4-BE49-F238E27FC236}">
                <a16:creationId xmlns:a16="http://schemas.microsoft.com/office/drawing/2014/main" id="{FD359C51-992C-47A5-BB00-068FCBC6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9963150"/>
            <a:ext cx="17526000" cy="2071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25" b="0">
                <a:solidFill>
                  <a:srgbClr val="18232E"/>
                </a:solidFill>
                <a:latin typeface="Apple SD Gothic Neo"/>
                <a:ea typeface="Apple SD Gothic Neo"/>
                <a:cs typeface="Apple SD Gothic Neo"/>
              </a:rPr>
              <a:t>Reference (§9): A LangChain Retrieval / B LangMem Background + Memory API / 실행 Delayed Processing / 연결 참고 Mem0 Graph (typed 관계 증거 아님)</a:t>
            </a:r>
          </a:p>
        </p:txBody>
      </p:sp>
      <p:sp>
        <p:nvSpPr>
          <p:cNvPr id="72" name="dp45-comparison / n70 / text 1">
            <a:extLst xmlns:a="http://schemas.openxmlformats.org/drawingml/2006/main">
              <a:ext uri="{FF2B5EF4-FFF2-40B4-BE49-F238E27FC236}">
                <a16:creationId xmlns:a16="http://schemas.microsoft.com/office/drawing/2014/main" id="{8D3D55B0-A2EA-46E1-8CFF-4C1EDBE82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163175"/>
            <a:ext cx="17526000" cy="138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50" b="0">
                <a:solidFill>
                  <a:srgbClr val="5F6B77"/>
                </a:solidFill>
                <a:latin typeface="Apple SD Gothic Neo"/>
                <a:ea typeface="Apple SD Gothic Neo"/>
                <a:cs typeface="Apple SD Gothic Neo"/>
              </a:rPr>
              <a:t>공식 메커니즘 선례 / VIA 구현 / 성능 증거 아님 / 실행 / 서비스 경계 추가 없음</a:t>
            </a:r>
          </a:p>
        </p:txBody>
      </p:sp>
      <p:sp>
        <p:nvSpPr>
          <p:cNvPr id="73" name="dp45-comparison / n71">
            <a:extLst xmlns:a="http://schemas.openxmlformats.org/drawingml/2006/main">
              <a:ext uri="{FF2B5EF4-FFF2-40B4-BE49-F238E27FC236}">
                <a16:creationId xmlns:a16="http://schemas.microsoft.com/office/drawing/2014/main" id="{B4578914-0831-4E32-B5DF-3F2774D8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4" name="dp45-comparison / n72 / text 1">
            <a:extLst xmlns:a="http://schemas.openxmlformats.org/drawingml/2006/main">
              <a:ext uri="{FF2B5EF4-FFF2-40B4-BE49-F238E27FC236}">
                <a16:creationId xmlns:a16="http://schemas.microsoft.com/office/drawing/2014/main" id="{BA834565-C8BC-4AC6-8CE4-B8AEC7B4A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75" name="dp45-comparison / n73">
            <a:extLst xmlns:a="http://schemas.openxmlformats.org/drawingml/2006/main">
              <a:ext uri="{FF2B5EF4-FFF2-40B4-BE49-F238E27FC236}">
                <a16:creationId xmlns:a16="http://schemas.microsoft.com/office/drawing/2014/main" id="{EC82A30F-4611-4C18-B77E-813D3217F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6" name="dp45-comparison / n74 / text 1">
            <a:extLst xmlns:a="http://schemas.openxmlformats.org/drawingml/2006/main">
              <a:ext uri="{FF2B5EF4-FFF2-40B4-BE49-F238E27FC236}">
                <a16:creationId xmlns:a16="http://schemas.microsoft.com/office/drawing/2014/main" id="{63918B97-9EC0-4415-88D2-DD2BBDF2F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77" name="dp45-comparison / n75">
            <a:extLst xmlns:a="http://schemas.openxmlformats.org/drawingml/2006/main">
              <a:ext uri="{FF2B5EF4-FFF2-40B4-BE49-F238E27FC236}">
                <a16:creationId xmlns:a16="http://schemas.microsoft.com/office/drawing/2014/main" id="{B8838CA1-8502-4F06-A3D1-A9797670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516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78" name="dp45-comparison / n76 / text 1">
            <a:extLst xmlns:a="http://schemas.openxmlformats.org/drawingml/2006/main">
              <a:ext uri="{FF2B5EF4-FFF2-40B4-BE49-F238E27FC236}">
                <a16:creationId xmlns:a16="http://schemas.microsoft.com/office/drawing/2014/main" id="{BC556DCF-2615-442C-9896-F424B9230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383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79" name="dp45-comparison / n77">
            <a:extLst xmlns:a="http://schemas.openxmlformats.org/drawingml/2006/main">
              <a:ext uri="{FF2B5EF4-FFF2-40B4-BE49-F238E27FC236}">
                <a16:creationId xmlns:a16="http://schemas.microsoft.com/office/drawing/2014/main" id="{0BF3E5C3-46C8-4474-B2F7-EA82A7008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573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0" name="dp45-comparison / n78 / text 1">
            <a:extLst xmlns:a="http://schemas.openxmlformats.org/drawingml/2006/main">
              <a:ext uri="{FF2B5EF4-FFF2-40B4-BE49-F238E27FC236}">
                <a16:creationId xmlns:a16="http://schemas.microsoft.com/office/drawing/2014/main" id="{C4239226-1C94-46CA-8AFE-9B3E926C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917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81" name="dp45-comparison / n79">
            <a:extLst xmlns:a="http://schemas.openxmlformats.org/drawingml/2006/main">
              <a:ext uri="{FF2B5EF4-FFF2-40B4-BE49-F238E27FC236}">
                <a16:creationId xmlns:a16="http://schemas.microsoft.com/office/drawing/2014/main" id="{5C3C1690-068F-443F-AEE3-22D27A11F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2" name="dp45-comparison / n80 / text 1">
            <a:extLst xmlns:a="http://schemas.openxmlformats.org/drawingml/2006/main">
              <a:ext uri="{FF2B5EF4-FFF2-40B4-BE49-F238E27FC236}">
                <a16:creationId xmlns:a16="http://schemas.microsoft.com/office/drawing/2014/main" id="{B299C44E-83CA-4A86-87E8-C9AEFEAAD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83" name="dp45-comparison / n81">
            <a:extLst xmlns:a="http://schemas.openxmlformats.org/drawingml/2006/main">
              <a:ext uri="{FF2B5EF4-FFF2-40B4-BE49-F238E27FC236}">
                <a16:creationId xmlns:a16="http://schemas.microsoft.com/office/drawing/2014/main" id="{57D7F306-8A43-4DF3-82AA-8A5D7B6F2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4" name="dp45-comparison / n82 / text 1">
            <a:extLst xmlns:a="http://schemas.openxmlformats.org/drawingml/2006/main">
              <a:ext uri="{FF2B5EF4-FFF2-40B4-BE49-F238E27FC236}">
                <a16:creationId xmlns:a16="http://schemas.microsoft.com/office/drawing/2014/main" id="{3B4A0C5D-8EE8-495A-ACB2-A1B060B46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123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85" name="dp45-comparison / n83">
            <a:extLst xmlns:a="http://schemas.openxmlformats.org/drawingml/2006/main">
              <a:ext uri="{FF2B5EF4-FFF2-40B4-BE49-F238E27FC236}">
                <a16:creationId xmlns:a16="http://schemas.microsoft.com/office/drawing/2014/main" id="{6C1F6A79-F4C3-4317-B765-40902E731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293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6" name="dp45-comparison / n84 / text 1">
            <a:extLst xmlns:a="http://schemas.openxmlformats.org/drawingml/2006/main">
              <a:ext uri="{FF2B5EF4-FFF2-40B4-BE49-F238E27FC236}">
                <a16:creationId xmlns:a16="http://schemas.microsoft.com/office/drawing/2014/main" id="{68C21E32-1815-4341-A785-002CFBF36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160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87" name="dp45-comparison / n85">
            <a:extLst xmlns:a="http://schemas.openxmlformats.org/drawingml/2006/main">
              <a:ext uri="{FF2B5EF4-FFF2-40B4-BE49-F238E27FC236}">
                <a16:creationId xmlns:a16="http://schemas.microsoft.com/office/drawing/2014/main" id="{AC09A2C0-FD35-4FBE-A0C1-F40DCE5A4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88" name="dp45-comparison / n86 / text 1">
            <a:extLst xmlns:a="http://schemas.openxmlformats.org/drawingml/2006/main">
              <a:ext uri="{FF2B5EF4-FFF2-40B4-BE49-F238E27FC236}">
                <a16:creationId xmlns:a16="http://schemas.microsoft.com/office/drawing/2014/main" id="{19DDC6AA-FA55-4301-A89C-8FD5B7E29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150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89" name="dp45-comparison / n95">
            <a:extLst xmlns:a="http://schemas.openxmlformats.org/drawingml/2006/main">
              <a:ext uri="{FF2B5EF4-FFF2-40B4-BE49-F238E27FC236}">
                <a16:creationId xmlns:a16="http://schemas.microsoft.com/office/drawing/2014/main" id="{14C208B9-ADC7-4E92-82E3-A093A4633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159186"/>
            <a:ext cx="2085975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0" name="dp45-comparison / n96 / text 1">
            <a:extLst xmlns:a="http://schemas.openxmlformats.org/drawingml/2006/main">
              <a:ext uri="{FF2B5EF4-FFF2-40B4-BE49-F238E27FC236}">
                <a16:creationId xmlns:a16="http://schemas.microsoft.com/office/drawing/2014/main" id="{DB91660E-4465-4504-800F-2AB5161A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9824" y="4252777"/>
            <a:ext cx="1988630" cy="2419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14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Composer</a:t>
            </a:r>
          </a:p>
        </p:txBody>
      </p:sp>
      <p:sp>
        <p:nvSpPr>
          <p:cNvPr id="91" name="dp45-comparison / n97">
            <a:extLst xmlns:a="http://schemas.openxmlformats.org/drawingml/2006/main">
              <a:ext uri="{FF2B5EF4-FFF2-40B4-BE49-F238E27FC236}">
                <a16:creationId xmlns:a16="http://schemas.microsoft.com/office/drawing/2014/main" id="{A8AFDBFA-C946-499C-BD88-6884FC0D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104829"/>
            <a:ext cx="1981676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92" name="dp45-comparison / n98 / text 1">
            <a:extLst xmlns:a="http://schemas.openxmlformats.org/drawingml/2006/main">
              <a:ext uri="{FF2B5EF4-FFF2-40B4-BE49-F238E27FC236}">
                <a16:creationId xmlns:a16="http://schemas.microsoft.com/office/drawing/2014/main" id="{FA00CF5A-519E-4107-AC93-AE4916B99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2070" y="525581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 View Cache</a:t>
            </a:r>
          </a:p>
        </p:txBody>
      </p:sp>
      <p:sp>
        <p:nvSpPr>
          <p:cNvPr id="93" name="dp45-comparison / n99">
            <a:extLst xmlns:a="http://schemas.openxmlformats.org/drawingml/2006/main">
              <a:ext uri="{FF2B5EF4-FFF2-40B4-BE49-F238E27FC236}">
                <a16:creationId xmlns:a16="http://schemas.microsoft.com/office/drawing/2014/main" id="{4BC830AC-828E-42A2-AC22-3CDD61EE0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5633" y="5104829"/>
            <a:ext cx="2051209" cy="417195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94" name="dp45-comparison / n100 / text 1">
            <a:extLst xmlns:a="http://schemas.openxmlformats.org/drawingml/2006/main">
              <a:ext uri="{FF2B5EF4-FFF2-40B4-BE49-F238E27FC236}">
                <a16:creationId xmlns:a16="http://schemas.microsoft.com/office/drawing/2014/main" id="{B7D7D965-5392-438A-9D66-2484F3B24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4305" y="5259886"/>
            <a:ext cx="1953863" cy="2016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95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Evidence Set</a:t>
            </a:r>
          </a:p>
        </p:txBody>
      </p:sp>
      <p:sp>
        <p:nvSpPr>
          <p:cNvPr id="95" name="dp45-comparison / n101 / path">
            <a:extLst xmlns:a="http://schemas.openxmlformats.org/drawingml/2006/main">
              <a:ext uri="{FF2B5EF4-FFF2-40B4-BE49-F238E27FC236}">
                <a16:creationId xmlns:a16="http://schemas.microsoft.com/office/drawing/2014/main" id="{616ED53D-23C4-49EC-86C7-F63A2DF01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46020" y="2997994"/>
            <a:ext cx="3914680" cy="1161193"/>
          </a:xfrm>
          <a:custGeom xmlns:a="http://schemas.openxmlformats.org/drawingml/2006/main">
            <a:pathLst>
              <a:path w="3914680" h="1161193">
                <a:moveTo>
                  <a:pt x="3914680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96" name="dp45-comparison / n101 / arrow">
            <a:extLst xmlns:a="http://schemas.openxmlformats.org/drawingml/2006/main">
              <a:ext uri="{FF2B5EF4-FFF2-40B4-BE49-F238E27FC236}">
                <a16:creationId xmlns:a16="http://schemas.microsoft.com/office/drawing/2014/main" id="{5E344C47-DECA-42D9-9893-78AEA763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21545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7" name="dp45-comparison / n102 / path">
            <a:extLst xmlns:a="http://schemas.openxmlformats.org/drawingml/2006/main">
              <a:ext uri="{FF2B5EF4-FFF2-40B4-BE49-F238E27FC236}">
                <a16:creationId xmlns:a16="http://schemas.microsoft.com/office/drawing/2014/main" id="{659EF747-A9C7-4A4D-A90D-2A89B546F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2997994"/>
            <a:ext cx="3942493" cy="1161193"/>
          </a:xfrm>
          <a:custGeom xmlns:a="http://schemas.openxmlformats.org/drawingml/2006/main">
            <a:pathLst>
              <a:path w="3942493" h="1161193">
                <a:moveTo>
                  <a:pt x="0" y="0"/>
                </a:moveTo>
                <a:lnTo>
                  <a:pt x="0" y="1161193"/>
                </a:lnTo>
                <a:lnTo>
                  <a:pt x="394249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98" name="dp45-comparison / n102 / arrow">
            <a:extLst xmlns:a="http://schemas.openxmlformats.org/drawingml/2006/main">
              <a:ext uri="{FF2B5EF4-FFF2-40B4-BE49-F238E27FC236}">
                <a16:creationId xmlns:a16="http://schemas.microsoft.com/office/drawing/2014/main" id="{A8A80A66-3345-4B64-939B-5463D77D4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99" name="dp45-comparison / n103 / path">
            <a:extLst xmlns:a="http://schemas.openxmlformats.org/drawingml/2006/main">
              <a:ext uri="{FF2B5EF4-FFF2-40B4-BE49-F238E27FC236}">
                <a16:creationId xmlns:a16="http://schemas.microsoft.com/office/drawing/2014/main" id="{A4915B13-EB6E-48DC-BE64-F7514AFF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447544" cy="1161193"/>
          </a:xfrm>
          <a:custGeom xmlns:a="http://schemas.openxmlformats.org/drawingml/2006/main">
            <a:pathLst>
              <a:path w="2447544" h="1161193">
                <a:moveTo>
                  <a:pt x="2447544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14164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0" name="dp45-comparison / n103 / arrow">
            <a:extLst xmlns:a="http://schemas.openxmlformats.org/drawingml/2006/main">
              <a:ext uri="{FF2B5EF4-FFF2-40B4-BE49-F238E27FC236}">
                <a16:creationId xmlns:a16="http://schemas.microsoft.com/office/drawing/2014/main" id="{A6707945-AA42-4060-829E-0A687D7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83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1" name="dp45-comparison / n104 / path">
            <a:extLst xmlns:a="http://schemas.openxmlformats.org/drawingml/2006/main">
              <a:ext uri="{FF2B5EF4-FFF2-40B4-BE49-F238E27FC236}">
                <a16:creationId xmlns:a16="http://schemas.microsoft.com/office/drawing/2014/main" id="{24C47DE5-716C-442D-8866-0EE767E11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3156" y="2997994"/>
            <a:ext cx="2614422" cy="1161193"/>
          </a:xfrm>
          <a:custGeom xmlns:a="http://schemas.openxmlformats.org/drawingml/2006/main">
            <a:pathLst>
              <a:path w="2614422" h="1161193">
                <a:moveTo>
                  <a:pt x="1453229" y="0"/>
                </a:moveTo>
                <a:lnTo>
                  <a:pt x="0" y="0"/>
                </a:lnTo>
                <a:lnTo>
                  <a:pt x="0" y="1161193"/>
                </a:lnTo>
                <a:lnTo>
                  <a:pt x="2614422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2" name="dp45-comparison / n104 / arrow">
            <a:extLst xmlns:a="http://schemas.openxmlformats.org/drawingml/2006/main">
              <a:ext uri="{FF2B5EF4-FFF2-40B4-BE49-F238E27FC236}">
                <a16:creationId xmlns:a16="http://schemas.microsoft.com/office/drawing/2014/main" id="{4F787ADA-FC39-494B-95DD-7C14F37FC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8627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3" name="dp45-comparison / n105 / path">
            <a:extLst xmlns:a="http://schemas.openxmlformats.org/drawingml/2006/main">
              <a:ext uri="{FF2B5EF4-FFF2-40B4-BE49-F238E27FC236}">
                <a16:creationId xmlns:a16="http://schemas.microsoft.com/office/drawing/2014/main" id="{2D736865-9770-49D9-BC86-B90E5FDB8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0700" y="2997994"/>
            <a:ext cx="2892552" cy="1161193"/>
          </a:xfrm>
          <a:custGeom xmlns:a="http://schemas.openxmlformats.org/drawingml/2006/main">
            <a:pathLst>
              <a:path w="2892552" h="1161193">
                <a:moveTo>
                  <a:pt x="0" y="1161193"/>
                </a:moveTo>
                <a:lnTo>
                  <a:pt x="2892552" y="1161193"/>
                </a:lnTo>
                <a:lnTo>
                  <a:pt x="2892552" y="0"/>
                </a:lnTo>
                <a:lnTo>
                  <a:pt x="168268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4" name="dp45-comparison / n105 / arrow">
            <a:extLst xmlns:a="http://schemas.openxmlformats.org/drawingml/2006/main">
              <a:ext uri="{FF2B5EF4-FFF2-40B4-BE49-F238E27FC236}">
                <a16:creationId xmlns:a16="http://schemas.microsoft.com/office/drawing/2014/main" id="{822147E7-E350-4317-9443-B7086797B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3386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5" name="dp45-comparison / n106 / path">
            <a:extLst xmlns:a="http://schemas.openxmlformats.org/drawingml/2006/main">
              <a:ext uri="{FF2B5EF4-FFF2-40B4-BE49-F238E27FC236}">
                <a16:creationId xmlns:a16="http://schemas.microsoft.com/office/drawing/2014/main" id="{586A6846-3C89-4BF6-A980-E5EFDC0EE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2997994"/>
            <a:ext cx="2725674" cy="1161193"/>
          </a:xfrm>
          <a:custGeom xmlns:a="http://schemas.openxmlformats.org/drawingml/2006/main">
            <a:pathLst>
              <a:path w="2725674" h="1161193">
                <a:moveTo>
                  <a:pt x="1654874" y="0"/>
                </a:moveTo>
                <a:lnTo>
                  <a:pt x="2725674" y="0"/>
                </a:lnTo>
                <a:lnTo>
                  <a:pt x="2725674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06" name="dp45-comparison / n106 / arrow">
            <a:extLst xmlns:a="http://schemas.openxmlformats.org/drawingml/2006/main">
              <a:ext uri="{FF2B5EF4-FFF2-40B4-BE49-F238E27FC236}">
                <a16:creationId xmlns:a16="http://schemas.microsoft.com/office/drawing/2014/main" id="{5A6C8AA9-AC8F-4FBB-A6C0-40E5D7E70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7578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7" name="dp45-comparison / n109 / path">
            <a:extLst xmlns:a="http://schemas.openxmlformats.org/drawingml/2006/main">
              <a:ext uri="{FF2B5EF4-FFF2-40B4-BE49-F238E27FC236}">
                <a16:creationId xmlns:a16="http://schemas.microsoft.com/office/drawing/2014/main" id="{0AA835CA-3807-4D76-959E-DACA17C93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4350401"/>
            <a:ext cx="86916" cy="754428"/>
          </a:xfrm>
          <a:custGeom xmlns:a="http://schemas.openxmlformats.org/drawingml/2006/main">
            <a:pathLst>
              <a:path w="86916" h="754428">
                <a:moveTo>
                  <a:pt x="86916" y="0"/>
                </a:moveTo>
                <a:lnTo>
                  <a:pt x="86916" y="754428"/>
                </a:lnTo>
                <a:lnTo>
                  <a:pt x="0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08" name="dp45-comparison / n109 / arrow">
            <a:extLst xmlns:a="http://schemas.openxmlformats.org/drawingml/2006/main">
              <a:ext uri="{FF2B5EF4-FFF2-40B4-BE49-F238E27FC236}">
                <a16:creationId xmlns:a16="http://schemas.microsoft.com/office/drawing/2014/main" id="{D2EE6333-D95A-485E-AA42-3100899A5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23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09" name="dp45-comparison / n110 / path">
            <a:extLst xmlns:a="http://schemas.openxmlformats.org/drawingml/2006/main">
              <a:ext uri="{FF2B5EF4-FFF2-40B4-BE49-F238E27FC236}">
                <a16:creationId xmlns:a16="http://schemas.microsoft.com/office/drawing/2014/main" id="{04EABF49-8044-478C-8ED4-19530B022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1151" y="4433840"/>
            <a:ext cx="66056" cy="670989"/>
          </a:xfrm>
          <a:custGeom xmlns:a="http://schemas.openxmlformats.org/drawingml/2006/main">
            <a:pathLst>
              <a:path w="66056" h="670989">
                <a:moveTo>
                  <a:pt x="66056" y="670989"/>
                </a:moveTo>
                <a:lnTo>
                  <a:pt x="0" y="67098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0" name="dp45-comparison / n110 / arrow">
            <a:extLst xmlns:a="http://schemas.openxmlformats.org/drawingml/2006/main">
              <a:ext uri="{FF2B5EF4-FFF2-40B4-BE49-F238E27FC236}">
                <a16:creationId xmlns:a16="http://schemas.microsoft.com/office/drawing/2014/main" id="{DC2A01B6-00BE-474A-BF36-99F50995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676" y="4433840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1" name="dp45-comparison / n111 / path">
            <a:extLst xmlns:a="http://schemas.openxmlformats.org/drawingml/2006/main">
              <a:ext uri="{FF2B5EF4-FFF2-40B4-BE49-F238E27FC236}">
                <a16:creationId xmlns:a16="http://schemas.microsoft.com/office/drawing/2014/main" id="{7C955EE0-FCCE-473E-845D-3048B161E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7126" y="4350401"/>
            <a:ext cx="504111" cy="754428"/>
          </a:xfrm>
          <a:custGeom xmlns:a="http://schemas.openxmlformats.org/drawingml/2006/main">
            <a:pathLst>
              <a:path w="504111" h="754428">
                <a:moveTo>
                  <a:pt x="0" y="0"/>
                </a:moveTo>
                <a:lnTo>
                  <a:pt x="0" y="754428"/>
                </a:lnTo>
                <a:lnTo>
                  <a:pt x="504111" y="7544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2" name="dp45-comparison / n111 / arrow">
            <a:extLst xmlns:a="http://schemas.openxmlformats.org/drawingml/2006/main">
              <a:ext uri="{FF2B5EF4-FFF2-40B4-BE49-F238E27FC236}">
                <a16:creationId xmlns:a16="http://schemas.microsoft.com/office/drawing/2014/main" id="{E22ACEC3-C222-4B80-8E38-F85A62ACC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2286" y="508035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3" name="dp45-comparison / n120 / path">
            <a:extLst xmlns:a="http://schemas.openxmlformats.org/drawingml/2006/main">
              <a:ext uri="{FF2B5EF4-FFF2-40B4-BE49-F238E27FC236}">
                <a16:creationId xmlns:a16="http://schemas.microsoft.com/office/drawing/2014/main" id="{2780EFAC-B1EE-4CB4-AB44-2547BBB0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11078"/>
            <a:ext cx="764857" cy="2402348"/>
          </a:xfrm>
          <a:custGeom xmlns:a="http://schemas.openxmlformats.org/drawingml/2006/main">
            <a:pathLst>
              <a:path w="764857" h="2402348">
                <a:moveTo>
                  <a:pt x="0" y="0"/>
                </a:moveTo>
                <a:lnTo>
                  <a:pt x="0" y="2402348"/>
                </a:lnTo>
                <a:lnTo>
                  <a:pt x="764857" y="24023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4" name="dp45-comparison / n120 / arrow">
            <a:extLst xmlns:a="http://schemas.openxmlformats.org/drawingml/2006/main">
              <a:ext uri="{FF2B5EF4-FFF2-40B4-BE49-F238E27FC236}">
                <a16:creationId xmlns:a16="http://schemas.microsoft.com/office/drawing/2014/main" id="{987B9416-0A41-460E-BC60-3CD0151F5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447" y="528895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5" name="dp45-comparison / n123 / path">
            <a:extLst xmlns:a="http://schemas.openxmlformats.org/drawingml/2006/main">
              <a:ext uri="{FF2B5EF4-FFF2-40B4-BE49-F238E27FC236}">
                <a16:creationId xmlns:a16="http://schemas.microsoft.com/office/drawing/2014/main" id="{CD043618-B94A-4BFD-9D70-6DE77CD80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723340"/>
            <a:ext cx="1842611" cy="1557528"/>
          </a:xfrm>
          <a:custGeom xmlns:a="http://schemas.openxmlformats.org/drawingml/2006/main">
            <a:pathLst>
              <a:path w="1842611" h="1557528">
                <a:moveTo>
                  <a:pt x="0" y="0"/>
                </a:moveTo>
                <a:lnTo>
                  <a:pt x="0" y="1557528"/>
                </a:lnTo>
                <a:lnTo>
                  <a:pt x="1842611" y="155752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16" name="dp45-comparison / n123 / arrow">
            <a:extLst xmlns:a="http://schemas.openxmlformats.org/drawingml/2006/main">
              <a:ext uri="{FF2B5EF4-FFF2-40B4-BE49-F238E27FC236}">
                <a16:creationId xmlns:a16="http://schemas.microsoft.com/office/drawing/2014/main" id="{1BFDE8E2-B9D3-443C-8F90-B37C707D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2200" y="425639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7" name="dp45-comparison / n124 / path">
            <a:extLst xmlns:a="http://schemas.openxmlformats.org/drawingml/2006/main">
              <a:ext uri="{FF2B5EF4-FFF2-40B4-BE49-F238E27FC236}">
                <a16:creationId xmlns:a16="http://schemas.microsoft.com/office/drawing/2014/main" id="{D18B2210-84B1-410C-B09D-3667BD584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890218"/>
            <a:ext cx="1842611" cy="1529715"/>
          </a:xfrm>
          <a:custGeom xmlns:a="http://schemas.openxmlformats.org/drawingml/2006/main">
            <a:pathLst>
              <a:path w="1842611" h="1529715">
                <a:moveTo>
                  <a:pt x="1842611" y="1529715"/>
                </a:moveTo>
                <a:lnTo>
                  <a:pt x="0" y="152971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18" name="dp45-comparison / n124 / arrow">
            <a:extLst xmlns:a="http://schemas.openxmlformats.org/drawingml/2006/main">
              <a:ext uri="{FF2B5EF4-FFF2-40B4-BE49-F238E27FC236}">
                <a16:creationId xmlns:a16="http://schemas.microsoft.com/office/drawing/2014/main" id="{F50AA579-51C2-477D-AE4A-B8E8C57F1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19" name="dp45-comparison / n129 / path">
            <a:extLst xmlns:a="http://schemas.openxmlformats.org/drawingml/2006/main">
              <a:ext uri="{FF2B5EF4-FFF2-40B4-BE49-F238E27FC236}">
                <a16:creationId xmlns:a16="http://schemas.microsoft.com/office/drawing/2014/main" id="{B37D0D04-0800-4A56-823E-6869E38C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56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0" name="dp45-comparison / n129 / arrow">
            <a:extLst xmlns:a="http://schemas.openxmlformats.org/drawingml/2006/main">
              <a:ext uri="{FF2B5EF4-FFF2-40B4-BE49-F238E27FC236}">
                <a16:creationId xmlns:a16="http://schemas.microsoft.com/office/drawing/2014/main" id="{2CC70A7B-FE45-4CF6-8412-B0D8C1E59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09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1" name="dp45-comparison / n130 / path">
            <a:extLst xmlns:a="http://schemas.openxmlformats.org/drawingml/2006/main">
              <a:ext uri="{FF2B5EF4-FFF2-40B4-BE49-F238E27FC236}">
                <a16:creationId xmlns:a16="http://schemas.microsoft.com/office/drawing/2014/main" id="{744AD3BC-41DC-4A49-9055-EA4B5A2D9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2" name="dp45-comparison / n130 / arrow">
            <a:extLst xmlns:a="http://schemas.openxmlformats.org/drawingml/2006/main">
              <a:ext uri="{FF2B5EF4-FFF2-40B4-BE49-F238E27FC236}">
                <a16:creationId xmlns:a16="http://schemas.microsoft.com/office/drawing/2014/main" id="{D1053FC7-57DB-4FE3-8217-DF16D4811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406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3" name="dp45-comparison / n133 / path">
            <a:extLst xmlns:a="http://schemas.openxmlformats.org/drawingml/2006/main">
              <a:ext uri="{FF2B5EF4-FFF2-40B4-BE49-F238E27FC236}">
                <a16:creationId xmlns:a16="http://schemas.microsoft.com/office/drawing/2014/main" id="{56DB91DF-68B4-495B-80BD-DB833D419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4" name="dp45-comparison / n133 / arrow">
            <a:extLst xmlns:a="http://schemas.openxmlformats.org/drawingml/2006/main">
              <a:ext uri="{FF2B5EF4-FFF2-40B4-BE49-F238E27FC236}">
                <a16:creationId xmlns:a16="http://schemas.microsoft.com/office/drawing/2014/main" id="{508B6C44-1F66-44BC-A203-BFC537E5C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6396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5" name="dp45-comparison / n136 / path">
            <a:extLst xmlns:a="http://schemas.openxmlformats.org/drawingml/2006/main">
              <a:ext uri="{FF2B5EF4-FFF2-40B4-BE49-F238E27FC236}">
                <a16:creationId xmlns:a16="http://schemas.microsoft.com/office/drawing/2014/main" id="{1246FE9D-DB82-4E3E-94EC-E75632B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3742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26" name="dp45-comparison / n136 / arrow">
            <a:extLst xmlns:a="http://schemas.openxmlformats.org/drawingml/2006/main">
              <a:ext uri="{FF2B5EF4-FFF2-40B4-BE49-F238E27FC236}">
                <a16:creationId xmlns:a16="http://schemas.microsoft.com/office/drawing/2014/main" id="{9EE2C23B-5241-4AE6-8BE2-663747B64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387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7" name="dp45-comparison / n137 / path">
            <a:extLst xmlns:a="http://schemas.openxmlformats.org/drawingml/2006/main">
              <a:ext uri="{FF2B5EF4-FFF2-40B4-BE49-F238E27FC236}">
                <a16:creationId xmlns:a16="http://schemas.microsoft.com/office/drawing/2014/main" id="{7C073377-C9B0-47B8-8E9B-4AAD7708C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28" name="dp45-comparison / n137 / arrow">
            <a:extLst xmlns:a="http://schemas.openxmlformats.org/drawingml/2006/main">
              <a:ext uri="{FF2B5EF4-FFF2-40B4-BE49-F238E27FC236}">
                <a16:creationId xmlns:a16="http://schemas.microsoft.com/office/drawing/2014/main" id="{41BD4347-BEC1-4AB8-B82B-E75F54E4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125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29" name="dp45-comparison / n140 / path">
            <a:extLst xmlns:a="http://schemas.openxmlformats.org/drawingml/2006/main">
              <a:ext uri="{FF2B5EF4-FFF2-40B4-BE49-F238E27FC236}">
                <a16:creationId xmlns:a16="http://schemas.microsoft.com/office/drawing/2014/main" id="{36B443EB-ABE5-44A1-A92C-6D7561C14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555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0" name="dp45-comparison / n140 / arrow">
            <a:extLst xmlns:a="http://schemas.openxmlformats.org/drawingml/2006/main">
              <a:ext uri="{FF2B5EF4-FFF2-40B4-BE49-F238E27FC236}">
                <a16:creationId xmlns:a16="http://schemas.microsoft.com/office/drawing/2014/main" id="{4BD6F42A-7E13-46D4-BC22-9BF188400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9107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1" name="dp45-comparison / n141 / path">
            <a:extLst xmlns:a="http://schemas.openxmlformats.org/drawingml/2006/main">
              <a:ext uri="{FF2B5EF4-FFF2-40B4-BE49-F238E27FC236}">
                <a16:creationId xmlns:a16="http://schemas.microsoft.com/office/drawing/2014/main" id="{82DC2FD8-EDFB-490A-9A75-4C9E3082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38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2" name="dp45-comparison / n141 / arrow">
            <a:extLst xmlns:a="http://schemas.openxmlformats.org/drawingml/2006/main">
              <a:ext uri="{FF2B5EF4-FFF2-40B4-BE49-F238E27FC236}">
                <a16:creationId xmlns:a16="http://schemas.microsoft.com/office/drawing/2014/main" id="{295E90E9-780C-427B-BD52-F9F2607C7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490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3" name="dp45-comparison / n142 / path">
            <a:extLst xmlns:a="http://schemas.openxmlformats.org/drawingml/2006/main">
              <a:ext uri="{FF2B5EF4-FFF2-40B4-BE49-F238E27FC236}">
                <a16:creationId xmlns:a16="http://schemas.microsoft.com/office/drawing/2014/main" id="{8D8D7978-C25D-4808-ABD5-875CB95FA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134" name="dp45-comparison / n142 / arrow">
            <a:extLst xmlns:a="http://schemas.openxmlformats.org/drawingml/2006/main">
              <a:ext uri="{FF2B5EF4-FFF2-40B4-BE49-F238E27FC236}">
                <a16:creationId xmlns:a16="http://schemas.microsoft.com/office/drawing/2014/main" id="{4EE1F788-0EC3-4324-B1AF-7C58D34CF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97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5" name="dp45-comparison / n143 / path">
            <a:extLst xmlns:a="http://schemas.openxmlformats.org/drawingml/2006/main">
              <a:ext uri="{FF2B5EF4-FFF2-40B4-BE49-F238E27FC236}">
                <a16:creationId xmlns:a16="http://schemas.microsoft.com/office/drawing/2014/main" id="{BFC0D857-096C-4568-B3F8-C28A4A5E4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136" name="dp45-comparison / n143 / arrow">
            <a:extLst xmlns:a="http://schemas.openxmlformats.org/drawingml/2006/main">
              <a:ext uri="{FF2B5EF4-FFF2-40B4-BE49-F238E27FC236}">
                <a16:creationId xmlns:a16="http://schemas.microsoft.com/office/drawing/2014/main" id="{23E7F0C6-4B99-4B51-A4B0-8947C0D53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54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137" name="dp45-comparison / n87">
            <a:extLst xmlns:a="http://schemas.openxmlformats.org/drawingml/2006/main">
              <a:ext uri="{FF2B5EF4-FFF2-40B4-BE49-F238E27FC236}">
                <a16:creationId xmlns:a16="http://schemas.microsoft.com/office/drawing/2014/main" id="{F4D82F87-B0B5-4322-B602-63083EBB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dp45-comparison / n88 / text 1">
            <a:extLst xmlns:a="http://schemas.openxmlformats.org/drawingml/2006/main">
              <a:ext uri="{FF2B5EF4-FFF2-40B4-BE49-F238E27FC236}">
                <a16:creationId xmlns:a16="http://schemas.microsoft.com/office/drawing/2014/main" id="{810AE377-2442-42AB-83A2-7817BF5B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139" name="dp45-comparison / n88 / text 2">
            <a:extLst xmlns:a="http://schemas.openxmlformats.org/drawingml/2006/main">
              <a:ext uri="{FF2B5EF4-FFF2-40B4-BE49-F238E27FC236}">
                <a16:creationId xmlns:a16="http://schemas.microsoft.com/office/drawing/2014/main" id="{2DAF0AA9-E923-4E68-AEF8-9C949A4FC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140" name="dp45-comparison / n89">
            <a:extLst xmlns:a="http://schemas.openxmlformats.org/drawingml/2006/main">
              <a:ext uri="{FF2B5EF4-FFF2-40B4-BE49-F238E27FC236}">
                <a16:creationId xmlns:a16="http://schemas.microsoft.com/office/drawing/2014/main" id="{C6D369EF-312B-404F-948C-DFDB6FFDE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25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dp45-comparison / n90 / text 1">
            <a:extLst xmlns:a="http://schemas.openxmlformats.org/drawingml/2006/main">
              <a:ext uri="{FF2B5EF4-FFF2-40B4-BE49-F238E27FC236}">
                <a16:creationId xmlns:a16="http://schemas.microsoft.com/office/drawing/2014/main" id="{40CAE73B-3823-4299-9272-1498CF1BF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142" name="dp45-comparison / n90 / text 2">
            <a:extLst xmlns:a="http://schemas.openxmlformats.org/drawingml/2006/main">
              <a:ext uri="{FF2B5EF4-FFF2-40B4-BE49-F238E27FC236}">
                <a16:creationId xmlns:a16="http://schemas.microsoft.com/office/drawing/2014/main" id="{C9C116E4-BD38-4B5F-8EF4-A30B82F74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816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143" name="dp45-comparison / n91">
            <a:extLst xmlns:a="http://schemas.openxmlformats.org/drawingml/2006/main">
              <a:ext uri="{FF2B5EF4-FFF2-40B4-BE49-F238E27FC236}">
                <a16:creationId xmlns:a16="http://schemas.microsoft.com/office/drawing/2014/main" id="{2A6660A8-1629-490E-913D-6D465D149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02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dp45-comparison / n92 / text 1">
            <a:extLst xmlns:a="http://schemas.openxmlformats.org/drawingml/2006/main">
              <a:ext uri="{FF2B5EF4-FFF2-40B4-BE49-F238E27FC236}">
                <a16:creationId xmlns:a16="http://schemas.microsoft.com/office/drawing/2014/main" id="{DEE11795-9C70-411C-B64C-B6A04C460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145" name="dp45-comparison / n92 / text 2">
            <a:extLst xmlns:a="http://schemas.openxmlformats.org/drawingml/2006/main">
              <a:ext uri="{FF2B5EF4-FFF2-40B4-BE49-F238E27FC236}">
                <a16:creationId xmlns:a16="http://schemas.microsoft.com/office/drawing/2014/main" id="{52ACD28B-80DF-48F1-B265-7BE379F18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993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146" name="dp45-comparison / n93">
            <a:extLst xmlns:a="http://schemas.openxmlformats.org/drawingml/2006/main">
              <a:ext uri="{FF2B5EF4-FFF2-40B4-BE49-F238E27FC236}">
                <a16:creationId xmlns:a16="http://schemas.microsoft.com/office/drawing/2014/main" id="{D62F0FB5-A3F4-4D5A-8B29-6B001D579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892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dp45-comparison / n94 / text 1">
            <a:extLst xmlns:a="http://schemas.openxmlformats.org/drawingml/2006/main">
              <a:ext uri="{FF2B5EF4-FFF2-40B4-BE49-F238E27FC236}">
                <a16:creationId xmlns:a16="http://schemas.microsoft.com/office/drawing/2014/main" id="{CF16CC96-FFCF-46B2-B6B4-20942B6BA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148" name="dp45-comparison / n94 / text 2">
            <a:extLst xmlns:a="http://schemas.openxmlformats.org/drawingml/2006/main">
              <a:ext uri="{FF2B5EF4-FFF2-40B4-BE49-F238E27FC236}">
                <a16:creationId xmlns:a16="http://schemas.microsoft.com/office/drawing/2014/main" id="{39EDCE82-62C4-4991-B809-E1A6C23D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282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149" name="dp45-comparison / n107">
            <a:extLst xmlns:a="http://schemas.openxmlformats.org/drawingml/2006/main">
              <a:ext uri="{FF2B5EF4-FFF2-40B4-BE49-F238E27FC236}">
                <a16:creationId xmlns:a16="http://schemas.microsoft.com/office/drawing/2014/main" id="{7F0FB49D-62E6-4B08-90A5-9A2C5886F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7454" y="3477768"/>
            <a:ext cx="3914402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dp45-comparison / n108 / text 1">
            <a:extLst xmlns:a="http://schemas.openxmlformats.org/drawingml/2006/main">
              <a:ext uri="{FF2B5EF4-FFF2-40B4-BE49-F238E27FC236}">
                <a16:creationId xmlns:a16="http://schemas.microsoft.com/office/drawing/2014/main" id="{33D5DCD8-3306-474E-8E9E-165C748AE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3484721"/>
            <a:ext cx="5145405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2 owner 범위 읽기 ↑ / 원문 / 발췌 / 참조 / revision / 누락 ↓</a:t>
            </a:r>
          </a:p>
        </p:txBody>
      </p:sp>
      <p:sp>
        <p:nvSpPr>
          <p:cNvPr id="151" name="dp45-comparison / n112">
            <a:extLst xmlns:a="http://schemas.openxmlformats.org/drawingml/2006/main">
              <a:ext uri="{FF2B5EF4-FFF2-40B4-BE49-F238E27FC236}">
                <a16:creationId xmlns:a16="http://schemas.microsoft.com/office/drawing/2014/main" id="{550AADE7-017B-4F41-963E-482A190C2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4694587"/>
            <a:ext cx="3014095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dp45-comparison / n113 / text 1">
            <a:extLst xmlns:a="http://schemas.openxmlformats.org/drawingml/2006/main">
              <a:ext uri="{FF2B5EF4-FFF2-40B4-BE49-F238E27FC236}">
                <a16:creationId xmlns:a16="http://schemas.microsoft.com/office/drawing/2014/main" id="{AAB4EB40-F2D8-454B-8597-2E794386E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4701540"/>
            <a:ext cx="4797743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유효 cache 재사용 / 4 이번 요청의 근거 기록</a:t>
            </a:r>
          </a:p>
        </p:txBody>
      </p:sp>
      <p:sp>
        <p:nvSpPr>
          <p:cNvPr id="153" name="dp45-comparison / n114">
            <a:extLst xmlns:a="http://schemas.openxmlformats.org/drawingml/2006/main">
              <a:ext uri="{FF2B5EF4-FFF2-40B4-BE49-F238E27FC236}">
                <a16:creationId xmlns:a16="http://schemas.microsoft.com/office/drawing/2014/main" id="{F7BDEADD-760D-4638-B3E0-EB95E4781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9491" y="5577649"/>
            <a:ext cx="1670866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dp45-comparison / n115 / text 1">
            <a:extLst xmlns:a="http://schemas.openxmlformats.org/drawingml/2006/main">
              <a:ext uri="{FF2B5EF4-FFF2-40B4-BE49-F238E27FC236}">
                <a16:creationId xmlns:a16="http://schemas.microsoft.com/office/drawing/2014/main" id="{0C2FEC20-95D6-4AEA-A02D-BC93D78FF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584603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요약 / index / 관계 cache</a:t>
            </a:r>
          </a:p>
        </p:txBody>
      </p:sp>
      <p:sp>
        <p:nvSpPr>
          <p:cNvPr id="155" name="dp45-comparison / n115 / text 2">
            <a:extLst xmlns:a="http://schemas.openxmlformats.org/drawingml/2006/main">
              <a:ext uri="{FF2B5EF4-FFF2-40B4-BE49-F238E27FC236}">
                <a16:creationId xmlns:a16="http://schemas.microsoft.com/office/drawing/2014/main" id="{2CD2DFA9-10E3-42B2-BEC0-91173CBA6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3398" y="5740634"/>
            <a:ext cx="2016443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재사용 수명, 부분 갱신 가능</a:t>
            </a:r>
          </a:p>
        </p:txBody>
      </p:sp>
      <p:sp>
        <p:nvSpPr>
          <p:cNvPr id="156" name="dp45-comparison / n116">
            <a:extLst xmlns:a="http://schemas.openxmlformats.org/drawingml/2006/main">
              <a:ext uri="{FF2B5EF4-FFF2-40B4-BE49-F238E27FC236}">
                <a16:creationId xmlns:a16="http://schemas.microsoft.com/office/drawing/2014/main" id="{55B2C244-AAA3-414B-94B0-53A93CD8F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6492" y="5515070"/>
            <a:ext cx="1527629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dp45-comparison / n117 / text 1">
            <a:extLst xmlns:a="http://schemas.openxmlformats.org/drawingml/2006/main">
              <a:ext uri="{FF2B5EF4-FFF2-40B4-BE49-F238E27FC236}">
                <a16:creationId xmlns:a16="http://schemas.microsoft.com/office/drawing/2014/main" id="{40D44C87-7F90-476D-8EB0-DC157456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522024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R23 발췌 / 참조 / 읽은 범위</a:t>
            </a:r>
          </a:p>
        </p:txBody>
      </p:sp>
      <p:sp>
        <p:nvSpPr>
          <p:cNvPr id="158" name="dp45-comparison / n117 / text 2">
            <a:extLst xmlns:a="http://schemas.openxmlformats.org/drawingml/2006/main">
              <a:ext uri="{FF2B5EF4-FFF2-40B4-BE49-F238E27FC236}">
                <a16:creationId xmlns:a16="http://schemas.microsoft.com/office/drawing/2014/main" id="{2C055099-44A9-4505-8F0D-A82E1DA96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399" y="5659698"/>
            <a:ext cx="2016443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수명, 실행 Module 아님</a:t>
            </a:r>
          </a:p>
        </p:txBody>
      </p:sp>
      <p:sp>
        <p:nvSpPr>
          <p:cNvPr id="159" name="dp45-comparison / n118">
            <a:extLst xmlns:a="http://schemas.openxmlformats.org/drawingml/2006/main">
              <a:ext uri="{FF2B5EF4-FFF2-40B4-BE49-F238E27FC236}">
                <a16:creationId xmlns:a16="http://schemas.microsoft.com/office/drawing/2014/main" id="{77D012DD-920E-453F-922C-5820E27AD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4725" y="6293834"/>
            <a:ext cx="1926189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dp45-comparison / n119 / text 1">
            <a:extLst xmlns:a="http://schemas.openxmlformats.org/drawingml/2006/main">
              <a:ext uri="{FF2B5EF4-FFF2-40B4-BE49-F238E27FC236}">
                <a16:creationId xmlns:a16="http://schemas.microsoft.com/office/drawing/2014/main" id="{B59CB2A6-3AE9-433E-B377-7BFE9547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631" y="6300788"/>
            <a:ext cx="298989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추가 읽기 / 과거 해석은 필요 시</a:t>
            </a:r>
          </a:p>
        </p:txBody>
      </p:sp>
      <p:sp>
        <p:nvSpPr>
          <p:cNvPr id="161" name="dp45-comparison / n121">
            <a:extLst xmlns:a="http://schemas.openxmlformats.org/drawingml/2006/main">
              <a:ext uri="{FF2B5EF4-FFF2-40B4-BE49-F238E27FC236}">
                <a16:creationId xmlns:a16="http://schemas.microsoft.com/office/drawing/2014/main" id="{A1004F43-5CCA-4DF9-BB4B-CE9F46910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764119"/>
            <a:ext cx="1621220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dp45-comparison / n122 / text 1">
            <a:extLst xmlns:a="http://schemas.openxmlformats.org/drawingml/2006/main">
              <a:ext uri="{FF2B5EF4-FFF2-40B4-BE49-F238E27FC236}">
                <a16:creationId xmlns:a16="http://schemas.microsoft.com/office/drawing/2014/main" id="{E5CCE552-53D3-4870-B860-740DADDD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77107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변경 / EvidenceDispute</a:t>
            </a:r>
          </a:p>
        </p:txBody>
      </p:sp>
      <p:sp>
        <p:nvSpPr>
          <p:cNvPr id="163" name="dp45-comparison / n122 / text 2">
            <a:extLst xmlns:a="http://schemas.openxmlformats.org/drawingml/2006/main">
              <a:ext uri="{FF2B5EF4-FFF2-40B4-BE49-F238E27FC236}">
                <a16:creationId xmlns:a16="http://schemas.microsoft.com/office/drawing/2014/main" id="{211A7E74-F05B-4F53-9521-78453DE7D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92710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즉시 해당 파생 버전 차단</a:t>
            </a:r>
          </a:p>
        </p:txBody>
      </p:sp>
      <p:sp>
        <p:nvSpPr>
          <p:cNvPr id="164" name="dp45-comparison / n122 / text 3">
            <a:extLst xmlns:a="http://schemas.openxmlformats.org/drawingml/2006/main">
              <a:ext uri="{FF2B5EF4-FFF2-40B4-BE49-F238E27FC236}">
                <a16:creationId xmlns:a16="http://schemas.microsoft.com/office/drawing/2014/main" id="{54677F6B-C619-41FA-83EE-52AE0C326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08313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원본 재검증 / 부분 갱신</a:t>
            </a:r>
          </a:p>
        </p:txBody>
      </p:sp>
      <p:sp>
        <p:nvSpPr>
          <p:cNvPr id="165" name="dp45-comparison / n125">
            <a:extLst xmlns:a="http://schemas.openxmlformats.org/drawingml/2006/main">
              <a:ext uri="{FF2B5EF4-FFF2-40B4-BE49-F238E27FC236}">
                <a16:creationId xmlns:a16="http://schemas.microsoft.com/office/drawing/2014/main" id="{73A8C837-0CEE-4268-9D17-27D4D218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dp45-comparison / n126 / text 1">
            <a:extLst xmlns:a="http://schemas.openxmlformats.org/drawingml/2006/main">
              <a:ext uri="{FF2B5EF4-FFF2-40B4-BE49-F238E27FC236}">
                <a16:creationId xmlns:a16="http://schemas.microsoft.com/office/drawing/2014/main" id="{B8B3C8D0-870C-41F9-A3C6-2653CDD2A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EvidenceQuery →</a:t>
            </a:r>
          </a:p>
        </p:txBody>
      </p:sp>
      <p:sp>
        <p:nvSpPr>
          <p:cNvPr id="167" name="dp45-comparison / n126 / text 2">
            <a:extLst xmlns:a="http://schemas.openxmlformats.org/drawingml/2006/main">
              <a:ext uri="{FF2B5EF4-FFF2-40B4-BE49-F238E27FC236}">
                <a16:creationId xmlns:a16="http://schemas.microsoft.com/office/drawing/2014/main" id="{79618E38-0CD1-4A57-AB58-1FCCBB3A5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168" name="dp45-comparison / n127">
            <a:extLst xmlns:a="http://schemas.openxmlformats.org/drawingml/2006/main">
              <a:ext uri="{FF2B5EF4-FFF2-40B4-BE49-F238E27FC236}">
                <a16:creationId xmlns:a16="http://schemas.microsoft.com/office/drawing/2014/main" id="{51C5D372-F6FA-47FA-B256-0D1C98079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dp45-comparison / n128 / text 1">
            <a:extLst xmlns:a="http://schemas.openxmlformats.org/drawingml/2006/main">
              <a:ext uri="{FF2B5EF4-FFF2-40B4-BE49-F238E27FC236}">
                <a16:creationId xmlns:a16="http://schemas.microsoft.com/office/drawing/2014/main" id="{C383AD50-AA43-4108-8AB5-2D4278DE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170" name="dp45-comparison / n128 / text 2">
            <a:extLst xmlns:a="http://schemas.openxmlformats.org/drawingml/2006/main">
              <a:ext uri="{FF2B5EF4-FFF2-40B4-BE49-F238E27FC236}">
                <a16:creationId xmlns:a16="http://schemas.microsoft.com/office/drawing/2014/main" id="{55F34458-189A-4192-8967-180FD702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171" name="dp45-comparison / n131">
            <a:extLst xmlns:a="http://schemas.openxmlformats.org/drawingml/2006/main">
              <a:ext uri="{FF2B5EF4-FFF2-40B4-BE49-F238E27FC236}">
                <a16:creationId xmlns:a16="http://schemas.microsoft.com/office/drawing/2014/main" id="{03F006B5-609D-4309-908B-C4939467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dp45-comparison / n132 / text 1">
            <a:extLst xmlns:a="http://schemas.openxmlformats.org/drawingml/2006/main">
              <a:ext uri="{FF2B5EF4-FFF2-40B4-BE49-F238E27FC236}">
                <a16:creationId xmlns:a16="http://schemas.microsoft.com/office/drawing/2014/main" id="{5F34C074-A657-4520-9652-299F6A0E3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173" name="dp45-comparison / n134">
            <a:extLst xmlns:a="http://schemas.openxmlformats.org/drawingml/2006/main">
              <a:ext uri="{FF2B5EF4-FFF2-40B4-BE49-F238E27FC236}">
                <a16:creationId xmlns:a16="http://schemas.microsoft.com/office/drawing/2014/main" id="{214CCB05-5CD5-44B4-84EF-B6DE4C76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136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dp45-comparison / n135 / text 1">
            <a:extLst xmlns:a="http://schemas.openxmlformats.org/drawingml/2006/main">
              <a:ext uri="{FF2B5EF4-FFF2-40B4-BE49-F238E27FC236}">
                <a16:creationId xmlns:a16="http://schemas.microsoft.com/office/drawing/2014/main" id="{FF28B6FA-7E21-4C55-84F4-90D63473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526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175" name="dp45-comparison / n138">
            <a:extLst xmlns:a="http://schemas.openxmlformats.org/drawingml/2006/main">
              <a:ext uri="{FF2B5EF4-FFF2-40B4-BE49-F238E27FC236}">
                <a16:creationId xmlns:a16="http://schemas.microsoft.com/office/drawing/2014/main" id="{F47EBCDF-8C07-417A-8AA5-4EB9CF823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dp45-comparison / n139 / text 1">
            <a:extLst xmlns:a="http://schemas.openxmlformats.org/drawingml/2006/main">
              <a:ext uri="{FF2B5EF4-FFF2-40B4-BE49-F238E27FC236}">
                <a16:creationId xmlns:a16="http://schemas.microsoft.com/office/drawing/2014/main" id="{2F9F6B69-2588-4585-B772-9F4291891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177" name="dp45-comparison / n139 / text 2">
            <a:extLst xmlns:a="http://schemas.openxmlformats.org/drawingml/2006/main">
              <a:ext uri="{FF2B5EF4-FFF2-40B4-BE49-F238E27FC236}">
                <a16:creationId xmlns:a16="http://schemas.microsoft.com/office/drawing/2014/main" id="{D6A7F446-FED6-4215-9882-2FC996FFB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178" name="dp45-comparison / n139 / text 3">
            <a:extLst xmlns:a="http://schemas.openxmlformats.org/drawingml/2006/main">
              <a:ext uri="{FF2B5EF4-FFF2-40B4-BE49-F238E27FC236}">
                <a16:creationId xmlns:a16="http://schemas.microsoft.com/office/drawing/2014/main" id="{017D1379-1F43-4EC0-8C2F-800C1DDC6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179" name="dp45-comparison / n144">
            <a:extLst xmlns:a="http://schemas.openxmlformats.org/drawingml/2006/main">
              <a:ext uri="{FF2B5EF4-FFF2-40B4-BE49-F238E27FC236}">
                <a16:creationId xmlns:a16="http://schemas.microsoft.com/office/drawing/2014/main" id="{2853B1B5-586B-41BA-9779-891303AF8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342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dp45-comparison / n145 / text 1">
            <a:extLst xmlns:a="http://schemas.openxmlformats.org/drawingml/2006/main">
              <a:ext uri="{FF2B5EF4-FFF2-40B4-BE49-F238E27FC236}">
                <a16:creationId xmlns:a16="http://schemas.microsoft.com/office/drawing/2014/main" id="{06EB9C9E-AF46-4173-A5B3-4FBAB54DE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733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  <p:sp>
        <p:nvSpPr>
          <p:cNvPr id="181" name="dp45-comparison / n146">
            <a:extLst xmlns:a="http://schemas.openxmlformats.org/drawingml/2006/main">
              <a:ext uri="{FF2B5EF4-FFF2-40B4-BE49-F238E27FC236}">
                <a16:creationId xmlns:a16="http://schemas.microsoft.com/office/drawing/2014/main" id="{05BF2093-F215-4294-81B2-5731E9AF4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615565"/>
            <a:ext cx="2085975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2" name="dp45-comparison / n147 / text 1">
            <a:extLst xmlns:a="http://schemas.openxmlformats.org/drawingml/2006/main">
              <a:ext uri="{FF2B5EF4-FFF2-40B4-BE49-F238E27FC236}">
                <a16:creationId xmlns:a16="http://schemas.microsoft.com/office/drawing/2014/main" id="{A7D4251A-9134-4924-B27D-EBF494A8E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271322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Controller</a:t>
            </a:r>
          </a:p>
        </p:txBody>
      </p:sp>
      <p:sp>
        <p:nvSpPr>
          <p:cNvPr id="183" name="dp45-comparison / n148">
            <a:extLst xmlns:a="http://schemas.openxmlformats.org/drawingml/2006/main">
              <a:ext uri="{FF2B5EF4-FFF2-40B4-BE49-F238E27FC236}">
                <a16:creationId xmlns:a16="http://schemas.microsoft.com/office/drawing/2014/main" id="{CC09E7BB-DFA1-426C-B5DE-C37D4FC83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2615565"/>
            <a:ext cx="1946910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4" name="dp45-comparison / n149 / text 1">
            <a:extLst xmlns:a="http://schemas.openxmlformats.org/drawingml/2006/main">
              <a:ext uri="{FF2B5EF4-FFF2-40B4-BE49-F238E27FC236}">
                <a16:creationId xmlns:a16="http://schemas.microsoft.com/office/drawing/2014/main" id="{8226D76D-0F58-4B16-8EB2-28779F0F0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2713223"/>
            <a:ext cx="1849565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Response Manager</a:t>
            </a:r>
          </a:p>
        </p:txBody>
      </p:sp>
      <p:sp>
        <p:nvSpPr>
          <p:cNvPr id="185" name="dp45-comparison / n150">
            <a:extLst xmlns:a="http://schemas.openxmlformats.org/drawingml/2006/main">
              <a:ext uri="{FF2B5EF4-FFF2-40B4-BE49-F238E27FC236}">
                <a16:creationId xmlns:a16="http://schemas.microsoft.com/office/drawing/2014/main" id="{8DF6F64B-5908-46CF-BC8E-D3C459B1D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2615565"/>
            <a:ext cx="2155508" cy="38242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6" name="dp45-comparison / n151 / text 1">
            <a:extLst xmlns:a="http://schemas.openxmlformats.org/drawingml/2006/main">
              <a:ext uri="{FF2B5EF4-FFF2-40B4-BE49-F238E27FC236}">
                <a16:creationId xmlns:a16="http://schemas.microsoft.com/office/drawing/2014/main" id="{F3266482-5795-44C0-906C-BF13291A0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2713223"/>
            <a:ext cx="2058162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Task Manager</a:t>
            </a:r>
          </a:p>
        </p:txBody>
      </p:sp>
      <p:sp>
        <p:nvSpPr>
          <p:cNvPr id="187" name="dp45-comparison / n152">
            <a:extLst xmlns:a="http://schemas.openxmlformats.org/drawingml/2006/main">
              <a:ext uri="{FF2B5EF4-FFF2-40B4-BE49-F238E27FC236}">
                <a16:creationId xmlns:a16="http://schemas.microsoft.com/office/drawing/2014/main" id="{4B398084-496E-46B3-8669-09368B8BC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2485" y="3693319"/>
            <a:ext cx="5249704" cy="285083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88" name="dp45-comparison / n153 / text 1">
            <a:extLst xmlns:a="http://schemas.openxmlformats.org/drawingml/2006/main">
              <a:ext uri="{FF2B5EF4-FFF2-40B4-BE49-F238E27FC236}">
                <a16:creationId xmlns:a16="http://schemas.microsoft.com/office/drawing/2014/main" id="{C402173A-AD98-4A91-A35E-C5D1E25E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45924" y="3755898"/>
            <a:ext cx="5082826" cy="25205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6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Context Manager</a:t>
            </a:r>
          </a:p>
        </p:txBody>
      </p:sp>
      <p:sp>
        <p:nvSpPr>
          <p:cNvPr id="189" name="dp45-comparison / n154">
            <a:extLst xmlns:a="http://schemas.openxmlformats.org/drawingml/2006/main">
              <a:ext uri="{FF2B5EF4-FFF2-40B4-BE49-F238E27FC236}">
                <a16:creationId xmlns:a16="http://schemas.microsoft.com/office/drawing/2014/main" id="{1B57585F-B921-4869-BB38-CC267C18B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5674995"/>
            <a:ext cx="2085975" cy="3476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0" name="dp45-comparison / n155 / text 1">
            <a:extLst xmlns:a="http://schemas.openxmlformats.org/drawingml/2006/main">
              <a:ext uri="{FF2B5EF4-FFF2-40B4-BE49-F238E27FC236}">
                <a16:creationId xmlns:a16="http://schemas.microsoft.com/office/drawing/2014/main" id="{48A2DC34-54A7-4FD9-AC06-08E4786C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5755270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Request Interpreter</a:t>
            </a:r>
          </a:p>
        </p:txBody>
      </p:sp>
      <p:sp>
        <p:nvSpPr>
          <p:cNvPr id="191" name="dp45-comparison / n156">
            <a:extLst xmlns:a="http://schemas.openxmlformats.org/drawingml/2006/main">
              <a:ext uri="{FF2B5EF4-FFF2-40B4-BE49-F238E27FC236}">
                <a16:creationId xmlns:a16="http://schemas.microsoft.com/office/drawing/2014/main" id="{835120B4-D66F-4F39-8C56-B8D0C4B7A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6822281"/>
            <a:ext cx="2085975" cy="31289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2" name="dp45-comparison / n157 / text 1">
            <a:extLst xmlns:a="http://schemas.openxmlformats.org/drawingml/2006/main">
              <a:ext uri="{FF2B5EF4-FFF2-40B4-BE49-F238E27FC236}">
                <a16:creationId xmlns:a16="http://schemas.microsoft.com/office/drawing/2014/main" id="{B177A05F-1EB4-4287-9D03-8705B1861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7988" y="6885173"/>
            <a:ext cx="1988630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Model Access</a:t>
            </a:r>
          </a:p>
        </p:txBody>
      </p:sp>
      <p:sp>
        <p:nvSpPr>
          <p:cNvPr id="193" name="dp45-comparison / n158">
            <a:extLst xmlns:a="http://schemas.openxmlformats.org/drawingml/2006/main">
              <a:ext uri="{FF2B5EF4-FFF2-40B4-BE49-F238E27FC236}">
                <a16:creationId xmlns:a16="http://schemas.microsoft.com/office/drawing/2014/main" id="{F78B2EDF-43E6-498D-925C-EA71D3D1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79680" y="6822281"/>
            <a:ext cx="1738313" cy="312896"/>
          </a:xfrm>
          <a:prstGeom xmlns:a="http://schemas.openxmlformats.org/drawingml/2006/main" prst="hexagon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4" name="dp45-comparison / n159 / text 1">
            <a:extLst xmlns:a="http://schemas.openxmlformats.org/drawingml/2006/main">
              <a:ext uri="{FF2B5EF4-FFF2-40B4-BE49-F238E27FC236}">
                <a16:creationId xmlns:a16="http://schemas.microsoft.com/office/drawing/2014/main" id="{BAC5A6BC-AAD5-4079-8A63-FDA27950C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8353" y="6885173"/>
            <a:ext cx="1640967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Shared Omni</a:t>
            </a:r>
          </a:p>
        </p:txBody>
      </p:sp>
      <p:sp>
        <p:nvSpPr>
          <p:cNvPr id="195" name="dp45-comparison / n160">
            <a:extLst xmlns:a="http://schemas.openxmlformats.org/drawingml/2006/main">
              <a:ext uri="{FF2B5EF4-FFF2-40B4-BE49-F238E27FC236}">
                <a16:creationId xmlns:a16="http://schemas.microsoft.com/office/drawing/2014/main" id="{4DF08880-F9C6-421E-8B07-964B6E88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6140863"/>
            <a:ext cx="1668780" cy="31985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6953">
            <a:solidFill>
              <a:srgbClr val="000000"/>
            </a:solidFill>
            <a:prstDash val="solid"/>
          </a:ln>
        </p:spPr>
      </p:sp>
      <p:sp>
        <p:nvSpPr>
          <p:cNvPr id="196" name="dp45-comparison / n161 / text 1">
            <a:extLst xmlns:a="http://schemas.openxmlformats.org/drawingml/2006/main">
              <a:ext uri="{FF2B5EF4-FFF2-40B4-BE49-F238E27FC236}">
                <a16:creationId xmlns:a16="http://schemas.microsoft.com/office/drawing/2014/main" id="{045EDEA2-F2B1-4D60-876F-A06DFAD6B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8250" y="6243180"/>
            <a:ext cx="1571435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User Memory</a:t>
            </a:r>
          </a:p>
        </p:txBody>
      </p:sp>
      <p:sp>
        <p:nvSpPr>
          <p:cNvPr id="197" name="dp45-comparison / n170">
            <a:extLst xmlns:a="http://schemas.openxmlformats.org/drawingml/2006/main">
              <a:ext uri="{FF2B5EF4-FFF2-40B4-BE49-F238E27FC236}">
                <a16:creationId xmlns:a16="http://schemas.microsoft.com/office/drawing/2014/main" id="{B5395CBE-C3A4-45B7-AB3F-418285F0C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4159186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198" name="dp45-comparison / n171 / text 1">
            <a:extLst xmlns:a="http://schemas.openxmlformats.org/drawingml/2006/main">
              <a:ext uri="{FF2B5EF4-FFF2-40B4-BE49-F238E27FC236}">
                <a16:creationId xmlns:a16="http://schemas.microsoft.com/office/drawing/2014/main" id="{A0ED5D00-A812-4552-A215-623CC20F5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4256845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Memory Publisher</a:t>
            </a:r>
          </a:p>
        </p:txBody>
      </p:sp>
      <p:sp>
        <p:nvSpPr>
          <p:cNvPr id="199" name="dp45-comparison / n172">
            <a:extLst xmlns:a="http://schemas.openxmlformats.org/drawingml/2006/main">
              <a:ext uri="{FF2B5EF4-FFF2-40B4-BE49-F238E27FC236}">
                <a16:creationId xmlns:a16="http://schemas.microsoft.com/office/drawing/2014/main" id="{017913C4-3971-47C8-956D-86BF3E922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21915" y="4159186"/>
            <a:ext cx="1981676" cy="514540"/>
          </a:xfrm>
          <a:prstGeom xmlns:a="http://schemas.openxmlformats.org/drawingml/2006/main" prst="can">
            <a:avLst>
              <a:gd name="adj" fmla="val 200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0" name="dp45-comparison / n173 / text 1">
            <a:extLst xmlns:a="http://schemas.openxmlformats.org/drawingml/2006/main">
              <a:ext uri="{FF2B5EF4-FFF2-40B4-BE49-F238E27FC236}">
                <a16:creationId xmlns:a16="http://schemas.microsoft.com/office/drawing/2014/main" id="{6FEF59D5-E764-41D4-980C-DC6C8C29F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273428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Episodic Memory</a:t>
            </a:r>
          </a:p>
        </p:txBody>
      </p:sp>
      <p:sp>
        <p:nvSpPr>
          <p:cNvPr id="201" name="dp45-comparison / n173 / text 2">
            <a:extLst xmlns:a="http://schemas.openxmlformats.org/drawingml/2006/main">
              <a:ext uri="{FF2B5EF4-FFF2-40B4-BE49-F238E27FC236}">
                <a16:creationId xmlns:a16="http://schemas.microsoft.com/office/drawing/2014/main" id="{B8BC5E3F-6C6F-457F-B5F2-4186901C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70588" y="4466172"/>
            <a:ext cx="1884331" cy="21172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150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Repository</a:t>
            </a:r>
          </a:p>
        </p:txBody>
      </p:sp>
      <p:sp>
        <p:nvSpPr>
          <p:cNvPr id="202" name="dp45-comparison / n174">
            <a:extLst xmlns:a="http://schemas.openxmlformats.org/drawingml/2006/main">
              <a:ext uri="{FF2B5EF4-FFF2-40B4-BE49-F238E27FC236}">
                <a16:creationId xmlns:a16="http://schemas.microsoft.com/office/drawing/2014/main" id="{95732C27-F9E7-4CCF-9E07-E7C08847C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501164"/>
            <a:ext cx="1981676" cy="382429"/>
          </a:xfrm>
          <a:prstGeom xmlns:a="http://schemas.openxmlformats.org/drawingml/2006/main" prst="roundRect">
            <a:avLst>
              <a:gd name="adj" fmla="val 1992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12516">
            <a:solidFill>
              <a:srgbClr val="B8753F"/>
            </a:solidFill>
            <a:prstDash val="solid"/>
          </a:ln>
        </p:spPr>
      </p:sp>
      <p:sp>
        <p:nvSpPr>
          <p:cNvPr id="203" name="dp45-comparison / n175 / text 1">
            <a:extLst xmlns:a="http://schemas.openxmlformats.org/drawingml/2006/main">
              <a:ext uri="{FF2B5EF4-FFF2-40B4-BE49-F238E27FC236}">
                <a16:creationId xmlns:a16="http://schemas.microsoft.com/office/drawing/2014/main" id="{22B67F10-CDB8-4EDF-87CB-60BE7363C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58820" y="5598822"/>
            <a:ext cx="1884331" cy="2318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59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 Reader</a:t>
            </a:r>
          </a:p>
        </p:txBody>
      </p:sp>
      <p:sp>
        <p:nvSpPr>
          <p:cNvPr id="204" name="dp45-comparison / n180 / path">
            <a:extLst xmlns:a="http://schemas.openxmlformats.org/drawingml/2006/main">
              <a:ext uri="{FF2B5EF4-FFF2-40B4-BE49-F238E27FC236}">
                <a16:creationId xmlns:a16="http://schemas.microsoft.com/office/drawing/2014/main" id="{A9376C18-EFB3-4497-80A8-F07A472C8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84097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5" name="dp45-comparison / n180 / arrow">
            <a:extLst xmlns:a="http://schemas.openxmlformats.org/drawingml/2006/main">
              <a:ext uri="{FF2B5EF4-FFF2-40B4-BE49-F238E27FC236}">
                <a16:creationId xmlns:a16="http://schemas.microsoft.com/office/drawing/2014/main" id="{2325D915-33E1-4977-9FE1-909D77331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6" name="dp45-comparison / n181 / path">
            <a:extLst xmlns:a="http://schemas.openxmlformats.org/drawingml/2006/main">
              <a:ext uri="{FF2B5EF4-FFF2-40B4-BE49-F238E27FC236}">
                <a16:creationId xmlns:a16="http://schemas.microsoft.com/office/drawing/2014/main" id="{B30FD1DD-CFD9-44DA-A37D-2A7E94E5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2798683" y="1161193"/>
                </a:moveTo>
                <a:lnTo>
                  <a:pt x="0" y="1161193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07" name="dp45-comparison / n181 / arrow">
            <a:extLst xmlns:a="http://schemas.openxmlformats.org/drawingml/2006/main">
              <a:ext uri="{FF2B5EF4-FFF2-40B4-BE49-F238E27FC236}">
                <a16:creationId xmlns:a16="http://schemas.microsoft.com/office/drawing/2014/main" id="{00A5C740-A001-46CA-BCA6-FED71D47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2997994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08" name="dp45-comparison / n182 / path">
            <a:extLst xmlns:a="http://schemas.openxmlformats.org/drawingml/2006/main">
              <a:ext uri="{FF2B5EF4-FFF2-40B4-BE49-F238E27FC236}">
                <a16:creationId xmlns:a16="http://schemas.microsoft.com/office/drawing/2014/main" id="{C80107AD-F101-419B-91AF-91ED25AD4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0508" y="2997994"/>
            <a:ext cx="2798683" cy="1161193"/>
          </a:xfrm>
          <a:custGeom xmlns:a="http://schemas.openxmlformats.org/drawingml/2006/main">
            <a:pathLst>
              <a:path w="2798683" h="1161193">
                <a:moveTo>
                  <a:pt x="0" y="0"/>
                </a:moveTo>
                <a:lnTo>
                  <a:pt x="0" y="1161193"/>
                </a:lnTo>
                <a:lnTo>
                  <a:pt x="2798683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09" name="dp45-comparison / n182 / arrow">
            <a:extLst xmlns:a="http://schemas.openxmlformats.org/drawingml/2006/main">
              <a:ext uri="{FF2B5EF4-FFF2-40B4-BE49-F238E27FC236}">
                <a16:creationId xmlns:a16="http://schemas.microsoft.com/office/drawing/2014/main" id="{3B2F55A1-9A12-4B4C-BC86-FADC6DD9D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0" name="dp45-comparison / n183 / path">
            <a:extLst xmlns:a="http://schemas.openxmlformats.org/drawingml/2006/main">
              <a:ext uri="{FF2B5EF4-FFF2-40B4-BE49-F238E27FC236}">
                <a16:creationId xmlns:a16="http://schemas.microsoft.com/office/drawing/2014/main" id="{E5B94434-B8E1-4961-ABAB-C4233C345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282875" cy="1161193"/>
          </a:xfrm>
          <a:custGeom xmlns:a="http://schemas.openxmlformats.org/drawingml/2006/main">
            <a:pathLst>
              <a:path w="1282875" h="1161193">
                <a:moveTo>
                  <a:pt x="1265492" y="0"/>
                </a:moveTo>
                <a:lnTo>
                  <a:pt x="0" y="0"/>
                </a:lnTo>
                <a:lnTo>
                  <a:pt x="0" y="1161193"/>
                </a:lnTo>
                <a:lnTo>
                  <a:pt x="128287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1" name="dp45-comparison / n183 / arrow">
            <a:extLst xmlns:a="http://schemas.openxmlformats.org/drawingml/2006/main">
              <a:ext uri="{FF2B5EF4-FFF2-40B4-BE49-F238E27FC236}">
                <a16:creationId xmlns:a16="http://schemas.microsoft.com/office/drawing/2014/main" id="{E6B6DA1C-3582-4DAC-B252-E2CA18BB3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3829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2" name="dp45-comparison / n184 / path">
            <a:extLst xmlns:a="http://schemas.openxmlformats.org/drawingml/2006/main">
              <a:ext uri="{FF2B5EF4-FFF2-40B4-BE49-F238E27FC236}">
                <a16:creationId xmlns:a16="http://schemas.microsoft.com/office/drawing/2014/main" id="{565D7E30-6398-4324-9D10-6B0A1072E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401080" cy="1161193"/>
          </a:xfrm>
          <a:custGeom xmlns:a="http://schemas.openxmlformats.org/drawingml/2006/main">
            <a:pathLst>
              <a:path w="1401080" h="1161193">
                <a:moveTo>
                  <a:pt x="1401080" y="1161193"/>
                </a:moveTo>
                <a:lnTo>
                  <a:pt x="0" y="1161193"/>
                </a:lnTo>
                <a:lnTo>
                  <a:pt x="0" y="0"/>
                </a:lnTo>
                <a:lnTo>
                  <a:pt x="1383697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3" name="dp45-comparison / n184 / arrow">
            <a:extLst xmlns:a="http://schemas.openxmlformats.org/drawingml/2006/main">
              <a:ext uri="{FF2B5EF4-FFF2-40B4-BE49-F238E27FC236}">
                <a16:creationId xmlns:a16="http://schemas.microsoft.com/office/drawing/2014/main" id="{458F84DB-DE7F-4FBE-8626-9E6FAAB95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34652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4" name="dp45-comparison / n185 / path">
            <a:extLst xmlns:a="http://schemas.openxmlformats.org/drawingml/2006/main">
              <a:ext uri="{FF2B5EF4-FFF2-40B4-BE49-F238E27FC236}">
                <a16:creationId xmlns:a16="http://schemas.microsoft.com/office/drawing/2014/main" id="{FFD96BFB-8403-401C-AD25-900E00E8B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97994"/>
            <a:ext cx="1519285" cy="1161193"/>
          </a:xfrm>
          <a:custGeom xmlns:a="http://schemas.openxmlformats.org/drawingml/2006/main">
            <a:pathLst>
              <a:path w="1519285" h="1161193">
                <a:moveTo>
                  <a:pt x="1501902" y="0"/>
                </a:moveTo>
                <a:lnTo>
                  <a:pt x="0" y="0"/>
                </a:lnTo>
                <a:lnTo>
                  <a:pt x="0" y="1161193"/>
                </a:lnTo>
                <a:lnTo>
                  <a:pt x="1519285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15" name="dp45-comparison / n185 / arrow">
            <a:extLst xmlns:a="http://schemas.openxmlformats.org/drawingml/2006/main">
              <a:ext uri="{FF2B5EF4-FFF2-40B4-BE49-F238E27FC236}">
                <a16:creationId xmlns:a16="http://schemas.microsoft.com/office/drawing/2014/main" id="{DDA7E4AA-F32C-48D6-B3A2-905B8AD87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7024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6" name="dp45-comparison / n186 / path">
            <a:extLst xmlns:a="http://schemas.openxmlformats.org/drawingml/2006/main">
              <a:ext uri="{FF2B5EF4-FFF2-40B4-BE49-F238E27FC236}">
                <a16:creationId xmlns:a16="http://schemas.microsoft.com/office/drawing/2014/main" id="{517960F7-C5DF-4653-A370-C10DC7C1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2997994"/>
            <a:ext cx="4057221" cy="1161193"/>
          </a:xfrm>
          <a:custGeom xmlns:a="http://schemas.openxmlformats.org/drawingml/2006/main">
            <a:pathLst>
              <a:path w="4057221" h="1161193">
                <a:moveTo>
                  <a:pt x="2798683" y="0"/>
                </a:moveTo>
                <a:lnTo>
                  <a:pt x="4057221" y="0"/>
                </a:lnTo>
                <a:lnTo>
                  <a:pt x="405722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7" name="dp45-comparison / n186 / arrow">
            <a:extLst xmlns:a="http://schemas.openxmlformats.org/drawingml/2006/main">
              <a:ext uri="{FF2B5EF4-FFF2-40B4-BE49-F238E27FC236}">
                <a16:creationId xmlns:a16="http://schemas.microsoft.com/office/drawing/2014/main" id="{D69AC9A2-52B7-406A-8407-E721945DB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82780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18" name="dp45-comparison / n187 / path">
            <a:extLst xmlns:a="http://schemas.openxmlformats.org/drawingml/2006/main">
              <a:ext uri="{FF2B5EF4-FFF2-40B4-BE49-F238E27FC236}">
                <a16:creationId xmlns:a16="http://schemas.microsoft.com/office/drawing/2014/main" id="{8AA3B00C-F086-465A-A2E4-75A60DF8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00986" y="2997994"/>
            <a:ext cx="3939016" cy="1161193"/>
          </a:xfrm>
          <a:custGeom xmlns:a="http://schemas.openxmlformats.org/drawingml/2006/main">
            <a:pathLst>
              <a:path w="3939016" h="1161193">
                <a:moveTo>
                  <a:pt x="0" y="1161193"/>
                </a:moveTo>
                <a:lnTo>
                  <a:pt x="3939016" y="1161193"/>
                </a:lnTo>
                <a:lnTo>
                  <a:pt x="3939016" y="0"/>
                </a:lnTo>
                <a:lnTo>
                  <a:pt x="2798683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19" name="dp45-comparison / n187 / arrow">
            <a:extLst xmlns:a="http://schemas.openxmlformats.org/drawingml/2006/main">
              <a:ext uri="{FF2B5EF4-FFF2-40B4-BE49-F238E27FC236}">
                <a16:creationId xmlns:a16="http://schemas.microsoft.com/office/drawing/2014/main" id="{9E37475A-643C-4838-BF5F-CDB321228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99669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0" name="dp45-comparison / n188 / path">
            <a:extLst xmlns:a="http://schemas.openxmlformats.org/drawingml/2006/main">
              <a:ext uri="{FF2B5EF4-FFF2-40B4-BE49-F238E27FC236}">
                <a16:creationId xmlns:a16="http://schemas.microsoft.com/office/drawing/2014/main" id="{D6C5B466-F5AA-4C52-A162-0454ADE6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2997994"/>
            <a:ext cx="3820811" cy="1161193"/>
          </a:xfrm>
          <a:custGeom xmlns:a="http://schemas.openxmlformats.org/drawingml/2006/main">
            <a:pathLst>
              <a:path w="3820811" h="1161193">
                <a:moveTo>
                  <a:pt x="2798683" y="0"/>
                </a:moveTo>
                <a:lnTo>
                  <a:pt x="3820811" y="0"/>
                </a:lnTo>
                <a:lnTo>
                  <a:pt x="3820811" y="1161193"/>
                </a:lnTo>
                <a:lnTo>
                  <a:pt x="0" y="1161193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1" name="dp45-comparison / n188 / arrow">
            <a:extLst xmlns:a="http://schemas.openxmlformats.org/drawingml/2006/main">
              <a:ext uri="{FF2B5EF4-FFF2-40B4-BE49-F238E27FC236}">
                <a16:creationId xmlns:a16="http://schemas.microsoft.com/office/drawing/2014/main" id="{F9292949-BFCD-4CF6-B8BA-63847468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9191" y="4134711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2" name="dp45-comparison / n191 / path">
            <a:extLst xmlns:a="http://schemas.openxmlformats.org/drawingml/2006/main">
              <a:ext uri="{FF2B5EF4-FFF2-40B4-BE49-F238E27FC236}">
                <a16:creationId xmlns:a16="http://schemas.microsoft.com/office/drawing/2014/main" id="{92517D46-AF2B-4E61-AC09-46D7DEFB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350401"/>
            <a:ext cx="730091" cy="66056"/>
          </a:xfrm>
          <a:custGeom xmlns:a="http://schemas.openxmlformats.org/drawingml/2006/main">
            <a:pathLst>
              <a:path w="730091" h="66056">
                <a:moveTo>
                  <a:pt x="0" y="0"/>
                </a:moveTo>
                <a:lnTo>
                  <a:pt x="0" y="66056"/>
                </a:lnTo>
                <a:lnTo>
                  <a:pt x="730091" y="66056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3" name="dp45-comparison / n191 / arrow">
            <a:extLst xmlns:a="http://schemas.openxmlformats.org/drawingml/2006/main">
              <a:ext uri="{FF2B5EF4-FFF2-40B4-BE49-F238E27FC236}">
                <a16:creationId xmlns:a16="http://schemas.microsoft.com/office/drawing/2014/main" id="{EBAC71CD-E91A-4DA7-BD2E-312FF34EC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72964" y="4391981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4" name="dp45-comparison / n200 / path">
            <a:extLst xmlns:a="http://schemas.openxmlformats.org/drawingml/2006/main">
              <a:ext uri="{FF2B5EF4-FFF2-40B4-BE49-F238E27FC236}">
                <a16:creationId xmlns:a16="http://schemas.microsoft.com/office/drawing/2014/main" id="{5CE8E4FD-0AD6-4548-B9BD-3BE7F0CF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720929" cy="935212"/>
          </a:xfrm>
          <a:custGeom xmlns:a="http://schemas.openxmlformats.org/drawingml/2006/main">
            <a:pathLst>
              <a:path w="1720929" h="935212">
                <a:moveTo>
                  <a:pt x="0" y="935212"/>
                </a:moveTo>
                <a:lnTo>
                  <a:pt x="0" y="0"/>
                </a:lnTo>
                <a:lnTo>
                  <a:pt x="172092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5" name="dp45-comparison / n200 / arrow">
            <a:extLst xmlns:a="http://schemas.openxmlformats.org/drawingml/2006/main">
              <a:ext uri="{FF2B5EF4-FFF2-40B4-BE49-F238E27FC236}">
                <a16:creationId xmlns:a16="http://schemas.microsoft.com/office/drawing/2014/main" id="{C876B6D1-9021-4016-94B0-39FFA5818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63802" y="464925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6" name="dp45-comparison / n201 / path">
            <a:extLst xmlns:a="http://schemas.openxmlformats.org/drawingml/2006/main">
              <a:ext uri="{FF2B5EF4-FFF2-40B4-BE49-F238E27FC236}">
                <a16:creationId xmlns:a16="http://schemas.microsoft.com/office/drawing/2014/main" id="{FB9DA274-A0FD-48B6-8876-2C26AAF6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4673727"/>
            <a:ext cx="1873901" cy="1102090"/>
          </a:xfrm>
          <a:custGeom xmlns:a="http://schemas.openxmlformats.org/drawingml/2006/main">
            <a:pathLst>
              <a:path w="1873901" h="1102090">
                <a:moveTo>
                  <a:pt x="1873901" y="0"/>
                </a:moveTo>
                <a:lnTo>
                  <a:pt x="1873901" y="1102090"/>
                </a:lnTo>
                <a:lnTo>
                  <a:pt x="0" y="110209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27" name="dp45-comparison / n201 / arrow">
            <a:extLst xmlns:a="http://schemas.openxmlformats.org/drawingml/2006/main">
              <a:ext uri="{FF2B5EF4-FFF2-40B4-BE49-F238E27FC236}">
                <a16:creationId xmlns:a16="http://schemas.microsoft.com/office/drawing/2014/main" id="{7BFF427B-FEF7-46E0-99F4-9F02B0069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751342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28" name="dp45-comparison / n204 / path">
            <a:extLst xmlns:a="http://schemas.openxmlformats.org/drawingml/2006/main">
              <a:ext uri="{FF2B5EF4-FFF2-40B4-BE49-F238E27FC236}">
                <a16:creationId xmlns:a16="http://schemas.microsoft.com/office/drawing/2014/main" id="{AB369BDB-2447-4EB1-BCB3-328C0CD6D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22856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95954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29" name="dp45-comparison / n204 / arrow">
            <a:extLst xmlns:a="http://schemas.openxmlformats.org/drawingml/2006/main">
              <a:ext uri="{FF2B5EF4-FFF2-40B4-BE49-F238E27FC236}">
                <a16:creationId xmlns:a16="http://schemas.microsoft.com/office/drawing/2014/main" id="{64B6015E-0D50-48F6-8F25-F583A9878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98380" y="454161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0" name="dp45-comparison / n205 / path">
            <a:extLst xmlns:a="http://schemas.openxmlformats.org/drawingml/2006/main">
              <a:ext uri="{FF2B5EF4-FFF2-40B4-BE49-F238E27FC236}">
                <a16:creationId xmlns:a16="http://schemas.microsoft.com/office/drawing/2014/main" id="{8293196D-1FAC-4987-8A6C-7D25DAB71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4349" y="4541615"/>
            <a:ext cx="953" cy="959548"/>
          </a:xfrm>
          <a:custGeom xmlns:a="http://schemas.openxmlformats.org/drawingml/2006/main">
            <a:pathLst>
              <a:path w="953" h="959548">
                <a:moveTo>
                  <a:pt x="0" y="0"/>
                </a:moveTo>
                <a:lnTo>
                  <a:pt x="0" y="95954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1" name="dp45-comparison / n205 / arrow">
            <a:extLst xmlns:a="http://schemas.openxmlformats.org/drawingml/2006/main">
              <a:ext uri="{FF2B5EF4-FFF2-40B4-BE49-F238E27FC236}">
                <a16:creationId xmlns:a16="http://schemas.microsoft.com/office/drawing/2014/main" id="{C594CDD6-7C87-4046-91EC-821DCF73A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9874" y="5452213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2" name="dp45-comparison / n210 / path">
            <a:extLst xmlns:a="http://schemas.openxmlformats.org/drawingml/2006/main">
              <a:ext uri="{FF2B5EF4-FFF2-40B4-BE49-F238E27FC236}">
                <a16:creationId xmlns:a16="http://schemas.microsoft.com/office/drawing/2014/main" id="{9D8156FB-45AC-498E-8422-ECE1BF87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11078"/>
            <a:ext cx="2746534" cy="2920365"/>
          </a:xfrm>
          <a:custGeom xmlns:a="http://schemas.openxmlformats.org/drawingml/2006/main">
            <a:pathLst>
              <a:path w="2746534" h="2920365">
                <a:moveTo>
                  <a:pt x="2746534" y="2920365"/>
                </a:moveTo>
                <a:lnTo>
                  <a:pt x="2746534" y="1185529"/>
                </a:lnTo>
                <a:lnTo>
                  <a:pt x="0" y="1185529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3" name="dp45-comparison / n210 / arrow">
            <a:extLst xmlns:a="http://schemas.openxmlformats.org/drawingml/2006/main">
              <a:ext uri="{FF2B5EF4-FFF2-40B4-BE49-F238E27FC236}">
                <a16:creationId xmlns:a16="http://schemas.microsoft.com/office/drawing/2014/main" id="{C197D63C-9E0B-4C9E-A426-673DE1E1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4" name="dp45-comparison / n211 / path">
            <a:extLst xmlns:a="http://schemas.openxmlformats.org/drawingml/2006/main">
              <a:ext uri="{FF2B5EF4-FFF2-40B4-BE49-F238E27FC236}">
                <a16:creationId xmlns:a16="http://schemas.microsoft.com/office/drawing/2014/main" id="{2A911BE2-34B2-4A30-AE8D-A54D80F85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02481"/>
            <a:ext cx="2746534" cy="2850832"/>
          </a:xfrm>
          <a:custGeom xmlns:a="http://schemas.openxmlformats.org/drawingml/2006/main">
            <a:pathLst>
              <a:path w="2746534" h="2850832">
                <a:moveTo>
                  <a:pt x="0" y="0"/>
                </a:moveTo>
                <a:lnTo>
                  <a:pt x="0" y="2736104"/>
                </a:lnTo>
                <a:lnTo>
                  <a:pt x="2746534" y="2736104"/>
                </a:lnTo>
                <a:lnTo>
                  <a:pt x="2746534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5" name="dp45-comparison / n211 / arrow">
            <a:extLst xmlns:a="http://schemas.openxmlformats.org/drawingml/2006/main">
              <a:ext uri="{FF2B5EF4-FFF2-40B4-BE49-F238E27FC236}">
                <a16:creationId xmlns:a16="http://schemas.microsoft.com/office/drawing/2014/main" id="{73B147E0-BE4C-410B-9E6E-EC8217150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6" name="dp45-comparison / n212 / path">
            <a:extLst xmlns:a="http://schemas.openxmlformats.org/drawingml/2006/main">
              <a:ext uri="{FF2B5EF4-FFF2-40B4-BE49-F238E27FC236}">
                <a16:creationId xmlns:a16="http://schemas.microsoft.com/office/drawing/2014/main" id="{BDE49108-12F0-4D12-8C9B-57F6F55BD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911078"/>
            <a:ext cx="2391918" cy="2920365"/>
          </a:xfrm>
          <a:custGeom xmlns:a="http://schemas.openxmlformats.org/drawingml/2006/main">
            <a:pathLst>
              <a:path w="2391918" h="2920365">
                <a:moveTo>
                  <a:pt x="2391918" y="2920365"/>
                </a:moveTo>
                <a:lnTo>
                  <a:pt x="2391918" y="1185529"/>
                </a:lnTo>
                <a:lnTo>
                  <a:pt x="0" y="1185529"/>
                </a:lnTo>
                <a:lnTo>
                  <a:pt x="0" y="149495"/>
                </a:lnTo>
                <a:lnTo>
                  <a:pt x="2357152" y="149495"/>
                </a:lnTo>
                <a:lnTo>
                  <a:pt x="2357152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37" name="dp45-comparison / n212 / arrow">
            <a:extLst xmlns:a="http://schemas.openxmlformats.org/drawingml/2006/main">
              <a:ext uri="{FF2B5EF4-FFF2-40B4-BE49-F238E27FC236}">
                <a16:creationId xmlns:a16="http://schemas.microsoft.com/office/drawing/2014/main" id="{BD494066-A40E-4BDC-94D7-2FD38AD0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32582" y="291107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38" name="dp45-comparison / n213 / path">
            <a:extLst xmlns:a="http://schemas.openxmlformats.org/drawingml/2006/main">
              <a:ext uri="{FF2B5EF4-FFF2-40B4-BE49-F238E27FC236}">
                <a16:creationId xmlns:a16="http://schemas.microsoft.com/office/drawing/2014/main" id="{1E5EA43C-63A7-498C-BC1C-55B909D1A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9906" y="2702481"/>
            <a:ext cx="2391918" cy="2850832"/>
          </a:xfrm>
          <a:custGeom xmlns:a="http://schemas.openxmlformats.org/drawingml/2006/main">
            <a:pathLst>
              <a:path w="2391918" h="2850832">
                <a:moveTo>
                  <a:pt x="2357152" y="0"/>
                </a:moveTo>
                <a:lnTo>
                  <a:pt x="2357152" y="928259"/>
                </a:lnTo>
                <a:lnTo>
                  <a:pt x="0" y="928259"/>
                </a:lnTo>
                <a:lnTo>
                  <a:pt x="0" y="2736104"/>
                </a:lnTo>
                <a:lnTo>
                  <a:pt x="2391918" y="2736104"/>
                </a:lnTo>
                <a:lnTo>
                  <a:pt x="2391918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39" name="dp45-comparison / n213 / arrow">
            <a:extLst xmlns:a="http://schemas.openxmlformats.org/drawingml/2006/main">
              <a:ext uri="{FF2B5EF4-FFF2-40B4-BE49-F238E27FC236}">
                <a16:creationId xmlns:a16="http://schemas.microsoft.com/office/drawing/2014/main" id="{33632350-8373-47E5-95A5-002AD2F4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67348" y="550436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0" name="dp45-comparison / n214 / path">
            <a:extLst xmlns:a="http://schemas.openxmlformats.org/drawingml/2006/main">
              <a:ext uri="{FF2B5EF4-FFF2-40B4-BE49-F238E27FC236}">
                <a16:creationId xmlns:a16="http://schemas.microsoft.com/office/drawing/2014/main" id="{6FFD2369-5381-4E08-8F0A-44901499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911078"/>
            <a:ext cx="2948178" cy="2920365"/>
          </a:xfrm>
          <a:custGeom xmlns:a="http://schemas.openxmlformats.org/drawingml/2006/main">
            <a:pathLst>
              <a:path w="2948178" h="2920365">
                <a:moveTo>
                  <a:pt x="0" y="2920365"/>
                </a:moveTo>
                <a:lnTo>
                  <a:pt x="2948178" y="2920365"/>
                </a:lnTo>
                <a:lnTo>
                  <a:pt x="2948178" y="0"/>
                </a:lnTo>
                <a:lnTo>
                  <a:pt x="2885599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1" name="dp45-comparison / n214 / arrow">
            <a:extLst xmlns:a="http://schemas.openxmlformats.org/drawingml/2006/main">
              <a:ext uri="{FF2B5EF4-FFF2-40B4-BE49-F238E27FC236}">
                <a16:creationId xmlns:a16="http://schemas.microsoft.com/office/drawing/2014/main" id="{521E7AFE-3EFC-4A24-8F6A-ED2A1A2E4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77423" y="288660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2" name="dp45-comparison / n215 / path">
            <a:extLst xmlns:a="http://schemas.openxmlformats.org/drawingml/2006/main">
              <a:ext uri="{FF2B5EF4-FFF2-40B4-BE49-F238E27FC236}">
                <a16:creationId xmlns:a16="http://schemas.microsoft.com/office/drawing/2014/main" id="{C41D6EAD-65BD-4595-B870-7258008C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2702481"/>
            <a:ext cx="2948178" cy="2850832"/>
          </a:xfrm>
          <a:custGeom xmlns:a="http://schemas.openxmlformats.org/drawingml/2006/main">
            <a:pathLst>
              <a:path w="2948178" h="2850832">
                <a:moveTo>
                  <a:pt x="2885599" y="0"/>
                </a:moveTo>
                <a:lnTo>
                  <a:pt x="2948178" y="0"/>
                </a:lnTo>
                <a:lnTo>
                  <a:pt x="2948178" y="2850832"/>
                </a:lnTo>
                <a:lnTo>
                  <a:pt x="0" y="2850832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3" name="dp45-comparison / n215 / arrow">
            <a:extLst xmlns:a="http://schemas.openxmlformats.org/drawingml/2006/main">
              <a:ext uri="{FF2B5EF4-FFF2-40B4-BE49-F238E27FC236}">
                <a16:creationId xmlns:a16="http://schemas.microsoft.com/office/drawing/2014/main" id="{1BD761DE-6684-4D28-95C3-DEC36F3DD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1824" y="552883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4" name="dp45-comparison / n218 / path">
            <a:extLst xmlns:a="http://schemas.openxmlformats.org/drawingml/2006/main">
              <a:ext uri="{FF2B5EF4-FFF2-40B4-BE49-F238E27FC236}">
                <a16:creationId xmlns:a16="http://schemas.microsoft.com/office/drawing/2014/main" id="{ED91A2B8-073C-49E0-8F44-2BD6E8D8D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59751"/>
            <a:ext cx="764858" cy="1258538"/>
          </a:xfrm>
          <a:custGeom xmlns:a="http://schemas.openxmlformats.org/drawingml/2006/main">
            <a:pathLst>
              <a:path w="764858" h="1258538">
                <a:moveTo>
                  <a:pt x="0" y="0"/>
                </a:moveTo>
                <a:lnTo>
                  <a:pt x="0" y="1258538"/>
                </a:lnTo>
                <a:lnTo>
                  <a:pt x="764858" y="1258538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5" name="dp45-comparison / n218 / arrow">
            <a:extLst xmlns:a="http://schemas.openxmlformats.org/drawingml/2006/main">
              <a:ext uri="{FF2B5EF4-FFF2-40B4-BE49-F238E27FC236}">
                <a16:creationId xmlns:a16="http://schemas.microsoft.com/office/drawing/2014/main" id="{F55D1D19-FBCF-4C2F-8250-573449E5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19381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6" name="dp45-comparison / n221 / path">
            <a:extLst xmlns:a="http://schemas.openxmlformats.org/drawingml/2006/main">
              <a:ext uri="{FF2B5EF4-FFF2-40B4-BE49-F238E27FC236}">
                <a16:creationId xmlns:a16="http://schemas.microsoft.com/office/drawing/2014/main" id="{E7605753-1AAC-4904-9FAF-B1BE934E0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433840"/>
            <a:ext cx="764858" cy="2482310"/>
          </a:xfrm>
          <a:custGeom xmlns:a="http://schemas.openxmlformats.org/drawingml/2006/main">
            <a:pathLst>
              <a:path w="764858" h="2482310">
                <a:moveTo>
                  <a:pt x="764858" y="0"/>
                </a:moveTo>
                <a:lnTo>
                  <a:pt x="764858" y="2482310"/>
                </a:lnTo>
                <a:lnTo>
                  <a:pt x="0" y="248231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47" name="dp45-comparison / n221 / arrow">
            <a:extLst xmlns:a="http://schemas.openxmlformats.org/drawingml/2006/main">
              <a:ext uri="{FF2B5EF4-FFF2-40B4-BE49-F238E27FC236}">
                <a16:creationId xmlns:a16="http://schemas.microsoft.com/office/drawing/2014/main" id="{9435DC01-7DB3-439D-A42A-47D529F60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891675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48" name="dp45-comparison / n222 / path">
            <a:extLst xmlns:a="http://schemas.openxmlformats.org/drawingml/2006/main">
              <a:ext uri="{FF2B5EF4-FFF2-40B4-BE49-F238E27FC236}">
                <a16:creationId xmlns:a16="http://schemas.microsoft.com/office/drawing/2014/main" id="{098550DD-8465-4660-B0C9-63E20A42E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4266962"/>
            <a:ext cx="764858" cy="2774347"/>
          </a:xfrm>
          <a:custGeom xmlns:a="http://schemas.openxmlformats.org/drawingml/2006/main">
            <a:pathLst>
              <a:path w="764858" h="2774347">
                <a:moveTo>
                  <a:pt x="0" y="2774347"/>
                </a:moveTo>
                <a:lnTo>
                  <a:pt x="0" y="0"/>
                </a:lnTo>
                <a:lnTo>
                  <a:pt x="764858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49" name="dp45-comparison / n222 / arrow">
            <a:extLst xmlns:a="http://schemas.openxmlformats.org/drawingml/2006/main">
              <a:ext uri="{FF2B5EF4-FFF2-40B4-BE49-F238E27FC236}">
                <a16:creationId xmlns:a16="http://schemas.microsoft.com/office/drawing/2014/main" id="{C9C6582B-17D4-475D-8162-5F5439DC4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424248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0" name="dp45-comparison / n225 / path">
            <a:extLst xmlns:a="http://schemas.openxmlformats.org/drawingml/2006/main">
              <a:ext uri="{FF2B5EF4-FFF2-40B4-BE49-F238E27FC236}">
                <a16:creationId xmlns:a16="http://schemas.microsoft.com/office/drawing/2014/main" id="{C0EECB91-AF8A-4880-969F-C9B094DE6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723340"/>
            <a:ext cx="764858" cy="2899505"/>
          </a:xfrm>
          <a:custGeom xmlns:a="http://schemas.openxmlformats.org/drawingml/2006/main">
            <a:pathLst>
              <a:path w="764858" h="2899505">
                <a:moveTo>
                  <a:pt x="0" y="0"/>
                </a:moveTo>
                <a:lnTo>
                  <a:pt x="0" y="2899505"/>
                </a:lnTo>
                <a:lnTo>
                  <a:pt x="764858" y="2899505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1" name="dp45-comparison / n225 / arrow">
            <a:extLst xmlns:a="http://schemas.openxmlformats.org/drawingml/2006/main">
              <a:ext uri="{FF2B5EF4-FFF2-40B4-BE49-F238E27FC236}">
                <a16:creationId xmlns:a16="http://schemas.microsoft.com/office/drawing/2014/main" id="{39680E51-6AA5-4D31-A10C-D566CFDE2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197" y="559837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2" name="dp45-comparison / n226 / path">
            <a:extLst xmlns:a="http://schemas.openxmlformats.org/drawingml/2006/main">
              <a:ext uri="{FF2B5EF4-FFF2-40B4-BE49-F238E27FC236}">
                <a16:creationId xmlns:a16="http://schemas.microsoft.com/office/drawing/2014/main" id="{10AF3402-7477-4852-A285-67BA796C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890218"/>
            <a:ext cx="764858" cy="2871692"/>
          </a:xfrm>
          <a:custGeom xmlns:a="http://schemas.openxmlformats.org/drawingml/2006/main">
            <a:pathLst>
              <a:path w="764858" h="2871692">
                <a:moveTo>
                  <a:pt x="764858" y="2871692"/>
                </a:moveTo>
                <a:lnTo>
                  <a:pt x="0" y="2871692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3" name="dp45-comparison / n226 / arrow">
            <a:extLst xmlns:a="http://schemas.openxmlformats.org/drawingml/2006/main">
              <a:ext uri="{FF2B5EF4-FFF2-40B4-BE49-F238E27FC236}">
                <a16:creationId xmlns:a16="http://schemas.microsoft.com/office/drawing/2014/main" id="{E33DAFD2-0D85-4AAA-B8F1-36F6F38B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8902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4" name="dp45-comparison / n231 / path">
            <a:extLst xmlns:a="http://schemas.openxmlformats.org/drawingml/2006/main">
              <a:ext uri="{FF2B5EF4-FFF2-40B4-BE49-F238E27FC236}">
                <a16:creationId xmlns:a16="http://schemas.microsoft.com/office/drawing/2014/main" id="{BBB895FC-D6C7-4BCF-AC04-16EB3CBD8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9315" y="2744200"/>
            <a:ext cx="953" cy="3042047"/>
          </a:xfrm>
          <a:custGeom xmlns:a="http://schemas.openxmlformats.org/drawingml/2006/main">
            <a:pathLst>
              <a:path w="953" h="3042047">
                <a:moveTo>
                  <a:pt x="0" y="0"/>
                </a:moveTo>
                <a:lnTo>
                  <a:pt x="0" y="3042047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5" name="dp45-comparison / n231 / arrow">
            <a:extLst xmlns:a="http://schemas.openxmlformats.org/drawingml/2006/main">
              <a:ext uri="{FF2B5EF4-FFF2-40B4-BE49-F238E27FC236}">
                <a16:creationId xmlns:a16="http://schemas.microsoft.com/office/drawing/2014/main" id="{B045F02B-0809-4689-A50A-DFD6FC1F8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840" y="5737296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6" name="dp45-comparison / n232 / path">
            <a:extLst xmlns:a="http://schemas.openxmlformats.org/drawingml/2006/main">
              <a:ext uri="{FF2B5EF4-FFF2-40B4-BE49-F238E27FC236}">
                <a16:creationId xmlns:a16="http://schemas.microsoft.com/office/drawing/2014/main" id="{8348F26E-05B9-4AC2-A488-EF60B1234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2973657"/>
            <a:ext cx="953" cy="2958608"/>
          </a:xfrm>
          <a:custGeom xmlns:a="http://schemas.openxmlformats.org/drawingml/2006/main">
            <a:pathLst>
              <a:path w="953" h="2958608">
                <a:moveTo>
                  <a:pt x="0" y="295860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57" name="dp45-comparison / n232 / arrow">
            <a:extLst xmlns:a="http://schemas.openxmlformats.org/drawingml/2006/main">
              <a:ext uri="{FF2B5EF4-FFF2-40B4-BE49-F238E27FC236}">
                <a16:creationId xmlns:a16="http://schemas.microsoft.com/office/drawing/2014/main" id="{005C51E6-CFE3-4C42-839C-325407DE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0815" y="2973657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58" name="dp45-comparison / n235 / path">
            <a:extLst xmlns:a="http://schemas.openxmlformats.org/drawingml/2006/main">
              <a:ext uri="{FF2B5EF4-FFF2-40B4-BE49-F238E27FC236}">
                <a16:creationId xmlns:a16="http://schemas.microsoft.com/office/drawing/2014/main" id="{6EFA27CA-91EF-4B19-AB8B-0E349A1F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2615565"/>
            <a:ext cx="5597366" cy="953"/>
          </a:xfrm>
          <a:custGeom xmlns:a="http://schemas.openxmlformats.org/drawingml/2006/main">
            <a:pathLst>
              <a:path w="5597366" h="953">
                <a:moveTo>
                  <a:pt x="0" y="0"/>
                </a:moveTo>
                <a:lnTo>
                  <a:pt x="5597366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59" name="dp45-comparison / n235 / arrow">
            <a:extLst xmlns:a="http://schemas.openxmlformats.org/drawingml/2006/main">
              <a:ext uri="{FF2B5EF4-FFF2-40B4-BE49-F238E27FC236}">
                <a16:creationId xmlns:a16="http://schemas.microsoft.com/office/drawing/2014/main" id="{A22763AB-BA77-4765-8556-E1F85678E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50718" y="259109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0" name="dp45-comparison / n238 / path">
            <a:extLst xmlns:a="http://schemas.openxmlformats.org/drawingml/2006/main">
              <a:ext uri="{FF2B5EF4-FFF2-40B4-BE49-F238E27FC236}">
                <a16:creationId xmlns:a16="http://schemas.microsoft.com/office/drawing/2014/main" id="{EBED1D02-7288-4655-9C33-50535A7B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4173" y="2997994"/>
            <a:ext cx="5145405" cy="3302794"/>
          </a:xfrm>
          <a:custGeom xmlns:a="http://schemas.openxmlformats.org/drawingml/2006/main">
            <a:pathLst>
              <a:path w="5145405" h="3302794">
                <a:moveTo>
                  <a:pt x="0" y="0"/>
                </a:moveTo>
                <a:lnTo>
                  <a:pt x="1675733" y="0"/>
                </a:lnTo>
                <a:lnTo>
                  <a:pt x="1675733" y="3302794"/>
                </a:lnTo>
                <a:lnTo>
                  <a:pt x="5145405" y="330279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1" name="dp45-comparison / n238 / arrow">
            <a:extLst xmlns:a="http://schemas.openxmlformats.org/drawingml/2006/main">
              <a:ext uri="{FF2B5EF4-FFF2-40B4-BE49-F238E27FC236}">
                <a16:creationId xmlns:a16="http://schemas.microsoft.com/office/drawing/2014/main" id="{BCC40D8F-BA7D-4BA8-B6B5-87F321F4E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0627" y="6276312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2" name="dp45-comparison / n239 / path">
            <a:extLst xmlns:a="http://schemas.openxmlformats.org/drawingml/2006/main">
              <a:ext uri="{FF2B5EF4-FFF2-40B4-BE49-F238E27FC236}">
                <a16:creationId xmlns:a16="http://schemas.microsoft.com/office/drawing/2014/main" id="{30C64C9F-509C-42F3-9238-CCD6B19ED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97994"/>
            <a:ext cx="4971574" cy="3386233"/>
          </a:xfrm>
          <a:custGeom xmlns:a="http://schemas.openxmlformats.org/drawingml/2006/main">
            <a:pathLst>
              <a:path w="4971574" h="3386233">
                <a:moveTo>
                  <a:pt x="4971574" y="3386233"/>
                </a:moveTo>
                <a:lnTo>
                  <a:pt x="1209865" y="3386233"/>
                </a:lnTo>
                <a:lnTo>
                  <a:pt x="1209865" y="0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3" name="dp45-comparison / n239 / arrow">
            <a:extLst xmlns:a="http://schemas.openxmlformats.org/drawingml/2006/main">
              <a:ext uri="{FF2B5EF4-FFF2-40B4-BE49-F238E27FC236}">
                <a16:creationId xmlns:a16="http://schemas.microsoft.com/office/drawing/2014/main" id="{192637AC-B89C-4AD8-B80D-F47A68D9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98004" y="297351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4" name="dp45-comparison / n242 / path">
            <a:extLst xmlns:a="http://schemas.openxmlformats.org/drawingml/2006/main">
              <a:ext uri="{FF2B5EF4-FFF2-40B4-BE49-F238E27FC236}">
                <a16:creationId xmlns:a16="http://schemas.microsoft.com/office/drawing/2014/main" id="{FD1FDB9A-48A8-489A-BEA1-714DD7F0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2303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0"/>
                </a:moveTo>
                <a:lnTo>
                  <a:pt x="0" y="799624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5" name="dp45-comparison / n242 / arrow">
            <a:extLst xmlns:a="http://schemas.openxmlformats.org/drawingml/2006/main">
              <a:ext uri="{FF2B5EF4-FFF2-40B4-BE49-F238E27FC236}">
                <a16:creationId xmlns:a16="http://schemas.microsoft.com/office/drawing/2014/main" id="{AD88E96A-01EF-4ECE-8FF7-F0ADEE3D2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7827" y="6773330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0"/>
                </a:moveTo>
                <a:lnTo>
                  <a:pt x="24475" y="48951"/>
                </a:lnTo>
                <a:lnTo>
                  <a:pt x="48951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6" name="dp45-comparison / n243 / path">
            <a:extLst xmlns:a="http://schemas.openxmlformats.org/drawingml/2006/main">
              <a:ext uri="{FF2B5EF4-FFF2-40B4-BE49-F238E27FC236}">
                <a16:creationId xmlns:a16="http://schemas.microsoft.com/office/drawing/2014/main" id="{1731BB52-EFBA-43A4-992B-E7CC99AFA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6134" y="6022658"/>
            <a:ext cx="953" cy="799624"/>
          </a:xfrm>
          <a:custGeom xmlns:a="http://schemas.openxmlformats.org/drawingml/2006/main">
            <a:pathLst>
              <a:path w="953" h="799624">
                <a:moveTo>
                  <a:pt x="0" y="79962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67" name="dp45-comparison / n243 / arrow">
            <a:extLst xmlns:a="http://schemas.openxmlformats.org/drawingml/2006/main">
              <a:ext uri="{FF2B5EF4-FFF2-40B4-BE49-F238E27FC236}">
                <a16:creationId xmlns:a16="http://schemas.microsoft.com/office/drawing/2014/main" id="{41E3A37A-6371-4CC2-BC7B-419098AE3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1658" y="6022658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48951"/>
                </a:moveTo>
                <a:lnTo>
                  <a:pt x="24475" y="0"/>
                </a:lnTo>
                <a:lnTo>
                  <a:pt x="0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68" name="dp45-comparison / n244 / path">
            <a:extLst xmlns:a="http://schemas.openxmlformats.org/drawingml/2006/main">
              <a:ext uri="{FF2B5EF4-FFF2-40B4-BE49-F238E27FC236}">
                <a16:creationId xmlns:a16="http://schemas.microsoft.com/office/drawing/2014/main" id="{96CB7147-75B3-4ECD-A7AC-45DC2DC5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6978729"/>
            <a:ext cx="834390" cy="953"/>
          </a:xfrm>
          <a:custGeom xmlns:a="http://schemas.openxmlformats.org/drawingml/2006/main">
            <a:pathLst>
              <a:path w="834390" h="953">
                <a:moveTo>
                  <a:pt x="0" y="0"/>
                </a:moveTo>
                <a:lnTo>
                  <a:pt x="83439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solid"/>
          </a:ln>
        </p:spPr>
      </p:sp>
      <p:sp>
        <p:nvSpPr>
          <p:cNvPr id="269" name="dp45-comparison / n244 / arrow">
            <a:extLst xmlns:a="http://schemas.openxmlformats.org/drawingml/2006/main">
              <a:ext uri="{FF2B5EF4-FFF2-40B4-BE49-F238E27FC236}">
                <a16:creationId xmlns:a16="http://schemas.microsoft.com/office/drawing/2014/main" id="{4E0B682C-09B4-49A8-9C26-DD75F9869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0729" y="6954254"/>
            <a:ext cx="48951" cy="48951"/>
          </a:xfrm>
          <a:custGeom xmlns:a="http://schemas.openxmlformats.org/drawingml/2006/main">
            <a:pathLst>
              <a:path w="48951" h="48951">
                <a:moveTo>
                  <a:pt x="0" y="48951"/>
                </a:moveTo>
                <a:lnTo>
                  <a:pt x="48951" y="24475"/>
                </a:ln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0" name="dp45-comparison / n245 / path">
            <a:extLst xmlns:a="http://schemas.openxmlformats.org/drawingml/2006/main">
              <a:ext uri="{FF2B5EF4-FFF2-40B4-BE49-F238E27FC236}">
                <a16:creationId xmlns:a16="http://schemas.microsoft.com/office/drawing/2014/main" id="{978FAA39-80CE-4B71-9263-8AC1C8C50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62168"/>
            <a:ext cx="834390" cy="953"/>
          </a:xfrm>
          <a:custGeom xmlns:a="http://schemas.openxmlformats.org/drawingml/2006/main">
            <a:pathLst>
              <a:path w="834390" h="953">
                <a:moveTo>
                  <a:pt x="83439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7649">
            <a:solidFill>
              <a:srgbClr val="000000"/>
            </a:solidFill>
            <a:prstDash val="dash"/>
          </a:ln>
        </p:spPr>
      </p:sp>
      <p:sp>
        <p:nvSpPr>
          <p:cNvPr id="271" name="dp45-comparison / n245 / arrow">
            <a:extLst xmlns:a="http://schemas.openxmlformats.org/drawingml/2006/main">
              <a:ext uri="{FF2B5EF4-FFF2-40B4-BE49-F238E27FC236}">
                <a16:creationId xmlns:a16="http://schemas.microsoft.com/office/drawing/2014/main" id="{634A28AB-DA13-4869-BD64-3961A740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45290" y="7037693"/>
            <a:ext cx="48951" cy="48951"/>
          </a:xfrm>
          <a:custGeom xmlns:a="http://schemas.openxmlformats.org/drawingml/2006/main">
            <a:pathLst>
              <a:path w="48951" h="48951">
                <a:moveTo>
                  <a:pt x="48951" y="0"/>
                </a:moveTo>
                <a:lnTo>
                  <a:pt x="0" y="24475"/>
                </a:lnTo>
                <a:lnTo>
                  <a:pt x="48951" y="48951"/>
                </a:lnTo>
              </a:path>
            </a:pathLst>
          </a:custGeom>
          <a:noFill xmlns:a="http://schemas.openxmlformats.org/drawingml/2006/main"/>
          <a:ln xmlns:a="http://schemas.openxmlformats.org/drawingml/2006/main" w="9790">
            <a:solidFill>
              <a:srgbClr val="000000"/>
            </a:solidFill>
            <a:prstDash val="solid"/>
          </a:ln>
        </p:spPr>
      </p:sp>
      <p:sp>
        <p:nvSpPr>
          <p:cNvPr id="272" name="dp45-comparison / n162">
            <a:extLst xmlns:a="http://schemas.openxmlformats.org/drawingml/2006/main">
              <a:ext uri="{FF2B5EF4-FFF2-40B4-BE49-F238E27FC236}">
                <a16:creationId xmlns:a16="http://schemas.microsoft.com/office/drawing/2014/main" id="{1D6461EA-905E-4F99-BA53-DDF2E3EC7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039713"/>
            <a:ext cx="1432091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dp45-comparison / n163 / text 1">
            <a:extLst xmlns:a="http://schemas.openxmlformats.org/drawingml/2006/main">
              <a:ext uri="{FF2B5EF4-FFF2-40B4-BE49-F238E27FC236}">
                <a16:creationId xmlns:a16="http://schemas.microsoft.com/office/drawing/2014/main" id="{F9AAE561-A8F2-4921-8407-FCBA4E3D3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046667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C20: 입력 / 확정 정정</a:t>
            </a:r>
          </a:p>
        </p:txBody>
      </p:sp>
      <p:sp>
        <p:nvSpPr>
          <p:cNvPr id="274" name="dp45-comparison / n163 / text 2">
            <a:extLst xmlns:a="http://schemas.openxmlformats.org/drawingml/2006/main">
              <a:ext uri="{FF2B5EF4-FFF2-40B4-BE49-F238E27FC236}">
                <a16:creationId xmlns:a16="http://schemas.microsoft.com/office/drawing/2014/main" id="{E9F6E2C9-7D29-4EBA-A484-3AE527FCD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211876"/>
            <a:ext cx="208597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C23/R23: 현재 요청</a:t>
            </a:r>
          </a:p>
        </p:txBody>
      </p:sp>
      <p:sp>
        <p:nvSpPr>
          <p:cNvPr id="275" name="dp45-comparison / n164">
            <a:extLst xmlns:a="http://schemas.openxmlformats.org/drawingml/2006/main">
              <a:ext uri="{FF2B5EF4-FFF2-40B4-BE49-F238E27FC236}">
                <a16:creationId xmlns:a16="http://schemas.microsoft.com/office/drawing/2014/main" id="{B50B8062-FE9F-4CE8-BBD9-B7B9C4C6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31007" y="3039713"/>
            <a:ext cx="1286908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dp45-comparison / n165 / text 1">
            <a:extLst xmlns:a="http://schemas.openxmlformats.org/drawingml/2006/main">
              <a:ext uri="{FF2B5EF4-FFF2-40B4-BE49-F238E27FC236}">
                <a16:creationId xmlns:a16="http://schemas.microsoft.com/office/drawing/2014/main" id="{9745462D-DFFE-4FE9-A5CA-BB3FEA603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046667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E20: 설명 원본</a:t>
            </a:r>
          </a:p>
        </p:txBody>
      </p:sp>
      <p:sp>
        <p:nvSpPr>
          <p:cNvPr id="277" name="dp45-comparison / n165 / text 2">
            <a:extLst xmlns:a="http://schemas.openxmlformats.org/drawingml/2006/main">
              <a:ext uri="{FF2B5EF4-FFF2-40B4-BE49-F238E27FC236}">
                <a16:creationId xmlns:a16="http://schemas.microsoft.com/office/drawing/2014/main" id="{9C6DD379-D156-4A1A-9792-EF0690276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44914" y="3211876"/>
            <a:ext cx="1946910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P20: 실제 전달 구간</a:t>
            </a:r>
          </a:p>
        </p:txBody>
      </p:sp>
      <p:sp>
        <p:nvSpPr>
          <p:cNvPr id="278" name="dp45-comparison / n166">
            <a:extLst xmlns:a="http://schemas.openxmlformats.org/drawingml/2006/main">
              <a:ext uri="{FF2B5EF4-FFF2-40B4-BE49-F238E27FC236}">
                <a16:creationId xmlns:a16="http://schemas.microsoft.com/office/drawing/2014/main" id="{3F31998A-8F5E-409B-A3BB-70B26F643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42775" y="3039713"/>
            <a:ext cx="1189284" cy="3512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dp45-comparison / n167 / text 1">
            <a:extLst xmlns:a="http://schemas.openxmlformats.org/drawingml/2006/main">
              <a:ext uri="{FF2B5EF4-FFF2-40B4-BE49-F238E27FC236}">
                <a16:creationId xmlns:a16="http://schemas.microsoft.com/office/drawing/2014/main" id="{77B9B660-8B73-4F5A-87A9-619FC97F9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046667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C21/T21 → D21@v2</a:t>
            </a:r>
          </a:p>
        </p:txBody>
      </p:sp>
      <p:sp>
        <p:nvSpPr>
          <p:cNvPr id="280" name="dp45-comparison / n167 / text 2">
            <a:extLst xmlns:a="http://schemas.openxmlformats.org/drawingml/2006/main">
              <a:ext uri="{FF2B5EF4-FFF2-40B4-BE49-F238E27FC236}">
                <a16:creationId xmlns:a16="http://schemas.microsoft.com/office/drawing/2014/main" id="{78EC9A09-70A7-4B87-A4CC-0E5D253E4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56681" y="3211876"/>
            <a:ext cx="2155508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C22/T22 → D22@v1</a:t>
            </a:r>
          </a:p>
        </p:txBody>
      </p:sp>
      <p:sp>
        <p:nvSpPr>
          <p:cNvPr id="281" name="dp45-comparison / n168">
            <a:extLst xmlns:a="http://schemas.openxmlformats.org/drawingml/2006/main">
              <a:ext uri="{FF2B5EF4-FFF2-40B4-BE49-F238E27FC236}">
                <a16:creationId xmlns:a16="http://schemas.microsoft.com/office/drawing/2014/main" id="{47C07285-3AF1-4FF2-AFAE-19F329021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55671" y="5827967"/>
            <a:ext cx="164235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dp45-comparison / n169 / text 1">
            <a:extLst xmlns:a="http://schemas.openxmlformats.org/drawingml/2006/main">
              <a:ext uri="{FF2B5EF4-FFF2-40B4-BE49-F238E27FC236}">
                <a16:creationId xmlns:a16="http://schemas.microsoft.com/office/drawing/2014/main" id="{21FB62D2-F12C-4D71-8350-71F11D090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834920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명시 저장 / 삭제만</a:t>
            </a:r>
          </a:p>
        </p:txBody>
      </p:sp>
      <p:sp>
        <p:nvSpPr>
          <p:cNvPr id="283" name="dp45-comparison / n169 / text 2">
            <a:extLst xmlns:a="http://schemas.openxmlformats.org/drawingml/2006/main">
              <a:ext uri="{FF2B5EF4-FFF2-40B4-BE49-F238E27FC236}">
                <a16:creationId xmlns:a16="http://schemas.microsoft.com/office/drawing/2014/main" id="{88BDDD8C-FEF1-4930-A8FF-BD02919DF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69578" y="5972594"/>
            <a:ext cx="172440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관리, 자동 선호 추출 금지</a:t>
            </a:r>
          </a:p>
        </p:txBody>
      </p:sp>
      <p:sp>
        <p:nvSpPr>
          <p:cNvPr id="284" name="dp45-comparison / n176">
            <a:extLst xmlns:a="http://schemas.openxmlformats.org/drawingml/2006/main">
              <a:ext uri="{FF2B5EF4-FFF2-40B4-BE49-F238E27FC236}">
                <a16:creationId xmlns:a16="http://schemas.microsoft.com/office/drawing/2014/main" id="{22D5CE16-0971-4A4D-8CDC-4DE513919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3619" y="3755898"/>
            <a:ext cx="1069132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dp45-comparison / n177 / text 1">
            <a:extLst xmlns:a="http://schemas.openxmlformats.org/drawingml/2006/main">
              <a:ext uri="{FF2B5EF4-FFF2-40B4-BE49-F238E27FC236}">
                <a16:creationId xmlns:a16="http://schemas.microsoft.com/office/drawing/2014/main" id="{1260A6FB-D9A1-4388-B051-C6016BF0B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87525" y="3762851"/>
            <a:ext cx="2920365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생산 / 갱신 경로</a:t>
            </a:r>
          </a:p>
        </p:txBody>
      </p:sp>
      <p:sp>
        <p:nvSpPr>
          <p:cNvPr id="286" name="dp45-comparison / n178">
            <a:extLst xmlns:a="http://schemas.openxmlformats.org/drawingml/2006/main">
              <a:ext uri="{FF2B5EF4-FFF2-40B4-BE49-F238E27FC236}">
                <a16:creationId xmlns:a16="http://schemas.microsoft.com/office/drawing/2014/main" id="{60C59963-312E-4225-8D8C-730FD02A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16982" y="5320379"/>
            <a:ext cx="1121698" cy="18606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dp45-comparison / n179 / text 1">
            <a:extLst xmlns:a="http://schemas.openxmlformats.org/drawingml/2006/main">
              <a:ext uri="{FF2B5EF4-FFF2-40B4-BE49-F238E27FC236}">
                <a16:creationId xmlns:a16="http://schemas.microsoft.com/office/drawing/2014/main" id="{6F451DB0-644E-40A3-B457-61629B614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30889" y="5327333"/>
            <a:ext cx="2572702" cy="18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86" b="1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요청 시 조회 경로</a:t>
            </a:r>
          </a:p>
        </p:txBody>
      </p:sp>
      <p:sp>
        <p:nvSpPr>
          <p:cNvPr id="288" name="dp45-comparison / n189">
            <a:extLst xmlns:a="http://schemas.openxmlformats.org/drawingml/2006/main">
              <a:ext uri="{FF2B5EF4-FFF2-40B4-BE49-F238E27FC236}">
                <a16:creationId xmlns:a16="http://schemas.microsoft.com/office/drawing/2014/main" id="{EE245489-B7F3-495E-B500-232412072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3345" y="3477768"/>
            <a:ext cx="3808156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dp45-comparison / n190 / text 1">
            <a:extLst xmlns:a="http://schemas.openxmlformats.org/drawingml/2006/main">
              <a:ext uri="{FF2B5EF4-FFF2-40B4-BE49-F238E27FC236}">
                <a16:creationId xmlns:a16="http://schemas.microsoft.com/office/drawing/2014/main" id="{7D12FE68-2C97-486A-868C-264313794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97251" y="348472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1 확정 변경 ID / revision 알림 / 2 범위 읽기 ↔ 본문 / 참조 반환</a:t>
            </a:r>
          </a:p>
        </p:txBody>
      </p:sp>
      <p:sp>
        <p:nvSpPr>
          <p:cNvPr id="290" name="dp45-comparison / n192">
            <a:extLst xmlns:a="http://schemas.openxmlformats.org/drawingml/2006/main">
              <a:ext uri="{FF2B5EF4-FFF2-40B4-BE49-F238E27FC236}">
                <a16:creationId xmlns:a16="http://schemas.microsoft.com/office/drawing/2014/main" id="{A2794AEB-C870-4BF8-8EB6-960205EB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006215"/>
            <a:ext cx="1785595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dp45-comparison / n193 / text 1">
            <a:extLst xmlns:a="http://schemas.openxmlformats.org/drawingml/2006/main">
              <a:ext uri="{FF2B5EF4-FFF2-40B4-BE49-F238E27FC236}">
                <a16:creationId xmlns:a16="http://schemas.microsoft.com/office/drawing/2014/main" id="{879EE4CF-3420-43FF-9E3A-5F9C0443F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013168"/>
            <a:ext cx="2816066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4 출처 / 권한 / 지원 종류 검사</a:t>
            </a:r>
          </a:p>
        </p:txBody>
      </p:sp>
      <p:sp>
        <p:nvSpPr>
          <p:cNvPr id="292" name="dp45-comparison / n194">
            <a:extLst xmlns:a="http://schemas.openxmlformats.org/drawingml/2006/main">
              <a:ext uri="{FF2B5EF4-FFF2-40B4-BE49-F238E27FC236}">
                <a16:creationId xmlns:a16="http://schemas.microsoft.com/office/drawing/2014/main" id="{096B3899-C992-410C-863B-32B59DC55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47450" y="4673727"/>
            <a:ext cx="2082498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dp45-comparison / n195 / text 1">
            <a:extLst xmlns:a="http://schemas.openxmlformats.org/drawingml/2006/main">
              <a:ext uri="{FF2B5EF4-FFF2-40B4-BE49-F238E27FC236}">
                <a16:creationId xmlns:a16="http://schemas.microsoft.com/office/drawing/2014/main" id="{2D4F2E78-799E-498E-896A-2E959B980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680680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관계 + coverage 함께 게시</a:t>
            </a:r>
          </a:p>
        </p:txBody>
      </p:sp>
      <p:sp>
        <p:nvSpPr>
          <p:cNvPr id="294" name="dp45-comparison / n195 / text 2">
            <a:extLst xmlns:a="http://schemas.openxmlformats.org/drawingml/2006/main">
              <a:ext uri="{FF2B5EF4-FFF2-40B4-BE49-F238E27FC236}">
                <a16:creationId xmlns:a16="http://schemas.microsoft.com/office/drawing/2014/main" id="{B805C48B-E806-45AC-B0D0-C652B35F5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1356" y="4818355"/>
            <a:ext cx="2816066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지속 관리 파생물 / 전역 snapshot 아님</a:t>
            </a:r>
          </a:p>
        </p:txBody>
      </p:sp>
      <p:sp>
        <p:nvSpPr>
          <p:cNvPr id="295" name="dp45-comparison / n196">
            <a:extLst xmlns:a="http://schemas.openxmlformats.org/drawingml/2006/main">
              <a:ext uri="{FF2B5EF4-FFF2-40B4-BE49-F238E27FC236}">
                <a16:creationId xmlns:a16="http://schemas.microsoft.com/office/drawing/2014/main" id="{27570C70-422E-42AF-A418-10C9BA5F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000530"/>
            <a:ext cx="3405424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dp45-comparison / n197 / text 1">
            <a:extLst xmlns:a="http://schemas.openxmlformats.org/drawingml/2006/main">
              <a:ext uri="{FF2B5EF4-FFF2-40B4-BE49-F238E27FC236}">
                <a16:creationId xmlns:a16="http://schemas.microsoft.com/office/drawing/2014/main" id="{60753E1E-BEDB-4B40-A99A-FA066967D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007483"/>
            <a:ext cx="4832509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P20 → E20 실제 전달 위치 / T21 → D21@v2 / T22 → D22@v1</a:t>
            </a:r>
          </a:p>
        </p:txBody>
      </p:sp>
      <p:sp>
        <p:nvSpPr>
          <p:cNvPr id="297" name="dp45-comparison / n198">
            <a:extLst xmlns:a="http://schemas.openxmlformats.org/drawingml/2006/main">
              <a:ext uri="{FF2B5EF4-FFF2-40B4-BE49-F238E27FC236}">
                <a16:creationId xmlns:a16="http://schemas.microsoft.com/office/drawing/2014/main" id="{BD2E351A-A4D4-42F2-A03C-047C0807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6241" y="5174361"/>
            <a:ext cx="3832631" cy="15853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dp45-comparison / n199 / text 1">
            <a:extLst xmlns:a="http://schemas.openxmlformats.org/drawingml/2006/main">
              <a:ext uri="{FF2B5EF4-FFF2-40B4-BE49-F238E27FC236}">
                <a16:creationId xmlns:a16="http://schemas.microsoft.com/office/drawing/2014/main" id="{2399CA4D-876F-43CF-B704-6ECCD449B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610148" y="5181314"/>
            <a:ext cx="4832509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source/revision/구간 / 명시/derived / coverage / producer/schema</a:t>
            </a:r>
          </a:p>
        </p:txBody>
      </p:sp>
      <p:sp>
        <p:nvSpPr>
          <p:cNvPr id="299" name="dp45-comparison / n202">
            <a:extLst xmlns:a="http://schemas.openxmlformats.org/drawingml/2006/main">
              <a:ext uri="{FF2B5EF4-FFF2-40B4-BE49-F238E27FC236}">
                <a16:creationId xmlns:a16="http://schemas.microsoft.com/office/drawing/2014/main" id="{8981F403-42B5-4337-BA20-59FF57708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310" y="5584603"/>
            <a:ext cx="2132701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dp45-comparison / n203 / text 1">
            <a:extLst xmlns:a="http://schemas.openxmlformats.org/drawingml/2006/main">
              <a:ext uri="{FF2B5EF4-FFF2-40B4-BE49-F238E27FC236}">
                <a16:creationId xmlns:a16="http://schemas.microsoft.com/office/drawing/2014/main" id="{478F1AFB-689B-473A-B5D2-76FD2E84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5591556"/>
            <a:ext cx="2746534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6 게시된 후보 / locator / coverage</a:t>
            </a:r>
          </a:p>
        </p:txBody>
      </p:sp>
      <p:sp>
        <p:nvSpPr>
          <p:cNvPr id="301" name="dp45-comparison / n206">
            <a:extLst xmlns:a="http://schemas.openxmlformats.org/drawingml/2006/main">
              <a:ext uri="{FF2B5EF4-FFF2-40B4-BE49-F238E27FC236}">
                <a16:creationId xmlns:a16="http://schemas.microsoft.com/office/drawing/2014/main" id="{E194CBBF-6E39-49B6-8892-82F2BAA5A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680680"/>
            <a:ext cx="1264101" cy="5348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dp45-comparison / n207 / text 1">
            <a:extLst xmlns:a="http://schemas.openxmlformats.org/drawingml/2006/main">
              <a:ext uri="{FF2B5EF4-FFF2-40B4-BE49-F238E27FC236}">
                <a16:creationId xmlns:a16="http://schemas.microsoft.com/office/drawing/2014/main" id="{8CA8E178-54A3-4931-8DC4-5606784BA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687634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NOT_COVERED / 파생 오류</a:t>
            </a:r>
          </a:p>
        </p:txBody>
      </p:sp>
      <p:sp>
        <p:nvSpPr>
          <p:cNvPr id="303" name="dp45-comparison / n207 / text 2">
            <a:extLst xmlns:a="http://schemas.openxmlformats.org/drawingml/2006/main">
              <a:ext uri="{FF2B5EF4-FFF2-40B4-BE49-F238E27FC236}">
                <a16:creationId xmlns:a16="http://schemas.microsoft.com/office/drawing/2014/main" id="{F63549B7-030D-4E33-870D-AA29756BC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816130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→ 생산 / 재검증 요청</a:t>
            </a:r>
          </a:p>
        </p:txBody>
      </p:sp>
      <p:sp>
        <p:nvSpPr>
          <p:cNvPr id="304" name="dp45-comparison / n207 / text 3">
            <a:extLst xmlns:a="http://schemas.openxmlformats.org/drawingml/2006/main">
              <a:ext uri="{FF2B5EF4-FFF2-40B4-BE49-F238E27FC236}">
                <a16:creationId xmlns:a16="http://schemas.microsoft.com/office/drawing/2014/main" id="{42749B27-02DE-42CD-A2DC-0DEC5F384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944626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게시 revision / 상태</a:t>
            </a:r>
          </a:p>
        </p:txBody>
      </p:sp>
      <p:sp>
        <p:nvSpPr>
          <p:cNvPr id="305" name="dp45-comparison / n207 / text 4">
            <a:extLst xmlns:a="http://schemas.openxmlformats.org/drawingml/2006/main">
              <a:ext uri="{FF2B5EF4-FFF2-40B4-BE49-F238E27FC236}">
                <a16:creationId xmlns:a16="http://schemas.microsoft.com/office/drawing/2014/main" id="{02E07C4F-0C7A-4EA5-9C42-AAA08130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073122"/>
            <a:ext cx="2468404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게시 확인 뒤 6 재조회</a:t>
            </a:r>
          </a:p>
        </p:txBody>
      </p:sp>
      <p:sp>
        <p:nvSpPr>
          <p:cNvPr id="306" name="dp45-comparison / n208">
            <a:extLst xmlns:a="http://schemas.openxmlformats.org/drawingml/2006/main">
              <a:ext uri="{FF2B5EF4-FFF2-40B4-BE49-F238E27FC236}">
                <a16:creationId xmlns:a16="http://schemas.microsoft.com/office/drawing/2014/main" id="{18AEF2BE-EEDB-4AD3-A543-C9AD33122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61475" y="5960078"/>
            <a:ext cx="2084584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dp45-comparison / n209 / text 1">
            <a:extLst xmlns:a="http://schemas.openxmlformats.org/drawingml/2006/main">
              <a:ext uri="{FF2B5EF4-FFF2-40B4-BE49-F238E27FC236}">
                <a16:creationId xmlns:a16="http://schemas.microsoft.com/office/drawing/2014/main" id="{8C856E85-DCE3-4A6F-A299-64506DFB3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5967032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UNSUPPORTED_RELATION ≠ NOT_COVERED</a:t>
            </a:r>
          </a:p>
        </p:txBody>
      </p:sp>
      <p:sp>
        <p:nvSpPr>
          <p:cNvPr id="308" name="dp45-comparison / n209 / text 2">
            <a:extLst xmlns:a="http://schemas.openxmlformats.org/drawingml/2006/main">
              <a:ext uri="{FF2B5EF4-FFF2-40B4-BE49-F238E27FC236}">
                <a16:creationId xmlns:a16="http://schemas.microsoft.com/office/drawing/2014/main" id="{D8960F9D-1F1E-4F8A-82E0-103559647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5381" y="6104706"/>
            <a:ext cx="3024664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NO_MATCH ≠ DENIED / UNAVAILABLE</a:t>
            </a:r>
          </a:p>
        </p:txBody>
      </p:sp>
      <p:sp>
        <p:nvSpPr>
          <p:cNvPr id="309" name="dp45-comparison / n216">
            <a:extLst xmlns:a="http://schemas.openxmlformats.org/drawingml/2006/main">
              <a:ext uri="{FF2B5EF4-FFF2-40B4-BE49-F238E27FC236}">
                <a16:creationId xmlns:a16="http://schemas.microsoft.com/office/drawing/2014/main" id="{AE299585-7B70-4083-B35A-AEB94D862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82216" y="6530245"/>
            <a:ext cx="2324471" cy="2962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dp45-comparison / n217 / text 1">
            <a:extLst xmlns:a="http://schemas.openxmlformats.org/drawingml/2006/main">
              <a:ext uri="{FF2B5EF4-FFF2-40B4-BE49-F238E27FC236}">
                <a16:creationId xmlns:a16="http://schemas.microsoft.com/office/drawing/2014/main" id="{456F9A76-735F-450F-B110-A72BC982D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537198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metadata / 인용 / 충돌 원문 확인</a:t>
            </a:r>
          </a:p>
        </p:txBody>
      </p:sp>
      <p:sp>
        <p:nvSpPr>
          <p:cNvPr id="311" name="dp45-comparison / n217 / text 2">
            <a:extLst xmlns:a="http://schemas.openxmlformats.org/drawingml/2006/main">
              <a:ext uri="{FF2B5EF4-FFF2-40B4-BE49-F238E27FC236}">
                <a16:creationId xmlns:a16="http://schemas.microsoft.com/office/drawing/2014/main" id="{66E5FC84-6CE6-4515-9929-119A4504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96123" y="6674872"/>
            <a:ext cx="2711768" cy="1512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2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삭제 / 철회 즉시 fence / 옛 job 게시 금지</a:t>
            </a:r>
          </a:p>
        </p:txBody>
      </p:sp>
      <p:sp>
        <p:nvSpPr>
          <p:cNvPr id="312" name="dp45-comparison / n219">
            <a:extLst xmlns:a="http://schemas.openxmlformats.org/drawingml/2006/main">
              <a:ext uri="{FF2B5EF4-FFF2-40B4-BE49-F238E27FC236}">
                <a16:creationId xmlns:a16="http://schemas.microsoft.com/office/drawing/2014/main" id="{2D830493-A880-4CA9-A186-158B6D409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236940"/>
            <a:ext cx="2047176" cy="14017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dp45-comparison / n220 / text 1">
            <a:extLst xmlns:a="http://schemas.openxmlformats.org/drawingml/2006/main">
              <a:ext uri="{FF2B5EF4-FFF2-40B4-BE49-F238E27FC236}">
                <a16:creationId xmlns:a16="http://schemas.microsoft.com/office/drawing/2014/main" id="{E25B3B45-1998-4C7F-B2B4-85D0FA4F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243894"/>
            <a:ext cx="2468404" cy="1310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12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EvidenceDispute → 해당 버전 차단 / 재검증</a:t>
            </a:r>
          </a:p>
        </p:txBody>
      </p:sp>
      <p:sp>
        <p:nvSpPr>
          <p:cNvPr id="314" name="dp45-comparison / n223">
            <a:extLst xmlns:a="http://schemas.openxmlformats.org/drawingml/2006/main">
              <a:ext uri="{FF2B5EF4-FFF2-40B4-BE49-F238E27FC236}">
                <a16:creationId xmlns:a16="http://schemas.microsoft.com/office/drawing/2014/main" id="{5DE15CDE-4930-4EFE-BC5C-0FC54328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662357"/>
            <a:ext cx="3283047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dp45-comparison / n224 / text 1">
            <a:extLst xmlns:a="http://schemas.openxmlformats.org/drawingml/2006/main">
              <a:ext uri="{FF2B5EF4-FFF2-40B4-BE49-F238E27FC236}">
                <a16:creationId xmlns:a16="http://schemas.microsoft.com/office/drawing/2014/main" id="{5ED0BFAB-DE13-4A59-8590-8E9F6E8D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669310"/>
            <a:ext cx="4728210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3 과거 의미 관계만 조건부 모델 호출 / 명시 ID / 위치는 코드 가능</a:t>
            </a:r>
          </a:p>
        </p:txBody>
      </p:sp>
      <p:sp>
        <p:nvSpPr>
          <p:cNvPr id="316" name="dp45-comparison / n227">
            <a:extLst xmlns:a="http://schemas.openxmlformats.org/drawingml/2006/main">
              <a:ext uri="{FF2B5EF4-FFF2-40B4-BE49-F238E27FC236}">
                <a16:creationId xmlns:a16="http://schemas.microsoft.com/office/drawing/2014/main" id="{76E388C4-4033-4A86-B487-27E62B8B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3825431"/>
            <a:ext cx="2398871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dp45-comparison / n228 / text 1">
            <a:extLst xmlns:a="http://schemas.openxmlformats.org/drawingml/2006/main">
              <a:ext uri="{FF2B5EF4-FFF2-40B4-BE49-F238E27FC236}">
                <a16:creationId xmlns:a16="http://schemas.microsoft.com/office/drawing/2014/main" id="{0A016208-69C4-4622-A519-A352397D3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8323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5 EvidenceQuery →</a:t>
            </a:r>
          </a:p>
        </p:txBody>
      </p:sp>
      <p:sp>
        <p:nvSpPr>
          <p:cNvPr id="318" name="dp45-comparison / n228 / text 2">
            <a:extLst xmlns:a="http://schemas.openxmlformats.org/drawingml/2006/main">
              <a:ext uri="{FF2B5EF4-FFF2-40B4-BE49-F238E27FC236}">
                <a16:creationId xmlns:a16="http://schemas.microsoft.com/office/drawing/2014/main" id="{EE317109-B79E-4596-833D-18FE300B5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3988415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목적 / 권한 / 과거 후보 / 원문 조건 / 예산</a:t>
            </a:r>
          </a:p>
        </p:txBody>
      </p:sp>
      <p:sp>
        <p:nvSpPr>
          <p:cNvPr id="319" name="dp45-comparison / n229">
            <a:extLst xmlns:a="http://schemas.openxmlformats.org/drawingml/2006/main">
              <a:ext uri="{FF2B5EF4-FFF2-40B4-BE49-F238E27FC236}">
                <a16:creationId xmlns:a16="http://schemas.microsoft.com/office/drawing/2014/main" id="{1C1C711D-9C5B-4B81-B394-6E8F3348B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4312158"/>
            <a:ext cx="2221702" cy="33292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dp45-comparison / n230 / text 1">
            <a:extLst xmlns:a="http://schemas.openxmlformats.org/drawingml/2006/main">
              <a:ext uri="{FF2B5EF4-FFF2-40B4-BE49-F238E27FC236}">
                <a16:creationId xmlns:a16="http://schemas.microsoft.com/office/drawing/2014/main" id="{03D2FD97-68A7-42B7-91FE-BC1813F8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319111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← EvidenceBundle + query receipt</a:t>
            </a:r>
          </a:p>
        </p:txBody>
      </p:sp>
      <p:sp>
        <p:nvSpPr>
          <p:cNvPr id="321" name="dp45-comparison / n230 / text 2">
            <a:extLst xmlns:a="http://schemas.openxmlformats.org/drawingml/2006/main">
              <a:ext uri="{FF2B5EF4-FFF2-40B4-BE49-F238E27FC236}">
                <a16:creationId xmlns:a16="http://schemas.microsoft.com/office/drawing/2014/main" id="{18073096-732F-41AD-B2B6-AC36155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4475142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출처 / 버전 / 누락 범위</a:t>
            </a:r>
          </a:p>
        </p:txBody>
      </p:sp>
      <p:sp>
        <p:nvSpPr>
          <p:cNvPr id="322" name="dp45-comparison / n233">
            <a:extLst xmlns:a="http://schemas.openxmlformats.org/drawingml/2006/main">
              <a:ext uri="{FF2B5EF4-FFF2-40B4-BE49-F238E27FC236}">
                <a16:creationId xmlns:a16="http://schemas.microsoft.com/office/drawing/2014/main" id="{DB96E1A5-A72D-4C6E-8CE8-793619A0B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5410771"/>
            <a:ext cx="2042865" cy="14935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dp45-comparison / n234 / text 1">
            <a:extLst xmlns:a="http://schemas.openxmlformats.org/drawingml/2006/main">
              <a:ext uri="{FF2B5EF4-FFF2-40B4-BE49-F238E27FC236}">
                <a16:creationId xmlns:a16="http://schemas.microsoft.com/office/drawing/2014/main" id="{9BA6C8F4-3054-4CD6-A386-19C79FF3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5417725"/>
            <a:ext cx="2364105" cy="14115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6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입력 + 근거 ↓ / 의미 / 추가 조회 제안 ↑</a:t>
            </a:r>
          </a:p>
        </p:txBody>
      </p:sp>
      <p:sp>
        <p:nvSpPr>
          <p:cNvPr id="324" name="dp45-comparison / n236">
            <a:extLst xmlns:a="http://schemas.openxmlformats.org/drawingml/2006/main">
              <a:ext uri="{FF2B5EF4-FFF2-40B4-BE49-F238E27FC236}">
                <a16:creationId xmlns:a16="http://schemas.microsoft.com/office/drawing/2014/main" id="{37C05F6B-D1AC-4ACD-AC85-49555601E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8111" y="2365248"/>
            <a:ext cx="3661303" cy="1677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dp45-comparison / n237 / text 1">
            <a:extLst xmlns:a="http://schemas.openxmlformats.org/drawingml/2006/main">
              <a:ext uri="{FF2B5EF4-FFF2-40B4-BE49-F238E27FC236}">
                <a16:creationId xmlns:a16="http://schemas.microsoft.com/office/drawing/2014/main" id="{56BA6EA7-769F-4B9D-9F64-3646749B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2018" y="2372201"/>
            <a:ext cx="5180171" cy="1613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76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채택 후 T23 위임 Context → / 진행 / 질문 / 결과는 대화에 연결</a:t>
            </a:r>
          </a:p>
        </p:txBody>
      </p:sp>
      <p:sp>
        <p:nvSpPr>
          <p:cNvPr id="326" name="dp45-comparison / n240">
            <a:extLst xmlns:a="http://schemas.openxmlformats.org/drawingml/2006/main">
              <a:ext uri="{FF2B5EF4-FFF2-40B4-BE49-F238E27FC236}">
                <a16:creationId xmlns:a16="http://schemas.microsoft.com/office/drawing/2014/main" id="{95B58E7E-2876-4231-8422-46916059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6154769"/>
            <a:ext cx="2245343" cy="48895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dp45-comparison / n241 / text 1">
            <a:extLst xmlns:a="http://schemas.openxmlformats.org/drawingml/2006/main">
              <a:ext uri="{FF2B5EF4-FFF2-40B4-BE49-F238E27FC236}">
                <a16:creationId xmlns:a16="http://schemas.microsoft.com/office/drawing/2014/main" id="{E2791F0C-7DEA-4D23-884C-54427F02D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16172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현재 의미 채택: Request Controller</a:t>
            </a:r>
          </a:p>
        </p:txBody>
      </p:sp>
      <p:sp>
        <p:nvSpPr>
          <p:cNvPr id="328" name="dp45-comparison / n241 / text 2">
            <a:extLst xmlns:a="http://schemas.openxmlformats.org/drawingml/2006/main">
              <a:ext uri="{FF2B5EF4-FFF2-40B4-BE49-F238E27FC236}">
                <a16:creationId xmlns:a16="http://schemas.microsoft.com/office/drawing/2014/main" id="{262C0445-42CE-475E-BDC2-8261B418D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317753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권한 / version / 의미 일관성 재검사</a:t>
            </a:r>
          </a:p>
        </p:txBody>
      </p:sp>
      <p:sp>
        <p:nvSpPr>
          <p:cNvPr id="329" name="dp45-comparison / n241 / text 3">
            <a:extLst xmlns:a="http://schemas.openxmlformats.org/drawingml/2006/main">
              <a:ext uri="{FF2B5EF4-FFF2-40B4-BE49-F238E27FC236}">
                <a16:creationId xmlns:a16="http://schemas.microsoft.com/office/drawing/2014/main" id="{268DE2E9-04A8-4936-A586-47F1B55E6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6473784"/>
            <a:ext cx="2398871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T23 연결은 현재 판단의 결과</a:t>
            </a:r>
          </a:p>
        </p:txBody>
      </p:sp>
      <p:sp>
        <p:nvSpPr>
          <p:cNvPr id="330" name="dp45-comparison / n246">
            <a:extLst xmlns:a="http://schemas.openxmlformats.org/drawingml/2006/main">
              <a:ext uri="{FF2B5EF4-FFF2-40B4-BE49-F238E27FC236}">
                <a16:creationId xmlns:a16="http://schemas.microsoft.com/office/drawing/2014/main" id="{28607FFC-70CB-45EB-8E60-A58323E8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0175" y="7183850"/>
            <a:ext cx="4623633" cy="176891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dp45-comparison / n247 / text 1">
            <a:extLst xmlns:a="http://schemas.openxmlformats.org/drawingml/2006/main">
              <a:ext uri="{FF2B5EF4-FFF2-40B4-BE49-F238E27FC236}">
                <a16:creationId xmlns:a16="http://schemas.microsoft.com/office/drawing/2014/main" id="{C1858D6D-3CCC-4A97-90F5-5585D9175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81" y="7190804"/>
            <a:ext cx="7718108" cy="1713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931" b="0">
                <a:solidFill>
                  <a:srgbClr val="000000"/>
                </a:solidFill>
                <a:latin typeface="Apple SD Gothic Neo"/>
                <a:ea typeface="Apple SD Gothic Neo"/>
                <a:cs typeface="Apple SD Gothic Neo"/>
              </a:rPr>
              <a:t>Omni 가중치 한 벌 / 생산 / 요청 session과 KV 분리 / 음성 입력 / ASR 계속</a:t>
            </a:r>
          </a:p>
        </p:txBody>
      </p:sp>
    </p:spTree>
    <p:extLst>
      <p:ext uri="{BB962C8B-B14F-4D97-AF65-F5344CB8AC3E}">
        <p14:creationId xmlns:p14="http://schemas.microsoft.com/office/powerpoint/2010/main" val="190624053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2026-10-08T11:10:12.6040000Z</dcterms:created>
  <dcterms:modified xsi:type="dcterms:W3CDTF">2026-10-08T11:10:12.6040000Z</dcterms:modified>
</coreProperties>
</file>