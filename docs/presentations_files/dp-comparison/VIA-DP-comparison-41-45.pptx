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4e123e628d497c" /><Relationship Type="http://schemas.openxmlformats.org/officeDocument/2006/relationships/extended-properties" Target="/docProps/app.xml" Id="R7186ff940aea4be0" /><Relationship Type="http://schemas.openxmlformats.org/officeDocument/2006/relationships/officeDocument" Target="/ppt/presentation.xml" Id="Ra08fa4d96a384f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e98eb696014fc4"/>
  </p:sldMasterIdLst>
  <p:notesMasterIdLst>
    <p:notesMasterId xmlns:r="http://schemas.openxmlformats.org/officeDocument/2006/relationships" r:id="Rfaa7614fe901489a"/>
  </p:notesMasterIdLst>
  <p:sldIdLst>
    <p:sldId xmlns:r="http://schemas.openxmlformats.org/officeDocument/2006/relationships" id="256" r:id="R6b3b8cfb74a642f9"/>
    <p:sldId xmlns:r="http://schemas.openxmlformats.org/officeDocument/2006/relationships" id="257" r:id="R252affb76cd1405d"/>
    <p:sldId xmlns:r="http://schemas.openxmlformats.org/officeDocument/2006/relationships" id="258" r:id="R58e2c2163f2843dc"/>
    <p:sldId xmlns:r="http://schemas.openxmlformats.org/officeDocument/2006/relationships" id="259" r:id="R918e59e503544ff4"/>
    <p:sldId xmlns:r="http://schemas.openxmlformats.org/officeDocument/2006/relationships" id="260" r:id="R9fe0aedaecf1434d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2047aef42243b8" /><Relationship Type="http://schemas.openxmlformats.org/officeDocument/2006/relationships/slideMaster" Target="/ppt/slideMasters/slideMaster1.xml" Id="Rc1e98eb696014fc4" /><Relationship Type="http://schemas.openxmlformats.org/officeDocument/2006/relationships/notesMaster" Target="/ppt/notesMasters/notesMaster1.xml" Id="Rfaa7614fe901489a" /><Relationship Type="http://schemas.openxmlformats.org/officeDocument/2006/relationships/presProps" Target="/ppt/presProps.xml" Id="R52f1602a9b714095" /><Relationship Type="http://schemas.openxmlformats.org/officeDocument/2006/relationships/tableStyles" Target="/ppt/tableStyles.xml" Id="Rf7329ab5268c434e" /><Relationship Type="http://schemas.openxmlformats.org/officeDocument/2006/relationships/slide" Target="/ppt/slides/slide1.xml" Id="R6b3b8cfb74a642f9" /><Relationship Type="http://schemas.openxmlformats.org/officeDocument/2006/relationships/slide" Target="/ppt/slides/slide2.xml" Id="R252affb76cd1405d" /><Relationship Type="http://schemas.openxmlformats.org/officeDocument/2006/relationships/slide" Target="/ppt/slides/slide3.xml" Id="R58e2c2163f2843dc" /><Relationship Type="http://schemas.openxmlformats.org/officeDocument/2006/relationships/slide" Target="/ppt/slides/slide4.xml" Id="R918e59e503544ff4" /><Relationship Type="http://schemas.openxmlformats.org/officeDocument/2006/relationships/slide" Target="/ppt/slides/slide5.xml" Id="R9fe0aedaecf143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8252f8c40243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c0f900f24c4abf" /><Relationship Type="http://schemas.openxmlformats.org/officeDocument/2006/relationships/notesMaster" Target="/ppt/notesMasters/notesMaster1.xml" Id="R9b4cf53b75164e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9978e34260414b" /><Relationship Type="http://schemas.openxmlformats.org/officeDocument/2006/relationships/notesMaster" Target="/ppt/notesMasters/notesMaster1.xml" Id="R388b9cf18d784f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bc24b34d914bc1" /><Relationship Type="http://schemas.openxmlformats.org/officeDocument/2006/relationships/notesMaster" Target="/ppt/notesMasters/notesMaster1.xml" Id="R78e1e4d2f3d949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1a55d4f761499c" /><Relationship Type="http://schemas.openxmlformats.org/officeDocument/2006/relationships/notesMaster" Target="/ppt/notesMasters/notesMaster1.xml" Id="R4330f88749e746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dfe6eced1a4694" /><Relationship Type="http://schemas.openxmlformats.org/officeDocument/2006/relationships/notesMaster" Target="/ppt/notesMasters/notesMaster1.xml" Id="Rf8431ea6c0e542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c2206c5a24e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5b7ef41d6541cb" /><Relationship Type="http://schemas.openxmlformats.org/officeDocument/2006/relationships/slideLayout" Target="/ppt/slideLayouts/slideLayout1.xml" Id="Re64ce684e0f34e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4ce684e0f34e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65ac39fa74d00" /><Relationship Type="http://schemas.openxmlformats.org/officeDocument/2006/relationships/notesSlide" Target="/ppt/notesSlides/notesSlide1.xml" Id="R32964d3bced9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d5fc457ad49d1" /><Relationship Type="http://schemas.openxmlformats.org/officeDocument/2006/relationships/notesSlide" Target="/ppt/notesSlides/notesSlide2.xml" Id="R5558b64c3b0840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490413372489a" /><Relationship Type="http://schemas.openxmlformats.org/officeDocument/2006/relationships/notesSlide" Target="/ppt/notesSlides/notesSlide3.xml" Id="Rf0815e1bc22c45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ef37d2fc14900" /><Relationship Type="http://schemas.openxmlformats.org/officeDocument/2006/relationships/notesSlide" Target="/ppt/notesSlides/notesSlide4.xml" Id="R9f349e5065194a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98ccb9bac4548" /><Relationship Type="http://schemas.openxmlformats.org/officeDocument/2006/relationships/notesSlide" Target="/ppt/notesSlides/notesSlide5.xml" Id="R4cc73ef4099a45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61605C17-72F5-47D8-8D1C-2F574B2B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64D277D7-3230-445E-BCEE-25929982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986ED7C-D7A3-480E-A009-781151D0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F7AB4ED-D120-4231-BD15-F2D495DC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525B281C-36A3-4A65-B951-A57D5989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0ADA04D7-34BA-4521-8D2C-1B63CF43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AE6AAF6-2295-4F5A-B033-2BF235CA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22DEC52D-8AA8-4B76-B4E2-8B3AAA16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C0972EAD-B327-46F2-9902-E8CC8D43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3FBB2F65-2167-4DAF-8499-F8AE7861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02A599B0-8D9E-46B9-B981-BF020BA7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A36EFA53-F70A-4946-A4F2-9A8F71F9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D1DE128F-D4D4-4380-B7B3-66C8D9C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01AFFE0F-8EEB-436E-B3A6-D9829D05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3AA154AF-0434-4CA2-ACC4-B0598B55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4F8A9F2C-EAC6-4298-9F1E-F8AA3E3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0DCE650-A829-416C-803F-FD2795B3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314774E-FA24-47FC-85C9-AF18B2B9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E623A526-A376-4497-8184-290C3C2D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99560EB-A642-4EEB-9765-34DDFD45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D28E299D-5E17-40F8-857F-F5CEE5F8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04B8BFA-5FBC-4612-A812-AA80BD50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E7A6707-D55E-40BB-9A31-9E585C90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D9B8966-135B-4439-B2E0-4BD853C5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654B7223-E987-462A-9D08-A63F1E25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12DEA5D4-4240-4280-92B3-D6E28FFB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B9AFD2C-DBBA-4768-AE7D-22FFB305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C4F53F3-D5BA-42DA-B80E-DCB9282C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F1931839-5569-4B35-A96B-A30EAC45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2A41CD52-D665-4899-99E5-2665F956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24514D28-EB0D-43F4-8027-16C1F82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CCA869F0-4B72-414B-821D-A3B6C3D7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FDAF722-D660-4CC4-8162-200C8FD3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AC87BBDE-BB8B-4B8E-8961-CFEF3236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6229D3B-5955-4D55-B073-D251A0CE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8F654299-2BE5-4739-AB41-39AA6622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75359EE-B68D-4DE2-91D9-A5CE5624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3375E7DB-E109-4BA6-AB98-56ECE077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02655D49-ACEE-4016-AE23-9F6908B6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2C5FCC38-76F6-4E41-A674-D3C47DC5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D5111AE-1FDB-4659-9AE2-D99A83D9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8ED02E62-1A0F-4105-9286-D6FE0D84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5C68636F-6346-4C51-8429-03354203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A65769C3-C86E-4484-A5A2-36E14D6B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66D4DB84-16FD-4736-8256-89FCA304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232E998-2060-460B-8F7A-C58D4513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767C06D-22AD-4707-99BE-6860F52F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AE629878-1D63-467B-B8DC-B5CA9201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6EE724BD-0DF0-4F7A-8E2D-41A8B38D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6F2E8203-3A19-4DB6-B21D-A5416C78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AA9870F-4E55-4221-BBC7-9EB3A21E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F8F0BD33-7A8C-40E0-BE15-7E8ED59E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8DD8893F-30ED-4E6A-900F-1545EDE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DE8D918E-20A8-4446-9AB9-948F85D1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38A9721C-44FF-447C-BA75-411F8B8C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103AF6F-7273-44D6-8557-8E94B8FB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21BCC930-AA1D-43E1-A407-6C9505D9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D5703DBD-6373-4902-B1FB-80D9E357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06055B49-8753-4C75-9D10-EE5EE66F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F4E69209-EEE8-413F-B155-768DDF55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9C988C97-07D5-4B7B-9D39-89A5ECA0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DEF463B1-AAB9-4C21-BD32-E57B00D2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018F77D2-B2D0-40A8-9A86-AB5EB7B3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244C4479-BC49-44F1-BF0B-85D060D5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77402DBC-E0EE-45A9-8FF3-CFFA7D03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11466544-0A6F-4178-9538-830B20F8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73818270-D756-4513-8EF1-7E409CC0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3FCC76A9-5E1B-49B1-AB8A-615C74C0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03CF5590-2A38-4BC0-8C5F-25BA8F91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2E1D44FB-F85F-424D-AE58-B3BDECF8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BF34A288-CED1-48E4-967A-D1968CF0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9856031A-9830-4F3F-8624-B5068C5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39E05CFA-0E67-42C0-ACAB-BEF8A996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75955DFC-B5FC-4BA0-8FBD-F184104E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1649B509-91D9-4D88-AB4C-84090185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C0B31E2F-644C-4D56-8ECB-FA8196AB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F40CB940-FB10-4F00-8B8B-8B52F9ED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C8981076-CF9A-4CBB-9858-A8B6FB2D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4307DC5-B32E-4506-8AEB-491703F0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E2FD7896-C95A-41C8-88CE-C3CCF6D7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6FC65DC-DA3F-40C1-8C50-76A7F431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D4B80E9F-4F94-469B-AC34-5E0BF58B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39BF12CC-0F65-4D2C-85D2-22CCD200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F66F7232-8843-497F-BED6-69A51451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8012F3FD-51A2-44D4-ADD2-2BD9CA69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7C2FDFC5-B226-494C-B233-4B812152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D440EFED-D876-4223-BC03-3BBB6ABA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3ABC39E0-186E-401B-A328-28713783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5E28425E-8330-47E5-BAA4-84E6EC7E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E9DF3CCF-7E6B-401C-9934-CE5077D2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097100EB-378F-4B0C-901B-7C2F7BC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59C52BC6-250E-437C-840A-58F51452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C20EAE04-37BC-4FE3-9A34-CE1E8B4A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4A1B64C7-06E6-4A6C-9348-E2EA90E0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5D7ECE3-F2CC-4F26-B817-C6B1FB9D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7E471736-AFE3-4B82-9306-4F4C2253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4EB77D4D-948E-4D2D-BD70-B001E8CD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B2F6AEDC-CC3B-4A3E-B1AE-983189BD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CF41D535-C6DF-47B0-9A7E-3F733B27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3E6C949F-0FA2-43AB-9960-6809C98D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A1201648-5B29-4FAF-B13E-B4B26556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92447A0E-9FC9-4384-96A2-3C2D33E4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3DC179F-CBF5-4B5A-B26A-8B082889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2FB892F9-BF7D-4E5A-96F2-32D2B364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3F99AA6E-53C1-4D39-8B14-0980923F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75AD28E2-C3CC-43E9-8E27-43632D0E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6F9CBE78-FCE1-47EC-9873-3CD169F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883CF842-6D31-4BE9-AA43-74B8C6A7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4CFF3275-F515-4A54-961A-E129A6C6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F03230BD-FF8D-4D20-B72E-D1F0847E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17DE57-28FD-4C70-A748-6F3516DB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595D6AF6-88C1-4B7B-BB6C-B239857A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54F94579-820C-4182-9764-1BF953B1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5FC9897D-6268-42F7-8337-A73B0FCA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581BC202-7ACF-4113-8D02-D1C5D607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9ED8297C-70AF-4401-BAD8-B49A2302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32D2990B-0C62-45F1-82EB-EF49D3A9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7ECB43A7-B85D-40F3-A7F8-18B307EE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70638216-60D1-4C3A-949B-729184C0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AEA14934-294C-4EB7-B1AD-03D62E81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5CFC4C6B-B731-45AC-9EA8-97889337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63D5D1B0-8CFE-47D9-B285-9846EDF9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2B163078-B83A-4DB0-9B9C-E68FF872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1FEEE1B1-AE22-469B-89DB-274879FF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C3411249-E5A5-4165-8CE6-A9490BF9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33D556F0-17AA-4539-9BA0-8F00C028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584D413D-1939-4CB7-85DE-BF1355EB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9865CA90-9654-4675-AE3E-2ECC7896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C67D1370-198A-428A-AA02-AAF6A4B6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0D730225-DD6A-46E1-AC80-B95A5C3A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B6AC8855-903C-4B4C-BABB-0F54E8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8F4F7C1E-6AB8-4A24-A351-691FFD13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2170E6C7-AE78-4B3E-A2BE-744A405F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5B1F16B7-BDBF-424C-A949-5597F23A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98B101D8-B085-4DCA-8B8C-2B1AA628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83727890-F6F9-4DD1-A476-A7E169EC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0717F617-B996-4847-AB7E-24281B0B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24B54A6D-A171-41D7-A46B-12C1DBED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8A04D5C1-7CB1-4D1E-9A7C-55C87748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DE473C6C-8B06-417E-A654-47975B9A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BE6CA121-4C78-4AA6-97AA-A41F0680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F6F8EE36-7358-4D34-AC00-97CF8DD9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3F5A2A81-407B-4B29-8FBF-9ACF58BF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49ADEF6D-F257-4472-9201-655C5265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8199B55-BC30-4A22-B226-C5A8FDD9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65A478A5-4F62-456C-82AB-18C94B17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65A681B4-19F5-4D37-9F6D-B4D92F8F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89BBF1AD-A9DB-4268-A00B-0BE35929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D3C8BB67-A420-4B44-92F2-A0A3FD17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9EBBD50B-CD89-434F-A492-3F5A0B32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8AE92DBF-646E-4B15-A60F-497B9817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A6029E72-52E6-4B47-848C-E2610D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E60A6F2-2EBD-431E-882E-6B7DCC23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C7A7615-98CD-436A-9A9C-65328BE4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9C8F0559-969A-4741-B204-FB1969B6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58636E08-B171-46B1-AEF1-8A2A17E6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7587B7BF-ACD6-40B9-AD55-75C21DB0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A2CCD9DA-DA24-40ED-873D-EF80EC3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A86EAD5-E49E-4FFD-85B7-55A8E884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A8B7351-DFA4-4C1C-9D05-5DBDCB78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9D0F46EE-C829-49BE-8DF6-2BD5ABB9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1B00AC62-E492-4A9A-9CD1-BA106261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7A170D06-64C1-4DFF-8577-F4A8B227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993EAD58-78B3-48C2-8678-429AD43B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5428ADE0-10B5-4A18-BEE4-308BF547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05FE04D2-572E-4BAA-9CF4-A51983A6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4FDD1831-2EFC-4183-BFB6-27390BEE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6423DF03-1994-4BE4-8C47-EAB27781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3FDE169D-B540-4EFA-9157-CF36A067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8F85C61D-E4AD-40A1-A9DF-04F6E91F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E46B7F91-B98E-4858-A410-43C6459C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F58E815-E17F-4B0E-B8E1-0B34920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F7AFF9E3-8392-445E-9801-3F810048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03FDD4A0-D678-4449-8B8F-19363335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582BE2D2-E8AA-4A78-B732-80CC7066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FC2DCEFB-BA15-42A2-A111-EF1D5235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0B07B0CA-99FA-4A6F-866D-1CBFB2D9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08549DFC-53F3-4197-8856-279C5C2F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DA8D2676-1EC7-402F-9BAA-04A692CB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AEA68E8D-DECE-4F3F-AF00-6E100CA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5F799316-2F6D-43ED-BC48-0EDA9ECB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5507EFC7-3D21-4C75-8FF1-8F280D42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292DAC7-05AC-4B42-A779-A7EA2CFA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DAC9B6-6957-4EB0-8E21-2BFDA0DE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D3518576-3F27-42A4-8871-191820CF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D41C4505-5E62-47B7-A63C-A12E39EF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0C6C046B-13A5-4C18-B9EB-24A75F04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84D2BECD-A5AB-4B02-9E79-EF75BF68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83D9A0AE-F617-47DA-A718-60F46CD5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EFD07325-ED61-4341-B339-6FBEE384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92A76907-4060-43A6-BC68-8102CBA0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1407D88D-A1BB-4ECB-B4E8-1CC02BCA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BBBEB59A-3339-4417-8B34-F717F87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08C4C469-F644-469D-80D7-B4B64A2C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C7D121E-81BB-4D8C-A74A-E1E24AFE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B75E8DD3-6C69-49B1-9C6B-A7E70A61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3C31C84-F91F-412B-BCC1-159AEDF7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AC4C69E9-F8C1-4714-BAD1-1CE856E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948CB505-2950-4AD2-A0E5-D8591A04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FEC78074-71B0-4C52-904A-2C45329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15804CBB-70AF-4250-BF93-29391341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962DE3A7-3324-4CDC-9DB2-C412C397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C7E1F867-6747-4683-BE72-628003FB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95073329-783E-4F41-A8C3-6FC4B262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B905DD0D-9386-4D0B-821E-DE8F461D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43792627-7B7F-4E4F-ACC4-9443C26F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680DBAF7-CF9A-45AE-AC60-AF8ECB07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950A68E0-447A-496E-BD70-E9C58CDF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CB0C8EA7-353C-4E96-B4FE-F35E8DDC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EB9B4FC2-EEAC-43B7-80A9-42CEB442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0A60B375-29C9-4C54-BF1A-A9557FFB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2D1D4E84-6A4D-4323-87A4-3A1F08D7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B34166EA-42D6-4A8A-A68B-9D31B5F5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4979090D-C66F-476E-92B7-B73D5371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4C1AA6EF-9891-40FA-970A-770B3619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2A317A9D-2BB8-4A1D-9749-55330EF6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4DFEF47F-4709-429B-9662-E0E12453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73719539-8EA7-4C28-AB7E-70622473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4D493765-5ECF-4A59-BDFA-42C10310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FC5C8242-C425-4FFA-ABC8-A20B31F0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722A7B5D-E6E2-4D26-950B-A26E4760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F97BA0F6-16DB-470F-AB1C-C9A23E48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0FDB0BBA-27C2-4651-BC91-71F0689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8368B3D3-7141-4724-A4E2-4416A033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BC7112B7-28C6-4477-A75F-51E6128F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C1D0F0F-04CA-4B3B-8C9B-CE71A35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CB821373-FE12-49E2-8DE7-26268F7D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EFD76747-5A67-4544-9012-1F034EE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3CEC9961-EE8E-4A12-BC50-3685C3AA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7B107CE4-14DE-4A7A-87EC-371D2059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1FEF112F-1375-4DB0-89D4-B3C95A2F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2A141730-ABB6-4CB6-B300-E14D4705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6FCE6082-DCE2-490D-8BD8-035C1190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13CD97D5-A06F-4FE3-84FC-7840AEEB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5262A6BD-D998-4629-905E-DB24BE25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9B7FEE1-FEE1-406C-9A71-08C5B50A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FC02B4D-921D-4BB4-A1E0-82CC4B94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34A0CC3D-3C57-410D-B728-77DC3697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1ADFB632-9417-49D6-AD69-D2F8E346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36DAE5A6-16E4-49AA-81CC-84371527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08F1B15F-B05F-433A-BC1D-9D549246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0CFC7239-0C4C-4649-8478-6AC93EC0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AF5DC4A5-938A-4DF8-AE66-662BF009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69B0C2F6-6858-47A8-9D4F-96858B70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3FE6E417-DCDF-42B6-A27C-892380CE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B047030C-0557-454E-BB22-E38D25DD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A688E3A8-8191-4C86-804E-CCB2C99D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B307A839-AEB4-4607-8094-65F5371C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C5D420D2-C932-4AFE-9322-4AC18192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594649AB-722E-495A-9D2D-36B490C6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E5E62DD3-2809-480A-A683-3CF363E9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BDBF754B-C4A8-4197-803B-F52FA926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CF38DAB2-1CBD-4B1D-80B1-C8A1F338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09838D02-E5F4-43BA-9041-CD51CEB9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9AD91D10-674D-4226-BD6B-1FBF22B0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9E8F810D-4201-4832-BFC3-1004E5D2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697E129F-D928-427E-B8BA-6EBDE301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ED8D30B9-C6DA-4BFD-B929-352CAC2A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E5F24956-20A0-47D5-8550-B6688A4C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DF728D3E-18DE-4DC6-9166-16A73D99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2B5E55A7-2C89-42B7-A8BB-EC79EBD6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29B73946-E410-4475-A36F-D7627111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3BCBC6CA-ABF3-4855-A388-A8175EDC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6F18832A-B599-42A6-85F0-77CB4ED8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6CC4D38-846E-4DB0-89A9-92C5962E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874944A2-D5FD-40D9-92C2-82EF7EC2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FF2286C-F575-4B66-AEA2-5FA628A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82D5DACD-E862-4952-B114-71D20CF3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8AD83298-10E0-4CF3-9F6A-EC451885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7159041E-BC4A-4B70-9D5C-9ED918C4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48847BF0-0AC9-4001-839D-37D3B21D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63CE0E43-20D7-4040-9F6B-F724085A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E0FE5EE-1A61-4ADC-AE11-D6B6A3D5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AD6DA700-21BA-4F3F-94AC-1EE6470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729307B5-949C-4951-9E05-A1BE03EA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A3317B75-FDFA-479C-94C7-DC40836D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7EF88ADF-3D53-40AF-9685-6E77C796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336B1A36-7DE3-41D1-A1A0-C1D08B62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A991F80A-DF46-4AA9-8326-5F94E7F6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8018A377-B164-4728-AC8F-75E42E7D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F2270DCD-4D1F-4458-9755-6385CECB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E8693D2D-3C20-48BA-AE35-4CC2514B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24E51EF1-1748-439C-861D-4B1C3C2E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8BBA73C3-49C8-46F0-973B-A41A76C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F2E514F5-B0BA-48B1-8305-2767E947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D2D722C7-42E9-487F-8B98-0A47D1C4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C4B233E7-841B-4E6F-8671-DCAE8933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C6235399-E340-45C9-9C4B-54211197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58A086CC-1D4D-4B11-B7C3-5FF64356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41BA6EE9-7FAC-4115-BFB5-AA14D28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C936F83-58E5-4955-9DBF-244DB84C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7F7BCEB6-E959-4E48-9965-951F84C8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DED3E7DC-CA69-4F36-BEB4-85B0EF1B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0ACD95C2-845A-4EC5-B207-31B19079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54A50B7A-B851-4AB2-9C1B-D92FA929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A476157C-5FA1-4BBB-97EC-9F5C8E71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6A7F9FD5-D8B3-457B-9711-72A338C3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03AB609-FA4D-4F98-BA0F-0A040D15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F41A4A20-5B2D-4F37-8815-74ED8107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133C1A89-EBF9-45F8-93E7-75E27C11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76DC5DDA-FFAE-4D71-8E03-757D318C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7ECBD638-18C9-4888-B11C-3448DF0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915D70-8AD2-4579-A660-756131B4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286BDAB9-ECA4-4EF7-8C52-423C21CD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FA62D27F-EE6B-4FC5-9C0C-63D876BB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3CFD6FEA-3479-4E66-9308-7F5CD686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2790774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B143EC32-AD64-4941-A474-8967842C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E36D998-1A4D-44A2-96D5-A7671BC4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52406263-D6F9-4132-A224-05956DE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E67D9C56-DB30-42DA-8A78-4F78233E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AC32A705-9070-4106-B605-4311A4D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9E22C7D-6826-4D88-8C34-E46915B9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68ECB9BD-9C45-4AEE-ABA1-CEEB1041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7ED127E5-C765-48A2-BBC6-EF5C84B9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7575AFA-8EF6-4D1C-9863-0DC7420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5C2260E3-F02A-42E6-AA90-CC0DFD1C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11AD9089-4CF7-4047-999C-A8BC19FA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9E51A6D6-ABE2-4F42-942A-D6B8271C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AFB8890B-79DE-4902-83EF-AD63CEAA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5630FEE5-126C-440C-AD9E-A0B73278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20BD91F4-79EB-4AD8-AF41-8B50B0EA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46030384-AFE6-44A4-BB45-92A45FC7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BBC22ED-A910-45DE-A595-66082260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169599E-FA57-4616-927E-5900523C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2E007D6B-2D5C-4C7F-B214-9B0D6B8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B5EC84B-3282-4176-A374-1E4A85F2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6B3BB866-3811-454D-8C8A-C1D869EC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B26D25E7-DD5F-4422-A6F6-CD3592ED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3A398B2C-D144-48CC-B6BD-33530C59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3C9E903-46E6-4B68-8C9A-4A2A443E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BA9B1D4-0145-4DB4-A02C-34D42988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90DE9F6E-ED21-46D4-8721-FD655445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D0577CD-E23C-4CA3-BC54-3120152A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19E25904-EB0A-4ED3-BB79-4BBE86EC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E940D386-F35F-44BD-A358-8CCAC6B1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71FC680A-CA55-4538-A4E6-51D3D48B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A6F4E3C1-EA53-4897-9070-ED2094F2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4A5872E6-46D7-4E07-BC74-51E3764A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0B6BA80-5FA0-476A-9FF0-A3FFF827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1458B9-0DB0-4ADB-BBC7-A022A08A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DCF37CA-9F6A-4D8F-9969-B917C68B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F9AA5419-F53B-476B-955F-A3534301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D8AF13F-1662-4AC1-9FF9-0FB96DCA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A783EB20-30CC-4B8F-A8EE-3D6FC51F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DFFD015B-27FB-4E15-913A-9C4A3D70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A332338-0015-4EF7-823B-BF9199EC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99DF59C-4644-4CA9-AAB6-C678A6D4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434CC4EA-A9DF-4C4B-BA4B-411752C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8E65CC1C-C885-44D4-A784-2982C122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1EEDAEB5-8D7E-4A6E-A51A-4D579470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F09CAF21-2DAA-4D9C-BB11-B3467268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84A5BAD5-9F0D-4A9E-B5A1-45F585FA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72202D50-2E5A-4FE1-A2EB-8348AECA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493E14AE-F269-4006-B118-DA992C3D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7A723758-0658-4C0C-A767-3D94FBF6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56FC975B-2C52-413D-A5A3-BF1DFA89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F59B9EC7-E653-469C-80D8-30D1F20E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7F627B55-CC1F-4B22-8A61-61158071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3FB9D12E-EDC6-4909-864D-C73AFA12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5227BB83-3F22-413E-89E7-C69DCCC4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2886DC95-3923-46E4-A352-3739AB9A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BAE31DE-EEC4-44F2-B7BD-45C8D5C0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6681262B-3B30-4BD5-9D95-5A5D3794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06E935F-6FAF-4C5D-84A4-01955981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6C8E4D3B-8707-4719-A98E-D805234F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CAAC3E57-380E-462A-8A8B-69F832E8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7C06E257-3096-4AAA-8DAC-78A2512E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D057A58-0E05-41AC-A652-B2D935B7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8064AE38-01FB-478F-A0E4-113E61CC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1E1507F-8956-4806-97FD-37A80CD8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D9D2D01F-0799-4565-9BA7-6833A57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D8929019-5CA7-4ED7-8E94-A0E2547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0A0FB929-BBAA-4664-9366-7EA1A917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740574FF-EA53-4F0A-9C86-4E9B4B31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B5D195DC-0BC9-4099-B658-A4D9B448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470E8543-5078-4FA4-9115-3A54F9CA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10CF94C4-A731-44C4-9CA7-C38B360A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25E39C0E-1BB9-478A-952C-DFBAF10F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F163049A-0987-4D91-950A-B3BE28AE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ED5118C3-26A3-4BFA-B22D-E4E5F366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63A732C3-AE6C-4BFF-AFE7-E0DDC427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31D27E3D-27CA-4370-8FE2-3EAE145C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49F83FC-8653-47B1-A26C-3374A9A5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533296BC-B076-463D-BFA0-F2ED0A74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E9FD488-B8B4-4998-9E40-91D5F522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AA905509-C95A-4428-83BE-80046B00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F753D1C-CE5D-4A2F-97AE-57D656DD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24D9D15-51EA-4792-83C0-5968C490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F27B7845-2F01-4F66-AA34-AF193E59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CBD6AA07-1B7A-45BF-851F-7DEF4C94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55B71BFA-E395-4E63-B4D4-45755931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7B00F1A-5B58-4029-82E7-4CD73020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B5A9FC8A-258F-4765-BB3C-BE55C91F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7C1CF949-287F-40CC-85A8-0AE8126C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CD8CAB98-AC05-4E9A-A683-D037B68B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BFE779CE-2A9D-4108-8CDA-D609B68C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BF6DFB3-2D5E-4CE4-9E27-A1BB473C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AE5CAD22-E3DD-4A5F-ADD0-33FA991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B2B70610-AC8F-4F2D-A92D-0912418D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531FBE85-F19C-4320-BCD2-BFD17CDB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3AD75FE7-3195-4C8E-9F0D-79FBCCC7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D668A40A-0FD3-468F-8F53-99A2A068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829468BF-488A-4021-BA35-67863EEB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5E56A0D3-04F2-4EAA-9DCD-8572C7C6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B8AA7A3E-6E83-44B5-A2D3-F38887A3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1BF445DC-8504-4972-8DF9-0CF79ADA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22477326-9771-4524-B094-190ECA9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AC1594ED-4614-4C4E-89B3-AF410F7A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0DDE45D1-2DF6-40E9-8A9D-D35BBFD4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CC6E44A7-F69D-4321-AC9C-CF9474FA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3149F4D-D3A4-49D6-B0C5-139C575D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213D002F-62CD-4454-8827-0545E9F1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66A79044-4054-4E58-B088-3336DE7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D5285251-B001-4554-8808-C4F7C612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8DB908D6-8159-4A97-ABE1-789F4059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BBCC4902-8440-4E13-A04B-0D8DFE31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4B0D0D99-A261-4225-AF57-638D6D8A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9B69C20-A9DD-4A86-97A6-575C4B64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16167E2F-81BC-4189-A2FF-6E7D5878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E2F665DF-DD60-478D-94EF-2C58AD4D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CE7F9269-1122-4D0D-94B4-33F64D6C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FB17F07F-120D-4A08-9305-F3FF3C00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15E1EF48-E8BD-4A8C-94BA-BA5705B6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4A0789E7-3FEA-453D-AEBD-1E512B81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F413C9BA-031B-4C08-AA4B-29C3DEBC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5EF5852D-9D4A-400B-B9E5-3AEAC0B1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9BB2AB62-EE78-49CD-9BAB-DBB01BA7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21EAB680-012C-4341-81D8-C7FA315B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E98CDF94-4781-4046-B05B-1BD662D5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F96FEBB6-D9AE-4025-AF12-04134CB2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C546EFAB-E575-4BC7-A170-75159671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98ED2E92-A769-408E-8BCD-24560F9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2FFD3503-A000-4CC6-9CC8-CC8CF661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54B5B510-F066-4426-B0D7-75F14B54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4B7E691-1031-49CE-9BA5-307F1042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DCA0C2F-EF8F-4418-8661-DFA60B9E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9859A4CE-33FA-4478-9F80-C38FD166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371C358-D615-4999-8B57-1375CFD7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36D7F67D-B619-4DBC-B088-1C45639D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6CE28A6B-68E4-4BF3-90D8-BE7F1DF1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9D34E8E-4E80-4896-A975-3159A20F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61B67F6-DADC-4436-ACE1-D2906FC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E1F0C48-9FE9-4AB4-A9EF-70005774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F186BF05-59B2-4496-B52A-68855AFA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9B12CEA2-AC8D-47E6-9227-AE11E4CD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F8B43D2C-70FF-4E4C-A99D-5CF6CCA3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E4C19EDB-B54A-4D81-9CF4-3CB5AA85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B1294CC1-B966-4B1F-ABE7-FADD4E9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21F686BB-61A5-4182-8780-48F805C5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3E0BA7A9-9794-4537-BCF5-5FCF8A8B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250497F5-4296-4B08-894C-089638F4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F0BD5C3D-0C35-41CE-8A6D-964D331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0E868C58-235E-4374-B6C4-EEA57B0F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3204BC84-92FA-43D0-A803-B84386FE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AE1A4C7B-7315-4DB6-AB91-7BA8DD3F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4777A328-024D-4FDA-BF1A-DC233982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07AF640A-198A-4DA5-A6DE-B3B56862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94B324C9-EA11-47B1-9420-09A2FBA7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F12D8C0E-259C-4442-AFB9-7385775E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4A8A6B08-0D68-4307-9F34-D10CC529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9CDBC0C3-3064-48FD-9CA4-6130CEF3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98288FBA-2D00-41F7-B1B0-E053A3CD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77A7151F-CAF2-4776-A59B-2DDF8AD5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95A11A73-99A8-4C52-B720-CA32A238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D83879-8E1F-4B52-8C3A-53F6D3EF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2A24CF2F-4AAA-445F-A67C-F5943018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5232D74C-0B67-4AD0-96F7-1C790859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EA987D2C-7001-40C9-A211-B41AEC07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DFFF034D-C189-4463-8ADC-077D028E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5F202542-ABB7-4746-AC7B-EB2ED450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4AE34D87-BDC0-4773-9729-4E095E5D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B10342CB-4690-460A-8F99-4A0FBAA2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DD9F41F8-7C35-4464-83A9-C3FF6637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94C0E1DD-134C-447C-855F-ABF4FA18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4EFCB5A5-848D-47D7-BE6D-D8FDCC6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2D544C2B-856C-4B4A-813E-16FF677B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ECA6CC7-D5D6-48F2-B59B-4BD0DB0E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9A96E83D-562B-4495-87C1-23D73AD4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1E4BA42-0BC0-4FBD-A7EB-A5E6271C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B6D79FEB-0CA3-4D1F-9D76-CEF4145B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F78BD25-E63E-4AA0-9D57-2BA165E3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6FE09DE4-D0D7-4062-9FE2-A7601280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98188DE1-C282-47E5-A154-503AA4A7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6330F931-F081-4EEF-B267-570C0ACB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023F15B6-5EAB-4CFA-9377-07055077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0D6C306B-C544-4D25-A288-7198CFC1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8375D869-265D-43C6-9617-6A63551C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444E1B6-FC0F-4F74-8D6B-800CB24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078AEBF-3E51-49AF-A8E9-C2E5569D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8E2938F2-4E3D-426A-A6F5-515D512F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31FD2BAE-7CD4-4438-B7F2-89E8301F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65882898-E3D0-49CD-9304-22360080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EAC30F14-D575-4EC6-A77F-823BBB66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642DCB4D-E4AA-4BFD-8601-61321A7E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22AAB66-B406-4A61-85F6-E24ADEAF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707EA460-5CA3-4F06-898C-8177D8DD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4BDF73B9-7EA7-4FFB-AA38-532B4BAA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23C22CD1-2C38-4534-A8E7-6BD4B7F1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2AA9CCC-FB62-4B2E-BFE0-C179C5BC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C259F416-030E-46B0-B25E-7429A9D9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FF5C686E-3DE0-493F-AB15-0EE056F8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4F4A3803-89CC-432D-B420-39FC2337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444CD893-28B1-41F0-BD37-A5F6812A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08086C3C-D049-4739-977F-466E63C5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25C30DC2-801E-4C72-9D66-FDC0411B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B8A6B422-9702-420B-889C-9381874B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BCFB18B0-8F6B-4467-8757-CAC6FF24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C451257-82FC-40BB-AB1D-5211F6C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8808D14E-12CF-4FB9-A9B4-AD921E8D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4A0D4586-4471-40D6-A114-AE34566C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7A101F8E-F346-4494-B176-A8BB530E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980BB521-9AA6-416A-94DB-BF6D463B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FAD477FA-B87A-43B5-9FEF-03FF11B5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A53CF666-DD5E-440F-B58F-D3406283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8210AD02-0568-43D8-BFFB-B36AAEF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FE68136E-3C7E-4B38-B5A5-9BE76AFA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FBEB1105-2848-4DA5-936F-8EF100C4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FEB7F151-8168-442B-8DCA-97E77BB3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79E0E574-394D-4BC2-AAEF-A9CAD2D2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17726239-3C69-4483-B76F-21EF9E62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2458767-0C65-4B4F-9EA2-B7D7ACC1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FD5802D9-010B-48BE-9FF2-461373CE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DBC8E095-CC97-4FE3-B72B-7AC359A9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3E7222EB-47B2-4C23-8575-2505B645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9CA55841-EBA9-4AF2-B9A6-E0ED7619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586D99D2-A2F1-4D40-8A5E-84EB091B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AC1B347-8CBC-48C5-8BAC-1D42D012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667AA353-2936-439E-ADC0-F6CB291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1157B158-DC8D-4BFE-A48C-BA5E5B3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4DC61382-96DB-431D-BE82-4C8DF1B6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3E51BCBE-8AD7-491F-A148-7311CC5C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75164268-4625-4090-9646-32D64A8B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05C917F9-DF30-44E0-8B20-103D1E9E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7442C0FE-9F85-427B-816A-0D116070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A6F1C4FA-AD64-4882-B10A-1738259E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81CA7E09-EC59-45AE-B628-B97C2B9A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23F7EDE0-7283-4D19-86AF-25982E49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D83B371-1618-4A94-86D7-F5D98EA2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A987977C-31FC-4972-8C43-61D93D24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83B6CD42-04E7-4FCF-BB85-6C6FBC7D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72F2242F-FE03-4EEB-9647-C3FF1148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93B1DD07-2CAF-48AF-9C6F-9B5072E2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F8293A97-944C-4B32-BA50-0FAC8770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DCA8F35B-EA56-4783-99F7-18499255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052B26CF-A5FD-456D-9C0F-593CD2C9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2D6837B5-F321-4A38-9D99-68A72929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1DC58A84-C96D-4876-9108-C1819631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A4F16F62-F8CC-4C07-AED0-3218D42F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63B34B41-57F7-4E3A-8212-E186C035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30F19E79-F8A3-4C7B-AFFA-CA53A994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319C4B1D-C363-4B54-9572-3C69C1DA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E31F695-845F-4582-9513-236611FD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A8FA4D4E-DABE-4E23-9064-9F0AE845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EC2D4EA9-F53F-48C4-8376-E8E86A7E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5CB602B1-0526-4C3C-8A33-9584F211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EC24842F-5F79-49F7-9497-A727A522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BD48D1F0-CA11-4FA4-8DFC-7BF2E75E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D7021C85-2044-4C45-AABC-8F42D1C3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FDAE2622-594F-4BAE-8657-B1C3B196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097D532-EE6E-4E56-A462-5E11179A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1AEE6AC5-BFC7-4C02-AB1B-9286797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8E084696-C518-42C4-A285-25183657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A1BE335C-08EA-4B1D-8BF4-95546B81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424003-FEE0-41FF-AD60-A73653CE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2D331EA0-529B-4E24-9D48-D6E3ECF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FD20EE00-354D-455B-9AC0-3F8B92F9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4ED6622-6789-4AB7-8131-DA60405A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339BB6F-3A27-42F4-98C1-86DF28E0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65F0F4A5-BA95-4FB2-92F4-FAF43D6C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23907849-0AAE-45F6-8436-A617CC27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57170E40-F049-4357-BCBB-C5B4D133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1C3F89B2-6DD8-4AB6-8957-AF6810DB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863D0254-2999-473C-A956-F2B1681F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6B65585B-B71B-4222-93F0-8C1A7549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A8DBF7A9-5BC3-48F7-A05B-7E7D1AE7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1154DA98-0DBA-43A1-97A8-7B9857F4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6B41E1EB-0331-47CE-9478-350D0C7A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45DAE710-0FF2-41F5-9C29-D98E89AC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37E26D68-C31C-479A-931E-CAD41D7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BEB0E5-8465-4315-A9BE-ACCCF79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502FE901-4845-48F4-8793-D4EF115D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EF127211-000F-4D98-9357-354F9824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0D7F418D-5E2B-4AF9-A682-EBC35912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7D48DE03-E523-49FD-ACD0-E16D16DE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BBD2BB4D-C88B-447C-9733-AEF40873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433CC55F-FD7D-41D5-A9BA-C773ED8B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7C2702C9-B86E-45FA-B6C5-1C9687D5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2CF82656-9588-4129-9714-CD08E526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27785B0-EDF6-40F7-B04B-5A9CFAF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2380AB32-23F5-4F73-B77B-7A03A058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6A88BE87-BA83-4CBB-A918-2D7D88E7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E9A20C0A-BA3D-43E4-B348-6BDE6714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7B5E5E00-BBB8-4A65-A703-C94953C9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3F8132A7-9851-4A7E-8CDB-738D9C61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B18AFDE5-A638-4F94-9AAF-FB79D5AD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32595CAA-2112-4FC4-9AC2-80794C11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51231F12-8898-49AF-8F3B-8FCB66B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CEDF4DDD-B33A-4CF3-849F-9C7AEC75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B3A4055C-3063-44F8-9E78-910AC17D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FCEE7AE2-8C0E-4B14-B3BF-858974F2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D61F2CEF-1B39-4C56-9B81-062392B1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65128A6-D594-427A-999E-B2FFF18D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8645628-68C0-4966-908B-7962C404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82C4D9E4-C77E-4D60-9227-2CC66E39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F10091CD-0D1A-4980-B10B-8BE46646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BC72F8C4-3E04-46F0-93B3-25572CCD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0B514625-4F16-4B91-88BB-497A925A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D14E557E-B4CF-4E5B-9994-55787E8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D40E429D-32D8-4CF9-A047-A9673B93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FC59CD6B-66D8-49FC-A4C7-9324B717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6C766783-9702-4820-9A45-52B8C054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90B5CA2-D9D7-4B70-AE28-78F3E3EA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C7FA5654-0D72-4C2B-9E35-F3F686CA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3E412986-4AA8-4935-9027-D86672A4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692269D9-18D1-4F57-8B08-B7F849B5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3242DC35-E0E5-4D81-A3DA-AF3D4DAF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69416F3B-3278-4EDF-BFB3-467A0A00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FA8EAC25-5C8C-4AAD-B1BD-63421FBA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17ED80E-8102-4CFA-BCCE-A3F5AEB8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30E98FBB-678E-4A9F-8818-11721D1A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C05076AC-1B11-4344-BC6C-74FF3637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D44978C0-9301-41EC-BB22-AE29E20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833D8CC0-03A7-433E-B003-C8AD9369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42C1C867-C2EE-42D3-9ED4-79702989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1321B75C-5D51-4B27-84A6-EDAB2FE2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9A7DC67-65F7-4C6B-B301-CB6E65AC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FD66AA17-CE90-4F42-AE13-F24505D4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E85D7AB2-B2B8-4AEB-A9AA-4882B52C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8BAD4ADE-D7BE-4D25-9A4E-337B3AED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25C19FCE-3539-4264-B1DE-AEE57766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3BF011EF-AFEE-4C5A-8567-29D1D2C9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32F6B6C1-88B2-4323-8848-4EBBCB58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6C2B96FA-81A5-481E-82DA-C455EB6A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52553E88-6622-4811-9DA3-29D399E0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AD506B5-BFC8-48CA-8DD9-C0320E83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768733FD-A081-4756-8204-03D66A7E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B85F9E41-F30E-428D-AC8E-E3A38926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135B1EA7-9D3D-422C-9BA1-BE542A87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283390C5-46AE-4E3B-9F93-B815B591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A2193C02-54B5-47C3-A3FA-E741CF0A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808C9FF2-4F52-4541-9FAE-E9998DB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132F6E07-7DAF-495B-9ADC-8E6343B5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9F05E54D-EF67-4F17-82BE-0588C935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09DB7F04-5EFA-4CC0-B8C1-89EB938F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CBE78240-B05C-41CB-8760-1ABB96FA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BB5A413-7C44-4DDB-900A-0347E251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FDD478F8-C6C0-4400-B2A6-48D6A385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D53A79FD-FCB3-4C3D-9D10-AC53F277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35A7B07B-011E-4EE5-AA84-B93098D0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3EA5BD31-9BF3-41C9-B58F-EA7711AC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BF44024E-7C05-4761-9629-8BFD2CC2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FD0C3F71-E476-49C3-91CA-0680630D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B85D10E8-6E3D-4A2C-867D-CB369BD3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58605037-97CD-4F1D-ACE3-C9F35C6C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58C7FC32-92C0-4637-AEC8-D36F30CA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7DB006E8-C2AF-4EAC-A29F-737A505D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8CF2246B-1CA3-4FB3-84A2-E7273F9B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0AFC0828-E6A4-4D0A-9737-2FE9811D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9262DE0E-DD40-435C-8A7F-4049A58A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D86CB291-9ECF-4FAD-A27A-BC1809EA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EA046270-5CAC-43AD-BFDB-E045706A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F7940AAF-A29D-4BBC-8A34-DEF71D88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2313300B-FD84-4286-8CD4-051DA562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E0DF6259-4509-4063-A1B5-EB35D011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B6C428CB-0A7F-4372-B13E-A51A9B9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206AFDD9-F757-4C53-8698-0B5A7537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0366FC5F-38B0-41FE-AEF4-6D769770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6027461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0075C268-810D-4F27-A3CE-BDC31A04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1CA3B06-08D4-4740-BD44-EE082F4C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88E64A05-E3EA-4ED5-A927-945BC3A9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AEE1B36-EB5D-4FC1-948C-27699B0D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40370BE-5548-434A-9A52-B91D565A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816DEE9-FBCD-4B0A-8E5A-12B10517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9DD108A-76AC-4703-87EF-C74765BA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C32C25CC-4884-4DA1-8BE3-2DB5D67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EF5798E8-70F3-4FE5-A19F-27738005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2B57F289-81A9-4CED-82D4-347CF1B8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292DA80D-A95A-4C46-876C-2C6A3BFC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FCF8F664-2F09-4DD1-B238-E6E1F53E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E2D0359F-5AF4-4E77-B750-289561EA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E5FC3BC8-7E88-44CB-8E35-0C0691E9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F8C6AED6-6126-4CB5-B233-69302048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F57EEEDB-4660-4AAC-9D02-95C26420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0B686EEB-BECB-4F3B-96E9-176D7D6F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CCC6A9DB-7DEB-401A-9B27-E6096116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C1F74FD7-D0FF-4878-8D4C-E7428C72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9F6D12A-B01F-4781-B19A-8D30DD9C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8B537292-B858-4487-B4D0-31CB9E95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FF683370-F6AC-427E-8380-81458AFC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5508BDB6-7076-4A05-B98B-EE02F0D1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D3A4836B-CD09-4DB1-8975-4042FD27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FBB3211D-E6AD-4B49-8B32-A2C98484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D86E470-4838-48B4-8AE0-ED7567CD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9F529F0-1CB5-465F-B640-4ACBD90B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6962E327-C4F9-4024-9539-0AE893FB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D3B24DAD-A575-48CA-8AB7-86E7E4D5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E84C7CF1-BA9D-4904-AEE5-412D53BA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9D057175-04C8-4F7D-80F3-DD69ECE5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F08159F-B5BE-4837-BF57-73AE45D5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8FD4385-D67A-410A-BC1C-E7B84A39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30949B-C289-4FBF-9F32-B5CD733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CDB0035C-441D-47A2-AD36-91889992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5E14D77-E172-4FE3-93C8-385BB6B5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ADF054C0-872D-4F8C-A104-CC06881D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F6CD0C19-B743-49CE-BC4B-D4069BD4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BD9C6E5A-277C-46A4-8EF1-7C04DBFA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F6E9DBE-D298-4195-AC07-F5F3F73B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BB1A22BB-1BDD-426A-95C1-C100B3DB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F526641B-EC60-4162-93D1-B0BE2750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DE865445-C919-4ADA-87EF-DE6CB4AE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5E09A1D-9041-478D-A5BC-FD60F336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2C3FC05-DFFD-406E-80E1-D8E5DE56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D7F858D-1BE8-416B-B84D-CF105683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1E4399A6-7B81-4720-9A35-F22767D7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5A5F511E-621F-4D0F-A04C-C4A517C9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88C55308-3305-47E8-B6B7-A8965F66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BD6DF43-43DE-4C27-BD49-E6F0EF7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24C1578-83EA-4463-882D-70BDED5F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0DD24039-CAD3-4997-A81A-8630B931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7F1ED933-24E1-4C6C-943B-FBB10D29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CF8CA99C-B315-472E-87AB-652C9D25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3C97794D-5620-401A-A9B8-ED2EB570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7F00A426-E09D-4B94-8ACF-42994BDC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46982D15-BCFF-485F-85B8-767F350A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F6FE5D1-13D7-4B73-AAD7-F78C2FEB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A829B05B-353F-48A3-845D-111B6A91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54435350-D902-4E8D-9307-7E9D3847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000C6B6E-F630-47DA-8E39-5F817E8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2030E286-D796-402F-A98D-18AC99C2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644D1C6C-C1DB-4AEE-A851-1E2F7934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6B3F3CEB-8607-4131-A571-0CED5C3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5264F868-F6DE-4439-B46F-DF143004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103A3F80-24CA-45EB-8D24-7CBFA7D1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3F0CEC2B-A3E1-4849-AC2A-BEA8BEBB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D22AD6E-1C4D-4030-9663-39FA2F4C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1E934BDC-1231-4C17-A07C-251795BC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E1AEE415-0185-44FD-B945-BA9528A5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19B695F4-533D-4A50-AAA1-300D727C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82E0378C-3425-4D9A-B391-ECA36355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A4AC90E-26C0-497F-BE84-4B9C8A5D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8CA130CC-22FA-45EF-A05C-CBBA67E6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1F72D3A5-1397-4FDE-A46E-4080034D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5AB307BF-73B9-4E3C-88B3-56BE9196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EE49C49F-E53C-440E-9748-F5704FA9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536559CE-3676-49F5-BDEA-0BA01D5A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5BC538E5-267A-4930-B26F-1B744F0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28EF46A-5D65-4D58-95A6-6AD1D225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34BB9D74-BAA4-4198-B691-99CEA4A4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B1E747F9-C2B6-4CFB-A648-21D1864A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1AB4ACCF-EEDA-426F-A575-2DAA42AE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35BB5314-B9A6-48AA-841A-40B2822B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21D90D00-089D-448F-A735-C20C5C8C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470A4922-7423-4FB9-8989-198E50B3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A75C4D7D-EE13-46E7-A903-BFD9B15A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CCAA76D0-C628-4ECB-821D-B76717EF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7E4A9164-723E-4210-B19B-47F82D59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ABF81C3-6608-4252-A36B-5D827C66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7B11CC2B-520C-4AE4-88B0-3FE3E004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12748C44-CF77-4B18-9090-A82A2213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B895C96A-8036-4329-B8E5-0264976A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E1FE5E0-D7F6-483D-B81A-1FA8F25C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17396DE5-3696-4B5D-AC10-C496F7D7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C86564E5-1DFB-4FCA-8130-452B889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9F3371B5-3BC1-416C-B22A-C84BF856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FDE1A81-4412-4C82-AE30-C3A7AC5D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9003EEF-FA5A-488F-80E9-561795E6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1A9C78E-F945-4609-AA19-A61ED8CD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D26DA344-90F4-48D3-8E7D-2F5E1B0B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8D38FB3F-0239-4561-B64F-C2FB40DE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EA38C8FE-76C2-4040-805E-5B50CB30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56D58781-EADF-47AF-A05F-1BF30766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22F9563D-ACBB-405A-B7D0-8D494AEF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C7956736-42CF-498F-ACE9-E69E4898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1AF457BC-3967-49CF-B269-79631C02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BB63BBCD-BB2B-43AC-8EC1-1028D230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0C0D80EB-03C2-44D0-A7BB-FED50B9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8BB02F71-773D-4F69-AB67-026940B0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1FD4BB5A-3DD7-41A0-8408-8DF675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D7F8AFF6-30F3-43BB-9220-5DEC1394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215A8B3B-40DB-43FA-8B44-E35125E0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6DB9877-2ED7-4F88-B778-1A426358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2DC8EFDD-EB76-4245-BB7C-E23A0C92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F25DC276-1D73-4009-98C1-8143CD3F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69EB823-AEC7-42A8-8364-127A5F9F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8324F08-C715-40B4-B581-5C4E5F17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66F2E119-6512-42BF-A164-7454E6B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76AD0B05-1C19-41DA-A5F7-83F47C86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DD2E403A-3FD8-4B7F-A752-7356D0DC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329974EB-3515-4E95-AF2F-C83B1615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A8332914-BB48-49C4-9E28-98608B2F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D2E970DE-2B98-4DA4-BA02-9443F6E4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4D26135-6B41-40FE-96B2-7FD5074C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EAFAA26C-3B45-4BC2-8986-4A0690A1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F473E544-B287-47FE-98DB-DC1EE1E6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2C913E5D-92E8-4E19-A681-0908B104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E82E9CBE-B7C7-4446-A052-3DAE61FA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6483C610-3D0C-46F3-9C01-946DC037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E0A6BAE6-B8BC-46E4-A557-CFC1ABF1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45202B50-CF6B-443F-89AD-E1544A3D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B83BD571-D57D-4B7E-B281-607B8576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56905014-F918-4482-857F-67AB2E88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17E662B1-53C7-42C4-9BCE-7599A24D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953929E6-D12E-4F92-AD74-17D11CA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CA9445B1-FCC0-4CCD-9B6C-82546654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999934D8-3846-4B3B-B21C-8F2382F9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ED5972CE-4481-4A0B-85EC-F6E6C73B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13DAE296-E8ED-493C-BA40-CA7B8F22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E0F5E4FA-9C3A-447F-97C4-55CF3D3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2B6C306D-E2FF-4B85-9289-6E9EF654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0399E2FD-D5DE-4CC2-882A-0228B1EC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492A2DE0-522D-41B3-AF4A-117923B6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DD51943-EA90-4EF9-ACAD-100733EF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6FBCFB45-2771-4A10-9898-583E37F0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154F2166-4BAE-4951-8839-86C83619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84235983-5D9F-42DE-AFC5-6A7A70F0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11C81CC0-5348-44D2-9E7C-26A61678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6F94EAA9-3FA0-42CA-A26F-77E51EAC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6FE777BB-8531-4D1A-8EDC-1113D5B6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B23877C4-DE2F-4918-9F79-6C826F7E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14F83E9-CB6E-4A0C-B6D7-48BFB922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4B3580C8-876B-4272-B9E9-EA57D9A4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A3AAFD48-2911-4B42-9989-49C0A0A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CF627577-D441-4DE3-99B1-D5CE1EAC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AD0FD768-8DEC-42E5-9520-8B358D21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8DA43258-4CFE-47A0-930C-36B3A4DF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D2C9E76-6D53-4A48-BA7F-2B57B1EE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6FDEF72-0CCD-4D98-981E-BFC43999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526A6EB2-317A-4C28-81C0-59B0A351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C31BBDF9-24E4-4858-870A-7833EAE7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ACFC4796-7308-40C5-BE8E-687FFD9C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4EC18EB6-9CDD-4219-9440-D96840B5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1F3A913D-2B38-4578-B0FF-98940C7C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454ECD9-5429-4787-B11E-0D1FBB1B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532F0AD1-053E-403D-8CC7-054108F5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1C7E9FA0-176E-4AA3-9821-B4586136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11832A7D-B16C-4CA7-BBFE-5F746113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BB394956-EA8B-4C59-80DE-4A36ABF0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35CC6DA9-A9AF-46E2-9F47-F70C5A14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46A6F153-F5A2-4583-899B-AADCD09D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FF8E0F4B-EE69-4E97-8DCB-D347C549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4E38E536-2F6C-46AB-921F-9BE270CD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D8F89FFC-2A95-4D82-8CA9-0967A01A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D8140C1-B48E-43FF-A552-1DA30502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F4CEE623-C57E-4AF1-85A7-2930CF9C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EC65135F-7E7B-4CAD-97A9-2705C911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66D238D6-71A8-42B3-B24B-15377B1B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F716265-7603-4D47-9892-897E6823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EC9D7430-69A4-4329-BCFB-C90F0667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E84B7F46-1C71-463E-8520-B544E8BB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ADFA0084-9562-4C8B-BD10-A2C4F545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B7C94E47-186B-4CA6-9F89-F5EBA3DB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3586183D-34A0-4034-9394-BB7E79CE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58DBB81-A3B2-4749-8E29-3C8D644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38369DCC-FCBE-4208-9C5E-E47DECAB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A2140425-C394-45E7-9511-29D57771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AAB31991-86FC-42EA-8420-761CCC44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3F9E69EB-2E8F-40DE-A6BB-EA5CFC00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CB0F4FFF-5222-4E6D-A1D4-7BD64F41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A3AEEAD9-ADC0-4F66-B92F-87840BA2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5BF7B637-95D8-42F2-8FC0-86AECCBF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6179AFB0-002D-48BE-9B4A-01FC8A8C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C57F2B19-AD0D-48A8-A6B5-EFE442CB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A9E2D10-AC9C-44CB-A7CC-1208AC9E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DBA6E91-7D18-444A-9CCA-DA2E0D6B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3110E6-6997-4CB6-B6C3-8140043B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5606C0E0-F464-441D-B4D3-A904A385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1DEB4651-D156-4202-BFDF-9146684F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0CB094A4-10E8-47BF-A91B-19FBA83A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D8718DC4-A74F-4D96-B6AC-F6F4B5A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0206A143-F489-4125-AC2E-3C9BCC52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DE280D3-790B-47F4-A9A3-B622D8C9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1AE7C213-25E0-4BB3-AD1C-784CFCF2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994D3F8D-64A3-48BA-B9C8-C05F7D7D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29EE287A-1927-4DF4-BE2D-E749B8C1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B9393457-BFAC-4599-9B88-B387550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DEB2D5B8-E61E-44C4-A450-102E248A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8EDC3C68-77C8-4464-A3C1-B0DBC13F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522AB7C5-99BD-42B7-AE47-9D8FE744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274F2B68-E1C3-415F-8C9A-927B82CC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1A7133C1-047A-4C74-A088-0077A31E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1DFD8BEC-2BFA-4EF1-8CB7-A75F2B6A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EEA0E10-4BF6-46C9-BDA7-DAAAFBAC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9AA1218F-3BD5-4205-B344-BB99DB38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EB4FE2E7-F0FA-4DDA-9890-93BF5639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33ED3341-4954-485D-B45F-E41D8D7A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3B982A6B-7C0C-42B5-809C-47D78D15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7D3B0A5-C969-4FF1-90AE-1F1E2537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73A08D40-A949-4080-9F23-8B3411AB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DE79E92F-7E9A-4F4C-A585-E47D3945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AD9C5857-4B7D-452B-A6C8-AD439C37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713AD57F-97FD-42F2-B02E-68334EBC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CE6E102E-58A3-44F2-8425-F561801F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027D8D3-5B20-4614-B0FC-06E3A32D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75400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170CBBFC-DB22-4452-BCDF-B188E47D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AC0A2AC-3991-4CED-8D7B-1EE624CD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CF8F9E7B-C934-49A4-B768-5F277949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0BDC10E8-25C2-401C-A402-8975ADD5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DC9BCECE-C8BB-4DF9-8A8B-D4640095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8C16D84F-1D61-498A-817B-ACAF5CD7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8DC61FDA-F56B-46C9-992E-DC6A42C0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EE690653-72A4-4D1D-914B-B872AAF6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E634B56F-7705-4AD4-8DCD-C63158BE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49C9A612-F000-474A-8551-133B480A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8BB63ED1-33F5-4C24-9D4C-39E0BA76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FFB79ABF-E4A8-49BA-AB21-7D18CCD7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C6873371-1932-4682-8529-CE906B21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615E3606-1ACC-45B7-9496-F00992DF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3D7EE3B9-06D4-4F2D-8ACF-6AA07568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D62907CA-4C22-4F22-9F7A-1908ED9F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6F0C020A-71E9-468B-9CAA-95040B32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37AABB8D-F15A-4BD7-8054-AF434125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94B2BA36-3F38-4BC4-BCAA-888D9CC6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261417B-2FF7-4D03-9E6B-F23939C3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A0DCAD31-F11E-406A-9A55-1777A268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422D1267-3E6F-4EBD-A775-B4A006DC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비동기 Orchestration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D300517C-F862-4E7E-A9E0-E783CE64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AF2C6F11-D89C-4BA4-B120-27C71A28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E81329EA-3AC6-415B-AD88-768EFD86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C966FF50-EBCD-4817-8E60-A963E7A3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57FE3B92-9466-44D3-8C6A-CC859F29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B953B10-2D48-480D-AAEE-9A3D2711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65540C29-310F-467B-A7ED-3CF19E9D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6960CCA-2DE1-4045-8CDC-FF3F865E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C84C146D-F986-4442-9144-4495AD0E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20F4385E-3E3E-4358-90DB-DAD4570A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3C66043E-5BCE-4DD8-833E-A4F6FF6E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14DF5CD-A98E-4A22-957C-02A01879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55F6BDB-ABBB-464B-9310-F5006BDB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C137D38F-E00E-419B-855E-8AEBE213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6ED749D1-93AC-475B-A80F-50ADD049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199BD33C-97D9-4DE2-BBDF-29FDC2CC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반응형 Dataflow 실행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6EE2867B-B3BB-4A07-80EB-CD26E204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C963F5AF-4810-4309-9A3E-D7459297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142013A9-0726-4C14-959D-84DE16E9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8FE9C359-4C26-440C-B348-77BB4044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3FADA7A4-D084-4B02-8613-0DEAF441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896285B7-8632-4E37-A1A1-506BAB26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B9712B4F-6B88-470D-A7FB-9B4E71EA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3712DBD3-3D36-423E-8597-D383A73E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2C61D04-DDCB-4E21-881A-B57D303A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67A19C9B-A74A-417C-8328-90D2B06E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A6C717C0-1EDB-4DF9-81ED-B4AB6335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2CB4C63-0938-4D05-AC79-C944254C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8BB38A76-FC79-492C-8945-AD00F24D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8ABD8EA3-53D3-4162-9E85-830BBDEF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66288B54-E20B-47CE-BDF9-00AFA338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B88AE5A4-A355-413B-8D7E-99BF20EC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3392FBFA-73E3-46C7-9B2A-16BBCA33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6" name="dp44-comparison / n55">
            <a:extLst xmlns:a="http://schemas.openxmlformats.org/drawingml/2006/main">
              <a:ext uri="{FF2B5EF4-FFF2-40B4-BE49-F238E27FC236}">
                <a16:creationId xmlns:a16="http://schemas.microsoft.com/office/drawing/2014/main" id="{0F504824-FFC8-40BD-A9A4-C8C21BFC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03A1410F-E6A7-4F88-A3B4-EC1FB3CD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606BEEA8-EC3C-419C-989C-BE90C242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9" name="dp44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610008EC-868D-4CB1-8832-8E4FCE51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60" name="dp44-comparison / n59">
            <a:extLst xmlns:a="http://schemas.openxmlformats.org/drawingml/2006/main">
              <a:ext uri="{FF2B5EF4-FFF2-40B4-BE49-F238E27FC236}">
                <a16:creationId xmlns:a16="http://schemas.microsoft.com/office/drawing/2014/main" id="{1A1FE625-18C2-465E-B3BB-528244A7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1" name="dp44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494814CA-94F8-4323-80BE-96F8101E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62" name="dp44-comparison / n61 / path">
            <a:extLst xmlns:a="http://schemas.openxmlformats.org/drawingml/2006/main">
              <a:ext uri="{FF2B5EF4-FFF2-40B4-BE49-F238E27FC236}">
                <a16:creationId xmlns:a16="http://schemas.microsoft.com/office/drawing/2014/main" id="{AC2C7B8C-BC62-4255-9D49-524E7E60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3" name="dp44-comparison / n61 / arrow">
            <a:extLst xmlns:a="http://schemas.openxmlformats.org/drawingml/2006/main">
              <a:ext uri="{FF2B5EF4-FFF2-40B4-BE49-F238E27FC236}">
                <a16:creationId xmlns:a16="http://schemas.microsoft.com/office/drawing/2014/main" id="{209719FD-ADBE-4571-A51E-C1FD7438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4" name="dp44-comparison / n62 / path">
            <a:extLst xmlns:a="http://schemas.openxmlformats.org/drawingml/2006/main">
              <a:ext uri="{FF2B5EF4-FFF2-40B4-BE49-F238E27FC236}">
                <a16:creationId xmlns:a16="http://schemas.microsoft.com/office/drawing/2014/main" id="{24237E7E-B817-44A7-850F-45F2EE44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5" name="dp44-comparison / n62 / arrow">
            <a:extLst xmlns:a="http://schemas.openxmlformats.org/drawingml/2006/main">
              <a:ext uri="{FF2B5EF4-FFF2-40B4-BE49-F238E27FC236}">
                <a16:creationId xmlns:a16="http://schemas.microsoft.com/office/drawing/2014/main" id="{69BBB6F4-228C-4D20-A543-981457DE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53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6" name="dp44-comparison / n69">
            <a:extLst xmlns:a="http://schemas.openxmlformats.org/drawingml/2006/main">
              <a:ext uri="{FF2B5EF4-FFF2-40B4-BE49-F238E27FC236}">
                <a16:creationId xmlns:a16="http://schemas.microsoft.com/office/drawing/2014/main" id="{E5BD4D93-88F9-49E7-893E-33C5D3C6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467100"/>
            <a:ext cx="30480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7" name="dp44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4A240148-ED5E-48C2-BA9A-212E51F6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62350"/>
            <a:ext cx="28003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Interaction Orchestrator</a:t>
            </a:r>
          </a:p>
        </p:txBody>
      </p:sp>
      <p:sp>
        <p:nvSpPr>
          <p:cNvPr id="68" name="dp44-comparison / n71">
            <a:extLst xmlns:a="http://schemas.openxmlformats.org/drawingml/2006/main">
              <a:ext uri="{FF2B5EF4-FFF2-40B4-BE49-F238E27FC236}">
                <a16:creationId xmlns:a16="http://schemas.microsoft.com/office/drawing/2014/main" id="{E7F60300-3AE0-4FB7-B2CB-87B9F5DB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67100"/>
            <a:ext cx="195262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9" name="dp44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40C8D4DD-5160-4569-88C5-8277D0B6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62350"/>
            <a:ext cx="1704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0" name="dp44-comparison / n73">
            <a:extLst xmlns:a="http://schemas.openxmlformats.org/drawingml/2006/main">
              <a:ext uri="{FF2B5EF4-FFF2-40B4-BE49-F238E27FC236}">
                <a16:creationId xmlns:a16="http://schemas.microsoft.com/office/drawing/2014/main" id="{8843152F-A97C-452E-A89C-E7DE4480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10025"/>
            <a:ext cx="2686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1" name="dp44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A4C3D1D-ABFB-4309-81DD-8029B257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116229"/>
            <a:ext cx="25146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72" name="dp44-comparison / n75">
            <a:extLst xmlns:a="http://schemas.openxmlformats.org/drawingml/2006/main">
              <a:ext uri="{FF2B5EF4-FFF2-40B4-BE49-F238E27FC236}">
                <a16:creationId xmlns:a16="http://schemas.microsoft.com/office/drawing/2014/main" id="{8B0A4D68-60AF-4A1E-9716-F1400AD9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2686050" cy="5334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3" name="dp44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E797DCE6-5867-4ADF-9132-4F431E8E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334000"/>
            <a:ext cx="25146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74" name="dp44-comparison / n77">
            <a:extLst xmlns:a="http://schemas.openxmlformats.org/drawingml/2006/main">
              <a:ext uri="{FF2B5EF4-FFF2-40B4-BE49-F238E27FC236}">
                <a16:creationId xmlns:a16="http://schemas.microsoft.com/office/drawing/2014/main" id="{F8BE5503-10AA-4C5F-BB10-4A3F4435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0025"/>
            <a:ext cx="2305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5" name="dp44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569913EB-B112-424D-9AD3-59517A00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12242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6" name="dp44-comparison / n79">
            <a:extLst xmlns:a="http://schemas.openxmlformats.org/drawingml/2006/main">
              <a:ext uri="{FF2B5EF4-FFF2-40B4-BE49-F238E27FC236}">
                <a16:creationId xmlns:a16="http://schemas.microsoft.com/office/drawing/2014/main" id="{1884878E-124A-4268-B88E-B97E5BA4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23050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7" name="dp44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FA7FFCA7-7010-4684-B38D-2019DA04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522595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78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663F026D-7C9C-46D6-BEEF-6D021A4A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01002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9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DE15F2FB-723C-47F8-B740-EE0BB36B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2336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80" name="dp44-comparison / n82 / text 2">
            <a:extLst xmlns:a="http://schemas.openxmlformats.org/drawingml/2006/main">
              <a:ext uri="{FF2B5EF4-FFF2-40B4-BE49-F238E27FC236}">
                <a16:creationId xmlns:a16="http://schemas.microsoft.com/office/drawing/2014/main" id="{99C742CE-386E-4433-9004-2FEB6A0D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3386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81" name="dp44-comparison / n83">
            <a:extLst xmlns:a="http://schemas.openxmlformats.org/drawingml/2006/main">
              <a:ext uri="{FF2B5EF4-FFF2-40B4-BE49-F238E27FC236}">
                <a16:creationId xmlns:a16="http://schemas.microsoft.com/office/drawing/2014/main" id="{8B374C97-11EC-48EE-98EE-3F5BB9FE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17207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4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407845A8-48F2-4DC8-9F92-68E0E54D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8541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3" name="dp44-comparison / n84 / text 2">
            <a:extLst xmlns:a="http://schemas.openxmlformats.org/drawingml/2006/main">
              <a:ext uri="{FF2B5EF4-FFF2-40B4-BE49-F238E27FC236}">
                <a16:creationId xmlns:a16="http://schemas.microsoft.com/office/drawing/2014/main" id="{A1BF7860-8A40-4B7B-9612-6A139734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591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84" name="dp44-comparison / n85">
            <a:extLst xmlns:a="http://schemas.openxmlformats.org/drawingml/2006/main">
              <a:ext uri="{FF2B5EF4-FFF2-40B4-BE49-F238E27FC236}">
                <a16:creationId xmlns:a16="http://schemas.microsoft.com/office/drawing/2014/main" id="{5FD7789A-27B0-4E7D-8E94-0477ACBD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867400"/>
            <a:ext cx="162877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5" name="dp44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95DD9D90-912E-49E4-8616-B24B3531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029325"/>
            <a:ext cx="14573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86" name="dp44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7BFA8607-1143-4304-81C3-40CCE4E1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43225"/>
            <a:ext cx="142875" cy="1066800"/>
          </a:xfrm>
          <a:custGeom xmlns:a="http://schemas.openxmlformats.org/drawingml/2006/main">
            <a:pathLst>
              <a:path w="142875" h="1066800">
                <a:moveTo>
                  <a:pt x="142875" y="0"/>
                </a:moveTo>
                <a:lnTo>
                  <a:pt x="142875" y="390525"/>
                </a:lnTo>
                <a:lnTo>
                  <a:pt x="0" y="390525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7" name="dp44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6768477A-63E9-48E0-AD7E-B111CC7E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96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8" name="dp44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0BC81229-6C7B-4589-8F1E-20784C03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43225"/>
            <a:ext cx="2428875" cy="1066800"/>
          </a:xfrm>
          <a:custGeom xmlns:a="http://schemas.openxmlformats.org/drawingml/2006/main">
            <a:pathLst>
              <a:path w="2428875" h="1066800">
                <a:moveTo>
                  <a:pt x="2414588" y="0"/>
                </a:moveTo>
                <a:lnTo>
                  <a:pt x="2428875" y="342900"/>
                </a:lnTo>
                <a:lnTo>
                  <a:pt x="1181100" y="342900"/>
                </a:lnTo>
                <a:lnTo>
                  <a:pt x="1181100" y="895350"/>
                </a:lnTo>
                <a:lnTo>
                  <a:pt x="0" y="895350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9" name="dp44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56E816DA-2DD3-415A-B025-2C3BC3D8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1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0" name="dp44-comparison / n89 / path">
            <a:extLst xmlns:a="http://schemas.openxmlformats.org/drawingml/2006/main">
              <a:ext uri="{FF2B5EF4-FFF2-40B4-BE49-F238E27FC236}">
                <a16:creationId xmlns:a16="http://schemas.microsoft.com/office/drawing/2014/main" id="{0B13248D-8585-46CD-B8F2-09E8A1D7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38613"/>
            <a:ext cx="285750" cy="953"/>
          </a:xfrm>
          <a:custGeom xmlns:a="http://schemas.openxmlformats.org/drawingml/2006/main">
            <a:pathLst>
              <a:path w="285750" h="953">
                <a:moveTo>
                  <a:pt x="285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1" name="dp44-comparison / n89 / arrow">
            <a:extLst xmlns:a="http://schemas.openxmlformats.org/drawingml/2006/main">
              <a:ext uri="{FF2B5EF4-FFF2-40B4-BE49-F238E27FC236}">
                <a16:creationId xmlns:a16="http://schemas.microsoft.com/office/drawing/2014/main" id="{6630B4A3-C16C-44F9-84A5-E1FBDDAF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2" name="dp44-comparison / n90 / path">
            <a:extLst xmlns:a="http://schemas.openxmlformats.org/drawingml/2006/main">
              <a:ext uri="{FF2B5EF4-FFF2-40B4-BE49-F238E27FC236}">
                <a16:creationId xmlns:a16="http://schemas.microsoft.com/office/drawing/2014/main" id="{7C477691-3DC4-4C28-A5C0-AB486487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38638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3" name="dp44-comparison / n90 / arrow">
            <a:extLst xmlns:a="http://schemas.openxmlformats.org/drawingml/2006/main">
              <a:ext uri="{FF2B5EF4-FFF2-40B4-BE49-F238E27FC236}">
                <a16:creationId xmlns:a16="http://schemas.microsoft.com/office/drawing/2014/main" id="{1C3E3336-97CA-4F63-B12B-7CBC95BA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098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4" name="dp44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7212A5A3-406C-41B9-A5C9-4A1851EB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38613"/>
            <a:ext cx="733425" cy="953"/>
          </a:xfrm>
          <a:custGeom xmlns:a="http://schemas.openxmlformats.org/drawingml/2006/main">
            <a:pathLst>
              <a:path w="733425" h="953">
                <a:moveTo>
                  <a:pt x="0" y="0"/>
                </a:moveTo>
                <a:lnTo>
                  <a:pt x="733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5" name="dp44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67535F00-BF9B-444A-A459-AEFE1B0E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455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6" name="dp44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24F04FB1-AC41-4FE1-8232-A329DE5D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38638"/>
            <a:ext cx="733425" cy="953"/>
          </a:xfrm>
          <a:custGeom xmlns:a="http://schemas.openxmlformats.org/drawingml/2006/main">
            <a:pathLst>
              <a:path w="733425" h="953">
                <a:moveTo>
                  <a:pt x="7334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7" name="dp44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DA717D4C-F33D-47E5-8000-DBD0C203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8" name="dp44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634A6339-BBE0-4FCD-921B-703256C7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9" name="dp44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B88F68DA-4A30-48D0-ABD7-9C8AF4C0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50501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0" name="dp44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3652CFE1-04F8-48B8-994C-22D926E9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7143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01" name="dp44-comparison / n96 / arrow">
            <a:extLst xmlns:a="http://schemas.openxmlformats.org/drawingml/2006/main">
              <a:ext uri="{FF2B5EF4-FFF2-40B4-BE49-F238E27FC236}">
                <a16:creationId xmlns:a16="http://schemas.microsoft.com/office/drawing/2014/main" id="{B95FFB66-84D4-45AD-B457-E4950A55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2" name="dp44-comparison / n99 / path">
            <a:extLst xmlns:a="http://schemas.openxmlformats.org/drawingml/2006/main">
              <a:ext uri="{FF2B5EF4-FFF2-40B4-BE49-F238E27FC236}">
                <a16:creationId xmlns:a16="http://schemas.microsoft.com/office/drawing/2014/main" id="{3C428C42-AA56-4DE3-B57A-76BA414D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38625"/>
            <a:ext cx="733425" cy="1157288"/>
          </a:xfrm>
          <a:custGeom xmlns:a="http://schemas.openxmlformats.org/drawingml/2006/main">
            <a:pathLst>
              <a:path w="733425" h="1157288">
                <a:moveTo>
                  <a:pt x="0" y="166688"/>
                </a:moveTo>
                <a:lnTo>
                  <a:pt x="361950" y="0"/>
                </a:lnTo>
                <a:lnTo>
                  <a:pt x="361950" y="1152525"/>
                </a:lnTo>
                <a:lnTo>
                  <a:pt x="733425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3" name="dp44-comparison / n99 / arrow">
            <a:extLst xmlns:a="http://schemas.openxmlformats.org/drawingml/2006/main">
              <a:ext uri="{FF2B5EF4-FFF2-40B4-BE49-F238E27FC236}">
                <a16:creationId xmlns:a16="http://schemas.microsoft.com/office/drawing/2014/main" id="{520CEB2B-C26C-4EF5-9338-4D10517D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684" y="5333395"/>
            <a:ext cx="122691" cy="121910"/>
          </a:xfrm>
          <a:custGeom xmlns:a="http://schemas.openxmlformats.org/drawingml/2006/main">
            <a:pathLst>
              <a:path w="122691" h="121910">
                <a:moveTo>
                  <a:pt x="0" y="121910"/>
                </a:moveTo>
                <a:lnTo>
                  <a:pt x="122691" y="62518"/>
                </a:lnTo>
                <a:lnTo>
                  <a:pt x="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4" name="dp44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C4510957-4124-4658-862D-C5784A9E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763" y="5619750"/>
            <a:ext cx="953" cy="247650"/>
          </a:xfrm>
          <a:custGeom xmlns:a="http://schemas.openxmlformats.org/drawingml/2006/main">
            <a:pathLst>
              <a:path w="953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5" name="dp44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66479558-03A3-4C8F-85C1-B74DB652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803" y="5745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6" name="dp44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AF8F28A0-69D1-4A17-AEA3-8FC010EE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57700"/>
            <a:ext cx="953" cy="990600"/>
          </a:xfrm>
          <a:custGeom xmlns:a="http://schemas.openxmlformats.org/drawingml/2006/main">
            <a:pathLst>
              <a:path w="953" h="990600">
                <a:moveTo>
                  <a:pt x="0" y="9906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7" name="dp44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1EE938CD-184B-44A0-AC1B-DBCDD92B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65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8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4784BBE9-6F9F-4609-8861-B6959FB2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600825"/>
            <a:ext cx="2190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9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0F64ABE9-57E2-48BD-BB8B-30998586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6671786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110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0EA70F31-F49F-4A77-BD87-C40CD1B7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600825"/>
            <a:ext cx="1990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1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4861A9F1-387C-497F-ADAA-4B093CCD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6665595"/>
            <a:ext cx="1819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112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94DA6C75-DB6B-4359-8538-18887C8CD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6600825"/>
            <a:ext cx="1981200" cy="4191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3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061AA668-F79A-43CD-911E-32B6721C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67627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14" name="dp44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BF2856BD-D93F-46E8-BCF8-DF925C62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619750"/>
            <a:ext cx="4595813" cy="1157288"/>
          </a:xfrm>
          <a:custGeom xmlns:a="http://schemas.openxmlformats.org/drawingml/2006/main">
            <a:pathLst>
              <a:path w="4595813" h="1157288">
                <a:moveTo>
                  <a:pt x="4595813" y="0"/>
                </a:moveTo>
                <a:lnTo>
                  <a:pt x="4591050" y="857250"/>
                </a:lnTo>
                <a:lnTo>
                  <a:pt x="133350" y="857250"/>
                </a:lnTo>
                <a:lnTo>
                  <a:pt x="133350" y="1152525"/>
                </a:lnTo>
                <a:lnTo>
                  <a:pt x="0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5" name="dp44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E9D2F5CE-CC58-44E3-9D74-AC128313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11765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19667" y="0"/>
                </a:moveTo>
                <a:lnTo>
                  <a:pt x="0" y="65273"/>
                </a:lnTo>
                <a:lnTo>
                  <a:pt x="124018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6" name="dp44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54F05B3C-F1FA-4389-98E0-DEBB91C9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57688"/>
            <a:ext cx="4181475" cy="2243138"/>
          </a:xfrm>
          <a:custGeom xmlns:a="http://schemas.openxmlformats.org/drawingml/2006/main">
            <a:pathLst>
              <a:path w="4181475" h="2243138">
                <a:moveTo>
                  <a:pt x="4181475" y="2243138"/>
                </a:moveTo>
                <a:lnTo>
                  <a:pt x="4171950" y="2071688"/>
                </a:lnTo>
                <a:lnTo>
                  <a:pt x="0" y="2071688"/>
                </a:lnTo>
                <a:lnTo>
                  <a:pt x="0" y="4763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17" name="dp44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61283860-2CBC-4334-ACAA-040240B1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8548" y="4301856"/>
            <a:ext cx="124352" cy="121814"/>
          </a:xfrm>
          <a:custGeom xmlns:a="http://schemas.openxmlformats.org/drawingml/2006/main">
            <a:pathLst>
              <a:path w="124352" h="121814">
                <a:moveTo>
                  <a:pt x="5076" y="121814"/>
                </a:moveTo>
                <a:lnTo>
                  <a:pt x="124352" y="5583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8" name="dp44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4C43BB4C-FE96-4FEB-9399-85D5D56F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77038"/>
            <a:ext cx="704850" cy="953"/>
          </a:xfrm>
          <a:custGeom xmlns:a="http://schemas.openxmlformats.org/drawingml/2006/main">
            <a:pathLst>
              <a:path w="704850" h="953">
                <a:moveTo>
                  <a:pt x="0" y="0"/>
                </a:moveTo>
                <a:lnTo>
                  <a:pt x="704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9" name="dp44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BF1DC171-D243-4253-8046-5D67E84D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880" y="67160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0" name="dp44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8A3EA85A-4C73-4C22-915E-6984F49B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6777038"/>
            <a:ext cx="742950" cy="33338"/>
          </a:xfrm>
          <a:custGeom xmlns:a="http://schemas.openxmlformats.org/drawingml/2006/main">
            <a:pathLst>
              <a:path w="742950" h="33338">
                <a:moveTo>
                  <a:pt x="0" y="0"/>
                </a:moveTo>
                <a:lnTo>
                  <a:pt x="742950" y="333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21" name="dp44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A4B0BF60-86D0-4363-84AD-0BEDA5DA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45" y="6744011"/>
            <a:ext cx="124530" cy="121797"/>
          </a:xfrm>
          <a:custGeom xmlns:a="http://schemas.openxmlformats.org/drawingml/2006/main">
            <a:pathLst>
              <a:path w="124530" h="121797">
                <a:moveTo>
                  <a:pt x="0" y="121797"/>
                </a:moveTo>
                <a:lnTo>
                  <a:pt x="124530" y="66364"/>
                </a:lnTo>
                <a:lnTo>
                  <a:pt x="54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2" name="dp44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72378B2E-F9B5-43CC-A6F6-1F2871BD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5495925"/>
            <a:ext cx="3957638" cy="1104900"/>
          </a:xfrm>
          <a:custGeom xmlns:a="http://schemas.openxmlformats.org/drawingml/2006/main">
            <a:pathLst>
              <a:path w="3957638" h="1104900">
                <a:moveTo>
                  <a:pt x="0" y="1104900"/>
                </a:moveTo>
                <a:lnTo>
                  <a:pt x="4763" y="990600"/>
                </a:lnTo>
                <a:lnTo>
                  <a:pt x="3957638" y="990600"/>
                </a:lnTo>
                <a:lnTo>
                  <a:pt x="3957638" y="0"/>
                </a:lnTo>
                <a:lnTo>
                  <a:pt x="3709988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23" name="dp44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A32E8C8A-6217-445F-9B62-F7EA93F4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37395"/>
            <a:ext cx="123070" cy="121897"/>
          </a:xfrm>
          <a:custGeom xmlns:a="http://schemas.openxmlformats.org/drawingml/2006/main">
            <a:pathLst>
              <a:path w="123070" h="121897">
                <a:moveTo>
                  <a:pt x="120725" y="0"/>
                </a:moveTo>
                <a:lnTo>
                  <a:pt x="0" y="63293"/>
                </a:lnTo>
                <a:lnTo>
                  <a:pt x="123070" y="12189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24" name="dp44-comparison / n63">
            <a:extLst xmlns:a="http://schemas.openxmlformats.org/drawingml/2006/main">
              <a:ext uri="{FF2B5EF4-FFF2-40B4-BE49-F238E27FC236}">
                <a16:creationId xmlns:a16="http://schemas.microsoft.com/office/drawing/2014/main" id="{1ABBF76C-FD44-4F6E-8BC9-599846EA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p44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4E417530-50F5-4FD4-9DDD-526C4E3A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126" name="dp44-comparison / n65">
            <a:extLst xmlns:a="http://schemas.openxmlformats.org/drawingml/2006/main">
              <a:ext uri="{FF2B5EF4-FFF2-40B4-BE49-F238E27FC236}">
                <a16:creationId xmlns:a16="http://schemas.microsoft.com/office/drawing/2014/main" id="{8CF3F693-B3E4-404D-A299-970E581C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p44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F424E23B-F5D7-4DC9-91DC-AC57BC06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128" name="dp44-comparison / n67">
            <a:extLst xmlns:a="http://schemas.openxmlformats.org/drawingml/2006/main">
              <a:ext uri="{FF2B5EF4-FFF2-40B4-BE49-F238E27FC236}">
                <a16:creationId xmlns:a16="http://schemas.microsoft.com/office/drawing/2014/main" id="{5809D9E7-B97F-4D1B-8615-0D03FEED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4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BE7B5950-71FD-433B-ACDD-3B301049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130" name="dp44-comparison / n93">
            <a:extLst xmlns:a="http://schemas.openxmlformats.org/drawingml/2006/main">
              <a:ext uri="{FF2B5EF4-FFF2-40B4-BE49-F238E27FC236}">
                <a16:creationId xmlns:a16="http://schemas.microsoft.com/office/drawing/2014/main" id="{ABC2FD0E-14B7-4861-82A8-43B9480F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562475"/>
            <a:ext cx="3930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4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B35341C6-DD01-4F36-A86E-B0569C88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572000"/>
            <a:ext cx="5381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의미와 후보의 반환 회수 / 다음 처리의 재배정</a:t>
            </a:r>
          </a:p>
        </p:txBody>
      </p:sp>
      <p:sp>
        <p:nvSpPr>
          <p:cNvPr id="132" name="dp44-comparison / n97">
            <a:extLst xmlns:a="http://schemas.openxmlformats.org/drawingml/2006/main">
              <a:ext uri="{FF2B5EF4-FFF2-40B4-BE49-F238E27FC236}">
                <a16:creationId xmlns:a16="http://schemas.microsoft.com/office/drawing/2014/main" id="{3CB10A42-9EB5-4477-AE3B-8645F70C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76800"/>
            <a:ext cx="218846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4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8F39B1FC-942D-491E-8A80-7E0936A1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86325"/>
            <a:ext cx="26003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ID / revision / 후보</a:t>
            </a:r>
          </a:p>
        </p:txBody>
      </p:sp>
      <p:sp>
        <p:nvSpPr>
          <p:cNvPr id="134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ADE9199F-A7B7-4AFA-99BE-79F776D7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76775"/>
            <a:ext cx="15853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E87FCEE7-6CFE-4FFA-90F9-C00BACE3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9145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현재 검사와 게시</a:t>
            </a:r>
          </a:p>
        </p:txBody>
      </p:sp>
      <p:sp>
        <p:nvSpPr>
          <p:cNvPr id="136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44810874-A016-4C55-A5A6-73D1537B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62550"/>
            <a:ext cx="17861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EDCB66D9-349C-45CC-BD0D-75CF240D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172075"/>
            <a:ext cx="22955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 통과</a:t>
            </a:r>
          </a:p>
        </p:txBody>
      </p:sp>
      <p:sp>
        <p:nvSpPr>
          <p:cNvPr id="138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D2990D48-2BA5-4829-AC54-2C77D9DD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791200"/>
            <a:ext cx="21061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78970D26-15DF-4AC1-9042-8DCC5E03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5800725"/>
            <a:ext cx="28003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후속 처리의 중앙 상태 유지</a:t>
            </a:r>
          </a:p>
        </p:txBody>
      </p:sp>
      <p:sp>
        <p:nvSpPr>
          <p:cNvPr id="140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0AED6001-3460-433A-902E-8B460BB9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7172325"/>
            <a:ext cx="38458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7698942F-B467-434F-956B-F8988D1A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7181850"/>
            <a:ext cx="46958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실제 전달 후 receipt → 게시 상태와 대기 연결</a:t>
            </a:r>
          </a:p>
        </p:txBody>
      </p:sp>
      <p:sp>
        <p:nvSpPr>
          <p:cNvPr id="142" name="dp44-comparison / n121">
            <a:extLst xmlns:a="http://schemas.openxmlformats.org/drawingml/2006/main">
              <a:ext uri="{FF2B5EF4-FFF2-40B4-BE49-F238E27FC236}">
                <a16:creationId xmlns:a16="http://schemas.microsoft.com/office/drawing/2014/main" id="{3D4C5EC3-8B54-4C48-A932-7BF6C621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63055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p44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CEB35AE3-F5EC-4425-963D-737596F5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3150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144" name="dp44-comparison / n123">
            <a:extLst xmlns:a="http://schemas.openxmlformats.org/drawingml/2006/main">
              <a:ext uri="{FF2B5EF4-FFF2-40B4-BE49-F238E27FC236}">
                <a16:creationId xmlns:a16="http://schemas.microsoft.com/office/drawing/2014/main" id="{AC9B2033-25B5-4355-B683-8BE7605D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p44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56908CFC-1297-4BAE-9B83-D13A6EF6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  <p:sp>
        <p:nvSpPr>
          <p:cNvPr id="146" name="dp44-comparison / n125">
            <a:extLst xmlns:a="http://schemas.openxmlformats.org/drawingml/2006/main">
              <a:ext uri="{FF2B5EF4-FFF2-40B4-BE49-F238E27FC236}">
                <a16:creationId xmlns:a16="http://schemas.microsoft.com/office/drawing/2014/main" id="{DAB51193-FD3C-4867-86AD-6DBD51F1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4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9DEAB4FD-3306-4856-AF7C-EB547C53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8" name="dp44-comparison / n127">
            <a:extLst xmlns:a="http://schemas.openxmlformats.org/drawingml/2006/main">
              <a:ext uri="{FF2B5EF4-FFF2-40B4-BE49-F238E27FC236}">
                <a16:creationId xmlns:a16="http://schemas.microsoft.com/office/drawing/2014/main" id="{BB3EAA8B-0003-4747-87EF-E539B061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9" name="dp44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86B499B6-EAD6-419D-8CF0-5A3FF157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150" name="dp44-comparison / n129">
            <a:extLst xmlns:a="http://schemas.openxmlformats.org/drawingml/2006/main">
              <a:ext uri="{FF2B5EF4-FFF2-40B4-BE49-F238E27FC236}">
                <a16:creationId xmlns:a16="http://schemas.microsoft.com/office/drawing/2014/main" id="{E8951252-7A93-4FA1-86D1-09CC0C2A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51" name="dp44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5DB8B681-164D-474D-ADB3-3DF80FF9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292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52" name="dp44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5F8DC341-82A7-4B1F-BD82-AF000FE8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3" name="dp44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8540EFBA-F841-43B3-B000-4B7B5337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110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4" name="dp44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2BDF185C-3360-4DD0-9AA0-D393DA71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807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5" name="dp44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6FCCC97D-F6E1-48F4-B6D7-A9EA4C73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528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6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4264DD80-74EA-4C0D-B3AF-7284C33E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7800975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E989D4D4-F968-4F9C-8211-66C61ABA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46710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Reactive Interaction Runtime</a:t>
            </a:r>
          </a:p>
        </p:txBody>
      </p:sp>
      <p:sp>
        <p:nvSpPr>
          <p:cNvPr id="158" name="dp44-comparison / n141">
            <a:extLst xmlns:a="http://schemas.openxmlformats.org/drawingml/2006/main">
              <a:ext uri="{FF2B5EF4-FFF2-40B4-BE49-F238E27FC236}">
                <a16:creationId xmlns:a16="http://schemas.microsoft.com/office/drawing/2014/main" id="{8B16B306-1408-4B99-82BB-3488F9BE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838575"/>
            <a:ext cx="2333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9" name="dp44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BAD50A78-2BBD-47E6-B92C-A989BFD8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933349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160" name="dp44-comparison / n143">
            <a:extLst xmlns:a="http://schemas.openxmlformats.org/drawingml/2006/main">
              <a:ext uri="{FF2B5EF4-FFF2-40B4-BE49-F238E27FC236}">
                <a16:creationId xmlns:a16="http://schemas.microsoft.com/office/drawing/2014/main" id="{645D1A06-CE9F-4241-B013-0315AF2E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400550"/>
            <a:ext cx="233362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1" name="dp44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FFFA4FE6-0A7A-4E75-B4EC-BD314FEB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562475"/>
            <a:ext cx="2162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162" name="dp44-comparison / n145">
            <a:extLst xmlns:a="http://schemas.openxmlformats.org/drawingml/2006/main">
              <a:ext uri="{FF2B5EF4-FFF2-40B4-BE49-F238E27FC236}">
                <a16:creationId xmlns:a16="http://schemas.microsoft.com/office/drawing/2014/main" id="{6EF136A8-C8E2-41B5-9D22-6FD09483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3838575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63" name="dp44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A9700A7A-5FFE-4B0B-8690-1301E781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92715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164" name="dp44-comparison / n147">
            <a:extLst xmlns:a="http://schemas.openxmlformats.org/drawingml/2006/main">
              <a:ext uri="{FF2B5EF4-FFF2-40B4-BE49-F238E27FC236}">
                <a16:creationId xmlns:a16="http://schemas.microsoft.com/office/drawing/2014/main" id="{C361C030-0921-4465-B2A1-E1B6F96C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400550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5" name="dp44-comparison / n148 / text 1">
            <a:extLst xmlns:a="http://schemas.openxmlformats.org/drawingml/2006/main">
              <a:ext uri="{FF2B5EF4-FFF2-40B4-BE49-F238E27FC236}">
                <a16:creationId xmlns:a16="http://schemas.microsoft.com/office/drawing/2014/main" id="{62E21215-3346-4AE3-884E-8FE2B6EF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62475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166" name="dp44-comparison / n149">
            <a:extLst xmlns:a="http://schemas.openxmlformats.org/drawingml/2006/main">
              <a:ext uri="{FF2B5EF4-FFF2-40B4-BE49-F238E27FC236}">
                <a16:creationId xmlns:a16="http://schemas.microsoft.com/office/drawing/2014/main" id="{80A6D70B-AFFE-4075-B6ED-CBD2D391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105400"/>
            <a:ext cx="2333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7" name="dp44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24970C89-9753-4F89-8B9C-D9F4E95D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20350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68" name="dp44-comparison / n151">
            <a:extLst xmlns:a="http://schemas.openxmlformats.org/drawingml/2006/main">
              <a:ext uri="{FF2B5EF4-FFF2-40B4-BE49-F238E27FC236}">
                <a16:creationId xmlns:a16="http://schemas.microsoft.com/office/drawing/2014/main" id="{0ACF7E89-AB24-4ACE-8F51-521BFD83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62625"/>
            <a:ext cx="23336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9" name="dp44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058B9AEA-8E61-4564-B3D4-7513391C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836920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170" name="dp44-comparison / n153">
            <a:extLst xmlns:a="http://schemas.openxmlformats.org/drawingml/2006/main">
              <a:ext uri="{FF2B5EF4-FFF2-40B4-BE49-F238E27FC236}">
                <a16:creationId xmlns:a16="http://schemas.microsoft.com/office/drawing/2014/main" id="{1DA0670F-D077-4317-8759-0F30183B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5105400"/>
            <a:ext cx="2305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1" name="dp44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6C6A5FE4-CA92-42C1-A4F5-808E06DD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20350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Composer</a:t>
            </a:r>
          </a:p>
        </p:txBody>
      </p:sp>
      <p:sp>
        <p:nvSpPr>
          <p:cNvPr id="172" name="dp44-comparison / n155">
            <a:extLst xmlns:a="http://schemas.openxmlformats.org/drawingml/2006/main">
              <a:ext uri="{FF2B5EF4-FFF2-40B4-BE49-F238E27FC236}">
                <a16:creationId xmlns:a16="http://schemas.microsoft.com/office/drawing/2014/main" id="{9631EE1F-8F1F-4F2F-95CD-F73B7D37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105400"/>
            <a:ext cx="21050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73" name="dp44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B1745080-A36A-4860-909A-23F0D7E8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203508"/>
            <a:ext cx="19335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174" name="dp44-comparison / n157">
            <a:extLst xmlns:a="http://schemas.openxmlformats.org/drawingml/2006/main">
              <a:ext uri="{FF2B5EF4-FFF2-40B4-BE49-F238E27FC236}">
                <a16:creationId xmlns:a16="http://schemas.microsoft.com/office/drawing/2014/main" id="{39EC05D4-8672-4CE2-BA31-3AF0AD97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724525"/>
            <a:ext cx="2105025" cy="3810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5" name="dp44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76DDB983-BFDB-4C81-A9D3-8741664B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886450"/>
            <a:ext cx="19335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176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00AF66CF-9CC2-478C-A4DE-9B622009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943225"/>
            <a:ext cx="2733675" cy="895350"/>
          </a:xfrm>
          <a:custGeom xmlns:a="http://schemas.openxmlformats.org/drawingml/2006/main">
            <a:pathLst>
              <a:path w="2733675" h="895350">
                <a:moveTo>
                  <a:pt x="2733675" y="0"/>
                </a:moveTo>
                <a:lnTo>
                  <a:pt x="2733675" y="323850"/>
                </a:lnTo>
                <a:lnTo>
                  <a:pt x="0" y="323850"/>
                </a:lnTo>
                <a:lnTo>
                  <a:pt x="4763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7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3B7D68C1-E450-46AB-9413-8FB5A27B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664" y="371615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1016"/>
                </a:moveTo>
                <a:lnTo>
                  <a:pt x="61974" y="122424"/>
                </a:lnTo>
                <a:lnTo>
                  <a:pt x="1219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8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C9B9513-82B6-4DF1-A6CF-8BCBF266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2943225"/>
            <a:ext cx="371475" cy="895350"/>
          </a:xfrm>
          <a:custGeom xmlns:a="http://schemas.openxmlformats.org/drawingml/2006/main">
            <a:pathLst>
              <a:path w="371475" h="895350">
                <a:moveTo>
                  <a:pt x="366713" y="0"/>
                </a:moveTo>
                <a:lnTo>
                  <a:pt x="371475" y="333375"/>
                </a:lnTo>
                <a:lnTo>
                  <a:pt x="0" y="333375"/>
                </a:lnTo>
                <a:lnTo>
                  <a:pt x="0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9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962561D7-A2E0-4B3A-8FD6-63EDB105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37166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0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DEEC5279-EB59-498E-9842-42000F5A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AEBEE6AD-75A1-45A3-BE9E-0BA48A10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D611DECA-503D-4216-8985-105C4E99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3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B97EE1D5-8FC6-4C80-8C0D-F04DCF6B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BEB32D64-208C-4535-9B56-4F202D58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5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4C6189D5-7541-46FF-A38D-AACCA669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6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8F50C1E9-7A63-4150-8AD3-0018064A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7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0F2577E2-14BB-4F5B-AC15-E4B97D7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8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19392EDE-9B00-4CFF-982A-95C58474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229225"/>
            <a:ext cx="361950" cy="953"/>
          </a:xfrm>
          <a:custGeom xmlns:a="http://schemas.openxmlformats.org/drawingml/2006/main">
            <a:pathLst>
              <a:path w="361950" h="953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9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5BD326A6-5AEE-4906-BE10-A95296D3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0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393C3A7C-5FD4-4E17-97EA-C83E7348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314950"/>
            <a:ext cx="3009900" cy="314325"/>
          </a:xfrm>
          <a:custGeom xmlns:a="http://schemas.openxmlformats.org/drawingml/2006/main">
            <a:pathLst>
              <a:path w="3009900" h="314325">
                <a:moveTo>
                  <a:pt x="4763" y="209550"/>
                </a:moveTo>
                <a:lnTo>
                  <a:pt x="0" y="314325"/>
                </a:lnTo>
                <a:lnTo>
                  <a:pt x="2876550" y="314325"/>
                </a:lnTo>
                <a:lnTo>
                  <a:pt x="2876550" y="0"/>
                </a:lnTo>
                <a:lnTo>
                  <a:pt x="3009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20D790CA-C3D3-406F-BC8B-80A2CB66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355" y="5253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CBF7A8B5-C691-4FA6-9066-62C83E58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5524500"/>
            <a:ext cx="953" cy="238125"/>
          </a:xfrm>
          <a:custGeom xmlns:a="http://schemas.openxmlformats.org/drawingml/2006/main">
            <a:pathLst>
              <a:path w="953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3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014F39A3-F676-4CF7-A997-315DE0E7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55245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4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C95F793E-D603-49E6-8637-2F1158E0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229225"/>
            <a:ext cx="323850" cy="953"/>
          </a:xfrm>
          <a:custGeom xmlns:a="http://schemas.openxmlformats.org/drawingml/2006/main">
            <a:pathLst>
              <a:path w="323850" h="953">
                <a:moveTo>
                  <a:pt x="3238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1103A0F9-F05E-4BD1-A8E8-D7BD3AD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108C41E6-3A23-4E5B-A6BC-F8CF526E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7913" y="5524500"/>
            <a:ext cx="953" cy="200025"/>
          </a:xfrm>
          <a:custGeom xmlns:a="http://schemas.openxmlformats.org/drawingml/2006/main">
            <a:pathLst>
              <a:path w="953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7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D5D4A08D-7637-4396-AD64-A8F37825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953" y="56026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8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6A91CE99-607B-4675-8484-37869DDE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676650"/>
            <a:ext cx="1414463" cy="1428750"/>
          </a:xfrm>
          <a:custGeom xmlns:a="http://schemas.openxmlformats.org/drawingml/2006/main">
            <a:pathLst>
              <a:path w="1414463" h="1428750">
                <a:moveTo>
                  <a:pt x="1414463" y="1428750"/>
                </a:moveTo>
                <a:lnTo>
                  <a:pt x="1409700" y="0"/>
                </a:lnTo>
                <a:lnTo>
                  <a:pt x="209550" y="0"/>
                </a:lnTo>
                <a:lnTo>
                  <a:pt x="209550" y="457200"/>
                </a:ln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99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7A6A0E4D-4FB5-4FAA-A2FC-F528CF01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0728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00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82618A16-3B78-411A-99BF-00885BDC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477000"/>
            <a:ext cx="2305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1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4C57EDA2-8E1C-48E3-B076-C6B041F1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65798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Control</a:t>
            </a:r>
          </a:p>
        </p:txBody>
      </p:sp>
      <p:sp>
        <p:nvSpPr>
          <p:cNvPr id="202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E9EAADA2-0798-4BE7-B1BD-A9BF26F6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7000875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3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F5C43CA6-545E-4396-AFB6-F4CC5B47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7162800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204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CA764970-48D8-4440-B541-CD90873C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477000"/>
            <a:ext cx="2324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5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09294107-A0BC-4B8B-BA5F-7CFC5C48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562249"/>
            <a:ext cx="21526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206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F58E47CF-E90E-4272-B463-F94BE33B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6477000"/>
            <a:ext cx="2076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7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4C847709-7B22-4854-AF58-A8D11F68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6556058"/>
            <a:ext cx="1905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08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DD23E1BC-008B-46AC-8195-091E22D2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7000875"/>
            <a:ext cx="20764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9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F8A715AF-0FC4-4680-8E21-21F7708B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7162800"/>
            <a:ext cx="1905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10" name="dp44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55274856-940F-4CF2-98D3-4C1960F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314950"/>
            <a:ext cx="1476375" cy="1162050"/>
          </a:xfrm>
          <a:custGeom xmlns:a="http://schemas.openxmlformats.org/drawingml/2006/main">
            <a:pathLst>
              <a:path w="1476375" h="1162050">
                <a:moveTo>
                  <a:pt x="0" y="0"/>
                </a:moveTo>
                <a:lnTo>
                  <a:pt x="114300" y="0"/>
                </a:lnTo>
                <a:lnTo>
                  <a:pt x="114300" y="1038225"/>
                </a:lnTo>
                <a:lnTo>
                  <a:pt x="1476375" y="1038225"/>
                </a:lnTo>
                <a:lnTo>
                  <a:pt x="1476375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1" name="dp44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4C744805-BDB9-4265-BE11-F312BF62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355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2" name="dp44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77378130-1977-40FD-9D78-D33F9636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6905625"/>
            <a:ext cx="953" cy="95250"/>
          </a:xfrm>
          <a:custGeom xmlns:a="http://schemas.openxmlformats.org/drawingml/2006/main">
            <a:pathLst>
              <a:path w="953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3" name="dp44-comparison / n194 / arrow">
            <a:extLst xmlns:a="http://schemas.openxmlformats.org/drawingml/2006/main">
              <a:ext uri="{FF2B5EF4-FFF2-40B4-BE49-F238E27FC236}">
                <a16:creationId xmlns:a16="http://schemas.microsoft.com/office/drawing/2014/main" id="{77C5D4FD-EF35-4A96-B6A1-416F2BA6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4" name="dp44-comparison / n195 / path">
            <a:extLst xmlns:a="http://schemas.openxmlformats.org/drawingml/2006/main">
              <a:ext uri="{FF2B5EF4-FFF2-40B4-BE49-F238E27FC236}">
                <a16:creationId xmlns:a16="http://schemas.microsoft.com/office/drawing/2014/main" id="{520FA183-E0B7-4E67-A79A-E51515D8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372225"/>
            <a:ext cx="2981325" cy="319088"/>
          </a:xfrm>
          <a:custGeom xmlns:a="http://schemas.openxmlformats.org/drawingml/2006/main">
            <a:pathLst>
              <a:path w="2981325" h="319088">
                <a:moveTo>
                  <a:pt x="2981325" y="319088"/>
                </a:moveTo>
                <a:lnTo>
                  <a:pt x="2781300" y="314325"/>
                </a:lnTo>
                <a:lnTo>
                  <a:pt x="2781300" y="0"/>
                </a:lnTo>
                <a:lnTo>
                  <a:pt x="133350" y="0"/>
                </a:lnTo>
                <a:lnTo>
                  <a:pt x="133350" y="295275"/>
                </a:lnTo>
                <a:lnTo>
                  <a:pt x="0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5" name="dp44-comparison / n195 / arrow">
            <a:extLst xmlns:a="http://schemas.openxmlformats.org/drawingml/2006/main">
              <a:ext uri="{FF2B5EF4-FFF2-40B4-BE49-F238E27FC236}">
                <a16:creationId xmlns:a16="http://schemas.microsoft.com/office/drawing/2014/main" id="{B9936B6A-5A23-45D3-9349-E0A87FAF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6" name="dp44-comparison / n196 / path">
            <a:extLst xmlns:a="http://schemas.openxmlformats.org/drawingml/2006/main">
              <a:ext uri="{FF2B5EF4-FFF2-40B4-BE49-F238E27FC236}">
                <a16:creationId xmlns:a16="http://schemas.microsoft.com/office/drawing/2014/main" id="{CA284F66-CFD8-4731-B98F-78408B8B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858000"/>
            <a:ext cx="953" cy="142875"/>
          </a:xfrm>
          <a:custGeom xmlns:a="http://schemas.openxmlformats.org/drawingml/2006/main">
            <a:pathLst>
              <a:path w="953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7" name="dp44-comparison / n196 / arrow">
            <a:extLst xmlns:a="http://schemas.openxmlformats.org/drawingml/2006/main">
              <a:ext uri="{FF2B5EF4-FFF2-40B4-BE49-F238E27FC236}">
                <a16:creationId xmlns:a16="http://schemas.microsoft.com/office/drawing/2014/main" id="{6D25CABB-91FC-40F7-8BF1-1363124F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0765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8" name="dp44-comparison / n197 / path">
            <a:extLst xmlns:a="http://schemas.openxmlformats.org/drawingml/2006/main">
              <a:ext uri="{FF2B5EF4-FFF2-40B4-BE49-F238E27FC236}">
                <a16:creationId xmlns:a16="http://schemas.microsoft.com/office/drawing/2014/main" id="{D2A33A6A-CBB6-4D44-A72B-11881E8D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391150"/>
            <a:ext cx="1181100" cy="1876425"/>
          </a:xfrm>
          <a:custGeom xmlns:a="http://schemas.openxmlformats.org/drawingml/2006/main">
            <a:pathLst>
              <a:path w="1181100" h="1876425">
                <a:moveTo>
                  <a:pt x="1181100" y="1609725"/>
                </a:moveTo>
                <a:lnTo>
                  <a:pt x="0" y="1876425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219" name="dp44-comparison / n197 / arrow">
            <a:extLst xmlns:a="http://schemas.openxmlformats.org/drawingml/2006/main">
              <a:ext uri="{FF2B5EF4-FFF2-40B4-BE49-F238E27FC236}">
                <a16:creationId xmlns:a16="http://schemas.microsoft.com/office/drawing/2014/main" id="{9E587215-1157-4848-A591-29798490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330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0" name="dp44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68A24637-0853-430A-ABAE-875F6C15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67500"/>
            <a:ext cx="590550" cy="953"/>
          </a:xfrm>
          <a:custGeom xmlns:a="http://schemas.openxmlformats.org/drawingml/2006/main">
            <a:pathLst>
              <a:path w="590550" h="953">
                <a:moveTo>
                  <a:pt x="0" y="0"/>
                </a:moveTo>
                <a:lnTo>
                  <a:pt x="590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21" name="dp44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8D4DC09B-134E-457F-B00F-2ED3D6FE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58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2" name="dp44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2F595035-A5DA-417E-89A8-0BDD9152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438900"/>
            <a:ext cx="3933825" cy="366713"/>
          </a:xfrm>
          <a:custGeom xmlns:a="http://schemas.openxmlformats.org/drawingml/2006/main">
            <a:pathLst>
              <a:path w="3933825" h="366713">
                <a:moveTo>
                  <a:pt x="0" y="38100"/>
                </a:moveTo>
                <a:lnTo>
                  <a:pt x="0" y="0"/>
                </a:lnTo>
                <a:lnTo>
                  <a:pt x="3933825" y="0"/>
                </a:lnTo>
                <a:lnTo>
                  <a:pt x="3933825" y="361950"/>
                </a:lnTo>
                <a:lnTo>
                  <a:pt x="3657600" y="3667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223" name="dp44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D086AAD4-FCEE-4A2F-B7B6-DA75E345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6742560"/>
            <a:ext cx="122953" cy="121902"/>
          </a:xfrm>
          <a:custGeom xmlns:a="http://schemas.openxmlformats.org/drawingml/2006/main">
            <a:pathLst>
              <a:path w="122953" h="121902">
                <a:moveTo>
                  <a:pt x="120851" y="0"/>
                </a:moveTo>
                <a:lnTo>
                  <a:pt x="0" y="63053"/>
                </a:lnTo>
                <a:lnTo>
                  <a:pt x="122953" y="12190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24" name="dp44-comparison / n133">
            <a:extLst xmlns:a="http://schemas.openxmlformats.org/drawingml/2006/main">
              <a:ext uri="{FF2B5EF4-FFF2-40B4-BE49-F238E27FC236}">
                <a16:creationId xmlns:a16="http://schemas.microsoft.com/office/drawing/2014/main" id="{0A88AF3C-2485-4712-8BCC-8DFFAB29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4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B4A80000-12F3-4C97-9A05-0AAA594C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226" name="dp44-comparison / n135">
            <a:extLst xmlns:a="http://schemas.openxmlformats.org/drawingml/2006/main">
              <a:ext uri="{FF2B5EF4-FFF2-40B4-BE49-F238E27FC236}">
                <a16:creationId xmlns:a16="http://schemas.microsoft.com/office/drawing/2014/main" id="{8137F730-4DC1-48C4-85E1-37EB8B7D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4-comparison / n136 / text 1">
            <a:extLst xmlns:a="http://schemas.openxmlformats.org/drawingml/2006/main">
              <a:ext uri="{FF2B5EF4-FFF2-40B4-BE49-F238E27FC236}">
                <a16:creationId xmlns:a16="http://schemas.microsoft.com/office/drawing/2014/main" id="{4CF15E1D-C938-4A8C-94CB-02EF2FCB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228" name="dp44-comparison / n137">
            <a:extLst xmlns:a="http://schemas.openxmlformats.org/drawingml/2006/main">
              <a:ext uri="{FF2B5EF4-FFF2-40B4-BE49-F238E27FC236}">
                <a16:creationId xmlns:a16="http://schemas.microsoft.com/office/drawing/2014/main" id="{E5BAED41-66E0-4C13-9341-0A9415F3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4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F2090BCA-9EBD-4442-9900-0727B961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230" name="dp44-comparison / n168">
            <a:extLst xmlns:a="http://schemas.openxmlformats.org/drawingml/2006/main">
              <a:ext uri="{FF2B5EF4-FFF2-40B4-BE49-F238E27FC236}">
                <a16:creationId xmlns:a16="http://schemas.microsoft.com/office/drawing/2014/main" id="{62329C8F-A66C-43A3-B78C-EA0A8D1A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5562600"/>
            <a:ext cx="2295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4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2FA239B6-0D3E-4D52-9EAD-C37B2EB4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00" y="5572125"/>
            <a:ext cx="22574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후보의 재생성 생략</a:t>
            </a:r>
          </a:p>
        </p:txBody>
      </p:sp>
      <p:sp>
        <p:nvSpPr>
          <p:cNvPr id="232" name="dp44-comparison / n172">
            <a:extLst xmlns:a="http://schemas.openxmlformats.org/drawingml/2006/main">
              <a:ext uri="{FF2B5EF4-FFF2-40B4-BE49-F238E27FC236}">
                <a16:creationId xmlns:a16="http://schemas.microsoft.com/office/drawing/2014/main" id="{2852DFD1-03E7-47C5-8DB5-3A1BFB53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848225"/>
            <a:ext cx="23107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p44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3F06C901-43FE-4BC7-BB8E-030F0991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857750"/>
            <a:ext cx="4857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typed 사건의 직접 활성화</a:t>
            </a:r>
          </a:p>
        </p:txBody>
      </p:sp>
      <p:sp>
        <p:nvSpPr>
          <p:cNvPr id="234" name="dp44-comparison / n174">
            <a:extLst xmlns:a="http://schemas.openxmlformats.org/drawingml/2006/main">
              <a:ext uri="{FF2B5EF4-FFF2-40B4-BE49-F238E27FC236}">
                <a16:creationId xmlns:a16="http://schemas.microsoft.com/office/drawing/2014/main" id="{455AD459-416E-4C61-B2A6-FBCE6FE7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848225"/>
            <a:ext cx="157886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p44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C68812DF-FDD2-4277-9EC8-D25252EB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3325" y="4857750"/>
            <a:ext cx="2276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36" name="dp44-comparison / n177">
            <a:extLst xmlns:a="http://schemas.openxmlformats.org/drawingml/2006/main">
              <a:ext uri="{FF2B5EF4-FFF2-40B4-BE49-F238E27FC236}">
                <a16:creationId xmlns:a16="http://schemas.microsoft.com/office/drawing/2014/main" id="{21853A4E-D781-4C26-9687-7D039AB6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85762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p44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D64C13B6-F4D3-403D-B60E-F29F0855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867150"/>
            <a:ext cx="20574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credit / cancel</a:t>
            </a:r>
          </a:p>
        </p:txBody>
      </p:sp>
      <p:sp>
        <p:nvSpPr>
          <p:cNvPr id="238" name="dp44-comparison / n179">
            <a:extLst xmlns:a="http://schemas.openxmlformats.org/drawingml/2006/main">
              <a:ext uri="{FF2B5EF4-FFF2-40B4-BE49-F238E27FC236}">
                <a16:creationId xmlns:a16="http://schemas.microsoft.com/office/drawing/2014/main" id="{D1CC3F5E-49A4-42CD-A812-18331BAC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4295775"/>
            <a:ext cx="205130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p44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06F08362-C83F-47DB-9FE3-9E8FE946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30530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admission</a:t>
            </a:r>
          </a:p>
        </p:txBody>
      </p:sp>
      <p:sp>
        <p:nvSpPr>
          <p:cNvPr id="240" name="dp44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74F8A084-62EB-4412-859D-63261DEA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48818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버전 / 과거 receipt</a:t>
            </a:r>
          </a:p>
        </p:txBody>
      </p:sp>
      <p:sp>
        <p:nvSpPr>
          <p:cNvPr id="241" name="dp44-comparison / n192">
            <a:extLst xmlns:a="http://schemas.openxmlformats.org/drawingml/2006/main">
              <a:ext uri="{FF2B5EF4-FFF2-40B4-BE49-F238E27FC236}">
                <a16:creationId xmlns:a16="http://schemas.microsoft.com/office/drawing/2014/main" id="{CEEFF5A1-726F-4990-8C56-9278D6FF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5225" y="6191250"/>
            <a:ext cx="24955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51BE415E-B76B-45DF-8741-5A66F84B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200775"/>
            <a:ext cx="2457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Response Manager의 현재 검사</a:t>
            </a:r>
          </a:p>
        </p:txBody>
      </p:sp>
      <p:sp>
        <p:nvSpPr>
          <p:cNvPr id="243" name="dp44-comparison / n198">
            <a:extLst xmlns:a="http://schemas.openxmlformats.org/drawingml/2006/main">
              <a:ext uri="{FF2B5EF4-FFF2-40B4-BE49-F238E27FC236}">
                <a16:creationId xmlns:a16="http://schemas.microsoft.com/office/drawing/2014/main" id="{B1F659BB-9223-4A11-9AF5-A576A3BB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991350"/>
            <a:ext cx="2420112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A9A13466-BCDE-43BB-A659-475BE52D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00087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전달 후 snapshot</a:t>
            </a:r>
          </a:p>
        </p:txBody>
      </p:sp>
      <p:sp>
        <p:nvSpPr>
          <p:cNvPr id="245" name="dp44-comparison / n199 / text 2">
            <a:extLst xmlns:a="http://schemas.openxmlformats.org/drawingml/2006/main">
              <a:ext uri="{FF2B5EF4-FFF2-40B4-BE49-F238E27FC236}">
                <a16:creationId xmlns:a16="http://schemas.microsoft.com/office/drawing/2014/main" id="{1DD5D9A6-FBB0-4A7D-8B99-E009FCCD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8375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자기 receipt의 선행 대기 금지</a:t>
            </a:r>
          </a:p>
        </p:txBody>
      </p:sp>
      <p:sp>
        <p:nvSpPr>
          <p:cNvPr id="246" name="dp44-comparison / n202">
            <a:extLst xmlns:a="http://schemas.openxmlformats.org/drawingml/2006/main">
              <a:ext uri="{FF2B5EF4-FFF2-40B4-BE49-F238E27FC236}">
                <a16:creationId xmlns:a16="http://schemas.microsoft.com/office/drawing/2014/main" id="{1742A0BA-738B-4768-B07C-C8B42F73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1912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p44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99899E79-0DA6-4A96-83E7-71419B9D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2007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248" name="dp44-comparison / n204">
            <a:extLst xmlns:a="http://schemas.openxmlformats.org/drawingml/2006/main">
              <a:ext uri="{FF2B5EF4-FFF2-40B4-BE49-F238E27FC236}">
                <a16:creationId xmlns:a16="http://schemas.microsoft.com/office/drawing/2014/main" id="{FB6B6315-0FF9-4910-AB9D-87F749BA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p44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FBF8AE00-B9EA-40AF-9AD0-832208F9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</p:spTree>
    <p:extLst>
      <p:ext uri="{BB962C8B-B14F-4D97-AF65-F5344CB8AC3E}">
        <p14:creationId xmlns:p14="http://schemas.microsoft.com/office/powerpoint/2010/main" val="16998960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CAF02EDB-F2FE-4207-A1D7-CFB2D708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319FB6C2-FF01-450F-8357-0277A6E0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7EEA6F28-C269-4338-9D4A-BE3B9CD5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745B23F5-81F8-4D68-8EAB-CD6C1D64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5063749D-5DC7-4888-BDC2-5B687EB6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11BF2EB-4B67-4921-80B0-F904F45F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D62E71E4-C80A-476B-92C6-486CE705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8D2632E0-BB8E-4BA2-94CD-41A47AF7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388532E8-B042-4858-9A61-46392040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5A8504EA-AF2D-462C-92C5-CBD0D6F4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E08474E9-CB2C-44D8-AB3C-7F37AA3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E76433B2-2B8E-4D5B-A897-008FA23D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DDF4BFA5-EA7B-4A85-A218-DD4A14AC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1720142F-AFD3-46B0-8EF3-249353CF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0307A0C9-7447-4549-B471-5576FBE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15594D55-85BC-46DE-8E19-F4AAAF8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B46E3C5-0BBE-4A66-B762-20158F2A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15C81F94-D575-42D2-9191-2B4AD5A7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EAC2DA88-B748-40E4-B669-B3E37034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F0F22F1A-8C6E-4DD1-9E70-4C6E177B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BBE5DB3E-6A6C-4B1E-BDE8-4767C2F5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892783B3-5B92-4B36-A325-69859546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F38B17F5-475F-4604-ABC0-E8CACF76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F158757-CE00-4587-966F-578E491D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평균 VIA 처리시간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639ADBF4-3201-4A91-82F1-C482F928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79EC67D1-A68C-49D0-BFAB-EFF10500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D8FC1E73-3B22-44DB-B747-830CBD13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DEDB42D8-530D-4414-9416-DAA862D3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0CE9EF66-66F4-4BDF-8EC5-417B20AE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86C044ED-4E6D-4382-905A-3302F482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C380928-65D9-4EB9-A4A5-5DAD62DE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963FDEA1-21BD-4F7D-9439-8A8C78AD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E75F5D2-776D-47BE-9E10-947DB3BD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D9DC4812-F701-4DB2-9236-5EB60DCB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81F5177-EE37-4781-80FE-F790A3FE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66058154-8177-4795-8A53-B06AAFD7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A5FC12A3-2F35-42B0-BA26-8C84B2DC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40E5523F-1DB7-417E-90B5-33ECFDC0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56FE1CAA-DDAC-441A-8867-73C4316D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평균 VIA 처리시간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5A78CB5F-D8D2-4179-8C7E-C96B3E56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95F437A3-03D8-49ED-8EBB-E443617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615BB11B-6796-4A45-9BAE-69E532BC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D883FE84-CE42-4990-BB2B-A72B55AA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56D56755-05FA-41E1-A956-A111A65D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754EEFA9-40CC-4F1B-A88A-171E7A39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48C92104-F7A7-44DF-8FFA-C371E487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62349B8-8777-4CBC-B3D3-29E6FBD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51753E1-0796-413B-972D-EA9D8E6A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C1BD2A1B-F20A-4BAF-A4F4-C9576D9A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EEE8E4D-1C62-4D16-AC3A-4838DA90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39EC4665-8284-466D-BB3B-4456C333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3EEEE9A8-BD8C-4B65-B148-21C6B00C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C8344B5-4B12-409D-BE99-27034B2F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3DF31595-18C1-4717-B82B-1A170E2E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DAA0189C-06E2-4B91-ABC3-CF0433F5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2D33C89-CAF7-47E6-A310-1997210D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20F70FB2-A2B3-4DAA-B38F-D6F141F9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55743BA1-70E2-41B0-AAF6-7F9FE34E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4DE08BA5-241D-4E8E-B0C4-49935DC8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39624A23-A0E4-4859-B305-4F5A68AF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F30039F3-08AA-461B-B473-9EB53B3B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9D9F938E-3F6B-491F-AE39-43C87E8F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288471DD-C422-4E6B-92CB-44EA03FD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66DB483B-12B7-4069-8046-BDEE2828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E5913058-E550-4BF8-9AD1-E4767910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7AE8945C-C3C0-4C6C-8F16-C172156E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FA2B1654-DDD1-49AA-B76C-36ACD487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285C7C7D-8274-4D2F-8877-301A220A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198707BB-8E5E-4467-A917-1094D27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F8BB2679-B930-4EE2-93C8-2C18A203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C950BDE0-5797-4EA1-AC58-B345D81E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04F873F6-B11C-4FC9-AD2C-53B821ED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424FDA81-267C-4F26-8E5B-A7137F9E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316D7C5A-A719-4328-8EEF-0791750A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B81FBBD1-8D56-4129-9610-A92F9DC2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AAA94F35-F07C-40AC-BEA7-5EEBFB67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93BF79C1-9227-4287-AAF6-84EDF11F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CAE4DB98-B4CA-49F4-9E8A-BE3BE35A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B57503B2-24E2-4077-9039-6912343A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E7DBAE14-BF7A-4491-B508-06380845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40409E60-54C6-415F-9697-8AB3095C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14971031-FBAD-43F7-A7FB-8878860E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C8C5214D-E73D-4D04-8F45-25A4142F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01C4C28A-A338-4C94-8887-D2C297C0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CA082D4F-AE9C-401E-A7BB-904464B8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55B0FC96-D3FF-4A6E-84B3-4CB31CF9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2F64FB37-4CCF-4300-B81E-3190364A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5FB9D003-F00A-4680-860F-47B26459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B3A13092-8BDC-495E-846C-6C0534EB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4A6D2BA5-E18D-4FEC-8E37-E5CF8DA1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56A51A9A-0871-4EFB-AD35-7BDD2BF6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4D913B3A-CB9A-480F-B1F3-5A8421DC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CD1B0882-E9B7-4A81-A1CC-B340629F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2D6AC69-684B-4A99-B7F9-0EF1AF43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A25081A7-3C31-4915-BDA1-DEFF19A57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B3178233-A687-42F5-AA3C-E46D87B7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BC53F48E-DACE-4169-9527-7A2B9B0D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BA9C7231-34F3-450B-BCDA-D6D88C21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1A0E0297-4003-4FE4-81D2-A05655D9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DE454B09-3971-42BD-8430-1A13B1A4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C4ECE17C-C821-4B2D-9B77-62F1CF6A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A85B9CFB-252B-476D-813D-774316EB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E4E66C2A-CA44-4CE3-B1DF-6F7BB88D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EC9EA95A-BC04-4DC6-B7DE-109BC75F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00F61DB1-7270-4F47-8FF6-DDD5EA2A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2826ECF8-1688-4720-98AF-A194842D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DDBD1D50-6C16-4E19-8437-97985F0A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6CFCAD83-DD5A-4A38-AEF2-4DD869BF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210ECB49-25F9-4D37-B7B1-B410B52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FC7D728F-588A-47CE-9E35-EB4FAF20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05A4453A-9809-4F3A-AE2B-F4B7C24D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FBC0BD29-9471-4D93-BEA6-4096ED5A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94EFDBA5-2CFC-4061-B72D-465BB88D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14375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4E50A9D7-1355-4618-83CA-1B81F248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R9의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803E3839-6D88-46B1-8880-FF5D1C71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0B924757-798C-4408-AB6F-913CAEC7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045CCDEC-2124-4C98-A62C-34666CA0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ED53D00F-9CA0-4CF5-A173-63A13CEC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434D66D4-43BC-408F-BB3B-DC515401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65369E9A-8003-4EAA-B055-5919BA7E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95C8783C-206F-4C4E-BB65-5384E308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C468F056-6A77-4CEB-9548-5D7C1A3C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6F1A15AA-7B28-4438-8233-9E2DEBCB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4353CE7-DBF2-409F-8E53-311AA122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8542778C-A9A4-4E8C-B7B3-F0C60D6E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B4071BD1-28FE-42DC-91F3-4C6C5673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7" name="dp45-comparison / n110 / text 2">
            <a:extLst xmlns:a="http://schemas.openxmlformats.org/drawingml/2006/main">
              <a:ext uri="{FF2B5EF4-FFF2-40B4-BE49-F238E27FC236}">
                <a16:creationId xmlns:a16="http://schemas.microsoft.com/office/drawing/2014/main" id="{2988E06C-FEE3-489B-A817-0E1573DB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28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B82E4FDD-7F27-47EA-B10B-C6B64BD8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3B7EE4A0-D6B2-44A1-BEF7-D8D03747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36390A97-BA08-4165-93ED-DE4A5AA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BE5931E4-8F63-4589-A518-67999DA2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2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3BDC2A37-A19B-427A-8FBE-6F835A23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3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276A144D-F806-4048-B100-6F170455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4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35D8C10E-FD15-46C9-85A1-7B605D74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E8213D4C-7835-4400-96E4-2547C2F8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6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12C7CF6B-355A-466A-8273-0039DF79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4DC9844E-C5AE-443E-8D99-6C63B1FC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38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BCB8389D-FA38-42DD-BB93-3F3E4F66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39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3C34BCC3-57A4-465E-BA0E-B37E0C70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0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4320A4C3-4876-4571-B02C-67EC126E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226A99F6-CC55-49C8-98AE-BDEA66A1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9EC738B6-C4B4-4041-B218-6A9877E9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8D2C59FF-41FF-413B-9F45-C2C97CED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4" name="dp45-comparison / n137 / text 2">
            <a:extLst xmlns:a="http://schemas.openxmlformats.org/drawingml/2006/main">
              <a:ext uri="{FF2B5EF4-FFF2-40B4-BE49-F238E27FC236}">
                <a16:creationId xmlns:a16="http://schemas.microsoft.com/office/drawing/2014/main" id="{7F8CAF81-E417-4725-9136-5D32BEFD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3DF436B7-21CA-471F-A8C0-9E7627F3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FA10C5C8-D2D3-48C4-BA98-8D3769D9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7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56C84BD4-6AC7-43DA-80E5-21B8064A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815F4AE3-E630-4A25-82B0-CB9B5880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49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94951676-A2C4-423F-A23B-685A0C10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0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04FC8B29-595F-414D-B0A9-56F98178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B87505C2-7A21-49F8-A00B-A21D1EF8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2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21A8C375-C0BB-482F-B7D0-E7EEA207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C8A51711-9679-407F-8060-9960AE6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4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2E11DE54-903F-4042-A028-AE11798B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D461F203-C790-4757-A523-DC725145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6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5A2EE4E-0CF9-46D8-9B5B-BE8BAE2D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2E6EB16D-1A93-48C8-8929-F6C47112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8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69879331-2D9C-44C8-90D4-FB6CD634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A0F2D4BF-0CF5-4D04-BA7F-3EA00811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0" name="dp45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A415B4E7-EF68-498E-9EE4-B39FA1A6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17391377-58EF-4D8F-969F-DFF1A3ED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4D4B09A2-ADA7-4605-A138-D4F14FE1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2F11408D-CD11-453E-B807-D9A90C6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4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48E4D376-F9E1-4805-B55A-5D500A7B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1D846246-1021-45B7-B4AA-58FEB44D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C14D217C-B165-4150-9D0A-78C6DB1A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7A708F00-A063-4EC7-ACB6-2A860358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68" name="dp45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8EE1C0CC-6038-45B2-B86A-D1B5EB91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69" name="dp45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F61842D5-8269-4109-B39E-73128B7D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0" name="dp45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2191663F-2AA4-4A57-85F3-EDFE46A5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B602458B-4702-417A-80AF-69311F14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2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113D1FE9-D3B7-4338-A68C-2CAACF50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FC41CF9E-BD83-4B20-9E33-B7EE886B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4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D2481E22-651F-44D1-BCF7-B8EE1286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F098FD4C-FD4D-4EEB-83D2-5CEBB72E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6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919337CE-B66E-4327-9276-103DF11F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855FF73-150F-464A-978E-10864E08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8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32DF34E8-DAA9-495E-A2CE-0AC82CE1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8294C5B0-B983-480B-8C92-DE96E24A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0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AB18CA99-3E3E-4D17-8A23-DB2BE904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A90BF097-C962-4C9E-9C60-B790C310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801FB446-4E57-4A04-8101-71F64963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55997386-9DE8-4582-9F4E-1B19B40D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D20D9C7A-10CA-495E-9557-699900B9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5" name="dp45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C4C38E5A-4CD6-4C81-ABD9-F0DA1437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6" name="dp45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89F6EE4B-A679-405A-A072-476385DB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7" name="dp45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BCF11361-3342-43E4-AC99-7C84DFA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8" name="dp45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FC45C34-4340-4E70-9E21-E9F9F5B3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816961E9-A9D6-4C72-95CD-F8583BE4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0" name="dp45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57DCFCB9-04E0-48B5-8F82-0BD0A39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CA8AD815-67C3-4440-AD2D-6E18B951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2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3584BBAC-ECEC-4C67-9268-5ED42B10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3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F77FCF16-79E5-401D-BCC9-82F516EC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BC79EE41-0B7C-4758-941A-54E0FD31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95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BE3DC9A5-60A5-4EDF-9B72-2C52455C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408E0C6D-0963-41F4-AB62-0FDD042C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97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D11DAB32-51F2-425F-81C1-0F5496C2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54895A60-CB67-44B7-AE8A-C9D72766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99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73E9A578-6173-487A-8961-3F626653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7CF3D839-7DB8-4F18-BD8F-1423AD5B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201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2FF9B0D9-0CCD-475A-B941-44F7D31C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DFAE3D5D-4C1B-4777-9813-82081828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3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257F36D4-0744-4B8C-889B-AF71E5F1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E4B08AD0-3E85-402A-B9C4-BE5C5684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5" name="dp45-comparison / n151">
            <a:extLst xmlns:a="http://schemas.openxmlformats.org/drawingml/2006/main">
              <a:ext uri="{FF2B5EF4-FFF2-40B4-BE49-F238E27FC236}">
                <a16:creationId xmlns:a16="http://schemas.microsoft.com/office/drawing/2014/main" id="{CE824EA3-8777-4FE5-ACBD-212FBC2A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0733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3B516630-C966-40ED-956C-DAE38A3C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정정 / 결과 개정 / 실제 전달</a:t>
            </a:r>
          </a:p>
        </p:txBody>
      </p:sp>
      <p:sp>
        <p:nvSpPr>
          <p:cNvPr id="207" name="dp45-comparison / n152 / text 2">
            <a:extLst xmlns:a="http://schemas.openxmlformats.org/drawingml/2006/main">
              <a:ext uri="{FF2B5EF4-FFF2-40B4-BE49-F238E27FC236}">
                <a16:creationId xmlns:a16="http://schemas.microsoft.com/office/drawing/2014/main" id="{B19FC9F1-C5D4-4A08-BCDE-2573E7EB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08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B814D13D-F1E4-452A-BE1C-B66EE83D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1A165283-028A-49F4-8BA0-EF64EE8F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0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42268B7A-F2ED-4797-B2BF-5F9ED599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500152C3-FD01-40C5-9D1A-4CA13716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2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44D885C3-6DEF-463B-9B7E-F7265C4A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317BAF90-AB69-4684-B433-C78F886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4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46B7CCA0-E540-4C37-95AF-BD9BCBFD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FB6296C7-028D-44F5-AB40-4A1DD012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216" name="dp45-comparison / n177">
            <a:extLst xmlns:a="http://schemas.openxmlformats.org/drawingml/2006/main">
              <a:ext uri="{FF2B5EF4-FFF2-40B4-BE49-F238E27FC236}">
                <a16:creationId xmlns:a16="http://schemas.microsoft.com/office/drawing/2014/main" id="{2AB60440-84AE-46DE-96F2-3FA409DD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765CEB96-46B5-4466-8086-A72D37F7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B8944BE1-0146-4C08-ADA5-E57B718A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A6295A54-A594-452C-BEE1-C614F1A2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0" name="dp45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F2814B85-1042-4C64-BF89-5AAC83F4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1" name="dp45-comparison / n182">
            <a:extLst xmlns:a="http://schemas.openxmlformats.org/drawingml/2006/main">
              <a:ext uri="{FF2B5EF4-FFF2-40B4-BE49-F238E27FC236}">
                <a16:creationId xmlns:a16="http://schemas.microsoft.com/office/drawing/2014/main" id="{B2FB643C-6292-44BB-934B-E4EEE0CA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5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E0ADFB75-C08F-46BB-9ECA-D8AEC0A1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3" name="dp45-comparison / n184">
            <a:extLst xmlns:a="http://schemas.openxmlformats.org/drawingml/2006/main">
              <a:ext uri="{FF2B5EF4-FFF2-40B4-BE49-F238E27FC236}">
                <a16:creationId xmlns:a16="http://schemas.microsoft.com/office/drawing/2014/main" id="{9498E0D2-0C08-4B12-A347-623C1497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5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6BB89B58-1343-4E08-B113-A1ADE5BB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20697295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2026-10-08T11:10:12.6040000Z</dcterms:created>
  <dcterms:modified xsi:type="dcterms:W3CDTF">2026-10-08T11:10:12.6040000Z</dcterms:modified>
</coreProperties>
</file>