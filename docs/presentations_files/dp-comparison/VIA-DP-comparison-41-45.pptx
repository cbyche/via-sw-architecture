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e123e628d497c" /><Relationship Type="http://schemas.openxmlformats.org/officeDocument/2006/relationships/extended-properties" Target="/docProps/app.xml" Id="R7186ff940aea4be0" /><Relationship Type="http://schemas.openxmlformats.org/officeDocument/2006/relationships/officeDocument" Target="/ppt/presentation.xml" Id="Ra08fa4d96a384f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e98eb696014fc4"/>
  </p:sldMasterIdLst>
  <p:notesMasterIdLst>
    <p:notesMasterId xmlns:r="http://schemas.openxmlformats.org/officeDocument/2006/relationships" r:id="Rfaa7614fe901489a"/>
  </p:notesMasterIdLst>
  <p:sldIdLst>
    <p:sldId xmlns:r="http://schemas.openxmlformats.org/officeDocument/2006/relationships" id="256" r:id="R6b3b8cfb74a642f9"/>
    <p:sldId xmlns:r="http://schemas.openxmlformats.org/officeDocument/2006/relationships" id="257" r:id="R252affb76cd1405d"/>
    <p:sldId xmlns:r="http://schemas.openxmlformats.org/officeDocument/2006/relationships" id="258" r:id="R58e2c2163f2843dc"/>
    <p:sldId xmlns:r="http://schemas.openxmlformats.org/officeDocument/2006/relationships" id="259" r:id="R918e59e503544ff4"/>
    <p:sldId xmlns:r="http://schemas.openxmlformats.org/officeDocument/2006/relationships" id="260" r:id="R9fe0aedaecf1434d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047aef42243b8" /><Relationship Type="http://schemas.openxmlformats.org/officeDocument/2006/relationships/slideMaster" Target="/ppt/slideMasters/slideMaster1.xml" Id="Rc1e98eb696014fc4" /><Relationship Type="http://schemas.openxmlformats.org/officeDocument/2006/relationships/notesMaster" Target="/ppt/notesMasters/notesMaster1.xml" Id="Rfaa7614fe901489a" /><Relationship Type="http://schemas.openxmlformats.org/officeDocument/2006/relationships/presProps" Target="/ppt/presProps.xml" Id="R52f1602a9b714095" /><Relationship Type="http://schemas.openxmlformats.org/officeDocument/2006/relationships/tableStyles" Target="/ppt/tableStyles.xml" Id="Rf7329ab5268c434e" /><Relationship Type="http://schemas.openxmlformats.org/officeDocument/2006/relationships/slide" Target="/ppt/slides/slide1.xml" Id="R6b3b8cfb74a642f9" /><Relationship Type="http://schemas.openxmlformats.org/officeDocument/2006/relationships/slide" Target="/ppt/slides/slide2.xml" Id="R252affb76cd1405d" /><Relationship Type="http://schemas.openxmlformats.org/officeDocument/2006/relationships/slide" Target="/ppt/slides/slide3.xml" Id="R58e2c2163f2843dc" /><Relationship Type="http://schemas.openxmlformats.org/officeDocument/2006/relationships/slide" Target="/ppt/slides/slide4.xml" Id="R918e59e503544ff4" /><Relationship Type="http://schemas.openxmlformats.org/officeDocument/2006/relationships/slide" Target="/ppt/slides/slide5.xml" Id="R9fe0aedaecf1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8252f8c40243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c0f900f24c4abf" /><Relationship Type="http://schemas.openxmlformats.org/officeDocument/2006/relationships/notesMaster" Target="/ppt/notesMasters/notesMaster1.xml" Id="R9b4cf53b7516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9978e34260414b" /><Relationship Type="http://schemas.openxmlformats.org/officeDocument/2006/relationships/notesMaster" Target="/ppt/notesMasters/notesMaster1.xml" Id="R388b9cf18d784f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bc24b34d914bc1" /><Relationship Type="http://schemas.openxmlformats.org/officeDocument/2006/relationships/notesMaster" Target="/ppt/notesMasters/notesMaster1.xml" Id="R78e1e4d2f3d9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1c9d6eabf240bf" /><Relationship Type="http://schemas.openxmlformats.org/officeDocument/2006/relationships/notesMaster" Target="/ppt/notesMasters/notesMaster1.xml" Id="Re39977d3b89e48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14804fd4da4aec" /><Relationship Type="http://schemas.openxmlformats.org/officeDocument/2006/relationships/notesMaster" Target="/ppt/notesMasters/notesMaster1.xml" Id="R46a168c7be7c4d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c2206c5a2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b7ef41d6541cb" /><Relationship Type="http://schemas.openxmlformats.org/officeDocument/2006/relationships/slideLayout" Target="/ppt/slideLayouts/slideLayout1.xml" Id="Re64ce684e0f3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4ce684e0f3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65ac39fa74d00" /><Relationship Type="http://schemas.openxmlformats.org/officeDocument/2006/relationships/notesSlide" Target="/ppt/notesSlides/notesSlide1.xml" Id="R32964d3bced9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d5fc457ad49d1" /><Relationship Type="http://schemas.openxmlformats.org/officeDocument/2006/relationships/notesSlide" Target="/ppt/notesSlides/notesSlide2.xml" Id="R5558b64c3b08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490413372489a" /><Relationship Type="http://schemas.openxmlformats.org/officeDocument/2006/relationships/notesSlide" Target="/ppt/notesSlides/notesSlide3.xml" Id="Rf0815e1bc22c45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7b1dc45004920" /><Relationship Type="http://schemas.openxmlformats.org/officeDocument/2006/relationships/notesSlide" Target="/ppt/notesSlides/notesSlide4.xml" Id="R165df36c3933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2d057b4134f38" /><Relationship Type="http://schemas.openxmlformats.org/officeDocument/2006/relationships/notesSlide" Target="/ppt/notesSlides/notesSlide5.xml" Id="Rcf4788c911ac46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61605C17-72F5-47D8-8D1C-2F574B2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64D277D7-3230-445E-BCEE-25929982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986ED7C-D7A3-480E-A009-781151D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F7AB4ED-D120-4231-BD15-F2D495D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25B281C-36A3-4A65-B951-A57D5989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ADA04D7-34BA-4521-8D2C-1B63CF43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E6AAF6-2295-4F5A-B033-2BF235C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22DEC52D-8AA8-4B76-B4E2-8B3AAA16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C0972EAD-B327-46F2-9902-E8CC8D4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3FBB2F65-2167-4DAF-8499-F8AE7861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02A599B0-8D9E-46B9-B981-BF020BA7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A36EFA53-F70A-4946-A4F2-9A8F71F9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1DE128F-D4D4-4380-B7B3-66C8D9C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01AFFE0F-8EEB-436E-B3A6-D9829D0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3AA154AF-0434-4CA2-ACC4-B0598B55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4F8A9F2C-EAC6-4298-9F1E-F8AA3E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0DCE650-A829-416C-803F-FD2795B3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314774E-FA24-47FC-85C9-AF18B2B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623A526-A376-4497-8184-290C3C2D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99560EB-A642-4EEB-9765-34DDFD45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D28E299D-5E17-40F8-857F-F5CEE5F8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04B8BFA-5FBC-4612-A812-AA80BD50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E7A6707-D55E-40BB-9A31-9E585C90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D9B8966-135B-4439-B2E0-4BD853C5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54B7223-E987-462A-9D08-A63F1E25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DEA5D4-4240-4280-92B3-D6E28FFB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B9AFD2C-DBBA-4768-AE7D-22FFB305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C4F53F3-D5BA-42DA-B80E-DCB9282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F1931839-5569-4B35-A96B-A30EAC45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2A41CD52-D665-4899-99E5-2665F95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4514D28-EB0D-43F4-8027-16C1F82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CA869F0-4B72-414B-821D-A3B6C3D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FDAF722-D660-4CC4-8162-200C8FD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AC87BBDE-BB8B-4B8E-8961-CFEF3236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6229D3B-5955-4D55-B073-D251A0CE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8F654299-2BE5-4739-AB41-39AA6622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75359EE-B68D-4DE2-91D9-A5CE5624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3375E7DB-E109-4BA6-AB98-56ECE07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02655D49-ACEE-4016-AE23-9F6908B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2C5FCC38-76F6-4E41-A674-D3C47DC5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D5111AE-1FDB-4659-9AE2-D99A83D9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ED02E62-1A0F-4105-9286-D6FE0D8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C68636F-6346-4C51-8429-03354203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A65769C3-C86E-4484-A5A2-36E14D6B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6D4DB84-16FD-4736-8256-89FCA304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232E998-2060-460B-8F7A-C58D4513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767C06D-22AD-4707-99BE-6860F52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E629878-1D63-467B-B8DC-B5CA9201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6EE724BD-0DF0-4F7A-8E2D-41A8B38D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6F2E8203-3A19-4DB6-B21D-A5416C7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AA9870F-4E55-4221-BBC7-9EB3A21E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F8F0BD33-7A8C-40E0-BE15-7E8ED59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DD8893F-30ED-4E6A-900F-1545EDE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E8D918E-20A8-4446-9AB9-948F85D1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38A9721C-44FF-447C-BA75-411F8B8C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103AF6F-7273-44D6-8557-8E94B8FB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21BCC930-AA1D-43E1-A407-6C9505D9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5703DBD-6373-4902-B1FB-80D9E357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06055B49-8753-4C75-9D10-EE5EE66F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F4E69209-EEE8-413F-B155-768DDF5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9C988C97-07D5-4B7B-9D39-89A5ECA0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DEF463B1-AAB9-4C21-BD32-E57B00D2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018F77D2-B2D0-40A8-9A86-AB5EB7B3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244C4479-BC49-44F1-BF0B-85D060D5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77402DBC-E0EE-45A9-8FF3-CFFA7D0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11466544-0A6F-4178-9538-830B20F8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73818270-D756-4513-8EF1-7E409CC0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3FCC76A9-5E1B-49B1-AB8A-615C74C0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03CF5590-2A38-4BC0-8C5F-25BA8F91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E1D44FB-F85F-424D-AE58-B3BDECF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F34A288-CED1-48E4-967A-D1968CF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9856031A-9830-4F3F-8624-B5068C5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39E05CFA-0E67-42C0-ACAB-BEF8A996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75955DFC-B5FC-4BA0-8FBD-F184104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1649B509-91D9-4D88-AB4C-84090185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C0B31E2F-644C-4D56-8ECB-FA8196A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F40CB940-FB10-4F00-8B8B-8B52F9ED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C8981076-CF9A-4CBB-9858-A8B6FB2D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4307DC5-B32E-4506-8AEB-491703F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E2FD7896-C95A-41C8-88CE-C3CCF6D7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6FC65DC-DA3F-40C1-8C50-76A7F43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D4B80E9F-4F94-469B-AC34-5E0BF58B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9BF12CC-0F65-4D2C-85D2-22CCD200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F66F7232-8843-497F-BED6-69A51451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8012F3FD-51A2-44D4-ADD2-2BD9CA69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7C2FDFC5-B226-494C-B233-4B812152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D440EFED-D876-4223-BC03-3BBB6ABA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3ABC39E0-186E-401B-A328-28713783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5E28425E-8330-47E5-BAA4-84E6EC7E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E9DF3CCF-7E6B-401C-9934-CE5077D2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097100EB-378F-4B0C-901B-7C2F7BC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59C52BC6-250E-437C-840A-58F5145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20EAE04-37BC-4FE3-9A34-CE1E8B4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4A1B64C7-06E6-4A6C-9348-E2EA90E0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5D7ECE3-F2CC-4F26-B817-C6B1FB9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7E471736-AFE3-4B82-9306-4F4C225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EB77D4D-948E-4D2D-BD70-B001E8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B2F6AEDC-CC3B-4A3E-B1AE-983189BD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CF41D535-C6DF-47B0-9A7E-3F733B2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3E6C949F-0FA2-43AB-9960-6809C98D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1201648-5B29-4FAF-B13E-B4B26556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92447A0E-9FC9-4384-96A2-3C2D33E4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3DC179F-CBF5-4B5A-B26A-8B082889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2FB892F9-BF7D-4E5A-96F2-32D2B364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3F99AA6E-53C1-4D39-8B14-0980923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75AD28E2-C3CC-43E9-8E27-43632D0E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6F9CBE78-FCE1-47EC-9873-3CD169F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883CF842-6D31-4BE9-AA43-74B8C6A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4CFF3275-F515-4A54-961A-E129A6C6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F03230BD-FF8D-4D20-B72E-D1F0847E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17DE57-28FD-4C70-A748-6F3516DB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595D6AF6-88C1-4B7B-BB6C-B239857A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54F94579-820C-4182-9764-1BF953B1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5FC9897D-6268-42F7-8337-A73B0FCA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581BC202-7ACF-4113-8D02-D1C5D607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9ED8297C-70AF-4401-BAD8-B49A230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32D2990B-0C62-45F1-82EB-EF49D3A9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7ECB43A7-B85D-40F3-A7F8-18B307EE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70638216-60D1-4C3A-949B-729184C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AEA14934-294C-4EB7-B1AD-03D62E81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5CFC4C6B-B731-45AC-9EA8-97889337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63D5D1B0-8CFE-47D9-B285-9846EDF9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2B163078-B83A-4DB0-9B9C-E68FF872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1FEEE1B1-AE22-469B-89DB-274879FF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C3411249-E5A5-4165-8CE6-A9490BF9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33D556F0-17AA-4539-9BA0-8F00C028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584D413D-1939-4CB7-85DE-BF1355E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9865CA90-9654-4675-AE3E-2ECC7896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C67D1370-198A-428A-AA02-AAF6A4B6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0D730225-DD6A-46E1-AC80-B95A5C3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B6AC8855-903C-4B4C-BABB-0F54E8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F4F7C1E-6AB8-4A24-A351-691FFD13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2170E6C7-AE78-4B3E-A2BE-744A405F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B1F16B7-BDBF-424C-A949-5597F23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98B101D8-B085-4DCA-8B8C-2B1AA628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3727890-F6F9-4DD1-A476-A7E169EC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717F617-B996-4847-AB7E-24281B0B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24B54A6D-A171-41D7-A46B-12C1DBED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8A04D5C1-7CB1-4D1E-9A7C-55C87748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DE473C6C-8B06-417E-A654-47975B9A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E6CA121-4C78-4AA6-97AA-A41F0680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F6F8EE36-7358-4D34-AC00-97CF8DD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3F5A2A81-407B-4B29-8FBF-9ACF58BF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49ADEF6D-F257-4472-9201-655C5265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8199B55-BC30-4A22-B226-C5A8FDD9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5A478A5-4F62-456C-82AB-18C94B1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65A681B4-19F5-4D37-9F6D-B4D92F8F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89BBF1AD-A9DB-4268-A00B-0BE35929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D3C8BB67-A420-4B44-92F2-A0A3FD17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9EBBD50B-CD89-434F-A492-3F5A0B3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8AE92DBF-646E-4B15-A60F-497B9817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A6029E72-52E6-4B47-848C-E2610D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E60A6F2-2EBD-431E-882E-6B7DCC23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C7A7615-98CD-436A-9A9C-65328BE4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9C8F0559-969A-4741-B204-FB1969B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58636E08-B171-46B1-AEF1-8A2A17E6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7587B7BF-ACD6-40B9-AD55-75C21DB0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A2CCD9DA-DA24-40ED-873D-EF80EC3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A86EAD5-E49E-4FFD-85B7-55A8E884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A8B7351-DFA4-4C1C-9D05-5DBDCB78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9D0F46EE-C829-49BE-8DF6-2BD5ABB9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1B00AC62-E492-4A9A-9CD1-BA106261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7A170D06-64C1-4DFF-8577-F4A8B227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993EAD58-78B3-48C2-8678-429AD43B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5428ADE0-10B5-4A18-BEE4-308BF54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05FE04D2-572E-4BAA-9CF4-A51983A6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4FDD1831-2EFC-4183-BFB6-27390BE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6423DF03-1994-4BE4-8C47-EAB27781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3FDE169D-B540-4EFA-9157-CF36A067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8F85C61D-E4AD-40A1-A9DF-04F6E91F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E46B7F91-B98E-4858-A410-43C6459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F58E815-E17F-4B0E-B8E1-0B34920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F7AFF9E3-8392-445E-9801-3F81004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03FDD4A0-D678-4449-8B8F-19363335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582BE2D2-E8AA-4A78-B732-80CC7066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FC2DCEFB-BA15-42A2-A111-EF1D5235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0B07B0CA-99FA-4A6F-866D-1CBFB2D9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08549DFC-53F3-4197-8856-279C5C2F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DA8D2676-1EC7-402F-9BAA-04A692CB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AEA68E8D-DECE-4F3F-AF00-6E100CA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5F799316-2F6D-43ED-BC48-0EDA9ECB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507EFC7-3D21-4C75-8FF1-8F280D4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292DAC7-05AC-4B42-A779-A7EA2CFA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DAC9B6-6957-4EB0-8E21-2BFDA0D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D3518576-3F27-42A4-8871-191820CF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D41C4505-5E62-47B7-A63C-A12E39EF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0C6C046B-13A5-4C18-B9EB-24A75F0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84D2BECD-A5AB-4B02-9E79-EF75BF68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83D9A0AE-F617-47DA-A718-60F46CD5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EFD07325-ED61-4341-B339-6FBEE384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92A76907-4060-43A6-BC68-8102CBA0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1407D88D-A1BB-4ECB-B4E8-1CC02BCA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BBBEB59A-3339-4417-8B34-F717F87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08C4C469-F644-469D-80D7-B4B64A2C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C7D121E-81BB-4D8C-A74A-E1E24AFE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B75E8DD3-6C69-49B1-9C6B-A7E70A61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3C31C84-F91F-412B-BCC1-159AEDF7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AC4C69E9-F8C1-4714-BAD1-1CE856E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948CB505-2950-4AD2-A0E5-D8591A04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FEC78074-71B0-4C52-904A-2C45329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15804CBB-70AF-4250-BF93-29391341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962DE3A7-3324-4CDC-9DB2-C412C397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C7E1F867-6747-4683-BE72-628003F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95073329-783E-4F41-A8C3-6FC4B26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B905DD0D-9386-4D0B-821E-DE8F461D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43792627-7B7F-4E4F-ACC4-9443C26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680DBAF7-CF9A-45AE-AC60-AF8ECB07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950A68E0-447A-496E-BD70-E9C58CD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CB0C8EA7-353C-4E96-B4FE-F35E8DDC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EB9B4FC2-EEAC-43B7-80A9-42CEB442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0A60B375-29C9-4C54-BF1A-A9557FFB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2D1D4E84-6A4D-4323-87A4-3A1F08D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B34166EA-42D6-4A8A-A68B-9D31B5F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4979090D-C66F-476E-92B7-B73D5371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4C1AA6EF-9891-40FA-970A-770B3619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2A317A9D-2BB8-4A1D-9749-55330EF6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4DFEF47F-4709-429B-9662-E0E12453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73719539-8EA7-4C28-AB7E-7062247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4D493765-5ECF-4A59-BDFA-42C10310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FC5C8242-C425-4FFA-ABC8-A20B31F0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722A7B5D-E6E2-4D26-950B-A26E4760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F97BA0F6-16DB-470F-AB1C-C9A23E4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0FDB0BBA-27C2-4651-BC91-71F0689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8368B3D3-7141-4724-A4E2-4416A033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BC7112B7-28C6-4477-A75F-51E6128F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C1D0F0F-04CA-4B3B-8C9B-CE71A35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CB821373-FE12-49E2-8DE7-26268F7D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EFD76747-5A67-4544-9012-1F034EE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3CEC9961-EE8E-4A12-BC50-3685C3AA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7B107CE4-14DE-4A7A-87EC-371D20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1FEF112F-1375-4DB0-89D4-B3C95A2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2A141730-ABB6-4CB6-B300-E14D4705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6FCE6082-DCE2-490D-8BD8-035C1190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13CD97D5-A06F-4FE3-84FC-7840AEE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5262A6BD-D998-4629-905E-DB24BE25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9B7FEE1-FEE1-406C-9A71-08C5B50A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FC02B4D-921D-4BB4-A1E0-82CC4B94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34A0CC3D-3C57-410D-B728-77DC3697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1ADFB632-9417-49D6-AD69-D2F8E346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36DAE5A6-16E4-49AA-81CC-8437152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08F1B15F-B05F-433A-BC1D-9D549246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0CFC7239-0C4C-4649-8478-6AC93EC0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AF5DC4A5-938A-4DF8-AE66-662BF009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69B0C2F6-6858-47A8-9D4F-96858B70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3FE6E417-DCDF-42B6-A27C-892380C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B047030C-0557-454E-BB22-E38D25DD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A688E3A8-8191-4C86-804E-CCB2C99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B307A839-AEB4-4607-8094-65F5371C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C5D420D2-C932-4AFE-9322-4AC18192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594649AB-722E-495A-9D2D-36B490C6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E5E62DD3-2809-480A-A683-3CF363E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BDBF754B-C4A8-4197-803B-F52FA926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CF38DAB2-1CBD-4B1D-80B1-C8A1F33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09838D02-E5F4-43BA-9041-CD51CEB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9AD91D10-674D-4226-BD6B-1FBF22B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9E8F810D-4201-4832-BFC3-1004E5D2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697E129F-D928-427E-B8BA-6EBDE301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ED8D30B9-C6DA-4BFD-B929-352CAC2A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E5F24956-20A0-47D5-8550-B6688A4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DF728D3E-18DE-4DC6-9166-16A73D99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2B5E55A7-2C89-42B7-A8BB-EC79EBD6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29B73946-E410-4475-A36F-D7627111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3BCBC6CA-ABF3-4855-A388-A8175EDC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6F18832A-B599-42A6-85F0-77CB4ED8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6CC4D38-846E-4DB0-89A9-92C5962E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874944A2-D5FD-40D9-92C2-82EF7EC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FF2286C-F575-4B66-AEA2-5FA628A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82D5DACD-E862-4952-B114-71D20CF3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8AD83298-10E0-4CF3-9F6A-EC451885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7159041E-BC4A-4B70-9D5C-9ED918C4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48847BF0-0AC9-4001-839D-37D3B21D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63CE0E43-20D7-4040-9F6B-F724085A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E0FE5EE-1A61-4ADC-AE11-D6B6A3D5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AD6DA700-21BA-4F3F-94AC-1EE6470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729307B5-949C-4951-9E05-A1BE03EA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A3317B75-FDFA-479C-94C7-DC40836D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7EF88ADF-3D53-40AF-9685-6E77C796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336B1A36-7DE3-41D1-A1A0-C1D08B6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A991F80A-DF46-4AA9-8326-5F94E7F6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8018A377-B164-4728-AC8F-75E42E7D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F2270DCD-4D1F-4458-9755-6385CECB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E8693D2D-3C20-48BA-AE35-4CC2514B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24E51EF1-1748-439C-861D-4B1C3C2E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8BBA73C3-49C8-46F0-973B-A41A76C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F2E514F5-B0BA-48B1-8305-2767E94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D2D722C7-42E9-487F-8B98-0A47D1C4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C4B233E7-841B-4E6F-8671-DCAE8933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C6235399-E340-45C9-9C4B-54211197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58A086CC-1D4D-4B11-B7C3-5FF6435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41BA6EE9-7FAC-4115-BFB5-AA14D28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C936F83-58E5-4955-9DBF-244DB84C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7F7BCEB6-E959-4E48-9965-951F84C8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DED3E7DC-CA69-4F36-BEB4-85B0EF1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0ACD95C2-845A-4EC5-B207-31B19079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54A50B7A-B851-4AB2-9C1B-D92FA92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A476157C-5FA1-4BBB-97EC-9F5C8E7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6A7F9FD5-D8B3-457B-9711-72A338C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03AB609-FA4D-4F98-BA0F-0A040D15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F41A4A20-5B2D-4F37-8815-74ED8107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133C1A89-EBF9-45F8-93E7-75E27C11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76DC5DDA-FFAE-4D71-8E03-757D318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7ECBD638-18C9-4888-B11C-3448DF0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915D70-8AD2-4579-A660-756131B4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286BDAB9-ECA4-4EF7-8C52-423C21C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FA62D27F-EE6B-4FC5-9C0C-63D876B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3CFD6FEA-3479-4E66-9308-7F5CD686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279077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B143EC32-AD64-4941-A474-8967842C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E36D998-1A4D-44A2-96D5-A7671BC4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52406263-D6F9-4132-A224-05956DE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67D9C56-DB30-42DA-8A78-4F78233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AC32A705-9070-4106-B605-4311A4D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9E22C7D-6826-4D88-8C34-E46915B9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8ECB9BD-9C45-4AEE-ABA1-CEEB1041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7ED127E5-C765-48A2-BBC6-EF5C84B9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7575AFA-8EF6-4D1C-9863-0DC7420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5C2260E3-F02A-42E6-AA90-CC0DFD1C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1AD9089-4CF7-4047-999C-A8BC19FA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9E51A6D6-ABE2-4F42-942A-D6B8271C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AFB8890B-79DE-4902-83EF-AD63CEAA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5630FEE5-126C-440C-AD9E-A0B73278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20BD91F4-79EB-4AD8-AF41-8B50B0EA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46030384-AFE6-44A4-BB45-92A45FC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BBC22ED-A910-45DE-A595-6608226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169599E-FA57-4616-927E-5900523C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2E007D6B-2D5C-4C7F-B214-9B0D6B8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B5EC84B-3282-4176-A374-1E4A85F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6B3BB866-3811-454D-8C8A-C1D869EC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B26D25E7-DD5F-4422-A6F6-CD3592E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3A398B2C-D144-48CC-B6BD-33530C5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3C9E903-46E6-4B68-8C9A-4A2A443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BA9B1D4-0145-4DB4-A02C-34D42988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90DE9F6E-ED21-46D4-8721-FD655445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D0577CD-E23C-4CA3-BC54-3120152A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19E25904-EB0A-4ED3-BB79-4BBE86EC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E940D386-F35F-44BD-A358-8CCAC6B1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71FC680A-CA55-4538-A4E6-51D3D48B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A6F4E3C1-EA53-4897-9070-ED2094F2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4A5872E6-46D7-4E07-BC74-51E3764A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0B6BA80-5FA0-476A-9FF0-A3FFF827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1458B9-0DB0-4ADB-BBC7-A022A08A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DCF37CA-9F6A-4D8F-9969-B917C68B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F9AA5419-F53B-476B-955F-A3534301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D8AF13F-1662-4AC1-9FF9-0FB96DC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A783EB20-30CC-4B8F-A8EE-3D6FC51F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DFFD015B-27FB-4E15-913A-9C4A3D7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A332338-0015-4EF7-823B-BF9199E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99DF59C-4644-4CA9-AAB6-C678A6D4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34CC4EA-A9DF-4C4B-BA4B-411752C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8E65CC1C-C885-44D4-A784-2982C122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EEDAEB5-8D7E-4A6E-A51A-4D579470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F09CAF21-2DAA-4D9C-BB11-B3467268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84A5BAD5-9F0D-4A9E-B5A1-45F585FA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72202D50-2E5A-4FE1-A2EB-8348AECA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93E14AE-F269-4006-B118-DA992C3D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A723758-0658-4C0C-A767-3D94FBF6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6FC975B-2C52-413D-A5A3-BF1DFA89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59B9EC7-E653-469C-80D8-30D1F20E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7F627B55-CC1F-4B22-8A61-61158071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3FB9D12E-EDC6-4909-864D-C73AFA1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5227BB83-3F22-413E-89E7-C69DCCC4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2886DC95-3923-46E4-A352-3739AB9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BAE31DE-EEC4-44F2-B7BD-45C8D5C0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6681262B-3B30-4BD5-9D95-5A5D3794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06E935F-6FAF-4C5D-84A4-0195598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8E4D3B-8707-4719-A98E-D805234F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CAAC3E57-380E-462A-8A8B-69F832E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7C06E257-3096-4AAA-8DAC-78A2512E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D057A58-0E05-41AC-A652-B2D935B7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8064AE38-01FB-478F-A0E4-113E61C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1E1507F-8956-4806-97FD-37A80CD8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D9D2D01F-0799-4565-9BA7-6833A57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D8929019-5CA7-4ED7-8E94-A0E2547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0A0FB929-BBAA-4664-9366-7EA1A917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740574FF-EA53-4F0A-9C86-4E9B4B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B5D195DC-0BC9-4099-B658-A4D9B448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470E8543-5078-4FA4-9115-3A54F9CA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10CF94C4-A731-44C4-9CA7-C38B360A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25E39C0E-1BB9-478A-952C-DFBAF10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F163049A-0987-4D91-950A-B3BE28AE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ED5118C3-26A3-4BFA-B22D-E4E5F366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63A732C3-AE6C-4BFF-AFE7-E0DDC42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31D27E3D-27CA-4370-8FE2-3EAE145C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49F83FC-8653-47B1-A26C-3374A9A5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533296BC-B076-463D-BFA0-F2ED0A74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E9FD488-B8B4-4998-9E40-91D5F522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AA905509-C95A-4428-83BE-80046B00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F753D1C-CE5D-4A2F-97AE-57D656DD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24D9D15-51EA-4792-83C0-5968C490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27B7845-2F01-4F66-AA34-AF193E59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CBD6AA07-1B7A-45BF-851F-7DEF4C94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55B71BFA-E395-4E63-B4D4-45755931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7B00F1A-5B58-4029-82E7-4CD73020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B5A9FC8A-258F-4765-BB3C-BE55C91F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7C1CF949-287F-40CC-85A8-0AE8126C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CD8CAB98-AC05-4E9A-A683-D037B68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BFE779CE-2A9D-4108-8CDA-D609B68C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BF6DFB3-2D5E-4CE4-9E27-A1BB473C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AE5CAD22-E3DD-4A5F-ADD0-33FA991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B2B70610-AC8F-4F2D-A92D-0912418D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531FBE85-F19C-4320-BCD2-BFD17CD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AD75FE7-3195-4C8E-9F0D-79FBCCC7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D668A40A-0FD3-468F-8F53-99A2A068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829468BF-488A-4021-BA35-67863EEB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5E56A0D3-04F2-4EAA-9DCD-8572C7C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8AA7A3E-6E83-44B5-A2D3-F38887A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1BF445DC-8504-4972-8DF9-0CF79ADA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2477326-9771-4524-B094-190ECA9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AC1594ED-4614-4C4E-89B3-AF410F7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0DDE45D1-2DF6-40E9-8A9D-D35BBFD4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CC6E44A7-F69D-4321-AC9C-CF9474FA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3149F4D-D3A4-49D6-B0C5-139C575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213D002F-62CD-4454-8827-0545E9F1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66A79044-4054-4E58-B088-3336DE7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D5285251-B001-4554-8808-C4F7C612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8DB908D6-8159-4A97-ABE1-789F4059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BBCC4902-8440-4E13-A04B-0D8DFE31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4B0D0D99-A261-4225-AF57-638D6D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9B69C20-A9DD-4A86-97A6-575C4B64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16167E2F-81BC-4189-A2FF-6E7D5878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E2F665DF-DD60-478D-94EF-2C58AD4D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CE7F9269-1122-4D0D-94B4-33F64D6C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FB17F07F-120D-4A08-9305-F3FF3C00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15E1EF48-E8BD-4A8C-94BA-BA5705B6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4A0789E7-3FEA-453D-AEBD-1E512B81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413C9BA-031B-4C08-AA4B-29C3DEBC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5EF5852D-9D4A-400B-B9E5-3AEAC0B1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9BB2AB62-EE78-49CD-9BAB-DBB01BA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21EAB680-012C-4341-81D8-C7FA315B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E98CDF94-4781-4046-B05B-1BD662D5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F96FEBB6-D9AE-4025-AF12-04134CB2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C546EFAB-E575-4BC7-A170-75159671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98ED2E92-A769-408E-8BCD-24560F9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2FFD3503-A000-4CC6-9CC8-CC8CF66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4B5B510-F066-4426-B0D7-75F14B54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4B7E691-1031-49CE-9BA5-307F1042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DCA0C2F-EF8F-4418-8661-DFA60B9E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9859A4CE-33FA-4478-9F80-C38FD166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371C358-D615-4999-8B57-1375CFD7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36D7F67D-B619-4DBC-B088-1C45639D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6CE28A6B-68E4-4BF3-90D8-BE7F1DF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9D34E8E-4E80-4896-A975-3159A20F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61B67F6-DADC-4436-ACE1-D2906FC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E1F0C48-9FE9-4AB4-A9EF-70005774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F186BF05-59B2-4496-B52A-68855AFA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9B12CEA2-AC8D-47E6-9227-AE11E4CD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F8B43D2C-70FF-4E4C-A99D-5CF6CCA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E4C19EDB-B54A-4D81-9CF4-3CB5AA85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B1294CC1-B966-4B1F-ABE7-FADD4E9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21F686BB-61A5-4182-8780-48F805C5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3E0BA7A9-9794-4537-BCF5-5FCF8A8B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250497F5-4296-4B08-894C-089638F4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F0BD5C3D-0C35-41CE-8A6D-964D331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E868C58-235E-4374-B6C4-EEA57B0F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204BC84-92FA-43D0-A803-B84386FE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AE1A4C7B-7315-4DB6-AB91-7BA8DD3F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4777A328-024D-4FDA-BF1A-DC233982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7AF640A-198A-4DA5-A6DE-B3B56862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94B324C9-EA11-47B1-9420-09A2FBA7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F12D8C0E-259C-4442-AFB9-7385775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4A8A6B08-0D68-4307-9F34-D10CC529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9CDBC0C3-3064-48FD-9CA4-6130CEF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98288FBA-2D00-41F7-B1B0-E053A3CD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77A7151F-CAF2-4776-A59B-2DDF8AD5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95A11A73-99A8-4C52-B720-CA32A238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D83879-8E1F-4B52-8C3A-53F6D3EF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2A24CF2F-4AAA-445F-A67C-F594301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5232D74C-0B67-4AD0-96F7-1C790859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EA987D2C-7001-40C9-A211-B41AEC07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DFFF034D-C189-4463-8ADC-077D028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5F202542-ABB7-4746-AC7B-EB2ED45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4AE34D87-BDC0-4773-9729-4E095E5D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B10342CB-4690-460A-8F99-4A0FBAA2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DD9F41F8-7C35-4464-83A9-C3FF6637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94C0E1DD-134C-447C-855F-ABF4FA18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4EFCB5A5-848D-47D7-BE6D-D8FDCC6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2D544C2B-856C-4B4A-813E-16FF677B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ECA6CC7-D5D6-48F2-B59B-4BD0DB0E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9A96E83D-562B-4495-87C1-23D73AD4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1E4BA42-0BC0-4FBD-A7EB-A5E6271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B6D79FEB-0CA3-4D1F-9D76-CEF4145B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F78BD25-E63E-4AA0-9D57-2BA165E3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6FE09DE4-D0D7-4062-9FE2-A7601280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98188DE1-C282-47E5-A154-503AA4A7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6330F931-F081-4EEF-B267-570C0ACB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023F15B6-5EAB-4CFA-9377-07055077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0D6C306B-C544-4D25-A288-7198CFC1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8375D869-265D-43C6-9617-6A63551C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444E1B6-FC0F-4F74-8D6B-800CB24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078AEBF-3E51-49AF-A8E9-C2E5569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8E2938F2-4E3D-426A-A6F5-515D512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31FD2BAE-7CD4-4438-B7F2-89E8301F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65882898-E3D0-49CD-9304-22360080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EAC30F14-D575-4EC6-A77F-823BBB66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642DCB4D-E4AA-4BFD-8601-61321A7E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22AAB66-B406-4A61-85F6-E24ADEAF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707EA460-5CA3-4F06-898C-8177D8DD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BDF73B9-7EA7-4FFB-AA38-532B4BAA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23C22CD1-2C38-4534-A8E7-6BD4B7F1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2AA9CCC-FB62-4B2E-BFE0-C179C5BC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C259F416-030E-46B0-B25E-7429A9D9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FF5C686E-3DE0-493F-AB15-0EE056F8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4F4A3803-89CC-432D-B420-39FC2337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444CD893-28B1-41F0-BD37-A5F6812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08086C3C-D049-4739-977F-466E63C5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25C30DC2-801E-4C72-9D66-FDC0411B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B8A6B422-9702-420B-889C-9381874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BCFB18B0-8F6B-4467-8757-CAC6FF24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C451257-82FC-40BB-AB1D-5211F6C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8808D14E-12CF-4FB9-A9B4-AD921E8D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A0D4586-4471-40D6-A114-AE34566C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7A101F8E-F346-4494-B176-A8BB530E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980BB521-9AA6-416A-94DB-BF6D463B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FAD477FA-B87A-43B5-9FEF-03FF11B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A53CF666-DD5E-440F-B58F-D340628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210AD02-0568-43D8-BFFB-B36AAEF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FE68136E-3C7E-4B38-B5A5-9BE76AFA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FBEB1105-2848-4DA5-936F-8EF100C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FEB7F151-8168-442B-8DCA-97E77BB3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79E0E574-394D-4BC2-AAEF-A9CAD2D2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17726239-3C69-4483-B76F-21EF9E6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2458767-0C65-4B4F-9EA2-B7D7ACC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FD5802D9-010B-48BE-9FF2-461373C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DBC8E095-CC97-4FE3-B72B-7AC359A9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3E7222EB-47B2-4C23-8575-2505B645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9CA55841-EBA9-4AF2-B9A6-E0ED7619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586D99D2-A2F1-4D40-8A5E-84EB091B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AC1B347-8CBC-48C5-8BAC-1D42D01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667AA353-2936-439E-ADC0-F6CB291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1157B158-DC8D-4BFE-A48C-BA5E5B3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4DC61382-96DB-431D-BE82-4C8DF1B6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3E51BCBE-8AD7-491F-A148-7311CC5C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75164268-4625-4090-9646-32D64A8B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05C917F9-DF30-44E0-8B20-103D1E9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7442C0FE-9F85-427B-816A-0D116070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A6F1C4FA-AD64-4882-B10A-1738259E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81CA7E09-EC59-45AE-B628-B97C2B9A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3F7EDE0-7283-4D19-86AF-25982E49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D83B371-1618-4A94-86D7-F5D98EA2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A987977C-31FC-4972-8C43-61D93D24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83B6CD42-04E7-4FCF-BB85-6C6FBC7D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72F2242F-FE03-4EEB-9647-C3FF1148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93B1DD07-2CAF-48AF-9C6F-9B5072E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F8293A97-944C-4B32-BA50-0FAC8770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DCA8F35B-EA56-4783-99F7-18499255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052B26CF-A5FD-456D-9C0F-593CD2C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2D6837B5-F321-4A38-9D99-68A72929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1DC58A84-C96D-4876-9108-C181963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A4F16F62-F8CC-4C07-AED0-3218D42F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63B34B41-57F7-4E3A-8212-E186C035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30F19E79-F8A3-4C7B-AFFA-CA53A99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319C4B1D-C363-4B54-9572-3C69C1DA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E31F695-845F-4582-9513-236611F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A8FA4D4E-DABE-4E23-9064-9F0AE845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EC2D4EA9-F53F-48C4-8376-E8E86A7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5CB602B1-0526-4C3C-8A33-9584F211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EC24842F-5F79-49F7-9497-A727A522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BD48D1F0-CA11-4FA4-8DFC-7BF2E75E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D7021C85-2044-4C45-AABC-8F42D1C3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FDAE2622-594F-4BAE-8657-B1C3B196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097D532-EE6E-4E56-A462-5E11179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1AEE6AC5-BFC7-4C02-AB1B-9286797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8E084696-C518-42C4-A285-25183657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A1BE335C-08EA-4B1D-8BF4-95546B81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424003-FEE0-41FF-AD60-A73653CE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2D331EA0-529B-4E24-9D48-D6E3ECF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FD20EE00-354D-455B-9AC0-3F8B92F9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4ED6622-6789-4AB7-8131-DA60405A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339BB6F-3A27-42F4-98C1-86DF28E0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65F0F4A5-BA95-4FB2-92F4-FAF43D6C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23907849-0AAE-45F6-8436-A617CC27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57170E40-F049-4357-BCBB-C5B4D133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1C3F89B2-6DD8-4AB6-8957-AF6810DB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863D0254-2999-473C-A956-F2B1681F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6B65585B-B71B-4222-93F0-8C1A7549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A8DBF7A9-5BC3-48F7-A05B-7E7D1AE7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1154DA98-0DBA-43A1-97A8-7B9857F4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6B41E1EB-0331-47CE-9478-350D0C7A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45DAE710-0FF2-41F5-9C29-D98E89A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37E26D68-C31C-479A-931E-CAD41D7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BEB0E5-8465-4315-A9BE-ACCCF79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502FE901-4845-48F4-8793-D4EF115D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EF127211-000F-4D98-9357-354F982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0D7F418D-5E2B-4AF9-A682-EBC3591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7D48DE03-E523-49FD-ACD0-E16D16DE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BBD2BB4D-C88B-447C-9733-AEF40873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433CC55F-FD7D-41D5-A9BA-C773ED8B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7C2702C9-B86E-45FA-B6C5-1C9687D5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2CF82656-9588-4129-9714-CD08E52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27785B0-EDF6-40F7-B04B-5A9CFAF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2380AB32-23F5-4F73-B77B-7A03A058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6A88BE87-BA83-4CBB-A918-2D7D88E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E9A20C0A-BA3D-43E4-B348-6BDE6714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7B5E5E00-BBB8-4A65-A703-C94953C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3F8132A7-9851-4A7E-8CDB-738D9C6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B18AFDE5-A638-4F94-9AAF-FB79D5A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32595CAA-2112-4FC4-9AC2-80794C11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51231F12-8898-49AF-8F3B-8FCB66B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CEDF4DDD-B33A-4CF3-849F-9C7AEC7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B3A4055C-3063-44F8-9E78-910AC17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FCEE7AE2-8C0E-4B14-B3BF-858974F2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D61F2CEF-1B39-4C56-9B81-062392B1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65128A6-D594-427A-999E-B2FFF18D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8645628-68C0-4966-908B-7962C404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82C4D9E4-C77E-4D60-9227-2CC66E39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F10091CD-0D1A-4980-B10B-8BE46646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BC72F8C4-3E04-46F0-93B3-25572CC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0B514625-4F16-4B91-88BB-497A925A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D14E557E-B4CF-4E5B-9994-55787E8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D40E429D-32D8-4CF9-A047-A9673B93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FC59CD6B-66D8-49FC-A4C7-9324B71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6C766783-9702-4820-9A45-52B8C054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90B5CA2-D9D7-4B70-AE28-78F3E3EA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C7FA5654-0D72-4C2B-9E35-F3F686CA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3E412986-4AA8-4935-9027-D86672A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692269D9-18D1-4F57-8B08-B7F849B5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3242DC35-E0E5-4D81-A3DA-AF3D4DAF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69416F3B-3278-4EDF-BFB3-467A0A0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FA8EAC25-5C8C-4AAD-B1BD-63421FBA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17ED80E-8102-4CFA-BCCE-A3F5AEB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30E98FBB-678E-4A9F-8818-11721D1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C05076AC-1B11-4344-BC6C-74FF3637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D44978C0-9301-41EC-BB22-AE29E20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833D8CC0-03A7-433E-B003-C8AD936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42C1C867-C2EE-42D3-9ED4-7970298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1321B75C-5D51-4B27-84A6-EDAB2FE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9A7DC67-65F7-4C6B-B301-CB6E65A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FD66AA17-CE90-4F42-AE13-F24505D4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E85D7AB2-B2B8-4AEB-A9AA-4882B52C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8BAD4ADE-D7BE-4D25-9A4E-337B3AED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25C19FCE-3539-4264-B1DE-AEE57766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3BF011EF-AFEE-4C5A-8567-29D1D2C9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32F6B6C1-88B2-4323-8848-4EBBCB58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6C2B96FA-81A5-481E-82DA-C455EB6A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52553E88-6622-4811-9DA3-29D399E0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AD506B5-BFC8-48CA-8DD9-C0320E83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768733FD-A081-4756-8204-03D66A7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B85F9E41-F30E-428D-AC8E-E3A38926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135B1EA7-9D3D-422C-9BA1-BE542A87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283390C5-46AE-4E3B-9F93-B815B59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A2193C02-54B5-47C3-A3FA-E741CF0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808C9FF2-4F52-4541-9FAE-E9998DB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132F6E07-7DAF-495B-9ADC-8E6343B5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9F05E54D-EF67-4F17-82BE-0588C935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09DB7F04-5EFA-4CC0-B8C1-89EB938F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CBE78240-B05C-41CB-8760-1ABB96FA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BB5A413-7C44-4DDB-900A-0347E25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FDD478F8-C6C0-4400-B2A6-48D6A385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D53A79FD-FCB3-4C3D-9D10-AC53F277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35A7B07B-011E-4EE5-AA84-B93098D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3EA5BD31-9BF3-41C9-B58F-EA7711AC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BF44024E-7C05-4761-9629-8BFD2CC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FD0C3F71-E476-49C3-91CA-0680630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B85D10E8-6E3D-4A2C-867D-CB369BD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58605037-97CD-4F1D-ACE3-C9F35C6C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58C7FC32-92C0-4637-AEC8-D36F30CA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7DB006E8-C2AF-4EAC-A29F-737A505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8CF2246B-1CA3-4FB3-84A2-E7273F9B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0AFC0828-E6A4-4D0A-9737-2FE9811D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9262DE0E-DD40-435C-8A7F-4049A58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D86CB291-9ECF-4FAD-A27A-BC1809E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EA046270-5CAC-43AD-BFDB-E045706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F7940AAF-A29D-4BBC-8A34-DEF71D88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2313300B-FD84-4286-8CD4-051DA562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E0DF6259-4509-4063-A1B5-EB35D011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B6C428CB-0A7F-4372-B13E-A51A9B9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206AFDD9-F757-4C53-8698-0B5A753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0366FC5F-38B0-41FE-AEF4-6D76977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602746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0075C268-810D-4F27-A3CE-BDC31A04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1CA3B06-08D4-4740-BD44-EE082F4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8E64A05-E3EA-4ED5-A927-945BC3A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AEE1B36-EB5D-4FC1-948C-27699B0D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40370BE-5548-434A-9A52-B91D565A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816DEE9-FBCD-4B0A-8E5A-12B1051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9DD108A-76AC-4703-87EF-C74765B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C32C25CC-4884-4DA1-8BE3-2DB5D67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F5798E8-70F3-4FE5-A19F-27738005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2B57F289-81A9-4CED-82D4-347CF1B8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292DA80D-A95A-4C46-876C-2C6A3BFC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FCF8F664-2F09-4DD1-B238-E6E1F53E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E2D0359F-5AF4-4E77-B750-289561EA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E5FC3BC8-7E88-44CB-8E35-0C0691E9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F8C6AED6-6126-4CB5-B233-69302048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F57EEEDB-4660-4AAC-9D02-95C26420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0B686EEB-BECB-4F3B-96E9-176D7D6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CC6A9DB-7DEB-401A-9B27-E6096116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C1F74FD7-D0FF-4878-8D4C-E7428C7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9F6D12A-B01F-4781-B19A-8D30DD9C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B537292-B858-4487-B4D0-31CB9E9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FF683370-F6AC-427E-8380-81458AF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5508BDB6-7076-4A05-B98B-EE02F0D1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3A4836B-CD09-4DB1-8975-4042FD27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FBB3211D-E6AD-4B49-8B32-A2C98484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D86E470-4838-48B4-8AE0-ED7567CD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9F529F0-1CB5-465F-B640-4ACBD90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962E327-C4F9-4024-9539-0AE893F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D3B24DAD-A575-48CA-8AB7-86E7E4D5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E84C7CF1-BA9D-4904-AEE5-412D53BA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D057175-04C8-4F7D-80F3-DD69ECE5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F08159F-B5BE-4837-BF57-73AE45D5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8FD4385-D67A-410A-BC1C-E7B84A39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30949B-C289-4FBF-9F32-B5CD733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CDB0035C-441D-47A2-AD36-91889992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5E14D77-E172-4FE3-93C8-385BB6B5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DF054C0-872D-4F8C-A104-CC06881D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F6CD0C19-B743-49CE-BC4B-D4069BD4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BD9C6E5A-277C-46A4-8EF1-7C04DBF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F6E9DBE-D298-4195-AC07-F5F3F73B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BB1A22BB-1BDD-426A-95C1-C100B3DB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F526641B-EC60-4162-93D1-B0BE275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E865445-C919-4ADA-87EF-DE6CB4AE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5E09A1D-9041-478D-A5BC-FD60F336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2C3FC05-DFFD-406E-80E1-D8E5DE5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D7F858D-1BE8-416B-B84D-CF105683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1E4399A6-7B81-4720-9A35-F22767D7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5A5F511E-621F-4D0F-A04C-C4A517C9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8C55308-3305-47E8-B6B7-A8965F66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BD6DF43-43DE-4C27-BD49-E6F0EF7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24C1578-83EA-4463-882D-70BDED5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DD24039-CAD3-4997-A81A-8630B931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F1ED933-24E1-4C6C-943B-FBB10D2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F8CA99C-B315-472E-87AB-652C9D2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3C97794D-5620-401A-A9B8-ED2EB570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7F00A426-E09D-4B94-8ACF-42994BDC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46982D15-BCFF-485F-85B8-767F350A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F6FE5D1-13D7-4B73-AAD7-F78C2FEB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A829B05B-353F-48A3-845D-111B6A91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54435350-D902-4E8D-9307-7E9D3847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000C6B6E-F630-47DA-8E39-5F817E8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2030E286-D796-402F-A98D-18AC99C2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644D1C6C-C1DB-4AEE-A851-1E2F7934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B3F3CEB-8607-4131-A571-0CED5C3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5264F868-F6DE-4439-B46F-DF143004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103A3F80-24CA-45EB-8D24-7CBFA7D1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3F0CEC2B-A3E1-4849-AC2A-BEA8BEB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D22AD6E-1C4D-4030-9663-39FA2F4C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1E934BDC-1231-4C17-A07C-251795BC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E1AEE415-0185-44FD-B945-BA9528A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19B695F4-533D-4A50-AAA1-300D727C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82E0378C-3425-4D9A-B391-ECA36355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A4AC90E-26C0-497F-BE84-4B9C8A5D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8CA130CC-22FA-45EF-A05C-CBBA67E6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1F72D3A5-1397-4FDE-A46E-4080034D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5AB307BF-73B9-4E3C-88B3-56BE919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EE49C49F-E53C-440E-9748-F5704FA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536559CE-3676-49F5-BDEA-0BA01D5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5BC538E5-267A-4930-B26F-1B744F0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28EF46A-5D65-4D58-95A6-6AD1D225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34BB9D74-BAA4-4198-B691-99CEA4A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B1E747F9-C2B6-4CFB-A648-21D1864A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1AB4ACCF-EEDA-426F-A575-2DAA42A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35BB5314-B9A6-48AA-841A-40B2822B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21D90D00-089D-448F-A735-C20C5C8C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470A4922-7423-4FB9-8989-198E50B3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A75C4D7D-EE13-46E7-A903-BFD9B15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CCAA76D0-C628-4ECB-821D-B76717EF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7E4A9164-723E-4210-B19B-47F82D59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ABF81C3-6608-4252-A36B-5D827C66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7B11CC2B-520C-4AE4-88B0-3FE3E004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12748C44-CF77-4B18-9090-A82A2213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B895C96A-8036-4329-B8E5-0264976A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E1FE5E0-D7F6-483D-B81A-1FA8F25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17396DE5-3696-4B5D-AC10-C496F7D7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86564E5-1DFB-4FCA-8130-452B889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9F3371B5-3BC1-416C-B22A-C84BF856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FDE1A81-4412-4C82-AE30-C3A7AC5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9003EEF-FA5A-488F-80E9-561795E6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1A9C78E-F945-4609-AA19-A61ED8CD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D26DA344-90F4-48D3-8E7D-2F5E1B0B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8D38FB3F-0239-4561-B64F-C2FB40DE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EA38C8FE-76C2-4040-805E-5B50CB3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56D58781-EADF-47AF-A05F-1BF30766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22F9563D-ACBB-405A-B7D0-8D494AEF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C7956736-42CF-498F-ACE9-E69E4898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1AF457BC-3967-49CF-B269-79631C02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B63BBCD-BB2B-43AC-8EC1-1028D230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0C0D80EB-03C2-44D0-A7BB-FED50B9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8BB02F71-773D-4F69-AB67-026940B0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1FD4BB5A-3DD7-41A0-8408-8DF675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7F8AFF6-30F3-43BB-9220-5DEC1394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215A8B3B-40DB-43FA-8B44-E35125E0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6DB9877-2ED7-4F88-B778-1A426358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2DC8EFDD-EB76-4245-BB7C-E23A0C9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F25DC276-1D73-4009-98C1-8143CD3F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69EB823-AEC7-42A8-8364-127A5F9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8324F08-C715-40B4-B581-5C4E5F17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66F2E119-6512-42BF-A164-7454E6B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76AD0B05-1C19-41DA-A5F7-83F47C8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DD2E403A-3FD8-4B7F-A752-7356D0DC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29974EB-3515-4E95-AF2F-C83B161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A8332914-BB48-49C4-9E28-98608B2F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D2E970DE-2B98-4DA4-BA02-9443F6E4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4D26135-6B41-40FE-96B2-7FD5074C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EAFAA26C-3B45-4BC2-8986-4A0690A1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F473E544-B287-47FE-98DB-DC1EE1E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2C913E5D-92E8-4E19-A681-0908B104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E82E9CBE-B7C7-4446-A052-3DAE61FA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6483C610-3D0C-46F3-9C01-946DC037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0A6BAE6-B8BC-46E4-A557-CFC1ABF1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45202B50-CF6B-443F-89AD-E1544A3D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83BD571-D57D-4B7E-B281-607B85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56905014-F918-4482-857F-67AB2E88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17E662B1-53C7-42C4-9BCE-7599A24D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53929E6-D12E-4F92-AD74-17D11CA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CA9445B1-FCC0-4CCD-9B6C-82546654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99934D8-3846-4B3B-B21C-8F2382F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ED5972CE-4481-4A0B-85EC-F6E6C73B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13DAE296-E8ED-493C-BA40-CA7B8F2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E0F5E4FA-9C3A-447F-97C4-55CF3D3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2B6C306D-E2FF-4B85-9289-6E9EF654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0399E2FD-D5DE-4CC2-882A-0228B1EC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492A2DE0-522D-41B3-AF4A-117923B6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DD51943-EA90-4EF9-ACAD-100733EF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6FBCFB45-2771-4A10-9898-583E37F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154F2166-4BAE-4951-8839-86C83619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84235983-5D9F-42DE-AFC5-6A7A70F0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11C81CC0-5348-44D2-9E7C-26A61678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6F94EAA9-3FA0-42CA-A26F-77E51EAC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6FE777BB-8531-4D1A-8EDC-1113D5B6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B23877C4-DE2F-4918-9F79-6C826F7E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14F83E9-CB6E-4A0C-B6D7-48BFB92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4B3580C8-876B-4272-B9E9-EA57D9A4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A3AAFD48-2911-4B42-9989-49C0A0A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CF627577-D441-4DE3-99B1-D5CE1EAC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AD0FD768-8DEC-42E5-9520-8B358D21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8DA43258-4CFE-47A0-930C-36B3A4DF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D2C9E76-6D53-4A48-BA7F-2B57B1EE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6FDEF72-0CCD-4D98-981E-BFC43999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526A6EB2-317A-4C28-81C0-59B0A351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C31BBDF9-24E4-4858-870A-7833EAE7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ACFC4796-7308-40C5-BE8E-687FFD9C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4EC18EB6-9CDD-4219-9440-D96840B5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1F3A913D-2B38-4578-B0FF-98940C7C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454ECD9-5429-4787-B11E-0D1FBB1B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32F0AD1-053E-403D-8CC7-054108F5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C7E9FA0-176E-4AA3-9821-B4586136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1832A7D-B16C-4CA7-BBFE-5F74611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BB394956-EA8B-4C59-80DE-4A36ABF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5CC6DA9-A9AF-46E2-9F47-F70C5A1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46A6F153-F5A2-4583-899B-AADCD09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FF8E0F4B-EE69-4E97-8DCB-D347C54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E38E536-2F6C-46AB-921F-9BE270CD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D8F89FFC-2A95-4D82-8CA9-0967A01A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D8140C1-B48E-43FF-A552-1DA30502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F4CEE623-C57E-4AF1-85A7-2930CF9C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C65135F-7E7B-4CAD-97A9-2705C911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66D238D6-71A8-42B3-B24B-15377B1B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F716265-7603-4D47-9892-897E6823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EC9D7430-69A4-4329-BCFB-C90F0667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E84B7F46-1C71-463E-8520-B544E8BB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ADFA0084-9562-4C8B-BD10-A2C4F545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B7C94E47-186B-4CA6-9F89-F5EBA3D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3586183D-34A0-4034-9394-BB7E79CE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58DBB81-A3B2-4749-8E29-3C8D644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38369DCC-FCBE-4208-9C5E-E47DECA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A2140425-C394-45E7-9511-29D57771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AAB31991-86FC-42EA-8420-761CCC44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3F9E69EB-2E8F-40DE-A6BB-EA5CFC00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CB0F4FFF-5222-4E6D-A1D4-7BD64F41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A3AEEAD9-ADC0-4F66-B92F-87840BA2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5BF7B637-95D8-42F2-8FC0-86AECCB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6179AFB0-002D-48BE-9B4A-01FC8A8C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C57F2B19-AD0D-48A8-A6B5-EFE442CB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A9E2D10-AC9C-44CB-A7CC-1208AC9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DBA6E91-7D18-444A-9CCA-DA2E0D6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3110E6-6997-4CB6-B6C3-8140043B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5606C0E0-F464-441D-B4D3-A904A38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1DEB4651-D156-4202-BFDF-9146684F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0CB094A4-10E8-47BF-A91B-19FBA83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718DC4-A74F-4D96-B6AC-F6F4B5A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0206A143-F489-4125-AC2E-3C9BCC52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DE280D3-790B-47F4-A9A3-B622D8C9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1AE7C213-25E0-4BB3-AD1C-784CFCF2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994D3F8D-64A3-48BA-B9C8-C05F7D7D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29EE287A-1927-4DF4-BE2D-E749B8C1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B9393457-BFAC-4599-9B88-B387550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DEB2D5B8-E61E-44C4-A450-102E248A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8EDC3C68-77C8-4464-A3C1-B0DBC13F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522AB7C5-99BD-42B7-AE47-9D8FE74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274F2B68-E1C3-415F-8C9A-927B82C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1A7133C1-047A-4C74-A088-0077A31E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1DFD8BEC-2BFA-4EF1-8CB7-A75F2B6A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EEA0E10-4BF6-46C9-BDA7-DAAAFBA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9AA1218F-3BD5-4205-B344-BB99DB38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EB4FE2E7-F0FA-4DDA-9890-93BF5639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3ED3341-4954-485D-B45F-E41D8D7A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3B982A6B-7C0C-42B5-809C-47D78D15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7D3B0A5-C969-4FF1-90AE-1F1E2537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73A08D40-A949-4080-9F23-8B3411A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E79E92F-7E9A-4F4C-A585-E47D3945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AD9C5857-4B7D-452B-A6C8-AD439C37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713AD57F-97FD-42F2-B02E-68334EBC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CE6E102E-58A3-44F2-8425-F561801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027D8D3-5B20-4614-B0FC-06E3A32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7540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788EFA4E-9AF6-485D-887C-BA63A43E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F8554AE7-A5AE-476B-A8B4-7156C70B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18CA00C-2C3A-456C-A770-06C29538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3DF4DAA-0EC0-4388-AE23-DB39E173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CF93C23C-FE6D-4895-A7C1-CAF1EAD0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C7ED7FCA-953A-426F-AA4E-1454C44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040AB983-5C53-406C-8389-7111EB2F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C29B3A7-3CBC-425F-9C10-EBAB08F8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14A7B9D9-7C6E-4EAA-9CD9-EEFA484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0AE0A381-350E-4D90-927B-E1CCA975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D21D6755-3505-4558-894A-F9478540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25C0D88E-BEA6-44C9-A8BD-8060283F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820CE3B0-49C4-45EE-BF77-1404E69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497A6692-ED0F-4BBE-B899-07D2BB5A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43D72EAE-3C2B-4CEF-B8CC-A2535CE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98DA1BA8-7392-4153-8666-1A180F8C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F35FC223-790F-4CB9-88CD-B3BEC449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4B4E64AD-F44E-479A-AF81-02159F46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A78E046-E494-4E75-8013-3C41BDB9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997EFA5B-3DF4-4941-8DFA-831B2C22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B5D161F6-5AE6-4EAF-B8B3-CCC0ED82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B5671BF-7AB4-418F-B29C-9AFCB9C1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0D82D02-AA98-4D5D-91AC-445B43C5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471CF54-4B6A-40BA-B26A-DBA281AA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91E63A1-DBFB-4963-AD9D-EFCC8909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2599E083-8C5B-427B-AA51-555FB38A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7F358BF0-E4BC-4533-A964-FFDC30B6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387A767-D8DC-42DC-94BE-0470B264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8F013B36-E920-46FB-82E6-453352AF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0813A29-BF8B-404F-975F-0E5AB936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A2891FA-0198-4C7F-859B-92FC79DA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0B1176E-74EE-43C5-9A43-80A2E336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88FB9AAD-FCE6-4BC2-A055-8F9AEAA2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20D99EB-7803-4F00-A607-8E4173CD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0CFEBC2-A7D6-4CAF-9A07-6926BF08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903003B1-E78B-4518-895B-F95EEC88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8B3324E-D326-41DB-AE10-EF72E10B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7DD7014-8AF8-4443-8627-BB16ACD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24359303-AE43-47FB-BC37-E44EE914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612D6E93-BF37-412C-BD57-48F4EBF9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26FAE02-0EC0-4351-B8F6-93BC48B7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DD98CED9-724A-43B6-84E7-0E98EBC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C915797C-19A5-4C59-A97F-F4F38C4B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F3BED31-9F0E-460F-9E3D-D9E76259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892EBCE-86AD-44D9-8B32-B6A88525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8C55EEB-CCC4-4DE5-8DBE-DFAF3882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535FFD75-BB16-432C-B8C4-14604707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CE221E9C-EDE7-4D2A-98CC-5F95AEEA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4E7DD4C-319F-4469-97A7-F3F235C2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8AAB38C8-BAB2-49B1-A52F-0FDED267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A6035F9-BCD4-4E0B-ADDB-2E784604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71AB456-4F2A-4E4B-89D4-A5872E88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E35AAC57-91AF-462F-BAE3-18E0EBD0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668D160-81DF-4B46-9253-3AEF92A0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28B73825-5D16-435B-8141-910A428C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DF23FE6-29D2-4791-80D8-F1D34D2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478E1BCF-9442-48DF-AA4D-B6A4506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9F0E1DCA-2BD0-4C0E-A35C-4DCFC4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F45C5704-DC99-4CB0-9B2B-BFFE4ED8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1C601073-ADE9-4B43-B3DC-00D4416D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38C35009-2187-40AE-9940-0D7E9E84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2C624430-5FA5-46C7-930B-E1A9ED56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72C165AE-2DCB-43F7-A278-94CA9DF2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800808F1-B506-4B2D-9CAF-BA6901A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71F94A84-12ED-453A-B69A-6F5F1A50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D1927E9C-4251-4FFB-9C4E-EA0ED87B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F4EB123C-E31F-4E91-9A42-A5811BBD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486BF667-C403-49DB-AEE6-2A689C4E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A47177BC-902C-469C-B83C-E70DDCFA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DE62F501-1CB2-472A-8B48-C3018D9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A78CC68B-6A4B-41BA-BCFC-9099FF06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DBE2CE8A-E95B-4C9D-9408-FB4152DA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99C1738B-DF08-42B6-90A4-7FDE4F42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A618C436-B244-4E32-AB9F-68D7A399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A9ED6C0D-912B-4F5A-A7EC-28A3B6B4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4ABED202-2750-4F58-BCE5-A6AC063C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7A9D8D4B-141B-40AF-AE5A-2AF9987A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E2A744EF-9278-4242-A52F-2290FD81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B8E0DE5-BA9A-4BDD-952A-82452BC2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30FC1EA3-911E-4FB6-9463-FA3E5CB5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B592EF3-FBDF-4A5A-8297-E590C794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A38FF2E7-4294-460D-B2B7-FDBE38FE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FF1AD82B-D49B-4DBB-8C22-4B6D70D0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A2156AA4-3722-4EF2-BA8E-9A8D8299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20935261-F93E-44EC-BF0C-79E3ADFE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A5B3F78-D221-458E-82A5-76571ECB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D40C8B15-5CB3-4591-A6F9-CE908EB7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BDE8965B-16A3-46A9-B914-F49A6A4D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38F1C136-7013-48F6-9C5B-E713FBF0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56668D8-0608-401A-85D6-A2424EC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66182586-5A69-4182-A96E-6E2B1935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24ADDCF1-3EB4-4303-BD12-6DBB1124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98466CB5-DA3D-4C97-8E2F-78905BAD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0E0AB02E-A98D-4C29-BDCC-222282D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87A0C04-D33C-4779-84D7-D90DECA6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565EC1C4-24F5-49A9-A6D1-785370D3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7646E3B-EF2D-4E1B-A639-FC38F90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A721CE38-492D-4AF3-8CF3-95120E04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48A19676-DDE4-410B-961D-C12D229D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BC906FBD-C3C9-492F-A3E4-3EC6F5C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E3B7F06B-CFE2-451D-B324-47154FAF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7C5FEBA-67FD-40A8-B100-A14FA0C8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F3160B77-4CD0-42BB-BA87-990478B1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DE67BB7F-8B58-4F5F-89BB-DC013BD4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AED57174-11DF-45CC-A6FD-A711178A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59EB7D01-8132-4615-8AF1-4CF622BE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82499519-07BC-4CB5-A82E-65B9741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761FEF4-7CD2-449C-9013-EF1BE1AA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213874B5-BC2C-46BB-A4E5-E5C89676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E629C4A1-773E-4AA8-B186-3DEDA60B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5D50A544-82BA-4D9C-AB68-2270DBAD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F55786FB-1DE8-4162-B3C1-261A3A45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BCA7146C-81AF-47EC-B3D0-1B26A1FF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4BFB5007-1000-498C-B5F0-0B92DBC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B0624C11-AD1B-4B02-9C7A-5991EADB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D5A06979-0A4E-40EB-A040-37464064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8EE7CFB0-F674-4991-8ADC-1FF1D939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2C932302-BE4E-4BA7-A173-FA6B14D3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4BB791E1-1433-4D67-8231-8A4DAB17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B4C381-EB01-46EA-9034-B6233645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7396097D-CD91-48E9-8341-1FB4C275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33EA11A3-1E4C-4F05-ABEA-72D7638D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50EF3893-333E-4E25-BD3D-C9F9CA7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031D269D-C9CF-4822-A997-284ECC4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15859E3A-183A-4A75-ADAD-4A00ED0C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4A79C686-6C76-47CF-B845-65C08AF1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EDADE8F8-BCD9-4F29-9AB9-D9F37556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5398B20E-EF9E-4910-9F69-BD036D7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E8826189-F604-4B92-A8FF-8E5E2B57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047F3439-FC8A-4BAC-AE88-A43CAA3B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A46F6790-7EB6-4981-9795-F47EB1F3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ACAF5162-3290-4634-B4FD-3E72DA63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882A07F1-AEBD-4415-A202-FF933668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AFA661C-7CC1-4492-B52C-B7901172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1FD4C36C-2ED3-449E-8D60-024F6AC4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08FC7E08-36A8-404B-B6A5-87AB0A14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E1DED038-8DA0-4CC2-A898-046E44DC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A5F7AC92-5070-4C46-B28E-FBF2F25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B0468B59-CE48-4A5C-B15D-262830F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65A78B57-594F-4D46-9B12-2CCC1A6F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ED47545E-97BE-48E2-AC20-3A63B65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E15A6B50-FF86-41BD-BCF3-8791F8C4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1CB3035E-09E0-47F3-A0C9-DB7021E5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AFD42274-C78D-4D20-9F3C-13B9698F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2FCD7AE0-D27B-4718-AF39-4DB0E691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187FAE8-7578-4987-A4F8-FC81441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68B45A36-AE6E-405F-90EA-1CD3D0D1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CD7565F3-A208-4A57-B0CF-29A2905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3D6EE499-6C1A-4687-8DAF-60E85D21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73249E48-4CA6-4438-9063-08B92D60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1062F5F5-814F-47D3-AE45-0D584EBA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A61F3BA-CF54-4AC8-8CE4-AB8C789C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D5546DB-6573-494E-B2F1-D68DB048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DC37A14-D0A1-4F8A-9CD9-AB03DCB0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EEEA6D2C-3035-4DE9-9BF1-4D4F1F18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22B09845-1EDD-4717-BA1A-094480EF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4D64BB6C-DA2F-4A16-80EE-8A36684B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C73F9740-66A1-4C87-A7AA-85382B02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5EA3C97C-FC5B-43C3-B8BC-558D0E7D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EAE76B37-0B3F-4891-98A5-735525CE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44E31CA5-51E1-4EF6-A9FB-D00C83E9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BCD3301E-E48F-4E70-8CE8-2DFD4A8E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15841DB1-CD1C-4435-B832-652F144A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090964A8-65AF-4EBC-A3CB-DB0DDE3E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AF53F978-07BE-4009-884E-1ECD3C8D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C94E24BC-0B93-4A9D-835A-5585D06F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B2BD1290-596B-415F-A847-7F8E0508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EF870015-A8AF-4FC0-8EBC-BBCFA4D7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E50CC7D-D61D-4E9A-996D-DB032820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073D6ED8-FB93-4752-88A7-EBAABCDD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E5152B7B-31BB-476E-BD7B-D96DD721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7AEE0722-F4B5-4667-8886-4AB17E01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70904AFF-27F3-4158-9D19-A9A0AA8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BF669F59-7D45-4734-84F5-64ACE97A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2FE14D1E-7366-4032-9043-D329B3EF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EDDB0DE-61C0-4C22-A1F6-60EFD945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1B205B8D-8BF6-4A9C-B391-37FCDB4A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7D94CBE5-75D1-4FBE-AB98-5C8D8575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069EDDCF-D9A1-450A-9955-0199B91D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080BF8B6-0B1F-4404-8692-8C1E38A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03320713-292D-427B-A0B8-945F644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6DA69B79-2338-4D2D-B6E4-05040C7F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71537DE-3FAA-484C-9C92-58FA2C2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231DA93-F729-4C76-B8C7-A931C8BC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36AB34C5-190A-4184-ACAA-995D348E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CDE2D459-A042-49B1-A581-05EFF48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5EAAD995-248B-402D-AFD5-96F537A8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CB039F62-7934-40EB-81E3-FDE80091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F2DF059-BD57-4D75-9711-8DC19CA0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2A0D2665-1CB0-4745-B90C-0E397F70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DC2F729D-2C76-4B83-A459-78ED5ED9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749FE6A5-B4A7-453B-9A5D-6AAAAEC2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48F0B130-52D4-4B71-AA5B-F42362F4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298D72E1-0300-4918-B83C-C1E402CC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9704EF93-5019-4C15-8EC0-7F81E852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A28FCA91-6483-430D-8BD2-6560691A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5CB443-EB22-4D63-83C3-AB11F8CE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73E23BC-CC41-4FA4-ACA5-628C380A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2D63D4BF-1C69-4C18-BB60-9E4E8C97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4FE16473-A087-4672-B68B-2C3C69D2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A9B2D01-E0C2-4985-85CE-B7E54FC6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EC0B92C4-D2D1-4F67-AEB2-1405C2E0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7936C15C-89A0-4DC0-B0B9-E70F3D0B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73D6245A-945C-4DCA-B15B-9C67285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F0415F-86F2-43BD-9F0C-15CBA31F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42339CA9-9341-48D3-BB9D-27248BA7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ABA2A7DC-D521-4E99-9E00-D7088614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86700A65-29CD-4EDB-970F-585DC21F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806F1440-B518-47A6-A128-EE12C73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A0FF2C51-7492-43E8-B505-D7F33EE4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D40F5CA2-95F7-409F-AEF1-AB366A56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5F3B5917-5963-451C-8368-2A54F165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6E60D9AD-95B5-4C47-A6C4-B85FB76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760BC9F-E9AD-4F44-9D2A-76CE55B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85CE9E5-4BA6-47FD-B192-812BC489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72C884E8-04CA-450C-97DD-80A36B7B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E91A18C0-0E41-43E8-A712-E35165C2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7D49F185-C042-49FD-9C7E-DA89490E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1BF7C141-AA32-499C-8B7D-CD6307B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E83DE495-282C-4EC1-9F28-CDE4BB3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BD4CEFBF-EFF0-406A-BCFB-FE804C87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E5ED759B-3E55-4621-89FD-60022880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51BCECF6-9FE2-4F41-8C29-EB607037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04D9AE22-33EB-4416-91FD-34C74332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32EAA6EA-1D14-4D3E-99EE-A64BB5E6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04FCB0E6-77AC-41B6-BA93-80C89B2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A119C7E7-94CE-4E76-ABE8-5C0B5CA0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E2F76194-24F5-4745-ABC5-F956818B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78E77810-35D0-4F32-A801-E016C67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C6453470-F67B-4FA9-9BBD-06E5E875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D9E39EAF-5BAB-45FF-B58E-5F3E8D1C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712CC55-AA13-4CFF-9749-97E58757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033BB9C4-27E4-439E-8F2D-97EF4239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44F00EC0-558A-4F6F-AAC5-A505C6AF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3E8215BF-E16D-402A-9C55-FDB0CBAF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55BE82AA-236B-4BF5-B414-ACF5E547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0E84D515-D973-4051-A1C5-AA654450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FED9903-89BD-4A33-B9EF-8AD46BBC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5349D946-81A0-450B-B68C-7F936E66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BB0771A-DAB0-46A9-8B73-E114945D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810B12E9-4504-4517-853C-17BFB950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C69A6181-B079-4940-8BE4-DFF2C243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9DF39572-DF71-41E2-84F8-0B60A449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40162493-0D72-4BDF-A8A3-EC520C16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54105B3-5347-456B-B032-8AEC190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FEF2212F-3CC3-45E6-8E74-118AB41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5624808E-DBDA-4FFC-9DA6-BB99AF1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3596682B-26BE-4F2F-8CCF-98D4FFC6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ABD2AE53-7609-4C91-85E5-FECA8612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F6B92CD3-9C9C-42D3-8FAF-26EC5B6D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54A953F5-EECB-4C7F-BB4F-03F6D441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18BA7EC2-63ED-4751-AAD8-C556288B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738543BF-4953-431E-A153-99BAE1AF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4F031685-9215-452D-B4D6-F8C193B3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3F95956B-56F1-4E1F-8769-4E17796F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D92BDE86-178F-408A-84A3-E0A5078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209B45AA-53B5-4F7A-9957-509079A8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2FC6CA08-9D1D-42ED-98C0-1EE2C1BE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4BFCD8E8-1CCD-47AD-99F9-FDDDEAD8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31EEDD7A-29F1-4F25-9DE3-371732AD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8E39E10E-F1DB-4D75-BF78-58E6438E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C28E6510-19EF-4C96-A78E-F8227745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6D92B297-3169-4116-8DA9-89E0261D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DE56F23B-BF7C-47A7-90FF-364E8B00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AE79408C-CB7A-416F-BE0F-A029736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B6821C64-8A9A-4E21-B342-B3000F4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DF057C91-07B2-4A6A-B92D-47797BB2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E41ABFF0-42E3-4A8A-AE8B-5C38DC2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29AFA91C-264F-4445-9F57-4C163AA2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A5B922D2-243C-4BB7-9DF8-0739AFF4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3C5C1378-8AD4-4B1E-8BAC-BCA81949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926FC80-755D-4DBE-A86A-7D784F86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D29520CB-B331-4AC4-8AB5-8DFF8BFC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03B9ED2B-D36E-461F-8C87-2C06EBA7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84DA9C80-0560-46F8-801E-F06A558D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9ED0E3E4-48D2-4FBA-9BF1-690E3735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7C7EE43A-FC80-4F12-A807-DC1F993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A5853246-908D-4C3E-8BED-7A87DB81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CA007DFA-1EFC-4CFD-8BA2-A5DFE57C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295418E4-CD32-4ECE-A0B9-6344A56D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9C8E7DB5-18A7-4984-826D-5E5393A6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85E1E6BF-A541-4119-9F45-BA7C397B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105480FE-961C-44DD-8351-702A17B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4263A3B1-0087-4845-A22A-0F35322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5399081A-52DB-4981-9E67-C29FA8E9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05FCCD86-475A-454F-ACE8-F576319E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C939D403-26CD-4C2E-B4FA-888FBF02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5505C0D1-DA69-42A2-BAC7-9389DEDE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ED12642E-F7B0-4130-8FEC-44E350D7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19300C66-BC30-4BDF-929D-862E643D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70B45354-15B7-42C0-BD5C-872AE719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6F863FBC-D9E7-4CCE-83EA-DFB69894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68CADDB-F434-479C-BF52-3D5DA58E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679A48A2-1C60-40C5-A280-676926E0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C2C904A6-1BFE-4A9D-9F7B-A82ABDFB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5C47010-64CC-4E5A-9104-EB504C07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B4BBC143-6F78-498C-9FF0-45B1D912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EB866F02-A225-4A83-9F79-35052228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0D27F4C-9683-45F4-8136-43C68C72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DB5DBF9E-6B77-45AB-A706-C29A5C29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DB758E8E-D9CE-4273-9052-43E30EE8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59ECB4CD-923E-427F-B68B-0D0D06C9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B75E0FD2-21EB-4D34-8863-9595D48C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84784AD0-C445-43F4-BC60-CFE6E36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353C7137-9728-42AD-BF0F-0AC89354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5760CD59-D3C4-4C1D-ACCD-339490A7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2A02400E-3DF3-4BD2-9571-F95A3815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CF278785-2CD0-42D0-8FD1-F88FA035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7339A264-A5D9-4D3E-8806-C527B62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F34FB6AA-AACF-4E62-9FF1-1C368E76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E7D2A5C2-84DC-4806-89BB-542DE0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694DFA99-3C55-41BA-BD7B-1E6CA84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77622628-37EE-4221-BE6D-8AC153CB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F78FCED0-95E0-4E36-90C9-5BE0EFD1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37F83B0B-D23C-4EBC-B368-ECB11818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A4BB6257-8574-4623-AA45-65AD614E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578A292A-3E0B-4305-872C-257918C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0BD001EE-49DD-42A7-92C7-6337C8DE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C14AC542-194A-4EFD-8C8F-480F2322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1E215157-9B55-43EC-A02F-E7C20E38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99524F40-C74A-47FA-ACEC-7E082EF2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8B5305D2-6CD2-42BE-9CA5-16109145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2C97774D-CAF7-401A-A4D6-80115915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6137AC8D-5ECC-48EF-B956-8E1FB77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7BD667B-B61D-4A11-9709-72302799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FFC942D4-8B8D-4A71-A1F3-C3C7CB0A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A31CA8BB-488E-4ABF-A54E-B3FE789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93DE1F70-3B8D-49DF-81E1-1FA0371B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C5F15B4B-196B-4456-9BD0-97266CE8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54672E9D-E47A-465D-BCAD-DEAC3F21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7A3DC2CA-D17F-4682-B217-1BFF87B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87EF3A47-41E4-4C96-8A5F-616578CA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AFB76439-2A61-40F2-AB2A-195E08E6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E96E24EE-2931-4AA8-BC64-4AB6A1A1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AACA1DA8-2C4F-459F-B470-ECDE430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0F68D5C2-00FA-4CE3-BEF8-E7FCDF8C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84A354F7-5EDB-4580-A1CE-849ED977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821392DB-4F30-42CD-8CBB-3F71BBF6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5959ADA2-7A81-46F8-82E3-8AC5BB4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DF77462C-4B88-48FE-98D7-EBE80ACF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444DDF1A-3C5D-4693-BDD9-EF1F6CB1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6D52BF22-119C-4B6F-8AC5-E67E1396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C3294F11-95CF-4B12-9EB2-5EEBF166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925FE8A4-D15D-4DC7-941E-A1530493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AE0BAEFB-67C3-4C59-B520-F3A171C3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1AF3ECFE-2937-40D7-AD8A-BF41F63E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8D1310EB-4F9D-4106-B4B9-068D6ACE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FAFF7F38-7639-4187-A9E3-07AECC4E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87B9B1E7-5DB8-474C-88D9-887CA49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BF44CA5-BD01-4005-BB81-DDAC6069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4885FC75-08F7-430C-B81E-589F858A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FD44BA20-DC52-47E3-92D3-331EEB79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46D6D9D5-0C4C-49F8-96C8-478D379B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2459E966-BD35-4DF0-9777-6ED9A37E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CF6BE620-DDF5-42BC-933F-AAC603C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3AD0A800-BC9A-4C9A-AD67-2B92518B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3B4C441F-5DD3-4DB9-BD36-3D6FCB6C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603012E3-292B-4F5A-BDD1-1B13DD7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DF850F1D-8732-486D-9DB3-075BFAD9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6E5ADF04-821D-408C-A882-6AF3CBF2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E2BE71AD-0E5E-454E-85A5-EDE1DE52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287E493-DCF5-4660-8CC9-BCE11642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2812CA2E-0212-43D1-A1DD-CCD79C56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5EDAD9A8-00A5-4AD4-88BB-96FD0F67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809ED0EA-324B-4360-9F23-115596DC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F44C4C2C-2011-415A-85CA-EDD93CA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B38AC97C-5DA9-47FB-9F3F-4600B866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C8CD99F0-1F7B-4DA9-9784-5A4E1A59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BE130A04-29AA-4BFF-B248-9242C00D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54434E75-CA1E-44F7-80F4-B14C5562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3AA8906B-D1A5-4EC8-841E-DED8F575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7D8FE20A-C17D-43E8-B1C7-00B317FE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BA5247F-43AB-4213-B0D6-4B0A434E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9EA45603-99EB-4C5F-8769-3E26AAF0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F425219F-0C2F-49F5-999D-EBDB75E3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5D9B5792-1C60-419D-8403-2B917B2C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F85EB791-73BD-417C-8633-42876163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5BA7B38C-FE1E-49FE-AE60-EA822843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ADAA29FE-9FC5-406B-A079-2C04B7E2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1994E0AE-E929-4E78-9E06-C20BD68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A402B438-B14C-4378-B8EB-1A650667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16D5340C-A340-46DC-B246-4ACAF820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E77B06A8-75AB-4351-9118-3041AFA9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087611A5-7DD6-4672-9BA9-2B92EEE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8E65B52-6EFB-4EAF-935B-9B5BA765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94747745-7519-4263-A2FB-5F6D0285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1A54905D-C816-4CC9-884D-7494E875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F8020BBF-624F-4600-A251-6139DA15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ABE72D6D-8A0E-4900-9000-BB912194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E5A30391-ED78-44F8-BAB7-D0BECDF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B158E72C-7421-404D-AF83-A1B7ADB2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58F6C8A7-63CF-4A73-BF90-923E6CB4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F30F1E74-1DB0-4BE5-A454-229B727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EE88F538-FBAC-4C1D-ABC6-046451C9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30859EB-B04C-4554-A290-E1E6A6FF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180EC745-12C4-4F43-922F-C330B24F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7A6A00A6-EEB2-4F93-AF6C-EFD9A2D8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44614C54-45E0-45DA-B0C8-63D8CD2E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62715697-ED57-46C1-8855-FD8464D5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E98719D9-6BB6-4ED7-A6B6-20A6DD8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AE14786A-13EB-4B55-9D88-A776279D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7F059AA9-7BCB-4E46-B0E6-5CE46DE1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228C8EDD-A45C-43EE-8F3D-79317E51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47E0571F-0F85-42D9-AC19-7BBA314A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D551AFD4-3E26-41F1-9ADB-648FC531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5FF4C40A-2AE5-4CCF-8412-E0CF05FF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481DAEB7-BDF7-42A5-8ECC-F35A84A4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50F3BCED-8ABB-4E6A-98B9-D952543B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B23D9FAC-8476-4ED4-B1F2-11D1DCF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F85DC652-5BF2-4354-8477-8A26B6E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EEC576F0-8069-4359-A184-E18752DA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DA36C957-16B6-4ADE-8E88-E012757E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A5169070-F424-4048-AB36-1EAE174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91F80B12-E5D8-43D1-AC6A-71CE017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98ABAB14-6C3C-4533-8157-C93D098E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FABD14AF-D5C4-4A86-9D6A-4ABE041A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E621EC3A-91DD-4AB5-82CE-1ADC3FE3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25331A72-E213-4C11-84CC-E432852C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6BBE6608-92BB-4B33-8E42-CDA9A4F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2340FC5D-F148-4FCD-96A7-FABC654A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4C1AD736-21B8-4565-BEBE-4178DD5E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24B7BC5-D4D7-46B8-931A-28A34FCB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4AA0039B-B4F8-4234-9368-A43EF5D1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06D4A531-1AD9-4E11-B1AD-A1C5F65C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9CBE1697-3908-4057-AF28-7905FA0C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54D05D88-5DFB-468E-BBA2-69790B00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3D1F9B6D-9C32-4A19-88E7-354042A2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850243B6-6108-4E94-A9AA-5EBD9E09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62E56CC1-F933-4E30-A025-D14E7FBF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03841351-F4A9-4F2C-A294-E4F0E78C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A7E84DED-FF1E-4B4E-A76E-72641B81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15A0AEDD-42A6-4885-9EC6-F68C8A75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E2C8B514-C0EF-43E8-B9A0-6CE9D3B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2DA4F5FE-56EF-42A5-AAE5-409687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C6E9D691-F998-43FB-9EE3-568CCC2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5DD9AEAA-07E2-4749-967F-63C4A045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568AC0A6-8927-4273-8FE4-058BB24E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D5EB23F7-475C-4E16-8C56-3F270E7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18FA6FA5-F4B6-4616-B2CC-ACD9D6E4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C282D997-DC3B-483F-8DA2-75C10EC0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0F193EC7-8553-44ED-A0BA-2F40AEF0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61AAC3CE-82F2-426F-A1A3-7195F8C9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729F2B9A-1A19-4A7D-AD16-89DC6AA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E49730A8-CC3B-428A-9BB2-D5F2CBFA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8F38E836-F5E6-447A-A9BD-39B2E6A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B2FE7255-8B98-46D8-B24D-E08D4538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2BE4D99A-18FB-4ABA-A953-E5410ECA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60CF967D-D118-4649-9A1D-BFDAE1A6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66ECE217-64C3-491B-8016-9588030D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2B33EFEA-3B3F-46D6-ADAB-A5FA5497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484E807D-00CF-493E-94FC-DB087B3D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E562A6C9-820C-42AA-8EFF-15A3A202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8CABC976-100C-4A13-BC3E-3FD54F6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1AB9BD68-527F-48D0-A9BA-ED4CC29B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0241B60C-D296-4CB7-B3D3-17522D30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3846F1E8-8B54-4301-B4D5-78A8A985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7BB015EB-38AE-45BE-ADE2-8A6317F4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439640BD-B669-43FB-9BDE-5BA5353C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C7D6BD2D-E3BA-4695-B1EB-3E41471D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CA6C8717-F62E-4C7B-A5CE-480DBE21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C44B47BC-8240-4C9E-A63B-68B1B4F4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61546FF1-75E8-4678-BCC2-144C547C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21A9A2C2-BBBD-4FA4-8092-FC73749D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F3EA3515-30B5-4633-8240-9635C3B4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925CFAF7-4880-4AFD-AA76-89A5ADD0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01E4E4BE-90B9-4275-9A53-D0E77770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11BBE64-26B1-4322-93B7-B55DAE4B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3399C00-8952-406A-954D-45EBD215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C01D5102-57C7-4525-8DEB-4F564411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3E7869A8-7709-4F01-A38E-C6B47CC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94517E59-218E-4943-8057-B6F8E60A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1A2A319D-47C0-4A14-BF11-A19552B7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4A8E5D3F-3C91-44BE-9925-019A863E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6C0C2131-9F23-4B8D-AC2C-6BA79361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667F8EE1-66FE-4F7F-9E11-7F4EABA6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32C6FF48-4BD4-4E0A-A3A7-8CF11E3A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77B7CB23-0115-40E1-AD04-A739E3B1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07656F22-D162-4117-8CDB-002B360D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835C71E6-CA49-4E66-A6B9-FE00DE3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966235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9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00E26515-E79A-4CE8-A75D-B82149BF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D3A660D-4D30-4EE7-B125-7E0D0D36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C5C2B5ED-B9ED-4222-96B3-670B2B5D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9A956AA-59C8-496C-A9A1-0CD32C12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6CF02202-D12D-4F51-93E1-D9AB9975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81A1350A-C0ED-4E86-A650-99A390F9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 받아둔 견적을 이번 제안서에 반영해줘.”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2CBC9EB4-7459-482D-8B30-6FF59A05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C9F60A1F-6174-4428-B4EF-3A25A974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89A098A3-736A-4157-9658-9DA7A162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512D30ED-B5AB-4F63-8D03-B1873478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BA158717-E401-450A-8F9A-8EC4711E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E9CECD9E-57E4-4AC7-B964-1BA792C1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4B529704-5BD5-403F-8971-15D00139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B673340E-F316-4243-8434-97097D4A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BF5BE760-22A5-4518-A49A-E0C2634F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020E44E0-F7FD-43CA-B207-72F3EFC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7F1086D-BE5C-4D97-968D-50EE7ED6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1D61C226-823D-4082-9A46-0723D5E6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0EAE6949-C95B-4EA0-A79D-1976B897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8731AB9-AD09-4F6C-9CD5-BBC495C2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D20C2476-EDF4-43FB-BC08-DC7D1472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C2AC71F6-DCCE-4D16-8BA0-FB3BD9E8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08140D44-F4F9-4ED4-ABB5-2AF51438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16E76F15-7512-4A6C-B71E-A1539BF1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38536EE3-B19A-4B25-8C59-27149CE9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2C0B3346-8A66-49F9-841A-37487952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6C6FA2C4-0933-45F7-94A1-E215BF20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1D16C153-07DC-4A77-B212-444AC365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62F76A4E-0F07-4FCE-95BE-7CFCA557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08FA95E2-F9C8-403B-ACE1-BC37EBA4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9C23CB8-4A7A-4D42-829E-CF339F2A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393BE9AB-9CAD-4D26-96FC-F8FDEBA3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920AD674-7039-468F-84CE-1537F6EC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D255AE-DD43-46F4-B52E-5B0D8748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1DDA688F-D572-4251-BFF2-06A9BA91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AD4D86E5-7ED8-40EC-809F-9C23D2FE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92CA1E6-512F-4A7E-AB40-CC45EBC6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E73A99EF-4A08-4DBE-AFF9-9D424D3B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F84606F-DC89-4130-88D0-EEA17E2A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65EAD38E-0A0F-44E2-A606-FA22EB8D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EC784BD-8974-4FDA-A95B-9B5E563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53E0D95A-329A-4834-93B2-A12D24D8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CF6A8230-AF1C-4048-9F4D-AFFD1175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39B68AEE-5A45-4083-93D9-3F4E7971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A9F183E-2744-4C1F-8382-71863DC0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37F5379D-A07D-4C8C-9CC0-9616A728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C0D98CD7-1C35-44DB-832E-AE2A5FCE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7203457-3537-451F-BDB9-8D90939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BEF670E8-2DEE-4EDE-BB85-E92460C2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381C2B0C-6100-41D9-9A1D-B36B9B7E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DB714D48-12C0-4F7F-968E-331B9C48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8377A225-05FB-4D95-9B24-726DF44B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BD812613-52EA-43B2-AC65-59E7D0BB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186EA02-E8EC-43ED-89F9-72BA4F99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EBA8FF67-AD31-48A9-A3AA-7B15EFDA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18C2232D-A4AE-4B89-8C2C-2A32C8A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F87AF82A-E4B5-4BD5-AC84-0A3DDC92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D86AD37-E0CD-4E1E-9609-B7008A80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26801118-3399-4691-97A2-6ECA5D0D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59847FAE-5EB3-4301-BE0C-4BCFB512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46BEFF0B-6DB0-4A2D-AE85-51999FC9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C02C5EB9-6785-404F-A7DF-A0BF6ED9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165DF4DD-FF35-4A55-9D3D-A17F0D82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89FC435E-0CD2-4812-A19D-E9266C72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6F08CB17-7451-4D0B-BA8E-1D929A4A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229CDAC9-F6CE-4CED-A668-303672CF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E28BDC6B-4448-4649-9B55-AD3564F3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9F0DB967-2014-48F5-AD43-983DC8A3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9C478BAE-41C9-453F-8018-144D5443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7370AEDE-6F65-4BF1-9AD7-48347C9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25ED6BB8-2D46-4B82-916A-E334BAD9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EB2D5FC5-9D0B-480D-8774-33D8FC05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B55CCFF-AC01-4BA2-ACFB-9C6114CA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00C059D7-D50F-4401-92F4-416C2B7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A57D4C78-D3E7-48DC-AA18-5D430D05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9049676D-52B3-4226-A306-B3A5BE14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41D0001B-30A2-44D2-9F64-54FC3F7F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99061C76-0AC1-4B7A-AD59-0C5631B5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045BD0C0-E9A9-4BB2-BF24-704029AB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635568ED-18B6-4795-81DC-A28B6912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B15B6FC4-F489-4601-8CB1-A2B8351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532A2951-FFF4-4BB4-AE05-63AC845F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AF646FF7-1DC4-42D7-815F-7EBE74F8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37B63675-4EB9-47DF-A935-7586E846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E13893C9-6166-4324-86F0-49B005F5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F85EBB3C-F5F7-43CF-BF8B-2620E9AF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E50CF57E-50E4-4259-81DA-630CCFE0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EF0A5FB8-BF6F-4846-BA3E-3D9D22CA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B5DFFFD0-1894-4460-93F5-BA004144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E7BAD460-7DF7-4E72-B501-145E316F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7913653D-2F5B-4877-B5D3-9F2F6F95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6F5B470D-9D35-43E7-A0C7-E5E563C9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58AB9DF3-683F-4A4B-A82D-6A44DDB3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8C08F24-E029-43F4-AA29-EF0FA00D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2A88DCED-FF69-4A8A-B1C1-0EF0A07E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C29CFA2B-A3A4-4DD4-BE26-F5676D77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7E7A493A-B8E1-4F9C-900C-D5DD25D4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5007D917-443E-4F0B-8592-8D51A488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C94FEB74-E242-4082-B303-2204C4FD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A49D01B0-EA7C-423C-835B-DCF2DA02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3 / path">
            <a:extLst xmlns:a="http://schemas.openxmlformats.org/drawingml/2006/main">
              <a:ext uri="{FF2B5EF4-FFF2-40B4-BE49-F238E27FC236}">
                <a16:creationId xmlns:a16="http://schemas.microsoft.com/office/drawing/2014/main" id="{FBEEDFF5-026C-48B1-BF19-14F2C884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3 / arrow">
            <a:extLst xmlns:a="http://schemas.openxmlformats.org/drawingml/2006/main">
              <a:ext uri="{FF2B5EF4-FFF2-40B4-BE49-F238E27FC236}">
                <a16:creationId xmlns:a16="http://schemas.microsoft.com/office/drawing/2014/main" id="{F9704BF2-7F2F-42D6-8F92-479F0CA0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6CEC564B-87A7-4AC9-A044-312C040A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619372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D677C584-5868-423E-93ED-2B6C78B9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동일: E20/P20 평가 기준 설명 / T21/D21@v2 제품 비교 / T22/D22@v1 견적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845198A4-ECA2-4109-84B2-4906D282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77317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18D75C45-AA15-4B88-804B-74990F7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C20 입력과 설명 연결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24BC918E-606E-417E-8F6C-D207FFF4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85508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6CFDA168-F1E7-467D-83D4-B59402B9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T21/D21@v2 / T22/D22@v1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062C6256-26B1-47F9-B5F5-FAC97F69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217474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01471F-28F4-475D-977E-28A2D68E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E20 / P20 실제 전달 범위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534747F6-40D6-4A4C-83DF-09F2AF07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24834A2D-09BA-4B51-AB6C-608B597E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0FFA8AD1-B098-4C57-8ECE-35EE6E5D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23767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3A6BEF41-4668-44A0-A1BD-2106C5DF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R23의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5A7A336D-24C1-4A1C-B274-D7BAB774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633157B2-C394-4851-BD2D-7A0EB57B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E4CC7906-1C86-4554-9DB4-55C995F3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806286D9-93FD-49CE-B97A-EC56854F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6302A176-83E2-471F-96E2-B6C6C9B8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58B78940-74E0-479E-99B3-9DAFF26F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381D1FBD-2912-44F0-A3CA-3D8E6072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3672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9EF98009-07DB-4639-8A3A-65C0C2D3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R23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D7E1988C-3AB4-4E94-A7E2-7A94C5DC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81800"/>
            <a:ext cx="233172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0E433109-150F-42B9-82EC-A4271B6C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791325"/>
            <a:ext cx="27717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참조 / 새 T23 연결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5AD4A0F1-FAE5-4A71-957B-8C03D145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010400"/>
            <a:ext cx="3412617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1AE677FD-1E7E-4465-B6E7-58487B38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019925"/>
            <a:ext cx="58388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VIA: 근거 연결 / Agent: 기준 적용과 제안서 작성</a:t>
            </a:r>
          </a:p>
        </p:txBody>
      </p:sp>
      <p:sp>
        <p:nvSpPr>
          <p:cNvPr id="127" name="dp45-comparison / n111">
            <a:extLst xmlns:a="http://schemas.openxmlformats.org/drawingml/2006/main">
              <a:ext uri="{FF2B5EF4-FFF2-40B4-BE49-F238E27FC236}">
                <a16:creationId xmlns:a16="http://schemas.microsoft.com/office/drawing/2014/main" id="{5B03B5D4-FB83-4656-91B5-A5C73A6E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5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E71A51AB-ED1D-4D89-A08A-A4F61E01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9" name="dp45-comparison / n112 / text 2">
            <a:extLst xmlns:a="http://schemas.openxmlformats.org/drawingml/2006/main">
              <a:ext uri="{FF2B5EF4-FFF2-40B4-BE49-F238E27FC236}">
                <a16:creationId xmlns:a16="http://schemas.microsoft.com/office/drawing/2014/main" id="{ACC0CB16-3653-4B7E-B021-A2196236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DC37E32C-D3BF-4F7D-A441-3BD25525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071D253E-4524-47DC-934D-FFAAEB4A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2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105F2CA1-7CF0-4F77-9B11-AAB6FB34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7BB32947-1059-4727-986D-909230AD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4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4A6BA2E7-728E-4BBE-A943-FE57D276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3FEDF3C4-95D6-4622-841B-4F30D34C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6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2D09F658-0A0A-4A86-A156-CF7040BC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D6765360-14B8-45D9-8418-1E283D73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8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BCC645C6-A691-43F3-BBEB-7D34DB92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9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B4BE1412-E68C-4EA2-844B-004EF8BA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40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12B2894C-CC3E-4FBC-B378-7CC65129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A30EB017-F19F-459D-8147-28C3BEC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5C60231D-4EFF-43C9-8233-F63A250A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E724A20-3B6B-4993-BE37-480A4968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4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3742518E-AFE3-41E9-A2B9-21B0C7A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5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454B0915-5D1D-45C9-A2EB-767AECA8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6" name="dp45-comparison / n139 / text 2">
            <a:extLst xmlns:a="http://schemas.openxmlformats.org/drawingml/2006/main">
              <a:ext uri="{FF2B5EF4-FFF2-40B4-BE49-F238E27FC236}">
                <a16:creationId xmlns:a16="http://schemas.microsoft.com/office/drawing/2014/main" id="{6E7D2DE6-8EF7-40DB-87BB-1A0A7291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7" name="dp45-comparison / n140">
            <a:extLst xmlns:a="http://schemas.openxmlformats.org/drawingml/2006/main">
              <a:ext uri="{FF2B5EF4-FFF2-40B4-BE49-F238E27FC236}">
                <a16:creationId xmlns:a16="http://schemas.microsoft.com/office/drawing/2014/main" id="{2463B064-ABD0-49B8-B068-35744081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8" name="dp45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5C105962-85C2-42D9-9619-FFC04601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9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2684D2B8-A87B-4279-94CC-0123F081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0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F12E4DEB-BA1E-4E42-9655-0FF11FC4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199D1181-6940-485A-AF45-122634B3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2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130ACAE9-B27F-40BE-B8B4-3EA40731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68D62F7F-0B85-42BF-9FF6-4B47A351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4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C47630C-543C-4E46-AE26-BD979427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AAC7D161-56A7-4C0A-AE49-E4F53A88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6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3251D24B-5CBA-418F-ABA1-04919826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C196F9E6-A562-4B77-AB4C-46AB2CFB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8" name="dp45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649815FE-F101-4813-B9F0-57291B59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14D59AA1-8CD0-4B0F-ACE8-61EBFCD7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0" name="dp45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C5164DB9-EFF8-4303-B825-EDE38B4F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D963B07C-D3C0-4692-9BA1-20CCDE4F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1D89FD12-7FC4-4C6F-8981-3678269F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3A4F50DC-9316-4D57-90FC-83910C83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4" name="dp45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19C4BF23-AFEC-4E6E-8C7F-D867BF09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17C0D71C-495B-4115-9193-085F0FC5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26D36BD-8E25-4665-A955-D079C341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0082B2F7-DA39-4363-8110-E159C92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8" name="dp45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E84DA015-73AF-4FD8-B845-162AA473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9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386ED976-36DE-45F3-B85C-FE753AB3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0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EA127B37-8352-4B5A-BA29-EF8A0F56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FAF967B5-2728-4A75-9A8E-D3A30CB7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2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5E6F08DD-6AFC-4783-A16B-DA3656F1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E7E76463-05EB-431B-A7A2-4FCD9CF4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4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23C3E0A-E5BA-4957-AEDB-9FD351F4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091154CC-6346-4479-A311-BB5833B6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6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DC2A796B-0FBB-4A46-824D-30910E0C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A4DE4F96-89D4-465D-AAED-81D1C88C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8" name="dp45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EF6E78D7-E68E-494D-87D4-D5B2B3C0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6B6254F-C8B4-41AE-B393-721873FB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80" name="dp45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0A55C56C-93AE-47FE-8710-EA900A83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BC5548BA-7144-4D8F-8183-8BEF9A95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7D717E0F-8F5B-4C63-A343-5EF638CA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C5F91319-38D8-462B-995E-447A4F26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75586769-B78B-49C5-87E7-BAD0C46C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5" name="dp45-comparison / n172">
            <a:extLst xmlns:a="http://schemas.openxmlformats.org/drawingml/2006/main">
              <a:ext uri="{FF2B5EF4-FFF2-40B4-BE49-F238E27FC236}">
                <a16:creationId xmlns:a16="http://schemas.microsoft.com/office/drawing/2014/main" id="{79AA1998-17A7-41EF-81A3-F1B40ACD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6" name="dp45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226FA246-F18E-4A08-8E14-AC88309D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7" name="dp45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A3A4272F-412B-45B2-90F9-E7ED2607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8" name="dp45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B06455FA-A486-4AD2-A21F-F38C2B00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9B2300D0-6FFB-4DC9-9FB3-FA7C6105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0" name="dp45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16C064A3-98BB-4E84-887B-B202C20D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5A4F1B4-E707-4A5D-84A0-01887281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2" name="dp45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EFAA5DB9-878E-4166-83A6-75148BD4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3" name="dp45-comparison / n185 / path">
            <a:extLst xmlns:a="http://schemas.openxmlformats.org/drawingml/2006/main">
              <a:ext uri="{FF2B5EF4-FFF2-40B4-BE49-F238E27FC236}">
                <a16:creationId xmlns:a16="http://schemas.microsoft.com/office/drawing/2014/main" id="{F62EB586-5AB1-41B3-A78B-E43EF187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4" name="dp45-comparison / n185 / arrow">
            <a:extLst xmlns:a="http://schemas.openxmlformats.org/drawingml/2006/main">
              <a:ext uri="{FF2B5EF4-FFF2-40B4-BE49-F238E27FC236}">
                <a16:creationId xmlns:a16="http://schemas.microsoft.com/office/drawing/2014/main" id="{D932A10E-220F-4C18-B427-FDD7CD2E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5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2EE05C17-1A2B-42D9-969F-0C6AFDF1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619372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1F168986-C92F-4E0E-83C8-88D9160C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동일: E20/P20 평가 기준 설명 / T21/D21@v2 제품 비교 / T22/D22@v1 견적</a:t>
            </a:r>
          </a:p>
        </p:txBody>
      </p:sp>
      <p:sp>
        <p:nvSpPr>
          <p:cNvPr id="197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49FD4EBF-DF01-46BD-BEC6-546D9821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77317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E4CE8B6-5C27-4E4C-AF40-975ABADD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C20 입력과 설명 연결</a:t>
            </a:r>
          </a:p>
        </p:txBody>
      </p:sp>
      <p:sp>
        <p:nvSpPr>
          <p:cNvPr id="199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38E3BA7F-5AEC-45CA-95FE-4153D9B8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85508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DD2ED174-3385-487F-97AB-836B338D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T21/D21@v2 / T22/D22@v1</a:t>
            </a:r>
          </a:p>
        </p:txBody>
      </p:sp>
      <p:sp>
        <p:nvSpPr>
          <p:cNvPr id="201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2B72CDC9-FB68-4567-936D-F90EC3E9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217474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159BBDCC-EF17-433D-9C99-1E70C2C4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E20 / P20 실제 전달 범위</a:t>
            </a:r>
          </a:p>
        </p:txBody>
      </p:sp>
      <p:sp>
        <p:nvSpPr>
          <p:cNvPr id="203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2437B6ED-199B-43C6-A6EE-F0DE127D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3BAFC600-9A3F-43F1-9666-049472AD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5" name="dp45-comparison / n148">
            <a:extLst xmlns:a="http://schemas.openxmlformats.org/drawingml/2006/main">
              <a:ext uri="{FF2B5EF4-FFF2-40B4-BE49-F238E27FC236}">
                <a16:creationId xmlns:a16="http://schemas.microsoft.com/office/drawing/2014/main" id="{BA00B1E2-6998-47DB-B658-57FCFA1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1B9051D1-8A71-4BA5-85C0-3BD880F7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7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5C520ADC-00A3-4B4F-B933-005D7348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561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8E11038E-7236-4E65-BC61-7AD1342B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/ Task 결과 / 실제 전달</a:t>
            </a:r>
          </a:p>
        </p:txBody>
      </p:sp>
      <p:sp>
        <p:nvSpPr>
          <p:cNvPr id="209" name="dp45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E45C7D43-8434-475F-A6A3-AAA48CFA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10" name="dp45-comparison / n155">
            <a:extLst xmlns:a="http://schemas.openxmlformats.org/drawingml/2006/main">
              <a:ext uri="{FF2B5EF4-FFF2-40B4-BE49-F238E27FC236}">
                <a16:creationId xmlns:a16="http://schemas.microsoft.com/office/drawing/2014/main" id="{DB1F7BA1-B7EA-4862-A90F-C730CD47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C2A178BE-FCE1-41C1-8076-4025BB21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2" name="dp45-comparison / n158">
            <a:extLst xmlns:a="http://schemas.openxmlformats.org/drawingml/2006/main">
              <a:ext uri="{FF2B5EF4-FFF2-40B4-BE49-F238E27FC236}">
                <a16:creationId xmlns:a16="http://schemas.microsoft.com/office/drawing/2014/main" id="{40820A00-D41C-43F2-AADE-215CC667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1C7F1D6-D5C8-48B8-819C-0774023E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4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FA53161D-F5DE-451A-BED1-FAE3353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35A6ECA6-7258-4AD8-85EE-709BFDAB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6" name="dp45-comparison / n176">
            <a:extLst xmlns:a="http://schemas.openxmlformats.org/drawingml/2006/main">
              <a:ext uri="{FF2B5EF4-FFF2-40B4-BE49-F238E27FC236}">
                <a16:creationId xmlns:a16="http://schemas.microsoft.com/office/drawing/2014/main" id="{0659259C-88D2-40B6-A57D-82E1D1A5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3672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E624924B-822E-430D-B8A3-46A44886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R23 조회 / Context + 출처 + 버전 + 누락 범위 반환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82CAD8A3-4D10-4650-893F-A1E13D47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781800"/>
            <a:ext cx="233172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F57EC938-BB0B-44A5-923D-5A5DA05A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791325"/>
            <a:ext cx="27717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참조 / 새 T23 연결 판단</a:t>
            </a:r>
          </a:p>
        </p:txBody>
      </p:sp>
      <p:sp>
        <p:nvSpPr>
          <p:cNvPr id="220" name="dp45-comparison / n181">
            <a:extLst xmlns:a="http://schemas.openxmlformats.org/drawingml/2006/main">
              <a:ext uri="{FF2B5EF4-FFF2-40B4-BE49-F238E27FC236}">
                <a16:creationId xmlns:a16="http://schemas.microsoft.com/office/drawing/2014/main" id="{E762622B-E600-4AF0-BCE0-F995681F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10400"/>
            <a:ext cx="3412617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5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61634B6D-CE95-4467-9F44-1242AD2C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019925"/>
            <a:ext cx="58388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VIA: 근거 연결 / Agent: 기준 적용과 제안서 작성</a:t>
            </a:r>
          </a:p>
        </p:txBody>
      </p:sp>
      <p:sp>
        <p:nvSpPr>
          <p:cNvPr id="222" name="dp45-comparison / n183">
            <a:extLst xmlns:a="http://schemas.openxmlformats.org/drawingml/2006/main">
              <a:ext uri="{FF2B5EF4-FFF2-40B4-BE49-F238E27FC236}">
                <a16:creationId xmlns:a16="http://schemas.microsoft.com/office/drawing/2014/main" id="{9DAE930D-D440-417B-BD6B-6AB9AA2F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5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CB463280-145A-4B25-85C6-23C1AEA0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4" name="dp45-comparison / n184 / text 2">
            <a:extLst xmlns:a="http://schemas.openxmlformats.org/drawingml/2006/main">
              <a:ext uri="{FF2B5EF4-FFF2-40B4-BE49-F238E27FC236}">
                <a16:creationId xmlns:a16="http://schemas.microsoft.com/office/drawing/2014/main" id="{61DFDE85-C5AA-4FCD-8A0E-B05FB8BE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5" name="dp45-comparison / n186">
            <a:extLst xmlns:a="http://schemas.openxmlformats.org/drawingml/2006/main">
              <a:ext uri="{FF2B5EF4-FFF2-40B4-BE49-F238E27FC236}">
                <a16:creationId xmlns:a16="http://schemas.microsoft.com/office/drawing/2014/main" id="{E5795C64-8317-447B-BDB7-63DE51B8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5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028EDDB8-5E80-4A11-8DA8-17C44EB0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7" name="dp45-comparison / n188">
            <a:extLst xmlns:a="http://schemas.openxmlformats.org/drawingml/2006/main">
              <a:ext uri="{FF2B5EF4-FFF2-40B4-BE49-F238E27FC236}">
                <a16:creationId xmlns:a16="http://schemas.microsoft.com/office/drawing/2014/main" id="{733CA1B0-0761-44AA-A03E-DCC82533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p45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7DDEF709-3B50-408B-B228-3692217A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2040675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2026-10-08T11:10:12.6040000Z</dcterms:created>
  <dcterms:modified xsi:type="dcterms:W3CDTF">2026-10-08T11:10:12.6040000Z</dcterms:modified>
</coreProperties>
</file>