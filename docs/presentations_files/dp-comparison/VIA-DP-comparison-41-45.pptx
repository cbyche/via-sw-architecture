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A는 모델이 다음 읽기와 전체 의미 제안을 선택한다. B는 Request Interpreter 내부 Request Resolution Engine이 조회와 전체 결합을 결정하며 요청 틀 해석기에 필요한 부분 의미만 다시 요청할 수 있다. 읽기 도구 실행기와 의미 제안 검증기는 양안 공통이다. Engine은 별도 Component와 저장 owner가 아니다. 임시 해석 상태는 Request Interpreter 내부이고, 채택 의미·질문·출처·revision의 영속 owner는 Request Controller다. 코드가 현재 입력·source·Task·질문·권한을 재검증하여 State Store에 채택한다. Model Access는 로컬 cloud adapter, 음성 모델과 의미 LLM은 외부 의존성이다. 로컬 VAD는 Interaction Manager의 Turn-Taking Control에 있다. 음성 모델 자율 응답은 이번 비교 범위 밖이다. 도구 조회 자체가 모델 호출은 아니고 Context 의미 가공에 모델이 필요하면 45의 비용으로 추가 집계한다. 음성·전사 비용은 공통이고 실패·재시도·폐기된 호출도 비용에 포함한다. B 한 번 호출과 정확성 고정 우열은 가정하지 않는다.</a:t>
            </a:r>
          </a:p>
          <a:p xmlns:a="http://schemas.openxmlformats.org/drawingml/2006/main">
            <a:r>
              <a:t>문서형 overlay는 §3/5 계약의 설명용 교환 자료이며 Component나 영속 저장소 또는 확정 API schema가 아니다. A ReadRequest(tool=task_retrieval, selector=아까 보고서)와 EvidenceBundle(T7/T8, source revisions)의 순환에서 모델이 다음 조회와 전체 MeaningProposal을 선택한다. A도 구조화 출력과 부분 수정을 허용한다. B RequestFrame v1은 goal/target=UNRESOLVED/relation/send=false 예시다. Engine이 후보와 항목 상태를 처리하고 필요한 경우에만 field/candidateIds/evidenceVersions를 지정한 부분 요청과 field result를 교환한다. 두 Task 후보는 AMBIGUOUS이므로 질문을 실제 전달하고 새 답변 예산 보고서를 해석한 뒤 T7 BOUND로 결합한다. BOUND와 코드 전체 MeaningProposal은 정답 보증이 아니며 공통 검증과 현재성 채택이 남는다. 최종 MeaningProposal은 양안 같은 계약이고 차이는 생산 책임이다.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2" name="dp41-comparison / n1">
            <a:extLst xmlns:a="http://schemas.openxmlformats.org/drawingml/2006/main">
              <a:ext uri="{FF2B5EF4-FFF2-40B4-BE49-F238E27FC236}">
                <a16:creationId xmlns:a16="http://schemas.microsoft.com/office/drawing/2014/main" id="{C484387C-F65D-4991-90D0-9725C807445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AF88B935-85EC-44D2-BB3D-5C1C3BA7757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5BF673CD-8AA3-471F-AF89-CB51C0A0BFAA}"/>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F4C88543-6E02-41CE-9606-3221F1D5B312}"/>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9F3EAF1C-3934-4233-81DE-E86CDD70063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7E413100-E38D-4DDF-9933-72F423608B70}"/>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초안만 만들어.” / 보고서 Task 후보 2개</a:t>
            </a:r>
          </a:p>
        </p:txBody>
      </p:sp>
      <p:sp>
        <p:nvSpPr>
          <p:cNvPr id="7" name="dp41-comparison / n7 / text 1">
            <a:extLst xmlns:a="http://schemas.openxmlformats.org/drawingml/2006/main">
              <a:ext uri="{FF2B5EF4-FFF2-40B4-BE49-F238E27FC236}">
                <a16:creationId xmlns:a16="http://schemas.microsoft.com/office/drawing/2014/main" id="{271B291F-2096-42E0-8040-276F6D158D55}"/>
              </a:ext>
            </a:extLst>
          </p:cNvPr>
          <p:cNvSpPr>
            <a:spLocks xmlns:a="http://schemas.openxmlformats.org/drawingml/2006/main" noGrp="1"/>
          </p:cNvSpPr>
          <p:nvPr/>
        </p:nvSpPr>
        <p:spPr>
          <a:xfrm xmlns:a="http://schemas.openxmlformats.org/drawingml/2006/main">
            <a:off x="381000" y="160972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로컬 VIA / 로컬 VAD / 클라우드 음성 + 의미 LLM / 채택은 코드 / 조회 예시: E7@v2 표, T7/T8 후보, M3 발송 금지</a:t>
            </a:r>
          </a:p>
        </p:txBody>
      </p:sp>
      <p:sp>
        <p:nvSpPr>
          <p:cNvPr id="8" name="dp41-comparison / n8">
            <a:extLst xmlns:a="http://schemas.openxmlformats.org/drawingml/2006/main">
              <a:ext uri="{FF2B5EF4-FFF2-40B4-BE49-F238E27FC236}">
                <a16:creationId xmlns:a16="http://schemas.microsoft.com/office/drawing/2014/main" id="{6F092609-1650-4B81-97FB-69AA02A9FCFF}"/>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2D3BD46A-8BF1-4E32-BE9A-D153F15239D5}"/>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254F63DB-4180-4013-8645-220FB2A5B88F}"/>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4A8FD234-9F97-4561-874E-3B815DE67B57}"/>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ED21F1B9-F2FA-4FEE-B029-89DE10FC331A}"/>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92BF079F-44CC-4D48-AB80-1ECC1A152F3F}"/>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0140805D-281B-4813-A51E-293EE522C957}"/>
              </a:ext>
            </a:extLst>
          </p:cNvPr>
          <p:cNvSpPr>
            <a:spLocks xmlns:a="http://schemas.openxmlformats.org/drawingml/2006/main" noGrp="1"/>
          </p:cNvSpPr>
          <p:nvPr/>
        </p:nvSpPr>
        <p:spPr>
          <a:xfrm xmlns:a="http://schemas.openxmlformats.org/drawingml/2006/main">
            <a:off x="400050" y="771525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비교 대상: 다음 읽기와 전체 의미 결합의 결정권 / 임시 해석 상태는 Request Interpreter / 채택 의미/질문/출처/revision은 Request Controller</a:t>
            </a:r>
          </a:p>
        </p:txBody>
      </p:sp>
      <p:sp>
        <p:nvSpPr>
          <p:cNvPr id="15" name="dp41-comparison / n15 / text 1">
            <a:extLst xmlns:a="http://schemas.openxmlformats.org/drawingml/2006/main">
              <a:ext uri="{FF2B5EF4-FFF2-40B4-BE49-F238E27FC236}">
                <a16:creationId xmlns:a16="http://schemas.microsoft.com/office/drawing/2014/main" id="{509C43B0-F056-4A2F-8A21-3F80A1B85614}"/>
              </a:ext>
            </a:extLst>
          </p:cNvPr>
          <p:cNvSpPr>
            <a:spLocks xmlns:a="http://schemas.openxmlformats.org/drawingml/2006/main" noGrp="1"/>
          </p:cNvSpPr>
          <p:nvPr/>
        </p:nvSpPr>
        <p:spPr>
          <a:xfrm xmlns:a="http://schemas.openxmlformats.org/drawingml/2006/main">
            <a:off x="400050" y="79629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음성/전사 비용은 공통. 재시도/폐기된 모델 호출도 집계. 도구 조회 자체는 모델 호출이 아니며 45의 의미 가공이 추가되면 별도 집계.</a:t>
            </a:r>
          </a:p>
        </p:txBody>
      </p:sp>
      <p:sp>
        <p:nvSpPr>
          <p:cNvPr id="16" name="dp41-comparison / n16 / path">
            <a:extLst xmlns:a="http://schemas.openxmlformats.org/drawingml/2006/main">
              <a:ext uri="{FF2B5EF4-FFF2-40B4-BE49-F238E27FC236}">
                <a16:creationId xmlns:a16="http://schemas.microsoft.com/office/drawing/2014/main" id="{4FB43DB9-335F-4EFA-8396-3A35C1CDA89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5BCAF010-BC87-4F5C-AB67-48A85D307241}"/>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913A7397-CCC6-489D-A47E-FE896110A2BF}"/>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2E5B4E87-545E-4FE7-B5D1-35EEEF9809D8}"/>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78AE5DD6-7897-4644-AF4C-F428E948DFBE}"/>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2CF67226-74CB-4342-8070-897ADB76647F}"/>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79CC2F5A-DF1F-4FB1-87B9-BD2E6FEDC0E9}"/>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A241A59F-A6F0-461F-8117-3189E0AEDCC6}"/>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B606125B-3B3B-428E-9B64-E1EB27CFD768}"/>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0E2359B9-4F84-4DA4-B65A-7DB628FCA9E5}"/>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3A47922B-3EFB-48CD-9557-8C6033956BA5}"/>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57D371DC-988C-4D64-B840-E7F062E0FDF6}"/>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5D1036AB-9FFC-42C9-B73A-B1436C5C4FD6}"/>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D0C9126E-4864-45DC-9CA1-DD0FA9A823B1}"/>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4DF7D414-4982-4F17-966E-742CCA5D05BA}"/>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prompt/tool 변경 가능 / 채택 계약 변경은 별도</a:t>
            </a:r>
          </a:p>
        </p:txBody>
      </p:sp>
      <p:sp>
        <p:nvSpPr>
          <p:cNvPr id="31" name="dp41-comparison / n31 / text 1">
            <a:extLst xmlns:a="http://schemas.openxmlformats.org/drawingml/2006/main">
              <a:ext uri="{FF2B5EF4-FFF2-40B4-BE49-F238E27FC236}">
                <a16:creationId xmlns:a16="http://schemas.microsoft.com/office/drawing/2014/main" id="{60BC3E9A-5FAF-49B2-AFD0-A01B28CAC704}"/>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schema와 Engine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DB6BE058-D1FB-4C43-B05B-8137F11845C5}"/>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814E791E-A4CE-410E-9E0E-B3CCF4E37872}"/>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교환 자료/필드는 검토용 예시 / A도 구조화 출력 가능 / B의 BOUND는 정답 보증이 아님 / 품질 우열과 호출 비용은 측정 전 가설</a:t>
            </a:r>
          </a:p>
        </p:txBody>
      </p:sp>
      <p:sp>
        <p:nvSpPr>
          <p:cNvPr id="34" name="dp41-comparison / n34">
            <a:extLst xmlns:a="http://schemas.openxmlformats.org/drawingml/2006/main">
              <a:ext uri="{FF2B5EF4-FFF2-40B4-BE49-F238E27FC236}">
                <a16:creationId xmlns:a16="http://schemas.microsoft.com/office/drawing/2014/main" id="{135F9A01-5543-4EA8-B756-1C6C7F00BF29}"/>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6F1F51C-6E03-417E-8459-679AFE6B1965}"/>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C2F9D080-41CC-48A1-BCED-1F2C51823FA8}"/>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FC720435-57EE-453D-BE7F-7A9C1ABAD262}"/>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2F36581-BD0C-4184-93DF-C11A79A0526C}"/>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B897921E-FA63-4328-975C-71B9F663A9FE}"/>
              </a:ext>
            </a:extLst>
          </p:cNvPr>
          <p:cNvSpPr>
            <a:spLocks xmlns:a="http://schemas.openxmlformats.org/drawingml/2006/main" noGrp="1"/>
          </p:cNvSpPr>
          <p:nvPr/>
        </p:nvSpPr>
        <p:spPr>
          <a:xfrm xmlns:a="http://schemas.openxmlformats.org/drawingml/2006/main">
            <a:off x="504825" y="3514725"/>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6F3D4425-2859-4328-9AB4-FAA20655689C}"/>
              </a:ext>
            </a:extLst>
          </p:cNvPr>
          <p:cNvSpPr>
            <a:spLocks xmlns:a="http://schemas.openxmlformats.org/drawingml/2006/main" noGrp="1"/>
          </p:cNvSpPr>
          <p:nvPr/>
        </p:nvSpPr>
        <p:spPr>
          <a:xfrm xmlns:a="http://schemas.openxmlformats.org/drawingml/2006/main">
            <a:off x="590550" y="35814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3861330A-523D-4953-87AE-CCF397F7AD80}"/>
              </a:ext>
            </a:extLst>
          </p:cNvPr>
          <p:cNvSpPr>
            <a:spLocks xmlns:a="http://schemas.openxmlformats.org/drawingml/2006/main" noGrp="1"/>
          </p:cNvSpPr>
          <p:nvPr/>
        </p:nvSpPr>
        <p:spPr>
          <a:xfrm xmlns:a="http://schemas.openxmlformats.org/drawingml/2006/main">
            <a:off x="514350" y="38290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5415E6C9-1A01-49B2-8710-535D5121889E}"/>
              </a:ext>
            </a:extLst>
          </p:cNvPr>
          <p:cNvSpPr>
            <a:spLocks xmlns:a="http://schemas.openxmlformats.org/drawingml/2006/main" noGrp="1"/>
          </p:cNvSpPr>
          <p:nvPr/>
        </p:nvSpPr>
        <p:spPr>
          <a:xfrm xmlns:a="http://schemas.openxmlformats.org/drawingml/2006/main">
            <a:off x="504825" y="40481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75D47A1A-7EE4-4AF0-BFCC-5F444B191380}"/>
              </a:ext>
            </a:extLst>
          </p:cNvPr>
          <p:cNvSpPr>
            <a:spLocks xmlns:a="http://schemas.openxmlformats.org/drawingml/2006/main" noGrp="1"/>
          </p:cNvSpPr>
          <p:nvPr/>
        </p:nvSpPr>
        <p:spPr>
          <a:xfrm xmlns:a="http://schemas.openxmlformats.org/drawingml/2006/main">
            <a:off x="1038225" y="40481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5D8A06A7-4A1E-418E-9697-8300F77FA804}"/>
              </a:ext>
            </a:extLst>
          </p:cNvPr>
          <p:cNvSpPr>
            <a:spLocks xmlns:a="http://schemas.openxmlformats.org/drawingml/2006/main" noGrp="1"/>
          </p:cNvSpPr>
          <p:nvPr/>
        </p:nvSpPr>
        <p:spPr>
          <a:xfrm xmlns:a="http://schemas.openxmlformats.org/drawingml/2006/main">
            <a:off x="523875" y="41148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6921EF00-3E03-48D9-B90D-0B80CEB50BCC}"/>
              </a:ext>
            </a:extLst>
          </p:cNvPr>
          <p:cNvSpPr>
            <a:spLocks xmlns:a="http://schemas.openxmlformats.org/drawingml/2006/main" noGrp="1"/>
          </p:cNvSpPr>
          <p:nvPr/>
        </p:nvSpPr>
        <p:spPr>
          <a:xfrm xmlns:a="http://schemas.openxmlformats.org/drawingml/2006/main">
            <a:off x="514350" y="43624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471BF317-AD7E-4C0C-9C34-B1D316F7BE58}"/>
              </a:ext>
            </a:extLst>
          </p:cNvPr>
          <p:cNvSpPr>
            <a:spLocks xmlns:a="http://schemas.openxmlformats.org/drawingml/2006/main" noGrp="1"/>
          </p:cNvSpPr>
          <p:nvPr/>
        </p:nvSpPr>
        <p:spPr>
          <a:xfrm xmlns:a="http://schemas.openxmlformats.org/drawingml/2006/main">
            <a:off x="504825" y="45815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EA31E79E-3FCC-44EC-9C98-1BD6D3C97985}"/>
              </a:ext>
            </a:extLst>
          </p:cNvPr>
          <p:cNvSpPr>
            <a:spLocks xmlns:a="http://schemas.openxmlformats.org/drawingml/2006/main" noGrp="1"/>
          </p:cNvSpPr>
          <p:nvPr/>
        </p:nvSpPr>
        <p:spPr>
          <a:xfrm xmlns:a="http://schemas.openxmlformats.org/drawingml/2006/main">
            <a:off x="590550" y="46482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48" name="dp41-comparison / n47 / text 1">
            <a:extLst xmlns:a="http://schemas.openxmlformats.org/drawingml/2006/main">
              <a:ext uri="{FF2B5EF4-FFF2-40B4-BE49-F238E27FC236}">
                <a16:creationId xmlns:a16="http://schemas.microsoft.com/office/drawing/2014/main" id="{3DBB6804-1EED-43AE-999C-D9C3A66FF92E}"/>
              </a:ext>
            </a:extLst>
          </p:cNvPr>
          <p:cNvSpPr>
            <a:spLocks xmlns:a="http://schemas.openxmlformats.org/drawingml/2006/main" noGrp="1"/>
          </p:cNvSpPr>
          <p:nvPr/>
        </p:nvSpPr>
        <p:spPr>
          <a:xfrm xmlns:a="http://schemas.openxmlformats.org/drawingml/2006/main">
            <a:off x="514350" y="48958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9" name="dp41-comparison / n48">
            <a:extLst xmlns:a="http://schemas.openxmlformats.org/drawingml/2006/main">
              <a:ext uri="{FF2B5EF4-FFF2-40B4-BE49-F238E27FC236}">
                <a16:creationId xmlns:a16="http://schemas.microsoft.com/office/drawing/2014/main" id="{EB12AA74-7B35-4BAF-B659-5026D9B6AC3B}"/>
              </a:ext>
            </a:extLst>
          </p:cNvPr>
          <p:cNvSpPr>
            <a:spLocks xmlns:a="http://schemas.openxmlformats.org/drawingml/2006/main" noGrp="1"/>
          </p:cNvSpPr>
          <p:nvPr/>
        </p:nvSpPr>
        <p:spPr>
          <a:xfrm xmlns:a="http://schemas.openxmlformats.org/drawingml/2006/main">
            <a:off x="504825" y="511492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0" name="dp41-comparison / n49 / text 1">
            <a:extLst xmlns:a="http://schemas.openxmlformats.org/drawingml/2006/main">
              <a:ext uri="{FF2B5EF4-FFF2-40B4-BE49-F238E27FC236}">
                <a16:creationId xmlns:a16="http://schemas.microsoft.com/office/drawing/2014/main" id="{CAEE1D32-C324-4508-B536-54C887FFFFE5}"/>
              </a:ext>
            </a:extLst>
          </p:cNvPr>
          <p:cNvSpPr>
            <a:spLocks xmlns:a="http://schemas.openxmlformats.org/drawingml/2006/main" noGrp="1"/>
          </p:cNvSpPr>
          <p:nvPr/>
        </p:nvSpPr>
        <p:spPr>
          <a:xfrm xmlns:a="http://schemas.openxmlformats.org/drawingml/2006/main">
            <a:off x="590550" y="51816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Service</a:t>
            </a:r>
          </a:p>
        </p:txBody>
      </p:sp>
      <p:sp>
        <p:nvSpPr>
          <p:cNvPr id="51" name="dp41-comparison / n50 / text 1">
            <a:extLst xmlns:a="http://schemas.openxmlformats.org/drawingml/2006/main">
              <a:ext uri="{FF2B5EF4-FFF2-40B4-BE49-F238E27FC236}">
                <a16:creationId xmlns:a16="http://schemas.microsoft.com/office/drawing/2014/main" id="{E211C65C-D6DF-41CF-86C0-6F36EC641192}"/>
              </a:ext>
            </a:extLst>
          </p:cNvPr>
          <p:cNvSpPr>
            <a:spLocks xmlns:a="http://schemas.openxmlformats.org/drawingml/2006/main" noGrp="1"/>
          </p:cNvSpPr>
          <p:nvPr/>
        </p:nvSpPr>
        <p:spPr>
          <a:xfrm xmlns:a="http://schemas.openxmlformats.org/drawingml/2006/main">
            <a:off x="514350" y="54292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의존성</a:t>
            </a:r>
          </a:p>
        </p:txBody>
      </p:sp>
      <p:sp>
        <p:nvSpPr>
          <p:cNvPr id="52" name="dp41-comparison / n51">
            <a:extLst xmlns:a="http://schemas.openxmlformats.org/drawingml/2006/main">
              <a:ext uri="{FF2B5EF4-FFF2-40B4-BE49-F238E27FC236}">
                <a16:creationId xmlns:a16="http://schemas.microsoft.com/office/drawing/2014/main" id="{FE1007B9-157D-4C80-8D13-655EA2F6A540}"/>
              </a:ext>
            </a:extLst>
          </p:cNvPr>
          <p:cNvSpPr>
            <a:spLocks xmlns:a="http://schemas.openxmlformats.org/drawingml/2006/main" noGrp="1"/>
          </p:cNvSpPr>
          <p:nvPr/>
        </p:nvSpPr>
        <p:spPr>
          <a:xfrm xmlns:a="http://schemas.openxmlformats.org/drawingml/2006/main">
            <a:off x="504825" y="659130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3" name="dp41-comparison / n52 / text 1">
            <a:extLst xmlns:a="http://schemas.openxmlformats.org/drawingml/2006/main">
              <a:ext uri="{FF2B5EF4-FFF2-40B4-BE49-F238E27FC236}">
                <a16:creationId xmlns:a16="http://schemas.microsoft.com/office/drawing/2014/main" id="{74A711F8-1A45-42B1-929C-44BC6AA4A52F}"/>
              </a:ext>
            </a:extLst>
          </p:cNvPr>
          <p:cNvSpPr>
            <a:spLocks xmlns:a="http://schemas.openxmlformats.org/drawingml/2006/main" noGrp="1"/>
          </p:cNvSpPr>
          <p:nvPr/>
        </p:nvSpPr>
        <p:spPr>
          <a:xfrm xmlns:a="http://schemas.openxmlformats.org/drawingml/2006/main">
            <a:off x="590550" y="66579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4" name="dp41-comparison / n53 / text 1">
            <a:extLst xmlns:a="http://schemas.openxmlformats.org/drawingml/2006/main">
              <a:ext uri="{FF2B5EF4-FFF2-40B4-BE49-F238E27FC236}">
                <a16:creationId xmlns:a16="http://schemas.microsoft.com/office/drawing/2014/main" id="{2D892041-756E-4476-8282-958CD302CFED}"/>
              </a:ext>
            </a:extLst>
          </p:cNvPr>
          <p:cNvSpPr>
            <a:spLocks xmlns:a="http://schemas.openxmlformats.org/drawingml/2006/main" noGrp="1"/>
          </p:cNvSpPr>
          <p:nvPr/>
        </p:nvSpPr>
        <p:spPr>
          <a:xfrm xmlns:a="http://schemas.openxmlformats.org/drawingml/2006/main">
            <a:off x="514350" y="69056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5" name="dp41-comparison / n54 / path">
            <a:extLst xmlns:a="http://schemas.openxmlformats.org/drawingml/2006/main">
              <a:ext uri="{FF2B5EF4-FFF2-40B4-BE49-F238E27FC236}">
                <a16:creationId xmlns:a16="http://schemas.microsoft.com/office/drawing/2014/main" id="{E7A8E91C-8510-4085-9234-56A2AEDE4EEE}"/>
              </a:ext>
            </a:extLst>
          </p:cNvPr>
          <p:cNvSpPr>
            <a:spLocks xmlns:a="http://schemas.openxmlformats.org/drawingml/2006/main" noGrp="1"/>
          </p:cNvSpPr>
          <p:nvPr/>
        </p:nvSpPr>
        <p:spPr>
          <a:xfrm xmlns:a="http://schemas.openxmlformats.org/drawingml/2006/main">
            <a:off x="514350" y="57245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56" name="dp41-comparison / n54 / arrow">
            <a:extLst xmlns:a="http://schemas.openxmlformats.org/drawingml/2006/main">
              <a:ext uri="{FF2B5EF4-FFF2-40B4-BE49-F238E27FC236}">
                <a16:creationId xmlns:a16="http://schemas.microsoft.com/office/drawing/2014/main" id="{C58E3CF7-58CD-4C85-ACE6-8EDD20F77F62}"/>
              </a:ext>
            </a:extLst>
          </p:cNvPr>
          <p:cNvSpPr>
            <a:spLocks xmlns:a="http://schemas.openxmlformats.org/drawingml/2006/main" noGrp="1"/>
          </p:cNvSpPr>
          <p:nvPr/>
        </p:nvSpPr>
        <p:spPr>
          <a:xfrm xmlns:a="http://schemas.openxmlformats.org/drawingml/2006/main">
            <a:off x="1104519" y="5690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5 / text 1">
            <a:extLst xmlns:a="http://schemas.openxmlformats.org/drawingml/2006/main">
              <a:ext uri="{FF2B5EF4-FFF2-40B4-BE49-F238E27FC236}">
                <a16:creationId xmlns:a16="http://schemas.microsoft.com/office/drawing/2014/main" id="{AA1BEE0A-C74B-4B65-B7AC-EA35C09BC50F}"/>
              </a:ext>
            </a:extLst>
          </p:cNvPr>
          <p:cNvSpPr>
            <a:spLocks xmlns:a="http://schemas.openxmlformats.org/drawingml/2006/main" noGrp="1"/>
          </p:cNvSpPr>
          <p:nvPr/>
        </p:nvSpPr>
        <p:spPr>
          <a:xfrm xmlns:a="http://schemas.openxmlformats.org/drawingml/2006/main">
            <a:off x="514350" y="58102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58" name="dp41-comparison / n56 / path">
            <a:extLst xmlns:a="http://schemas.openxmlformats.org/drawingml/2006/main">
              <a:ext uri="{FF2B5EF4-FFF2-40B4-BE49-F238E27FC236}">
                <a16:creationId xmlns:a16="http://schemas.microsoft.com/office/drawing/2014/main" id="{0B5628B9-A661-44D6-99AB-861B7467FCFC}"/>
              </a:ext>
            </a:extLst>
          </p:cNvPr>
          <p:cNvSpPr>
            <a:spLocks xmlns:a="http://schemas.openxmlformats.org/drawingml/2006/main" noGrp="1"/>
          </p:cNvSpPr>
          <p:nvPr/>
        </p:nvSpPr>
        <p:spPr>
          <a:xfrm xmlns:a="http://schemas.openxmlformats.org/drawingml/2006/main">
            <a:off x="514350" y="61722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59" name="dp41-comparison / n56 / arrow">
            <a:extLst xmlns:a="http://schemas.openxmlformats.org/drawingml/2006/main">
              <a:ext uri="{FF2B5EF4-FFF2-40B4-BE49-F238E27FC236}">
                <a16:creationId xmlns:a16="http://schemas.microsoft.com/office/drawing/2014/main" id="{998937A9-4A9F-4B78-BB9F-68E2CE171479}"/>
              </a:ext>
            </a:extLst>
          </p:cNvPr>
          <p:cNvSpPr>
            <a:spLocks xmlns:a="http://schemas.openxmlformats.org/drawingml/2006/main" noGrp="1"/>
          </p:cNvSpPr>
          <p:nvPr/>
        </p:nvSpPr>
        <p:spPr>
          <a:xfrm xmlns:a="http://schemas.openxmlformats.org/drawingml/2006/main">
            <a:off x="1104519" y="6138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E1E12027-9341-4659-91D1-87027E02A0AA}"/>
              </a:ext>
            </a:extLst>
          </p:cNvPr>
          <p:cNvSpPr>
            <a:spLocks xmlns:a="http://schemas.openxmlformats.org/drawingml/2006/main" noGrp="1"/>
          </p:cNvSpPr>
          <p:nvPr/>
        </p:nvSpPr>
        <p:spPr>
          <a:xfrm xmlns:a="http://schemas.openxmlformats.org/drawingml/2006/main">
            <a:off x="514350" y="62579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61" name="dp41-comparison / n58 / text 1">
            <a:extLst xmlns:a="http://schemas.openxmlformats.org/drawingml/2006/main">
              <a:ext uri="{FF2B5EF4-FFF2-40B4-BE49-F238E27FC236}">
                <a16:creationId xmlns:a16="http://schemas.microsoft.com/office/drawing/2014/main" id="{60FD118C-9C0B-41C0-B023-9E393EBD5989}"/>
              </a:ext>
            </a:extLst>
          </p:cNvPr>
          <p:cNvSpPr>
            <a:spLocks xmlns:a="http://schemas.openxmlformats.org/drawingml/2006/main" noGrp="1"/>
          </p:cNvSpPr>
          <p:nvPr/>
        </p:nvSpPr>
        <p:spPr>
          <a:xfrm xmlns:a="http://schemas.openxmlformats.org/drawingml/2006/main">
            <a:off x="514350" y="7143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공통: 검정</a:t>
            </a:r>
          </a:p>
        </p:txBody>
      </p:sp>
      <p:sp>
        <p:nvSpPr>
          <p:cNvPr id="62" name="dp41-comparison / n58 / text 2">
            <a:extLst xmlns:a="http://schemas.openxmlformats.org/drawingml/2006/main">
              <a:ext uri="{FF2B5EF4-FFF2-40B4-BE49-F238E27FC236}">
                <a16:creationId xmlns:a16="http://schemas.microsoft.com/office/drawing/2014/main" id="{0504A159-2C58-49F3-8D42-A9CA7325E4F5}"/>
              </a:ext>
            </a:extLst>
          </p:cNvPr>
          <p:cNvSpPr>
            <a:spLocks xmlns:a="http://schemas.openxmlformats.org/drawingml/2006/main" noGrp="1"/>
          </p:cNvSpPr>
          <p:nvPr/>
        </p:nvSpPr>
        <p:spPr>
          <a:xfrm xmlns:a="http://schemas.openxmlformats.org/drawingml/2006/main">
            <a:off x="514350" y="728091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 바탕</a:t>
            </a:r>
          </a:p>
        </p:txBody>
      </p:sp>
      <p:sp>
        <p:nvSpPr>
          <p:cNvPr id="63" name="dp41-comparison / n59">
            <a:extLst xmlns:a="http://schemas.openxmlformats.org/drawingml/2006/main">
              <a:ext uri="{FF2B5EF4-FFF2-40B4-BE49-F238E27FC236}">
                <a16:creationId xmlns:a16="http://schemas.microsoft.com/office/drawing/2014/main" id="{B9F63716-DBFA-459E-9B09-DAF4A98663D5}"/>
              </a:ext>
            </a:extLst>
          </p:cNvPr>
          <p:cNvSpPr>
            <a:spLocks xmlns:a="http://schemas.openxmlformats.org/drawingml/2006/main" noGrp="1"/>
          </p:cNvSpPr>
          <p:nvPr/>
        </p:nvSpPr>
        <p:spPr>
          <a:xfrm xmlns:a="http://schemas.openxmlformats.org/drawingml/2006/main">
            <a:off x="1476375" y="2552700"/>
            <a:ext cx="7953375" cy="2905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1-comparison / n60 / text 1">
            <a:extLst xmlns:a="http://schemas.openxmlformats.org/drawingml/2006/main">
              <a:ext uri="{FF2B5EF4-FFF2-40B4-BE49-F238E27FC236}">
                <a16:creationId xmlns:a16="http://schemas.microsoft.com/office/drawing/2014/main" id="{A683F2B8-7E1C-47ED-81EB-79F2DDDBE632}"/>
              </a:ext>
            </a:extLst>
          </p:cNvPr>
          <p:cNvSpPr>
            <a:spLocks xmlns:a="http://schemas.openxmlformats.org/drawingml/2006/main" noGrp="1"/>
          </p:cNvSpPr>
          <p:nvPr/>
        </p:nvSpPr>
        <p:spPr>
          <a:xfrm xmlns:a="http://schemas.openxmlformats.org/drawingml/2006/main">
            <a:off x="1600200" y="26479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65" name="dp41-comparison / n63">
            <a:extLst xmlns:a="http://schemas.openxmlformats.org/drawingml/2006/main">
              <a:ext uri="{FF2B5EF4-FFF2-40B4-BE49-F238E27FC236}">
                <a16:creationId xmlns:a16="http://schemas.microsoft.com/office/drawing/2014/main" id="{EDEC82E5-9ED2-4B0C-AA2D-BC493AAC6A2D}"/>
              </a:ext>
            </a:extLst>
          </p:cNvPr>
          <p:cNvSpPr>
            <a:spLocks xmlns:a="http://schemas.openxmlformats.org/drawingml/2006/main" noGrp="1"/>
          </p:cNvSpPr>
          <p:nvPr/>
        </p:nvSpPr>
        <p:spPr>
          <a:xfrm xmlns:a="http://schemas.openxmlformats.org/drawingml/2006/main">
            <a:off x="1666875" y="3429000"/>
            <a:ext cx="2238375" cy="495300"/>
          </a:xfrm>
          <a:prstGeom xmlns:a="http://schemas.openxmlformats.org/drawingml/2006/main" prst="roundRect">
            <a:avLst>
              <a:gd name="adj" fmla="val 15385"/>
            </a:avLst>
          </a:prstGeom>
          <a:solidFill xmlns:a="http://schemas.openxmlformats.org/drawingml/2006/main">
            <a:srgbClr val="FFF0DD"/>
          </a:solidFill>
          <a:ln xmlns:a="http://schemas.openxmlformats.org/drawingml/2006/main" w="17145">
            <a:solidFill>
              <a:srgbClr val="B8753F"/>
            </a:solidFill>
            <a:prstDash val="solid"/>
          </a:ln>
        </p:spPr>
      </p:sp>
      <p:sp>
        <p:nvSpPr>
          <p:cNvPr id="66" name="dp41-comparison / n64 / text 1">
            <a:extLst xmlns:a="http://schemas.openxmlformats.org/drawingml/2006/main">
              <a:ext uri="{FF2B5EF4-FFF2-40B4-BE49-F238E27FC236}">
                <a16:creationId xmlns:a16="http://schemas.microsoft.com/office/drawing/2014/main" id="{74F562B9-1073-4514-8FEB-BFB1A23EF8FC}"/>
              </a:ext>
            </a:extLst>
          </p:cNvPr>
          <p:cNvSpPr>
            <a:spLocks xmlns:a="http://schemas.openxmlformats.org/drawingml/2006/main" noGrp="1"/>
          </p:cNvSpPr>
          <p:nvPr/>
        </p:nvSpPr>
        <p:spPr>
          <a:xfrm xmlns:a="http://schemas.openxmlformats.org/drawingml/2006/main">
            <a:off x="1752600" y="3565208"/>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67" name="dp41-comparison / n65">
            <a:extLst xmlns:a="http://schemas.openxmlformats.org/drawingml/2006/main">
              <a:ext uri="{FF2B5EF4-FFF2-40B4-BE49-F238E27FC236}">
                <a16:creationId xmlns:a16="http://schemas.microsoft.com/office/drawing/2014/main" id="{4FB8155C-1D97-4876-B173-A4FE29EA2694}"/>
              </a:ext>
            </a:extLst>
          </p:cNvPr>
          <p:cNvSpPr>
            <a:spLocks xmlns:a="http://schemas.openxmlformats.org/drawingml/2006/main" noGrp="1"/>
          </p:cNvSpPr>
          <p:nvPr/>
        </p:nvSpPr>
        <p:spPr>
          <a:xfrm xmlns:a="http://schemas.openxmlformats.org/drawingml/2006/main">
            <a:off x="7096125" y="3657600"/>
            <a:ext cx="2143125" cy="40005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6 / text 1">
            <a:extLst xmlns:a="http://schemas.openxmlformats.org/drawingml/2006/main">
              <a:ext uri="{FF2B5EF4-FFF2-40B4-BE49-F238E27FC236}">
                <a16:creationId xmlns:a16="http://schemas.microsoft.com/office/drawing/2014/main" id="{F2B00EFC-BEEF-4240-992C-AD1575B5D527}"/>
              </a:ext>
            </a:extLst>
          </p:cNvPr>
          <p:cNvSpPr>
            <a:spLocks xmlns:a="http://schemas.openxmlformats.org/drawingml/2006/main" noGrp="1"/>
          </p:cNvSpPr>
          <p:nvPr/>
        </p:nvSpPr>
        <p:spPr>
          <a:xfrm xmlns:a="http://schemas.openxmlformats.org/drawingml/2006/main">
            <a:off x="7181850" y="3746183"/>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읽기 도구 실행기</a:t>
            </a:r>
          </a:p>
        </p:txBody>
      </p:sp>
      <p:sp>
        <p:nvSpPr>
          <p:cNvPr id="69" name="dp41-comparison / n67 / path">
            <a:extLst xmlns:a="http://schemas.openxmlformats.org/drawingml/2006/main">
              <a:ext uri="{FF2B5EF4-FFF2-40B4-BE49-F238E27FC236}">
                <a16:creationId xmlns:a16="http://schemas.microsoft.com/office/drawing/2014/main" id="{878F674D-C5B2-4F16-B008-6E95D8B39375}"/>
              </a:ext>
            </a:extLst>
          </p:cNvPr>
          <p:cNvSpPr>
            <a:spLocks xmlns:a="http://schemas.openxmlformats.org/drawingml/2006/main" noGrp="1"/>
          </p:cNvSpPr>
          <p:nvPr/>
        </p:nvSpPr>
        <p:spPr>
          <a:xfrm xmlns:a="http://schemas.openxmlformats.org/drawingml/2006/main">
            <a:off x="3905250" y="3286125"/>
            <a:ext cx="4262438" cy="390525"/>
          </a:xfrm>
          <a:custGeom xmlns:a="http://schemas.openxmlformats.org/drawingml/2006/main">
            <a:pathLst>
              <a:path w="4262438" h="390525">
                <a:moveTo>
                  <a:pt x="0" y="390525"/>
                </a:moveTo>
                <a:lnTo>
                  <a:pt x="161925" y="390525"/>
                </a:lnTo>
                <a:lnTo>
                  <a:pt x="161925" y="0"/>
                </a:lnTo>
                <a:lnTo>
                  <a:pt x="4257675" y="0"/>
                </a:lnTo>
                <a:lnTo>
                  <a:pt x="4262438" y="371475"/>
                </a:lnTo>
              </a:path>
            </a:pathLst>
          </a:custGeom>
          <a:noFill xmlns:a="http://schemas.openxmlformats.org/drawingml/2006/main"/>
          <a:ln xmlns:a="http://schemas.openxmlformats.org/drawingml/2006/main" w="10478">
            <a:solidFill>
              <a:srgbClr val="000000"/>
            </a:solidFill>
            <a:prstDash val="solid"/>
          </a:ln>
        </p:spPr>
      </p:sp>
      <p:sp>
        <p:nvSpPr>
          <p:cNvPr id="70" name="dp41-comparison / n67 / arrow">
            <a:extLst xmlns:a="http://schemas.openxmlformats.org/drawingml/2006/main">
              <a:ext uri="{FF2B5EF4-FFF2-40B4-BE49-F238E27FC236}">
                <a16:creationId xmlns:a16="http://schemas.microsoft.com/office/drawing/2014/main" id="{9C9BC882-A1DD-47A8-A5C3-999BA336ED77}"/>
              </a:ext>
            </a:extLst>
          </p:cNvPr>
          <p:cNvSpPr>
            <a:spLocks xmlns:a="http://schemas.openxmlformats.org/drawingml/2006/main" noGrp="1"/>
          </p:cNvSpPr>
          <p:nvPr/>
        </p:nvSpPr>
        <p:spPr>
          <a:xfrm xmlns:a="http://schemas.openxmlformats.org/drawingml/2006/main">
            <a:off x="8133303" y="3590120"/>
            <a:ext cx="67050" cy="67480"/>
          </a:xfrm>
          <a:custGeom xmlns:a="http://schemas.openxmlformats.org/drawingml/2006/main">
            <a:pathLst>
              <a:path w="67050" h="67480">
                <a:moveTo>
                  <a:pt x="0" y="860"/>
                </a:moveTo>
                <a:lnTo>
                  <a:pt x="34385" y="67480"/>
                </a:lnTo>
                <a:lnTo>
                  <a:pt x="67050" y="0"/>
                </a:lnTo>
              </a:path>
            </a:pathLst>
          </a:custGeom>
          <a:noFill xmlns:a="http://schemas.openxmlformats.org/drawingml/2006/main"/>
          <a:ln xmlns:a="http://schemas.openxmlformats.org/drawingml/2006/main" w="13411">
            <a:solidFill>
              <a:srgbClr val="000000"/>
            </a:solidFill>
            <a:prstDash val="solid"/>
          </a:ln>
        </p:spPr>
      </p:sp>
      <p:sp>
        <p:nvSpPr>
          <p:cNvPr id="71" name="dp41-comparison / n70 / path">
            <a:extLst xmlns:a="http://schemas.openxmlformats.org/drawingml/2006/main">
              <a:ext uri="{FF2B5EF4-FFF2-40B4-BE49-F238E27FC236}">
                <a16:creationId xmlns:a16="http://schemas.microsoft.com/office/drawing/2014/main" id="{6A89DCC6-9CFA-4C37-BE14-A283DB7F9966}"/>
              </a:ext>
            </a:extLst>
          </p:cNvPr>
          <p:cNvSpPr>
            <a:spLocks xmlns:a="http://schemas.openxmlformats.org/drawingml/2006/main" noGrp="1"/>
          </p:cNvSpPr>
          <p:nvPr/>
        </p:nvSpPr>
        <p:spPr>
          <a:xfrm xmlns:a="http://schemas.openxmlformats.org/drawingml/2006/main">
            <a:off x="2781300" y="3924300"/>
            <a:ext cx="5386388" cy="904875"/>
          </a:xfrm>
          <a:custGeom xmlns:a="http://schemas.openxmlformats.org/drawingml/2006/main">
            <a:pathLst>
              <a:path w="5386388" h="904875">
                <a:moveTo>
                  <a:pt x="5386388" y="133350"/>
                </a:moveTo>
                <a:lnTo>
                  <a:pt x="5381625" y="904875"/>
                </a:lnTo>
                <a:lnTo>
                  <a:pt x="0" y="904875"/>
                </a:lnTo>
                <a:lnTo>
                  <a:pt x="4763" y="0"/>
                </a:lnTo>
              </a:path>
            </a:pathLst>
          </a:custGeom>
          <a:noFill xmlns:a="http://schemas.openxmlformats.org/drawingml/2006/main"/>
          <a:ln xmlns:a="http://schemas.openxmlformats.org/drawingml/2006/main" w="10478">
            <a:solidFill>
              <a:srgbClr val="000000"/>
            </a:solidFill>
            <a:prstDash val="dash"/>
          </a:ln>
        </p:spPr>
      </p:sp>
      <p:sp>
        <p:nvSpPr>
          <p:cNvPr id="72" name="dp41-comparison / n70 / arrow">
            <a:extLst xmlns:a="http://schemas.openxmlformats.org/drawingml/2006/main">
              <a:ext uri="{FF2B5EF4-FFF2-40B4-BE49-F238E27FC236}">
                <a16:creationId xmlns:a16="http://schemas.microsoft.com/office/drawing/2014/main" id="{FD0F4D7D-AA8C-45AB-9907-67B9B055071E}"/>
              </a:ext>
            </a:extLst>
          </p:cNvPr>
          <p:cNvSpPr>
            <a:spLocks xmlns:a="http://schemas.openxmlformats.org/drawingml/2006/main" noGrp="1"/>
          </p:cNvSpPr>
          <p:nvPr/>
        </p:nvSpPr>
        <p:spPr>
          <a:xfrm xmlns:a="http://schemas.openxmlformats.org/drawingml/2006/main">
            <a:off x="2752182" y="3924300"/>
            <a:ext cx="67055" cy="67232"/>
          </a:xfrm>
          <a:custGeom xmlns:a="http://schemas.openxmlformats.org/drawingml/2006/main">
            <a:pathLst>
              <a:path w="67055" h="67232">
                <a:moveTo>
                  <a:pt x="67055" y="67232"/>
                </a:moveTo>
                <a:lnTo>
                  <a:pt x="33880" y="0"/>
                </a:lnTo>
                <a:lnTo>
                  <a:pt x="0" y="66879"/>
                </a:lnTo>
              </a:path>
            </a:pathLst>
          </a:custGeom>
          <a:noFill xmlns:a="http://schemas.openxmlformats.org/drawingml/2006/main"/>
          <a:ln xmlns:a="http://schemas.openxmlformats.org/drawingml/2006/main" w="13411">
            <a:solidFill>
              <a:srgbClr val="000000"/>
            </a:solidFill>
            <a:prstDash val="solid"/>
          </a:ln>
        </p:spPr>
      </p:sp>
      <p:sp>
        <p:nvSpPr>
          <p:cNvPr id="73" name="dp41-comparison / n77">
            <a:extLst xmlns:a="http://schemas.openxmlformats.org/drawingml/2006/main">
              <a:ext uri="{FF2B5EF4-FFF2-40B4-BE49-F238E27FC236}">
                <a16:creationId xmlns:a16="http://schemas.microsoft.com/office/drawing/2014/main" id="{C46C3AF8-FBDD-4556-9C77-F5DC640A9109}"/>
              </a:ext>
            </a:extLst>
          </p:cNvPr>
          <p:cNvSpPr>
            <a:spLocks xmlns:a="http://schemas.openxmlformats.org/drawingml/2006/main" noGrp="1"/>
          </p:cNvSpPr>
          <p:nvPr/>
        </p:nvSpPr>
        <p:spPr>
          <a:xfrm xmlns:a="http://schemas.openxmlformats.org/drawingml/2006/main">
            <a:off x="1666875" y="5010150"/>
            <a:ext cx="2238375" cy="4000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8 / text 1">
            <a:extLst xmlns:a="http://schemas.openxmlformats.org/drawingml/2006/main">
              <a:ext uri="{FF2B5EF4-FFF2-40B4-BE49-F238E27FC236}">
                <a16:creationId xmlns:a16="http://schemas.microsoft.com/office/drawing/2014/main" id="{81C2502C-F623-4311-8AC0-CED78EB066ED}"/>
              </a:ext>
            </a:extLst>
          </p:cNvPr>
          <p:cNvSpPr>
            <a:spLocks xmlns:a="http://schemas.openxmlformats.org/drawingml/2006/main" noGrp="1"/>
          </p:cNvSpPr>
          <p:nvPr/>
        </p:nvSpPr>
        <p:spPr>
          <a:xfrm xmlns:a="http://schemas.openxmlformats.org/drawingml/2006/main">
            <a:off x="1752600" y="5153025"/>
            <a:ext cx="20669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임시 해석 상태</a:t>
            </a:r>
          </a:p>
        </p:txBody>
      </p:sp>
      <p:sp>
        <p:nvSpPr>
          <p:cNvPr id="75" name="dp41-comparison / n79">
            <a:extLst xmlns:a="http://schemas.openxmlformats.org/drawingml/2006/main">
              <a:ext uri="{FF2B5EF4-FFF2-40B4-BE49-F238E27FC236}">
                <a16:creationId xmlns:a16="http://schemas.microsoft.com/office/drawing/2014/main" id="{A7261146-9E12-4020-9B87-9D1E2591FE75}"/>
              </a:ext>
            </a:extLst>
          </p:cNvPr>
          <p:cNvSpPr>
            <a:spLocks xmlns:a="http://schemas.openxmlformats.org/drawingml/2006/main" noGrp="1"/>
          </p:cNvSpPr>
          <p:nvPr/>
        </p:nvSpPr>
        <p:spPr>
          <a:xfrm xmlns:a="http://schemas.openxmlformats.org/drawingml/2006/main">
            <a:off x="7096125" y="5067300"/>
            <a:ext cx="2143125" cy="285750"/>
          </a:xfrm>
          <a:prstGeom xmlns:a="http://schemas.openxmlformats.org/drawingml/2006/main" prst="roundRect">
            <a:avLst>
              <a:gd name="adj" fmla="val 26667"/>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80 / text 1">
            <a:extLst xmlns:a="http://schemas.openxmlformats.org/drawingml/2006/main">
              <a:ext uri="{FF2B5EF4-FFF2-40B4-BE49-F238E27FC236}">
                <a16:creationId xmlns:a16="http://schemas.microsoft.com/office/drawing/2014/main" id="{02C3FBBE-B7D0-4556-B1EF-F8A5D4830F61}"/>
              </a:ext>
            </a:extLst>
          </p:cNvPr>
          <p:cNvSpPr>
            <a:spLocks xmlns:a="http://schemas.openxmlformats.org/drawingml/2006/main" noGrp="1"/>
          </p:cNvSpPr>
          <p:nvPr/>
        </p:nvSpPr>
        <p:spPr>
          <a:xfrm xmlns:a="http://schemas.openxmlformats.org/drawingml/2006/main">
            <a:off x="7181850" y="5111115"/>
            <a:ext cx="19716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77" name="dp41-comparison / n81 / path">
            <a:extLst xmlns:a="http://schemas.openxmlformats.org/drawingml/2006/main">
              <a:ext uri="{FF2B5EF4-FFF2-40B4-BE49-F238E27FC236}">
                <a16:creationId xmlns:a16="http://schemas.microsoft.com/office/drawing/2014/main" id="{3D2F79AA-1B7C-4F70-BA6D-911FEF22C41B}"/>
              </a:ext>
            </a:extLst>
          </p:cNvPr>
          <p:cNvSpPr>
            <a:spLocks xmlns:a="http://schemas.openxmlformats.org/drawingml/2006/main" noGrp="1"/>
          </p:cNvSpPr>
          <p:nvPr/>
        </p:nvSpPr>
        <p:spPr>
          <a:xfrm xmlns:a="http://schemas.openxmlformats.org/drawingml/2006/main">
            <a:off x="3905250" y="3848100"/>
            <a:ext cx="3190875" cy="1362075"/>
          </a:xfrm>
          <a:custGeom xmlns:a="http://schemas.openxmlformats.org/drawingml/2006/main">
            <a:pathLst>
              <a:path w="3190875" h="1362075">
                <a:moveTo>
                  <a:pt x="0" y="0"/>
                </a:moveTo>
                <a:lnTo>
                  <a:pt x="200025" y="0"/>
                </a:lnTo>
                <a:lnTo>
                  <a:pt x="200025" y="1362075"/>
                </a:lnTo>
                <a:lnTo>
                  <a:pt x="3190875" y="1362075"/>
                </a:lnTo>
              </a:path>
            </a:pathLst>
          </a:custGeom>
          <a:noFill xmlns:a="http://schemas.openxmlformats.org/drawingml/2006/main"/>
          <a:ln xmlns:a="http://schemas.openxmlformats.org/drawingml/2006/main" w="10478">
            <a:solidFill>
              <a:srgbClr val="000000"/>
            </a:solidFill>
            <a:prstDash val="solid"/>
          </a:ln>
        </p:spPr>
      </p:sp>
      <p:sp>
        <p:nvSpPr>
          <p:cNvPr id="78" name="dp41-comparison / n81 / arrow">
            <a:extLst xmlns:a="http://schemas.openxmlformats.org/drawingml/2006/main">
              <a:ext uri="{FF2B5EF4-FFF2-40B4-BE49-F238E27FC236}">
                <a16:creationId xmlns:a16="http://schemas.microsoft.com/office/drawing/2014/main" id="{6DD49636-E7C4-4E1F-9335-E4EABD761314}"/>
              </a:ext>
            </a:extLst>
          </p:cNvPr>
          <p:cNvSpPr>
            <a:spLocks xmlns:a="http://schemas.openxmlformats.org/drawingml/2006/main" noGrp="1"/>
          </p:cNvSpPr>
          <p:nvPr/>
        </p:nvSpPr>
        <p:spPr>
          <a:xfrm xmlns:a="http://schemas.openxmlformats.org/drawingml/2006/main">
            <a:off x="7029069" y="5176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1-comparison / n84 / path">
            <a:extLst xmlns:a="http://schemas.openxmlformats.org/drawingml/2006/main">
              <a:ext uri="{FF2B5EF4-FFF2-40B4-BE49-F238E27FC236}">
                <a16:creationId xmlns:a16="http://schemas.microsoft.com/office/drawing/2014/main" id="{1DAB4EA4-8794-4409-96C7-5A3860F44ECD}"/>
              </a:ext>
            </a:extLst>
          </p:cNvPr>
          <p:cNvSpPr>
            <a:spLocks xmlns:a="http://schemas.openxmlformats.org/drawingml/2006/main" noGrp="1"/>
          </p:cNvSpPr>
          <p:nvPr/>
        </p:nvSpPr>
        <p:spPr>
          <a:xfrm xmlns:a="http://schemas.openxmlformats.org/drawingml/2006/main">
            <a:off x="1590675" y="3676650"/>
            <a:ext cx="76200" cy="1533525"/>
          </a:xfrm>
          <a:custGeom xmlns:a="http://schemas.openxmlformats.org/drawingml/2006/main">
            <a:pathLst>
              <a:path w="76200" h="1533525">
                <a:moveTo>
                  <a:pt x="76200" y="0"/>
                </a:moveTo>
                <a:lnTo>
                  <a:pt x="0" y="0"/>
                </a:lnTo>
                <a:lnTo>
                  <a:pt x="0" y="1533525"/>
                </a:lnTo>
                <a:lnTo>
                  <a:pt x="76200" y="1533525"/>
                </a:lnTo>
              </a:path>
            </a:pathLst>
          </a:custGeom>
          <a:noFill xmlns:a="http://schemas.openxmlformats.org/drawingml/2006/main"/>
          <a:ln xmlns:a="http://schemas.openxmlformats.org/drawingml/2006/main" w="10478">
            <a:solidFill>
              <a:srgbClr val="000000"/>
            </a:solidFill>
            <a:prstDash val="solid"/>
          </a:ln>
        </p:spPr>
      </p:sp>
      <p:sp>
        <p:nvSpPr>
          <p:cNvPr id="80" name="dp41-comparison / n84 / arrow">
            <a:extLst xmlns:a="http://schemas.openxmlformats.org/drawingml/2006/main">
              <a:ext uri="{FF2B5EF4-FFF2-40B4-BE49-F238E27FC236}">
                <a16:creationId xmlns:a16="http://schemas.microsoft.com/office/drawing/2014/main" id="{5D86EFF9-280D-420B-A245-3B7DF9AD3FA9}"/>
              </a:ext>
            </a:extLst>
          </p:cNvPr>
          <p:cNvSpPr>
            <a:spLocks xmlns:a="http://schemas.openxmlformats.org/drawingml/2006/main" noGrp="1"/>
          </p:cNvSpPr>
          <p:nvPr/>
        </p:nvSpPr>
        <p:spPr>
          <a:xfrm xmlns:a="http://schemas.openxmlformats.org/drawingml/2006/main">
            <a:off x="1599819" y="5176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1" name="dp41-comparison / n85 / path">
            <a:extLst xmlns:a="http://schemas.openxmlformats.org/drawingml/2006/main">
              <a:ext uri="{FF2B5EF4-FFF2-40B4-BE49-F238E27FC236}">
                <a16:creationId xmlns:a16="http://schemas.microsoft.com/office/drawing/2014/main" id="{DAE94C37-0842-4C6E-85EA-BBD1B97352E2}"/>
              </a:ext>
            </a:extLst>
          </p:cNvPr>
          <p:cNvSpPr>
            <a:spLocks xmlns:a="http://schemas.openxmlformats.org/drawingml/2006/main" noGrp="1"/>
          </p:cNvSpPr>
          <p:nvPr/>
        </p:nvSpPr>
        <p:spPr>
          <a:xfrm xmlns:a="http://schemas.openxmlformats.org/drawingml/2006/main">
            <a:off x="1552575" y="3781425"/>
            <a:ext cx="114300" cy="1504950"/>
          </a:xfrm>
          <a:custGeom xmlns:a="http://schemas.openxmlformats.org/drawingml/2006/main">
            <a:pathLst>
              <a:path w="114300" h="1504950">
                <a:moveTo>
                  <a:pt x="114300" y="1504950"/>
                </a:moveTo>
                <a:lnTo>
                  <a:pt x="0" y="1504950"/>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82" name="dp41-comparison / n85 / arrow">
            <a:extLst xmlns:a="http://schemas.openxmlformats.org/drawingml/2006/main">
              <a:ext uri="{FF2B5EF4-FFF2-40B4-BE49-F238E27FC236}">
                <a16:creationId xmlns:a16="http://schemas.microsoft.com/office/drawing/2014/main" id="{BC6EA399-AA22-4B13-B1D4-9F7D62351432}"/>
              </a:ext>
            </a:extLst>
          </p:cNvPr>
          <p:cNvSpPr>
            <a:spLocks xmlns:a="http://schemas.openxmlformats.org/drawingml/2006/main" noGrp="1"/>
          </p:cNvSpPr>
          <p:nvPr/>
        </p:nvSpPr>
        <p:spPr>
          <a:xfrm xmlns:a="http://schemas.openxmlformats.org/drawingml/2006/main">
            <a:off x="1599819" y="3747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1-comparison / n88">
            <a:extLst xmlns:a="http://schemas.openxmlformats.org/drawingml/2006/main">
              <a:ext uri="{FF2B5EF4-FFF2-40B4-BE49-F238E27FC236}">
                <a16:creationId xmlns:a16="http://schemas.microsoft.com/office/drawing/2014/main" id="{56535354-71BA-4467-BEC6-DD7E24FBF60D}"/>
              </a:ext>
            </a:extLst>
          </p:cNvPr>
          <p:cNvSpPr>
            <a:spLocks xmlns:a="http://schemas.openxmlformats.org/drawingml/2006/main" noGrp="1"/>
          </p:cNvSpPr>
          <p:nvPr/>
        </p:nvSpPr>
        <p:spPr>
          <a:xfrm xmlns:a="http://schemas.openxmlformats.org/drawingml/2006/main">
            <a:off x="1666875"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9 / text 1">
            <a:extLst xmlns:a="http://schemas.openxmlformats.org/drawingml/2006/main">
              <a:ext uri="{FF2B5EF4-FFF2-40B4-BE49-F238E27FC236}">
                <a16:creationId xmlns:a16="http://schemas.microsoft.com/office/drawing/2014/main" id="{730E3842-DCB0-49A1-8F7C-4DA4FD90B576}"/>
              </a:ext>
            </a:extLst>
          </p:cNvPr>
          <p:cNvSpPr>
            <a:spLocks xmlns:a="http://schemas.openxmlformats.org/drawingml/2006/main" noGrp="1"/>
          </p:cNvSpPr>
          <p:nvPr/>
        </p:nvSpPr>
        <p:spPr>
          <a:xfrm xmlns:a="http://schemas.openxmlformats.org/drawingml/2006/main">
            <a:off x="1752600"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Context Manager</a:t>
            </a:r>
          </a:p>
        </p:txBody>
      </p:sp>
      <p:sp>
        <p:nvSpPr>
          <p:cNvPr id="85" name="dp41-comparison / n90">
            <a:extLst xmlns:a="http://schemas.openxmlformats.org/drawingml/2006/main">
              <a:ext uri="{FF2B5EF4-FFF2-40B4-BE49-F238E27FC236}">
                <a16:creationId xmlns:a16="http://schemas.microsoft.com/office/drawing/2014/main" id="{24E76F5A-EA41-410B-B0DD-22C42AF33111}"/>
              </a:ext>
            </a:extLst>
          </p:cNvPr>
          <p:cNvSpPr>
            <a:spLocks xmlns:a="http://schemas.openxmlformats.org/drawingml/2006/main" noGrp="1"/>
          </p:cNvSpPr>
          <p:nvPr/>
        </p:nvSpPr>
        <p:spPr>
          <a:xfrm xmlns:a="http://schemas.openxmlformats.org/drawingml/2006/main">
            <a:off x="4362450"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6" name="dp41-comparison / n91 / text 1">
            <a:extLst xmlns:a="http://schemas.openxmlformats.org/drawingml/2006/main">
              <a:ext uri="{FF2B5EF4-FFF2-40B4-BE49-F238E27FC236}">
                <a16:creationId xmlns:a16="http://schemas.microsoft.com/office/drawing/2014/main" id="{0FC4870C-07A2-4DC7-89E7-36BFE38B05D0}"/>
              </a:ext>
            </a:extLst>
          </p:cNvPr>
          <p:cNvSpPr>
            <a:spLocks xmlns:a="http://schemas.openxmlformats.org/drawingml/2006/main" noGrp="1"/>
          </p:cNvSpPr>
          <p:nvPr/>
        </p:nvSpPr>
        <p:spPr>
          <a:xfrm xmlns:a="http://schemas.openxmlformats.org/drawingml/2006/main">
            <a:off x="4448175"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Task Manager</a:t>
            </a:r>
          </a:p>
        </p:txBody>
      </p:sp>
      <p:sp>
        <p:nvSpPr>
          <p:cNvPr id="87" name="dp41-comparison / n92">
            <a:extLst xmlns:a="http://schemas.openxmlformats.org/drawingml/2006/main">
              <a:ext uri="{FF2B5EF4-FFF2-40B4-BE49-F238E27FC236}">
                <a16:creationId xmlns:a16="http://schemas.microsoft.com/office/drawing/2014/main" id="{979D3235-6E2A-448A-81A6-E5CAEBAB1F49}"/>
              </a:ext>
            </a:extLst>
          </p:cNvPr>
          <p:cNvSpPr>
            <a:spLocks xmlns:a="http://schemas.openxmlformats.org/drawingml/2006/main" noGrp="1"/>
          </p:cNvSpPr>
          <p:nvPr/>
        </p:nvSpPr>
        <p:spPr>
          <a:xfrm xmlns:a="http://schemas.openxmlformats.org/drawingml/2006/main">
            <a:off x="7239000" y="605790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8" name="dp41-comparison / n93 / text 1">
            <a:extLst xmlns:a="http://schemas.openxmlformats.org/drawingml/2006/main">
              <a:ext uri="{FF2B5EF4-FFF2-40B4-BE49-F238E27FC236}">
                <a16:creationId xmlns:a16="http://schemas.microsoft.com/office/drawing/2014/main" id="{3AEC76ED-ABD0-45AD-A3DD-63360F076AB7}"/>
              </a:ext>
            </a:extLst>
          </p:cNvPr>
          <p:cNvSpPr>
            <a:spLocks xmlns:a="http://schemas.openxmlformats.org/drawingml/2006/main" noGrp="1"/>
          </p:cNvSpPr>
          <p:nvPr/>
        </p:nvSpPr>
        <p:spPr>
          <a:xfrm xmlns:a="http://schemas.openxmlformats.org/drawingml/2006/main">
            <a:off x="7324725" y="6092190"/>
            <a:ext cx="1924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89" name="dp41-comparison / n96">
            <a:extLst xmlns:a="http://schemas.openxmlformats.org/drawingml/2006/main">
              <a:ext uri="{FF2B5EF4-FFF2-40B4-BE49-F238E27FC236}">
                <a16:creationId xmlns:a16="http://schemas.microsoft.com/office/drawing/2014/main" id="{FA4A79DA-6BBD-44AE-9F50-4A3668DF1E7A}"/>
              </a:ext>
            </a:extLst>
          </p:cNvPr>
          <p:cNvSpPr>
            <a:spLocks xmlns:a="http://schemas.openxmlformats.org/drawingml/2006/main" noGrp="1"/>
          </p:cNvSpPr>
          <p:nvPr/>
        </p:nvSpPr>
        <p:spPr>
          <a:xfrm xmlns:a="http://schemas.openxmlformats.org/drawingml/2006/main">
            <a:off x="1666875" y="6134100"/>
            <a:ext cx="2238375"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0" name="dp41-comparison / n97 / text 1">
            <a:extLst xmlns:a="http://schemas.openxmlformats.org/drawingml/2006/main">
              <a:ext uri="{FF2B5EF4-FFF2-40B4-BE49-F238E27FC236}">
                <a16:creationId xmlns:a16="http://schemas.microsoft.com/office/drawing/2014/main" id="{1E716591-41AE-4085-93D9-CC198854F99B}"/>
              </a:ext>
            </a:extLst>
          </p:cNvPr>
          <p:cNvSpPr>
            <a:spLocks xmlns:a="http://schemas.openxmlformats.org/drawingml/2006/main" noGrp="1"/>
          </p:cNvSpPr>
          <p:nvPr/>
        </p:nvSpPr>
        <p:spPr>
          <a:xfrm xmlns:a="http://schemas.openxmlformats.org/drawingml/2006/main">
            <a:off x="1790700" y="622935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91" name="dp41-comparison / n98">
            <a:extLst xmlns:a="http://schemas.openxmlformats.org/drawingml/2006/main">
              <a:ext uri="{FF2B5EF4-FFF2-40B4-BE49-F238E27FC236}">
                <a16:creationId xmlns:a16="http://schemas.microsoft.com/office/drawing/2014/main" id="{5A6CC438-5586-4727-B454-980C0F16E4D6}"/>
              </a:ext>
            </a:extLst>
          </p:cNvPr>
          <p:cNvSpPr>
            <a:spLocks xmlns:a="http://schemas.openxmlformats.org/drawingml/2006/main" noGrp="1"/>
          </p:cNvSpPr>
          <p:nvPr/>
        </p:nvSpPr>
        <p:spPr>
          <a:xfrm xmlns:a="http://schemas.openxmlformats.org/drawingml/2006/main">
            <a:off x="1781175" y="6448425"/>
            <a:ext cx="2009775" cy="3429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99 / text 1">
            <a:extLst xmlns:a="http://schemas.openxmlformats.org/drawingml/2006/main">
              <a:ext uri="{FF2B5EF4-FFF2-40B4-BE49-F238E27FC236}">
                <a16:creationId xmlns:a16="http://schemas.microsoft.com/office/drawing/2014/main" id="{5B9465E6-8734-4EF6-8A94-F4F64424A157}"/>
              </a:ext>
            </a:extLst>
          </p:cNvPr>
          <p:cNvSpPr>
            <a:spLocks xmlns:a="http://schemas.openxmlformats.org/drawingml/2006/main" noGrp="1"/>
          </p:cNvSpPr>
          <p:nvPr/>
        </p:nvSpPr>
        <p:spPr>
          <a:xfrm xmlns:a="http://schemas.openxmlformats.org/drawingml/2006/main">
            <a:off x="1866900" y="6591300"/>
            <a:ext cx="18383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0">
                <a:solidFill>
                  <a:srgbClr val="18232E"/>
                </a:solidFill>
                <a:latin typeface="Apple SD Gothic Neo"/>
                <a:ea typeface="Apple SD Gothic Neo"/>
                <a:cs typeface="Apple SD Gothic Neo"/>
              </a:defRPr>
            </a:pPr>
            <a:r>
              <a:rPr sz="825" b="0">
                <a:solidFill>
                  <a:srgbClr val="18232E"/>
                </a:solidFill>
                <a:latin typeface="Apple SD Gothic Neo"/>
                <a:ea typeface="Apple SD Gothic Neo"/>
                <a:cs typeface="Apple SD Gothic Neo"/>
              </a:rPr>
              <a:t>채택 의미 / 질문 / 출처</a:t>
            </a:r>
          </a:p>
        </p:txBody>
      </p:sp>
      <p:sp>
        <p:nvSpPr>
          <p:cNvPr id="93" name="dp41-comparison / n100">
            <a:extLst xmlns:a="http://schemas.openxmlformats.org/drawingml/2006/main">
              <a:ext uri="{FF2B5EF4-FFF2-40B4-BE49-F238E27FC236}">
                <a16:creationId xmlns:a16="http://schemas.microsoft.com/office/drawing/2014/main" id="{81AE6EEB-0FBF-44C9-93D7-BF6834A6F093}"/>
              </a:ext>
            </a:extLst>
          </p:cNvPr>
          <p:cNvSpPr>
            <a:spLocks xmlns:a="http://schemas.openxmlformats.org/drawingml/2006/main" noGrp="1"/>
          </p:cNvSpPr>
          <p:nvPr/>
        </p:nvSpPr>
        <p:spPr>
          <a:xfrm xmlns:a="http://schemas.openxmlformats.org/drawingml/2006/main">
            <a:off x="4362450" y="60769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4" name="dp41-comparison / n101 / text 1">
            <a:extLst xmlns:a="http://schemas.openxmlformats.org/drawingml/2006/main">
              <a:ext uri="{FF2B5EF4-FFF2-40B4-BE49-F238E27FC236}">
                <a16:creationId xmlns:a16="http://schemas.microsoft.com/office/drawing/2014/main" id="{BD42AE96-72BE-4B8C-859E-C4E9F968C3A9}"/>
              </a:ext>
            </a:extLst>
          </p:cNvPr>
          <p:cNvSpPr>
            <a:spLocks xmlns:a="http://schemas.openxmlformats.org/drawingml/2006/main" noGrp="1"/>
          </p:cNvSpPr>
          <p:nvPr/>
        </p:nvSpPr>
        <p:spPr>
          <a:xfrm xmlns:a="http://schemas.openxmlformats.org/drawingml/2006/main">
            <a:off x="4448175" y="61126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Policy Manager</a:t>
            </a:r>
          </a:p>
        </p:txBody>
      </p:sp>
      <p:sp>
        <p:nvSpPr>
          <p:cNvPr id="95" name="dp41-comparison / n102">
            <a:extLst xmlns:a="http://schemas.openxmlformats.org/drawingml/2006/main">
              <a:ext uri="{FF2B5EF4-FFF2-40B4-BE49-F238E27FC236}">
                <a16:creationId xmlns:a16="http://schemas.microsoft.com/office/drawing/2014/main" id="{C909E3E2-FA5E-4A8B-9EB3-17D50E9DFC9A}"/>
              </a:ext>
            </a:extLst>
          </p:cNvPr>
          <p:cNvSpPr>
            <a:spLocks xmlns:a="http://schemas.openxmlformats.org/drawingml/2006/main" noGrp="1"/>
          </p:cNvSpPr>
          <p:nvPr/>
        </p:nvSpPr>
        <p:spPr>
          <a:xfrm xmlns:a="http://schemas.openxmlformats.org/drawingml/2006/main">
            <a:off x="4362450" y="64770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103 / text 1">
            <a:extLst xmlns:a="http://schemas.openxmlformats.org/drawingml/2006/main">
              <a:ext uri="{FF2B5EF4-FFF2-40B4-BE49-F238E27FC236}">
                <a16:creationId xmlns:a16="http://schemas.microsoft.com/office/drawing/2014/main" id="{9770D4AC-CE38-4849-9DAF-3C7CAE02B0DB}"/>
              </a:ext>
            </a:extLst>
          </p:cNvPr>
          <p:cNvSpPr>
            <a:spLocks xmlns:a="http://schemas.openxmlformats.org/drawingml/2006/main" noGrp="1"/>
          </p:cNvSpPr>
          <p:nvPr/>
        </p:nvSpPr>
        <p:spPr>
          <a:xfrm xmlns:a="http://schemas.openxmlformats.org/drawingml/2006/main">
            <a:off x="4448175" y="651271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State Store</a:t>
            </a:r>
          </a:p>
        </p:txBody>
      </p:sp>
      <p:sp>
        <p:nvSpPr>
          <p:cNvPr id="97" name="dp41-comparison / n104">
            <a:extLst xmlns:a="http://schemas.openxmlformats.org/drawingml/2006/main">
              <a:ext uri="{FF2B5EF4-FFF2-40B4-BE49-F238E27FC236}">
                <a16:creationId xmlns:a16="http://schemas.microsoft.com/office/drawing/2014/main" id="{C24F5FBF-1E52-440D-BF47-414976B3729E}"/>
              </a:ext>
            </a:extLst>
          </p:cNvPr>
          <p:cNvSpPr>
            <a:spLocks xmlns:a="http://schemas.openxmlformats.org/drawingml/2006/main" noGrp="1"/>
          </p:cNvSpPr>
          <p:nvPr/>
        </p:nvSpPr>
        <p:spPr>
          <a:xfrm xmlns:a="http://schemas.openxmlformats.org/drawingml/2006/main">
            <a:off x="1666875" y="6915150"/>
            <a:ext cx="2238375"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5 / text 1">
            <a:extLst xmlns:a="http://schemas.openxmlformats.org/drawingml/2006/main">
              <a:ext uri="{FF2B5EF4-FFF2-40B4-BE49-F238E27FC236}">
                <a16:creationId xmlns:a16="http://schemas.microsoft.com/office/drawing/2014/main" id="{CD696F3A-ABAC-45AD-87A2-05617BFB1B64}"/>
              </a:ext>
            </a:extLst>
          </p:cNvPr>
          <p:cNvSpPr>
            <a:spLocks xmlns:a="http://schemas.openxmlformats.org/drawingml/2006/main" noGrp="1"/>
          </p:cNvSpPr>
          <p:nvPr/>
        </p:nvSpPr>
        <p:spPr>
          <a:xfrm xmlns:a="http://schemas.openxmlformats.org/drawingml/2006/main">
            <a:off x="1790700" y="701040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Interaction Manager</a:t>
            </a:r>
          </a:p>
        </p:txBody>
      </p:sp>
      <p:sp>
        <p:nvSpPr>
          <p:cNvPr id="99" name="dp41-comparison / n106">
            <a:extLst xmlns:a="http://schemas.openxmlformats.org/drawingml/2006/main">
              <a:ext uri="{FF2B5EF4-FFF2-40B4-BE49-F238E27FC236}">
                <a16:creationId xmlns:a16="http://schemas.microsoft.com/office/drawing/2014/main" id="{01AEF252-7577-4E20-907D-B30D18C66184}"/>
              </a:ext>
            </a:extLst>
          </p:cNvPr>
          <p:cNvSpPr>
            <a:spLocks xmlns:a="http://schemas.openxmlformats.org/drawingml/2006/main" noGrp="1"/>
          </p:cNvSpPr>
          <p:nvPr/>
        </p:nvSpPr>
        <p:spPr>
          <a:xfrm xmlns:a="http://schemas.openxmlformats.org/drawingml/2006/main">
            <a:off x="1781175" y="7229475"/>
            <a:ext cx="85725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100" name="dp41-comparison / n107 / text 1">
            <a:extLst xmlns:a="http://schemas.openxmlformats.org/drawingml/2006/main">
              <a:ext uri="{FF2B5EF4-FFF2-40B4-BE49-F238E27FC236}">
                <a16:creationId xmlns:a16="http://schemas.microsoft.com/office/drawing/2014/main" id="{D463FFB0-2424-4B72-8871-F2BAB6E1CBE1}"/>
              </a:ext>
            </a:extLst>
          </p:cNvPr>
          <p:cNvSpPr>
            <a:spLocks xmlns:a="http://schemas.openxmlformats.org/drawingml/2006/main" noGrp="1"/>
          </p:cNvSpPr>
          <p:nvPr/>
        </p:nvSpPr>
        <p:spPr>
          <a:xfrm xmlns:a="http://schemas.openxmlformats.org/drawingml/2006/main">
            <a:off x="1866900" y="7254716"/>
            <a:ext cx="685800"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75" b="1">
                <a:solidFill>
                  <a:srgbClr val="000000"/>
                </a:solidFill>
                <a:latin typeface="Apple SD Gothic Neo"/>
                <a:ea typeface="Apple SD Gothic Neo"/>
                <a:cs typeface="Apple SD Gothic Neo"/>
              </a:defRPr>
            </a:pPr>
            <a:r>
              <a:rPr sz="675" b="1">
                <a:solidFill>
                  <a:srgbClr val="000000"/>
                </a:solidFill>
                <a:latin typeface="Apple SD Gothic Neo"/>
                <a:ea typeface="Apple SD Gothic Neo"/>
                <a:cs typeface="Apple SD Gothic Neo"/>
              </a:rPr>
              <a:t>Channel I/O</a:t>
            </a:r>
          </a:p>
        </p:txBody>
      </p:sp>
      <p:sp>
        <p:nvSpPr>
          <p:cNvPr id="101" name="dp41-comparison / n108">
            <a:extLst xmlns:a="http://schemas.openxmlformats.org/drawingml/2006/main">
              <a:ext uri="{FF2B5EF4-FFF2-40B4-BE49-F238E27FC236}">
                <a16:creationId xmlns:a16="http://schemas.microsoft.com/office/drawing/2014/main" id="{ECF68D7D-1B09-48A7-80DB-F476736D36C5}"/>
              </a:ext>
            </a:extLst>
          </p:cNvPr>
          <p:cNvSpPr>
            <a:spLocks xmlns:a="http://schemas.openxmlformats.org/drawingml/2006/main" noGrp="1"/>
          </p:cNvSpPr>
          <p:nvPr/>
        </p:nvSpPr>
        <p:spPr>
          <a:xfrm xmlns:a="http://schemas.openxmlformats.org/drawingml/2006/main">
            <a:off x="2724150" y="7229475"/>
            <a:ext cx="106680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102" name="dp41-comparison / n109 / text 1">
            <a:extLst xmlns:a="http://schemas.openxmlformats.org/drawingml/2006/main">
              <a:ext uri="{FF2B5EF4-FFF2-40B4-BE49-F238E27FC236}">
                <a16:creationId xmlns:a16="http://schemas.microsoft.com/office/drawing/2014/main" id="{6E08E86E-8AD2-4F1F-96D9-E389FB3925CF}"/>
              </a:ext>
            </a:extLst>
          </p:cNvPr>
          <p:cNvSpPr>
            <a:spLocks xmlns:a="http://schemas.openxmlformats.org/drawingml/2006/main" noGrp="1"/>
          </p:cNvSpPr>
          <p:nvPr/>
        </p:nvSpPr>
        <p:spPr>
          <a:xfrm xmlns:a="http://schemas.openxmlformats.org/drawingml/2006/main">
            <a:off x="2809875" y="7260908"/>
            <a:ext cx="895350" cy="1104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00" b="1">
                <a:solidFill>
                  <a:srgbClr val="000000"/>
                </a:solidFill>
                <a:latin typeface="Apple SD Gothic Neo"/>
                <a:ea typeface="Apple SD Gothic Neo"/>
                <a:cs typeface="Apple SD Gothic Neo"/>
              </a:defRPr>
            </a:pPr>
            <a:r>
              <a:rPr sz="600" b="1">
                <a:solidFill>
                  <a:srgbClr val="000000"/>
                </a:solidFill>
                <a:latin typeface="Apple SD Gothic Neo"/>
                <a:ea typeface="Apple SD Gothic Neo"/>
                <a:cs typeface="Apple SD Gothic Neo"/>
              </a:rPr>
              <a:t>Turn-Taking Control</a:t>
            </a:r>
          </a:p>
        </p:txBody>
      </p:sp>
      <p:sp>
        <p:nvSpPr>
          <p:cNvPr id="103" name="dp41-comparison / n112">
            <a:extLst xmlns:a="http://schemas.openxmlformats.org/drawingml/2006/main">
              <a:ext uri="{FF2B5EF4-FFF2-40B4-BE49-F238E27FC236}">
                <a16:creationId xmlns:a16="http://schemas.microsoft.com/office/drawing/2014/main" id="{018064CD-B134-4AB3-AD08-E963F960DF4A}"/>
              </a:ext>
            </a:extLst>
          </p:cNvPr>
          <p:cNvSpPr>
            <a:spLocks xmlns:a="http://schemas.openxmlformats.org/drawingml/2006/main" noGrp="1"/>
          </p:cNvSpPr>
          <p:nvPr/>
        </p:nvSpPr>
        <p:spPr>
          <a:xfrm xmlns:a="http://schemas.openxmlformats.org/drawingml/2006/main">
            <a:off x="4362450" y="699135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4" name="dp41-comparison / n113 / text 1">
            <a:extLst xmlns:a="http://schemas.openxmlformats.org/drawingml/2006/main">
              <a:ext uri="{FF2B5EF4-FFF2-40B4-BE49-F238E27FC236}">
                <a16:creationId xmlns:a16="http://schemas.microsoft.com/office/drawing/2014/main" id="{9AE27388-01DA-4409-A27F-81DA82CD4C38}"/>
              </a:ext>
            </a:extLst>
          </p:cNvPr>
          <p:cNvSpPr>
            <a:spLocks xmlns:a="http://schemas.openxmlformats.org/drawingml/2006/main" noGrp="1"/>
          </p:cNvSpPr>
          <p:nvPr/>
        </p:nvSpPr>
        <p:spPr>
          <a:xfrm xmlns:a="http://schemas.openxmlformats.org/drawingml/2006/main">
            <a:off x="4448175" y="703183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Response Manager</a:t>
            </a:r>
          </a:p>
        </p:txBody>
      </p:sp>
      <p:sp>
        <p:nvSpPr>
          <p:cNvPr id="105" name="dp41-comparison / n114">
            <a:extLst xmlns:a="http://schemas.openxmlformats.org/drawingml/2006/main">
              <a:ext uri="{FF2B5EF4-FFF2-40B4-BE49-F238E27FC236}">
                <a16:creationId xmlns:a16="http://schemas.microsoft.com/office/drawing/2014/main" id="{987BD00D-22AE-425F-AA89-55C47FE8A7C3}"/>
              </a:ext>
            </a:extLst>
          </p:cNvPr>
          <p:cNvSpPr>
            <a:spLocks xmlns:a="http://schemas.openxmlformats.org/drawingml/2006/main" noGrp="1"/>
          </p:cNvSpPr>
          <p:nvPr/>
        </p:nvSpPr>
        <p:spPr>
          <a:xfrm xmlns:a="http://schemas.openxmlformats.org/drawingml/2006/main">
            <a:off x="7239000" y="699135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6" name="dp41-comparison / n115 / text 1">
            <a:extLst xmlns:a="http://schemas.openxmlformats.org/drawingml/2006/main">
              <a:ext uri="{FF2B5EF4-FFF2-40B4-BE49-F238E27FC236}">
                <a16:creationId xmlns:a16="http://schemas.microsoft.com/office/drawing/2014/main" id="{93A0496F-F3C9-4D2B-97CD-45FFBEE5E099}"/>
              </a:ext>
            </a:extLst>
          </p:cNvPr>
          <p:cNvSpPr>
            <a:spLocks xmlns:a="http://schemas.openxmlformats.org/drawingml/2006/main" noGrp="1"/>
          </p:cNvSpPr>
          <p:nvPr/>
        </p:nvSpPr>
        <p:spPr>
          <a:xfrm xmlns:a="http://schemas.openxmlformats.org/drawingml/2006/main">
            <a:off x="7324725" y="703183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Agent Gateway</a:t>
            </a:r>
          </a:p>
        </p:txBody>
      </p:sp>
      <p:sp>
        <p:nvSpPr>
          <p:cNvPr id="107" name="dp41-comparison / n116">
            <a:extLst xmlns:a="http://schemas.openxmlformats.org/drawingml/2006/main">
              <a:ext uri="{FF2B5EF4-FFF2-40B4-BE49-F238E27FC236}">
                <a16:creationId xmlns:a16="http://schemas.microsoft.com/office/drawing/2014/main" id="{93ED7F04-39FC-485E-AE67-B89395AA57EB}"/>
              </a:ext>
            </a:extLst>
          </p:cNvPr>
          <p:cNvSpPr>
            <a:spLocks xmlns:a="http://schemas.openxmlformats.org/drawingml/2006/main" noGrp="1"/>
          </p:cNvSpPr>
          <p:nvPr/>
        </p:nvSpPr>
        <p:spPr>
          <a:xfrm xmlns:a="http://schemas.openxmlformats.org/drawingml/2006/main">
            <a:off x="723900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08" name="dp41-comparison / n117 / text 1">
            <a:extLst xmlns:a="http://schemas.openxmlformats.org/drawingml/2006/main">
              <a:ext uri="{FF2B5EF4-FFF2-40B4-BE49-F238E27FC236}">
                <a16:creationId xmlns:a16="http://schemas.microsoft.com/office/drawing/2014/main" id="{3B2B7F4B-91B4-49F4-BEEA-553C61D655DE}"/>
              </a:ext>
            </a:extLst>
          </p:cNvPr>
          <p:cNvSpPr>
            <a:spLocks xmlns:a="http://schemas.openxmlformats.org/drawingml/2006/main" noGrp="1"/>
          </p:cNvSpPr>
          <p:nvPr/>
        </p:nvSpPr>
        <p:spPr>
          <a:xfrm xmlns:a="http://schemas.openxmlformats.org/drawingml/2006/main">
            <a:off x="732472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109" name="dp41-comparison / n117 / text 2">
            <a:extLst xmlns:a="http://schemas.openxmlformats.org/drawingml/2006/main">
              <a:ext uri="{FF2B5EF4-FFF2-40B4-BE49-F238E27FC236}">
                <a16:creationId xmlns:a16="http://schemas.microsoft.com/office/drawing/2014/main" id="{89B13DFB-5645-4E60-8A33-257EC7F80899}"/>
              </a:ext>
            </a:extLst>
          </p:cNvPr>
          <p:cNvSpPr>
            <a:spLocks xmlns:a="http://schemas.openxmlformats.org/drawingml/2006/main" noGrp="1"/>
          </p:cNvSpPr>
          <p:nvPr/>
        </p:nvSpPr>
        <p:spPr>
          <a:xfrm xmlns:a="http://schemas.openxmlformats.org/drawingml/2006/main">
            <a:off x="732472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음성 모델</a:t>
            </a:r>
          </a:p>
        </p:txBody>
      </p:sp>
      <p:sp>
        <p:nvSpPr>
          <p:cNvPr id="110" name="dp41-comparison / n118">
            <a:extLst xmlns:a="http://schemas.openxmlformats.org/drawingml/2006/main">
              <a:ext uri="{FF2B5EF4-FFF2-40B4-BE49-F238E27FC236}">
                <a16:creationId xmlns:a16="http://schemas.microsoft.com/office/drawing/2014/main" id="{49A5FFE5-2099-49EA-A073-C4D3FB723E95}"/>
              </a:ext>
            </a:extLst>
          </p:cNvPr>
          <p:cNvSpPr>
            <a:spLocks xmlns:a="http://schemas.openxmlformats.org/drawingml/2006/main" noGrp="1"/>
          </p:cNvSpPr>
          <p:nvPr/>
        </p:nvSpPr>
        <p:spPr>
          <a:xfrm xmlns:a="http://schemas.openxmlformats.org/drawingml/2006/main">
            <a:off x="836295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19 / text 1">
            <a:extLst xmlns:a="http://schemas.openxmlformats.org/drawingml/2006/main">
              <a:ext uri="{FF2B5EF4-FFF2-40B4-BE49-F238E27FC236}">
                <a16:creationId xmlns:a16="http://schemas.microsoft.com/office/drawing/2014/main" id="{F6E4CB8E-FD06-41F6-8C05-C795BD2E8150}"/>
              </a:ext>
            </a:extLst>
          </p:cNvPr>
          <p:cNvSpPr>
            <a:spLocks xmlns:a="http://schemas.openxmlformats.org/drawingml/2006/main" noGrp="1"/>
          </p:cNvSpPr>
          <p:nvPr/>
        </p:nvSpPr>
        <p:spPr>
          <a:xfrm xmlns:a="http://schemas.openxmlformats.org/drawingml/2006/main">
            <a:off x="844867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112" name="dp41-comparison / n119 / text 2">
            <a:extLst xmlns:a="http://schemas.openxmlformats.org/drawingml/2006/main">
              <a:ext uri="{FF2B5EF4-FFF2-40B4-BE49-F238E27FC236}">
                <a16:creationId xmlns:a16="http://schemas.microsoft.com/office/drawing/2014/main" id="{E085A8F4-1EA0-41F8-A8F2-F58D18C75F54}"/>
              </a:ext>
            </a:extLst>
          </p:cNvPr>
          <p:cNvSpPr>
            <a:spLocks xmlns:a="http://schemas.openxmlformats.org/drawingml/2006/main" noGrp="1"/>
          </p:cNvSpPr>
          <p:nvPr/>
        </p:nvSpPr>
        <p:spPr>
          <a:xfrm xmlns:a="http://schemas.openxmlformats.org/drawingml/2006/main">
            <a:off x="844867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의미 LLM</a:t>
            </a:r>
          </a:p>
        </p:txBody>
      </p:sp>
      <p:sp>
        <p:nvSpPr>
          <p:cNvPr id="113" name="dp41-comparison / n120">
            <a:extLst xmlns:a="http://schemas.openxmlformats.org/drawingml/2006/main">
              <a:ext uri="{FF2B5EF4-FFF2-40B4-BE49-F238E27FC236}">
                <a16:creationId xmlns:a16="http://schemas.microsoft.com/office/drawing/2014/main" id="{2136AE44-DC4C-48EE-8048-0A8E858A01FC}"/>
              </a:ext>
            </a:extLst>
          </p:cNvPr>
          <p:cNvSpPr>
            <a:spLocks xmlns:a="http://schemas.openxmlformats.org/drawingml/2006/main" noGrp="1"/>
          </p:cNvSpPr>
          <p:nvPr/>
        </p:nvSpPr>
        <p:spPr>
          <a:xfrm xmlns:a="http://schemas.openxmlformats.org/drawingml/2006/main">
            <a:off x="7239000" y="7372350"/>
            <a:ext cx="2095500" cy="1619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14" name="dp41-comparison / n121 / text 1">
            <a:extLst xmlns:a="http://schemas.openxmlformats.org/drawingml/2006/main">
              <a:ext uri="{FF2B5EF4-FFF2-40B4-BE49-F238E27FC236}">
                <a16:creationId xmlns:a16="http://schemas.microsoft.com/office/drawing/2014/main" id="{710CA7A1-4B9D-4033-8A42-7A5F2D659911}"/>
              </a:ext>
            </a:extLst>
          </p:cNvPr>
          <p:cNvSpPr>
            <a:spLocks xmlns:a="http://schemas.openxmlformats.org/drawingml/2006/main" noGrp="1"/>
          </p:cNvSpPr>
          <p:nvPr/>
        </p:nvSpPr>
        <p:spPr>
          <a:xfrm xmlns:a="http://schemas.openxmlformats.org/drawingml/2006/main">
            <a:off x="7324725" y="7385209"/>
            <a:ext cx="1924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1">
                <a:solidFill>
                  <a:srgbClr val="000000"/>
                </a:solidFill>
                <a:latin typeface="Apple SD Gothic Neo"/>
                <a:ea typeface="Apple SD Gothic Neo"/>
                <a:cs typeface="Apple SD Gothic Neo"/>
              </a:defRPr>
            </a:pPr>
            <a:r>
              <a:rPr sz="825" b="1">
                <a:solidFill>
                  <a:srgbClr val="000000"/>
                </a:solidFill>
                <a:latin typeface="Apple SD Gothic Neo"/>
                <a:ea typeface="Apple SD Gothic Neo"/>
                <a:cs typeface="Apple SD Gothic Neo"/>
              </a:rPr>
              <a:t>Downstream Agent</a:t>
            </a:r>
          </a:p>
        </p:txBody>
      </p:sp>
      <p:sp>
        <p:nvSpPr>
          <p:cNvPr id="115" name="dp41-comparison / n122 / path">
            <a:extLst xmlns:a="http://schemas.openxmlformats.org/drawingml/2006/main">
              <a:ext uri="{FF2B5EF4-FFF2-40B4-BE49-F238E27FC236}">
                <a16:creationId xmlns:a16="http://schemas.microsoft.com/office/drawing/2014/main" id="{AD6BC411-552C-4E09-8DEB-8D5FA0317CD5}"/>
              </a:ext>
            </a:extLst>
          </p:cNvPr>
          <p:cNvSpPr>
            <a:spLocks xmlns:a="http://schemas.openxmlformats.org/drawingml/2006/main" noGrp="1"/>
          </p:cNvSpPr>
          <p:nvPr/>
        </p:nvSpPr>
        <p:spPr>
          <a:xfrm xmlns:a="http://schemas.openxmlformats.org/drawingml/2006/main">
            <a:off x="2762250" y="3800475"/>
            <a:ext cx="6705600" cy="1876425"/>
          </a:xfrm>
          <a:custGeom xmlns:a="http://schemas.openxmlformats.org/drawingml/2006/main">
            <a:pathLst>
              <a:path w="6705600" h="1876425">
                <a:moveTo>
                  <a:pt x="6477000" y="0"/>
                </a:moveTo>
                <a:lnTo>
                  <a:pt x="6705600" y="0"/>
                </a:lnTo>
                <a:lnTo>
                  <a:pt x="6705600" y="1771650"/>
                </a:lnTo>
                <a:lnTo>
                  <a:pt x="0" y="1771650"/>
                </a:lnTo>
                <a:lnTo>
                  <a:pt x="0" y="1876425"/>
                </a:lnTo>
              </a:path>
            </a:pathLst>
          </a:custGeom>
          <a:noFill xmlns:a="http://schemas.openxmlformats.org/drawingml/2006/main"/>
          <a:ln xmlns:a="http://schemas.openxmlformats.org/drawingml/2006/main" w="10478">
            <a:solidFill>
              <a:srgbClr val="000000"/>
            </a:solidFill>
            <a:prstDash val="solid"/>
          </a:ln>
        </p:spPr>
      </p:sp>
      <p:sp>
        <p:nvSpPr>
          <p:cNvPr id="116" name="dp41-comparison / n122 / arrow">
            <a:extLst xmlns:a="http://schemas.openxmlformats.org/drawingml/2006/main">
              <a:ext uri="{FF2B5EF4-FFF2-40B4-BE49-F238E27FC236}">
                <a16:creationId xmlns:a16="http://schemas.microsoft.com/office/drawing/2014/main" id="{B8C8FCDA-7312-4CC2-A830-2EB8E056FF83}"/>
              </a:ext>
            </a:extLst>
          </p:cNvPr>
          <p:cNvSpPr>
            <a:spLocks xmlns:a="http://schemas.openxmlformats.org/drawingml/2006/main" noGrp="1"/>
          </p:cNvSpPr>
          <p:nvPr/>
        </p:nvSpPr>
        <p:spPr>
          <a:xfrm xmlns:a="http://schemas.openxmlformats.org/drawingml/2006/main">
            <a:off x="272872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7" name="dp41-comparison / n123 / path">
            <a:extLst xmlns:a="http://schemas.openxmlformats.org/drawingml/2006/main">
              <a:ext uri="{FF2B5EF4-FFF2-40B4-BE49-F238E27FC236}">
                <a16:creationId xmlns:a16="http://schemas.microsoft.com/office/drawing/2014/main" id="{3240A2FC-17C1-484E-BA55-1DC090DB2682}"/>
              </a:ext>
            </a:extLst>
          </p:cNvPr>
          <p:cNvSpPr>
            <a:spLocks xmlns:a="http://schemas.openxmlformats.org/drawingml/2006/main" noGrp="1"/>
          </p:cNvSpPr>
          <p:nvPr/>
        </p:nvSpPr>
        <p:spPr>
          <a:xfrm xmlns:a="http://schemas.openxmlformats.org/drawingml/2006/main">
            <a:off x="2847975" y="3924300"/>
            <a:ext cx="6543675" cy="1752600"/>
          </a:xfrm>
          <a:custGeom xmlns:a="http://schemas.openxmlformats.org/drawingml/2006/main">
            <a:pathLst>
              <a:path w="6543675" h="1752600">
                <a:moveTo>
                  <a:pt x="0" y="1752600"/>
                </a:moveTo>
                <a:lnTo>
                  <a:pt x="0" y="1676400"/>
                </a:lnTo>
                <a:lnTo>
                  <a:pt x="6543675" y="1676400"/>
                </a:lnTo>
                <a:lnTo>
                  <a:pt x="6543675" y="0"/>
                </a:lnTo>
                <a:lnTo>
                  <a:pt x="6391275" y="0"/>
                </a:lnTo>
              </a:path>
            </a:pathLst>
          </a:custGeom>
          <a:noFill xmlns:a="http://schemas.openxmlformats.org/drawingml/2006/main"/>
          <a:ln xmlns:a="http://schemas.openxmlformats.org/drawingml/2006/main" w="10478">
            <a:solidFill>
              <a:srgbClr val="000000"/>
            </a:solidFill>
            <a:prstDash val="dash"/>
          </a:ln>
        </p:spPr>
      </p:sp>
      <p:sp>
        <p:nvSpPr>
          <p:cNvPr id="118" name="dp41-comparison / n123 / arrow">
            <a:extLst xmlns:a="http://schemas.openxmlformats.org/drawingml/2006/main">
              <a:ext uri="{FF2B5EF4-FFF2-40B4-BE49-F238E27FC236}">
                <a16:creationId xmlns:a16="http://schemas.microsoft.com/office/drawing/2014/main" id="{DA24C069-68F8-474C-BF8C-361C04347ED0}"/>
              </a:ext>
            </a:extLst>
          </p:cNvPr>
          <p:cNvSpPr>
            <a:spLocks xmlns:a="http://schemas.openxmlformats.org/drawingml/2006/main" noGrp="1"/>
          </p:cNvSpPr>
          <p:nvPr/>
        </p:nvSpPr>
        <p:spPr>
          <a:xfrm xmlns:a="http://schemas.openxmlformats.org/drawingml/2006/main">
            <a:off x="923925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9" name="dp41-comparison / n124 / path">
            <a:extLst xmlns:a="http://schemas.openxmlformats.org/drawingml/2006/main">
              <a:ext uri="{FF2B5EF4-FFF2-40B4-BE49-F238E27FC236}">
                <a16:creationId xmlns:a16="http://schemas.microsoft.com/office/drawing/2014/main" id="{4424A8C1-3242-4C75-9A6D-02CCEBC28CC2}"/>
              </a:ext>
            </a:extLst>
          </p:cNvPr>
          <p:cNvSpPr>
            <a:spLocks xmlns:a="http://schemas.openxmlformats.org/drawingml/2006/main" noGrp="1"/>
          </p:cNvSpPr>
          <p:nvPr/>
        </p:nvSpPr>
        <p:spPr>
          <a:xfrm xmlns:a="http://schemas.openxmlformats.org/drawingml/2006/main">
            <a:off x="5457825" y="3800475"/>
            <a:ext cx="4010025" cy="1876425"/>
          </a:xfrm>
          <a:custGeom xmlns:a="http://schemas.openxmlformats.org/drawingml/2006/main">
            <a:pathLst>
              <a:path w="4010025" h="1876425">
                <a:moveTo>
                  <a:pt x="3781425" y="0"/>
                </a:moveTo>
                <a:lnTo>
                  <a:pt x="4010025" y="0"/>
                </a:lnTo>
                <a:lnTo>
                  <a:pt x="4010025" y="1800225"/>
                </a:lnTo>
                <a:lnTo>
                  <a:pt x="0" y="1800225"/>
                </a:lnTo>
                <a:lnTo>
                  <a:pt x="0" y="1876425"/>
                </a:lnTo>
              </a:path>
            </a:pathLst>
          </a:custGeom>
          <a:noFill xmlns:a="http://schemas.openxmlformats.org/drawingml/2006/main"/>
          <a:ln xmlns:a="http://schemas.openxmlformats.org/drawingml/2006/main" w="10478">
            <a:solidFill>
              <a:srgbClr val="000000"/>
            </a:solidFill>
            <a:prstDash val="solid"/>
          </a:ln>
        </p:spPr>
      </p:sp>
      <p:sp>
        <p:nvSpPr>
          <p:cNvPr id="120" name="dp41-comparison / n124 / arrow">
            <a:extLst xmlns:a="http://schemas.openxmlformats.org/drawingml/2006/main">
              <a:ext uri="{FF2B5EF4-FFF2-40B4-BE49-F238E27FC236}">
                <a16:creationId xmlns:a16="http://schemas.microsoft.com/office/drawing/2014/main" id="{CAD016BD-1F07-4307-BB47-3284A4E79A06}"/>
              </a:ext>
            </a:extLst>
          </p:cNvPr>
          <p:cNvSpPr>
            <a:spLocks xmlns:a="http://schemas.openxmlformats.org/drawingml/2006/main" noGrp="1"/>
          </p:cNvSpPr>
          <p:nvPr/>
        </p:nvSpPr>
        <p:spPr>
          <a:xfrm xmlns:a="http://schemas.openxmlformats.org/drawingml/2006/main">
            <a:off x="5424297"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1" name="dp41-comparison / n125 / path">
            <a:extLst xmlns:a="http://schemas.openxmlformats.org/drawingml/2006/main">
              <a:ext uri="{FF2B5EF4-FFF2-40B4-BE49-F238E27FC236}">
                <a16:creationId xmlns:a16="http://schemas.microsoft.com/office/drawing/2014/main" id="{F8B42BB7-E421-43E4-BF52-599041CD00B7}"/>
              </a:ext>
            </a:extLst>
          </p:cNvPr>
          <p:cNvSpPr>
            <a:spLocks xmlns:a="http://schemas.openxmlformats.org/drawingml/2006/main" noGrp="1"/>
          </p:cNvSpPr>
          <p:nvPr/>
        </p:nvSpPr>
        <p:spPr>
          <a:xfrm xmlns:a="http://schemas.openxmlformats.org/drawingml/2006/main">
            <a:off x="5543550" y="3924300"/>
            <a:ext cx="3848100" cy="1752600"/>
          </a:xfrm>
          <a:custGeom xmlns:a="http://schemas.openxmlformats.org/drawingml/2006/main">
            <a:pathLst>
              <a:path w="3848100" h="1752600">
                <a:moveTo>
                  <a:pt x="0" y="1752600"/>
                </a:moveTo>
                <a:lnTo>
                  <a:pt x="0" y="1704975"/>
                </a:lnTo>
                <a:lnTo>
                  <a:pt x="3848100" y="1704975"/>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22" name="dp41-comparison / n125 / arrow">
            <a:extLst xmlns:a="http://schemas.openxmlformats.org/drawingml/2006/main">
              <a:ext uri="{FF2B5EF4-FFF2-40B4-BE49-F238E27FC236}">
                <a16:creationId xmlns:a16="http://schemas.microsoft.com/office/drawing/2014/main" id="{E9A7F099-3887-402C-92A0-21594BE99E2F}"/>
              </a:ext>
            </a:extLst>
          </p:cNvPr>
          <p:cNvSpPr>
            <a:spLocks xmlns:a="http://schemas.openxmlformats.org/drawingml/2006/main" noGrp="1"/>
          </p:cNvSpPr>
          <p:nvPr/>
        </p:nvSpPr>
        <p:spPr>
          <a:xfrm xmlns:a="http://schemas.openxmlformats.org/drawingml/2006/main">
            <a:off x="923925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23" name="dp41-comparison / n126 / path">
            <a:extLst xmlns:a="http://schemas.openxmlformats.org/drawingml/2006/main">
              <a:ext uri="{FF2B5EF4-FFF2-40B4-BE49-F238E27FC236}">
                <a16:creationId xmlns:a16="http://schemas.microsoft.com/office/drawing/2014/main" id="{5EC4A1F7-654E-45AD-A6B9-3C525955C745}"/>
              </a:ext>
            </a:extLst>
          </p:cNvPr>
          <p:cNvSpPr>
            <a:spLocks xmlns:a="http://schemas.openxmlformats.org/drawingml/2006/main" noGrp="1"/>
          </p:cNvSpPr>
          <p:nvPr/>
        </p:nvSpPr>
        <p:spPr>
          <a:xfrm xmlns:a="http://schemas.openxmlformats.org/drawingml/2006/main">
            <a:off x="1504950" y="3676650"/>
            <a:ext cx="7981950" cy="2514600"/>
          </a:xfrm>
          <a:custGeom xmlns:a="http://schemas.openxmlformats.org/drawingml/2006/main">
            <a:pathLst>
              <a:path w="7981950" h="2514600">
                <a:moveTo>
                  <a:pt x="161925" y="0"/>
                </a:moveTo>
                <a:lnTo>
                  <a:pt x="0" y="0"/>
                </a:lnTo>
                <a:lnTo>
                  <a:pt x="0" y="2343150"/>
                </a:lnTo>
                <a:lnTo>
                  <a:pt x="7981950" y="2343150"/>
                </a:lnTo>
                <a:lnTo>
                  <a:pt x="7981950" y="2514600"/>
                </a:lnTo>
                <a:lnTo>
                  <a:pt x="7829550" y="2514600"/>
                </a:lnTo>
              </a:path>
            </a:pathLst>
          </a:custGeom>
          <a:noFill xmlns:a="http://schemas.openxmlformats.org/drawingml/2006/main"/>
          <a:ln xmlns:a="http://schemas.openxmlformats.org/drawingml/2006/main" w="10478">
            <a:solidFill>
              <a:srgbClr val="000000"/>
            </a:solidFill>
            <a:prstDash val="solid"/>
          </a:ln>
        </p:spPr>
      </p:sp>
      <p:sp>
        <p:nvSpPr>
          <p:cNvPr id="124" name="dp41-comparison / n126 / arrow">
            <a:extLst xmlns:a="http://schemas.openxmlformats.org/drawingml/2006/main">
              <a:ext uri="{FF2B5EF4-FFF2-40B4-BE49-F238E27FC236}">
                <a16:creationId xmlns:a16="http://schemas.microsoft.com/office/drawing/2014/main" id="{FBB412DB-2973-4D03-84B1-995A9026227F}"/>
              </a:ext>
            </a:extLst>
          </p:cNvPr>
          <p:cNvSpPr>
            <a:spLocks xmlns:a="http://schemas.openxmlformats.org/drawingml/2006/main" noGrp="1"/>
          </p:cNvSpPr>
          <p:nvPr/>
        </p:nvSpPr>
        <p:spPr>
          <a:xfrm xmlns:a="http://schemas.openxmlformats.org/drawingml/2006/main">
            <a:off x="9334500" y="6157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25" name="dp41-comparison / n127 / path">
            <a:extLst xmlns:a="http://schemas.openxmlformats.org/drawingml/2006/main">
              <a:ext uri="{FF2B5EF4-FFF2-40B4-BE49-F238E27FC236}">
                <a16:creationId xmlns:a16="http://schemas.microsoft.com/office/drawing/2014/main" id="{32B51B84-128C-42B8-BAF5-2B261019E13B}"/>
              </a:ext>
            </a:extLst>
          </p:cNvPr>
          <p:cNvSpPr>
            <a:spLocks xmlns:a="http://schemas.openxmlformats.org/drawingml/2006/main" noGrp="1"/>
          </p:cNvSpPr>
          <p:nvPr/>
        </p:nvSpPr>
        <p:spPr>
          <a:xfrm xmlns:a="http://schemas.openxmlformats.org/drawingml/2006/main">
            <a:off x="1428750" y="3790950"/>
            <a:ext cx="8077200" cy="2476500"/>
          </a:xfrm>
          <a:custGeom xmlns:a="http://schemas.openxmlformats.org/drawingml/2006/main">
            <a:pathLst>
              <a:path w="8077200" h="2476500">
                <a:moveTo>
                  <a:pt x="7905750" y="2476500"/>
                </a:moveTo>
                <a:lnTo>
                  <a:pt x="8077200" y="2476500"/>
                </a:lnTo>
                <a:lnTo>
                  <a:pt x="8077200" y="2200275"/>
                </a:lnTo>
                <a:lnTo>
                  <a:pt x="0" y="2200275"/>
                </a:lnTo>
                <a:lnTo>
                  <a:pt x="0"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26" name="dp41-comparison / n127 / arrow">
            <a:extLst xmlns:a="http://schemas.openxmlformats.org/drawingml/2006/main">
              <a:ext uri="{FF2B5EF4-FFF2-40B4-BE49-F238E27FC236}">
                <a16:creationId xmlns:a16="http://schemas.microsoft.com/office/drawing/2014/main" id="{0EB627AA-7804-40B4-A150-3E90F4104B08}"/>
              </a:ext>
            </a:extLst>
          </p:cNvPr>
          <p:cNvSpPr>
            <a:spLocks xmlns:a="http://schemas.openxmlformats.org/drawingml/2006/main" noGrp="1"/>
          </p:cNvSpPr>
          <p:nvPr/>
        </p:nvSpPr>
        <p:spPr>
          <a:xfrm xmlns:a="http://schemas.openxmlformats.org/drawingml/2006/main">
            <a:off x="1599819" y="37574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7" name="dp41-comparison / n128 / path">
            <a:extLst xmlns:a="http://schemas.openxmlformats.org/drawingml/2006/main">
              <a:ext uri="{FF2B5EF4-FFF2-40B4-BE49-F238E27FC236}">
                <a16:creationId xmlns:a16="http://schemas.microsoft.com/office/drawing/2014/main" id="{0627ABFE-E2FF-4651-B44E-10808DCF2234}"/>
              </a:ext>
            </a:extLst>
          </p:cNvPr>
          <p:cNvSpPr>
            <a:spLocks xmlns:a="http://schemas.openxmlformats.org/drawingml/2006/main" noGrp="1"/>
          </p:cNvSpPr>
          <p:nvPr/>
        </p:nvSpPr>
        <p:spPr>
          <a:xfrm xmlns:a="http://schemas.openxmlformats.org/drawingml/2006/main">
            <a:off x="7724775" y="6324600"/>
            <a:ext cx="85725" cy="209550"/>
          </a:xfrm>
          <a:custGeom xmlns:a="http://schemas.openxmlformats.org/drawingml/2006/main">
            <a:pathLst>
              <a:path w="85725" h="209550">
                <a:moveTo>
                  <a:pt x="85725" y="0"/>
                </a:moveTo>
                <a:lnTo>
                  <a:pt x="85725" y="95250"/>
                </a:lnTo>
                <a:lnTo>
                  <a:pt x="0" y="95250"/>
                </a:lnTo>
                <a:lnTo>
                  <a:pt x="0" y="209550"/>
                </a:lnTo>
              </a:path>
            </a:pathLst>
          </a:custGeom>
          <a:noFill xmlns:a="http://schemas.openxmlformats.org/drawingml/2006/main"/>
          <a:ln xmlns:a="http://schemas.openxmlformats.org/drawingml/2006/main" w="10478">
            <a:solidFill>
              <a:srgbClr val="000000"/>
            </a:solidFill>
            <a:prstDash val="solid"/>
          </a:ln>
        </p:spPr>
      </p:sp>
      <p:sp>
        <p:nvSpPr>
          <p:cNvPr id="128" name="dp41-comparison / n128 / arrow">
            <a:extLst xmlns:a="http://schemas.openxmlformats.org/drawingml/2006/main">
              <a:ext uri="{FF2B5EF4-FFF2-40B4-BE49-F238E27FC236}">
                <a16:creationId xmlns:a16="http://schemas.microsoft.com/office/drawing/2014/main" id="{3500E560-251F-4E07-8829-B687F84639FE}"/>
              </a:ext>
            </a:extLst>
          </p:cNvPr>
          <p:cNvSpPr>
            <a:spLocks xmlns:a="http://schemas.openxmlformats.org/drawingml/2006/main" noGrp="1"/>
          </p:cNvSpPr>
          <p:nvPr/>
        </p:nvSpPr>
        <p:spPr>
          <a:xfrm xmlns:a="http://schemas.openxmlformats.org/drawingml/2006/main">
            <a:off x="769124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9" name="dp41-comparison / n129 / path">
            <a:extLst xmlns:a="http://schemas.openxmlformats.org/drawingml/2006/main">
              <a:ext uri="{FF2B5EF4-FFF2-40B4-BE49-F238E27FC236}">
                <a16:creationId xmlns:a16="http://schemas.microsoft.com/office/drawing/2014/main" id="{9D570CAA-28B8-4BCF-8C1F-B98A166181C1}"/>
              </a:ext>
            </a:extLst>
          </p:cNvPr>
          <p:cNvSpPr>
            <a:spLocks xmlns:a="http://schemas.openxmlformats.org/drawingml/2006/main" noGrp="1"/>
          </p:cNvSpPr>
          <p:nvPr/>
        </p:nvSpPr>
        <p:spPr>
          <a:xfrm xmlns:a="http://schemas.openxmlformats.org/drawingml/2006/main">
            <a:off x="7810500" y="6324600"/>
            <a:ext cx="85725" cy="209550"/>
          </a:xfrm>
          <a:custGeom xmlns:a="http://schemas.openxmlformats.org/drawingml/2006/main">
            <a:pathLst>
              <a:path w="85725" h="209550">
                <a:moveTo>
                  <a:pt x="0" y="209550"/>
                </a:moveTo>
                <a:lnTo>
                  <a:pt x="0" y="142875"/>
                </a:lnTo>
                <a:lnTo>
                  <a:pt x="85725" y="142875"/>
                </a:lnTo>
                <a:lnTo>
                  <a:pt x="85725" y="0"/>
                </a:lnTo>
              </a:path>
            </a:pathLst>
          </a:custGeom>
          <a:noFill xmlns:a="http://schemas.openxmlformats.org/drawingml/2006/main"/>
          <a:ln xmlns:a="http://schemas.openxmlformats.org/drawingml/2006/main" w="10478">
            <a:solidFill>
              <a:srgbClr val="000000"/>
            </a:solidFill>
            <a:prstDash val="dash"/>
          </a:ln>
        </p:spPr>
      </p:sp>
      <p:sp>
        <p:nvSpPr>
          <p:cNvPr id="130" name="dp41-comparison / n129 / arrow">
            <a:extLst xmlns:a="http://schemas.openxmlformats.org/drawingml/2006/main">
              <a:ext uri="{FF2B5EF4-FFF2-40B4-BE49-F238E27FC236}">
                <a16:creationId xmlns:a16="http://schemas.microsoft.com/office/drawing/2014/main" id="{DBBC4429-5615-444B-AFDC-F82684311847}"/>
              </a:ext>
            </a:extLst>
          </p:cNvPr>
          <p:cNvSpPr>
            <a:spLocks xmlns:a="http://schemas.openxmlformats.org/drawingml/2006/main" noGrp="1"/>
          </p:cNvSpPr>
          <p:nvPr/>
        </p:nvSpPr>
        <p:spPr>
          <a:xfrm xmlns:a="http://schemas.openxmlformats.org/drawingml/2006/main">
            <a:off x="7862697"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1" name="dp41-comparison / n130 / path">
            <a:extLst xmlns:a="http://schemas.openxmlformats.org/drawingml/2006/main">
              <a:ext uri="{FF2B5EF4-FFF2-40B4-BE49-F238E27FC236}">
                <a16:creationId xmlns:a16="http://schemas.microsoft.com/office/drawing/2014/main" id="{448C39DD-3E17-4627-8B24-DA624D22B701}"/>
              </a:ext>
            </a:extLst>
          </p:cNvPr>
          <p:cNvSpPr>
            <a:spLocks xmlns:a="http://schemas.openxmlformats.org/drawingml/2006/main" noGrp="1"/>
          </p:cNvSpPr>
          <p:nvPr/>
        </p:nvSpPr>
        <p:spPr>
          <a:xfrm xmlns:a="http://schemas.openxmlformats.org/drawingml/2006/main">
            <a:off x="8810625" y="6324600"/>
            <a:ext cx="38100" cy="209550"/>
          </a:xfrm>
          <a:custGeom xmlns:a="http://schemas.openxmlformats.org/drawingml/2006/main">
            <a:pathLst>
              <a:path w="38100" h="209550">
                <a:moveTo>
                  <a:pt x="0" y="0"/>
                </a:moveTo>
                <a:lnTo>
                  <a:pt x="0" y="95250"/>
                </a:lnTo>
                <a:lnTo>
                  <a:pt x="38100" y="95250"/>
                </a:lnTo>
                <a:lnTo>
                  <a:pt x="38100" y="209550"/>
                </a:lnTo>
              </a:path>
            </a:pathLst>
          </a:custGeom>
          <a:noFill xmlns:a="http://schemas.openxmlformats.org/drawingml/2006/main"/>
          <a:ln xmlns:a="http://schemas.openxmlformats.org/drawingml/2006/main" w="10478">
            <a:solidFill>
              <a:srgbClr val="000000"/>
            </a:solidFill>
            <a:prstDash val="solid"/>
          </a:ln>
        </p:spPr>
      </p:sp>
      <p:sp>
        <p:nvSpPr>
          <p:cNvPr id="132" name="dp41-comparison / n130 / arrow">
            <a:extLst xmlns:a="http://schemas.openxmlformats.org/drawingml/2006/main">
              <a:ext uri="{FF2B5EF4-FFF2-40B4-BE49-F238E27FC236}">
                <a16:creationId xmlns:a16="http://schemas.microsoft.com/office/drawing/2014/main" id="{0B25DA12-63AF-4519-A6E6-04453174ACC6}"/>
              </a:ext>
            </a:extLst>
          </p:cNvPr>
          <p:cNvSpPr>
            <a:spLocks xmlns:a="http://schemas.openxmlformats.org/drawingml/2006/main" noGrp="1"/>
          </p:cNvSpPr>
          <p:nvPr/>
        </p:nvSpPr>
        <p:spPr>
          <a:xfrm xmlns:a="http://schemas.openxmlformats.org/drawingml/2006/main">
            <a:off x="881519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3" name="dp41-comparison / n131 / path">
            <a:extLst xmlns:a="http://schemas.openxmlformats.org/drawingml/2006/main">
              <a:ext uri="{FF2B5EF4-FFF2-40B4-BE49-F238E27FC236}">
                <a16:creationId xmlns:a16="http://schemas.microsoft.com/office/drawing/2014/main" id="{4B47AD57-E511-4627-9099-FFBDE21C7F0D}"/>
              </a:ext>
            </a:extLst>
          </p:cNvPr>
          <p:cNvSpPr>
            <a:spLocks xmlns:a="http://schemas.openxmlformats.org/drawingml/2006/main" noGrp="1"/>
          </p:cNvSpPr>
          <p:nvPr/>
        </p:nvSpPr>
        <p:spPr>
          <a:xfrm xmlns:a="http://schemas.openxmlformats.org/drawingml/2006/main">
            <a:off x="8896350" y="6324600"/>
            <a:ext cx="38100" cy="209550"/>
          </a:xfrm>
          <a:custGeom xmlns:a="http://schemas.openxmlformats.org/drawingml/2006/main">
            <a:pathLst>
              <a:path w="38100" h="209550">
                <a:moveTo>
                  <a:pt x="38100" y="209550"/>
                </a:moveTo>
                <a:lnTo>
                  <a:pt x="38100" y="142875"/>
                </a:lnTo>
                <a:lnTo>
                  <a:pt x="0" y="142875"/>
                </a:lnTo>
                <a:lnTo>
                  <a:pt x="0" y="0"/>
                </a:lnTo>
              </a:path>
            </a:pathLst>
          </a:custGeom>
          <a:noFill xmlns:a="http://schemas.openxmlformats.org/drawingml/2006/main"/>
          <a:ln xmlns:a="http://schemas.openxmlformats.org/drawingml/2006/main" w="10478">
            <a:solidFill>
              <a:srgbClr val="000000"/>
            </a:solidFill>
            <a:prstDash val="dash"/>
          </a:ln>
        </p:spPr>
      </p:sp>
      <p:sp>
        <p:nvSpPr>
          <p:cNvPr id="134" name="dp41-comparison / n131 / arrow">
            <a:extLst xmlns:a="http://schemas.openxmlformats.org/drawingml/2006/main">
              <a:ext uri="{FF2B5EF4-FFF2-40B4-BE49-F238E27FC236}">
                <a16:creationId xmlns:a16="http://schemas.microsoft.com/office/drawing/2014/main" id="{7734E172-AD0B-4BB3-B136-41232B22057D}"/>
              </a:ext>
            </a:extLst>
          </p:cNvPr>
          <p:cNvSpPr>
            <a:spLocks xmlns:a="http://schemas.openxmlformats.org/drawingml/2006/main" noGrp="1"/>
          </p:cNvSpPr>
          <p:nvPr/>
        </p:nvSpPr>
        <p:spPr>
          <a:xfrm xmlns:a="http://schemas.openxmlformats.org/drawingml/2006/main">
            <a:off x="8862822"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5" name="dp41-comparison / n132 / path">
            <a:extLst xmlns:a="http://schemas.openxmlformats.org/drawingml/2006/main">
              <a:ext uri="{FF2B5EF4-FFF2-40B4-BE49-F238E27FC236}">
                <a16:creationId xmlns:a16="http://schemas.microsoft.com/office/drawing/2014/main" id="{A60E712C-951C-4790-A195-06BA6400A419}"/>
              </a:ext>
            </a:extLst>
          </p:cNvPr>
          <p:cNvSpPr>
            <a:spLocks xmlns:a="http://schemas.openxmlformats.org/drawingml/2006/main" noGrp="1"/>
          </p:cNvSpPr>
          <p:nvPr/>
        </p:nvSpPr>
        <p:spPr>
          <a:xfrm xmlns:a="http://schemas.openxmlformats.org/drawingml/2006/main">
            <a:off x="1485900" y="3590925"/>
            <a:ext cx="180975" cy="2695575"/>
          </a:xfrm>
          <a:custGeom xmlns:a="http://schemas.openxmlformats.org/drawingml/2006/main">
            <a:pathLst>
              <a:path w="180975" h="2695575">
                <a:moveTo>
                  <a:pt x="180975" y="2695575"/>
                </a:moveTo>
                <a:lnTo>
                  <a:pt x="0" y="2647950"/>
                </a:lnTo>
                <a:lnTo>
                  <a:pt x="0" y="0"/>
                </a:lnTo>
                <a:lnTo>
                  <a:pt x="180975" y="0"/>
                </a:lnTo>
              </a:path>
            </a:pathLst>
          </a:custGeom>
          <a:noFill xmlns:a="http://schemas.openxmlformats.org/drawingml/2006/main"/>
          <a:ln xmlns:a="http://schemas.openxmlformats.org/drawingml/2006/main" w="10478">
            <a:solidFill>
              <a:srgbClr val="000000"/>
            </a:solidFill>
            <a:prstDash val="solid"/>
          </a:ln>
        </p:spPr>
      </p:sp>
      <p:sp>
        <p:nvSpPr>
          <p:cNvPr id="136" name="dp41-comparison / n132 / arrow">
            <a:extLst xmlns:a="http://schemas.openxmlformats.org/drawingml/2006/main">
              <a:ext uri="{FF2B5EF4-FFF2-40B4-BE49-F238E27FC236}">
                <a16:creationId xmlns:a16="http://schemas.microsoft.com/office/drawing/2014/main" id="{3F196479-BA2D-4FEB-912D-9159229A340F}"/>
              </a:ext>
            </a:extLst>
          </p:cNvPr>
          <p:cNvSpPr>
            <a:spLocks xmlns:a="http://schemas.openxmlformats.org/drawingml/2006/main" noGrp="1"/>
          </p:cNvSpPr>
          <p:nvPr/>
        </p:nvSpPr>
        <p:spPr>
          <a:xfrm xmlns:a="http://schemas.openxmlformats.org/drawingml/2006/main">
            <a:off x="1599819" y="35573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7" name="dp41-comparison / n133 / path">
            <a:extLst xmlns:a="http://schemas.openxmlformats.org/drawingml/2006/main">
              <a:ext uri="{FF2B5EF4-FFF2-40B4-BE49-F238E27FC236}">
                <a16:creationId xmlns:a16="http://schemas.microsoft.com/office/drawing/2014/main" id="{F3A21606-F4FA-4F22-887B-3B86C146F193}"/>
              </a:ext>
            </a:extLst>
          </p:cNvPr>
          <p:cNvSpPr>
            <a:spLocks xmlns:a="http://schemas.openxmlformats.org/drawingml/2006/main" noGrp="1"/>
          </p:cNvSpPr>
          <p:nvPr/>
        </p:nvSpPr>
        <p:spPr>
          <a:xfrm xmlns:a="http://schemas.openxmlformats.org/drawingml/2006/main">
            <a:off x="2781300" y="5353050"/>
            <a:ext cx="5386388" cy="781050"/>
          </a:xfrm>
          <a:custGeom xmlns:a="http://schemas.openxmlformats.org/drawingml/2006/main">
            <a:pathLst>
              <a:path w="5386388" h="781050">
                <a:moveTo>
                  <a:pt x="5386388" y="0"/>
                </a:moveTo>
                <a:lnTo>
                  <a:pt x="5386388" y="742950"/>
                </a:lnTo>
                <a:lnTo>
                  <a:pt x="0" y="742950"/>
                </a:lnTo>
                <a:lnTo>
                  <a:pt x="4763" y="781050"/>
                </a:lnTo>
              </a:path>
            </a:pathLst>
          </a:custGeom>
          <a:noFill xmlns:a="http://schemas.openxmlformats.org/drawingml/2006/main"/>
          <a:ln xmlns:a="http://schemas.openxmlformats.org/drawingml/2006/main" w="10478">
            <a:solidFill>
              <a:srgbClr val="000000"/>
            </a:solidFill>
            <a:prstDash val="solid"/>
          </a:ln>
        </p:spPr>
      </p:sp>
      <p:sp>
        <p:nvSpPr>
          <p:cNvPr id="138" name="dp41-comparison / n133 / arrow">
            <a:extLst xmlns:a="http://schemas.openxmlformats.org/drawingml/2006/main">
              <a:ext uri="{FF2B5EF4-FFF2-40B4-BE49-F238E27FC236}">
                <a16:creationId xmlns:a16="http://schemas.microsoft.com/office/drawing/2014/main" id="{69FB8654-FFEF-48D8-BDDC-A6188ED135D4}"/>
              </a:ext>
            </a:extLst>
          </p:cNvPr>
          <p:cNvSpPr>
            <a:spLocks xmlns:a="http://schemas.openxmlformats.org/drawingml/2006/main" noGrp="1"/>
          </p:cNvSpPr>
          <p:nvPr/>
        </p:nvSpPr>
        <p:spPr>
          <a:xfrm xmlns:a="http://schemas.openxmlformats.org/drawingml/2006/main">
            <a:off x="2744476" y="6063403"/>
            <a:ext cx="66538" cy="70697"/>
          </a:xfrm>
          <a:custGeom xmlns:a="http://schemas.openxmlformats.org/drawingml/2006/main">
            <a:pathLst>
              <a:path w="66538" h="70697">
                <a:moveTo>
                  <a:pt x="0" y="8317"/>
                </a:moveTo>
                <a:lnTo>
                  <a:pt x="41586" y="70697"/>
                </a:lnTo>
                <a:lnTo>
                  <a:pt x="66538" y="0"/>
                </a:lnTo>
              </a:path>
            </a:pathLst>
          </a:custGeom>
          <a:noFill xmlns:a="http://schemas.openxmlformats.org/drawingml/2006/main"/>
          <a:ln xmlns:a="http://schemas.openxmlformats.org/drawingml/2006/main" w="13411">
            <a:solidFill>
              <a:srgbClr val="000000"/>
            </a:solidFill>
            <a:prstDash val="solid"/>
          </a:ln>
        </p:spPr>
      </p:sp>
      <p:sp>
        <p:nvSpPr>
          <p:cNvPr id="139" name="dp41-comparison / n134 / path">
            <a:extLst xmlns:a="http://schemas.openxmlformats.org/drawingml/2006/main">
              <a:ext uri="{FF2B5EF4-FFF2-40B4-BE49-F238E27FC236}">
                <a16:creationId xmlns:a16="http://schemas.microsoft.com/office/drawing/2014/main" id="{A7EAF62C-5EEB-427F-8CB7-33AF5D695206}"/>
              </a:ext>
            </a:extLst>
          </p:cNvPr>
          <p:cNvSpPr>
            <a:spLocks xmlns:a="http://schemas.openxmlformats.org/drawingml/2006/main" noGrp="1"/>
          </p:cNvSpPr>
          <p:nvPr/>
        </p:nvSpPr>
        <p:spPr>
          <a:xfrm xmlns:a="http://schemas.openxmlformats.org/drawingml/2006/main">
            <a:off x="3905250" y="6167438"/>
            <a:ext cx="457200" cy="109538"/>
          </a:xfrm>
          <a:custGeom xmlns:a="http://schemas.openxmlformats.org/drawingml/2006/main">
            <a:pathLst>
              <a:path w="457200" h="109538">
                <a:moveTo>
                  <a:pt x="0" y="109538"/>
                </a:moveTo>
                <a:lnTo>
                  <a:pt x="457200" y="0"/>
                </a:lnTo>
              </a:path>
            </a:pathLst>
          </a:custGeom>
          <a:noFill xmlns:a="http://schemas.openxmlformats.org/drawingml/2006/main"/>
          <a:ln xmlns:a="http://schemas.openxmlformats.org/drawingml/2006/main" w="10478">
            <a:solidFill>
              <a:srgbClr val="000000"/>
            </a:solidFill>
            <a:prstDash val="solid"/>
          </a:ln>
        </p:spPr>
      </p:sp>
      <p:sp>
        <p:nvSpPr>
          <p:cNvPr id="140" name="dp41-comparison / n134 / arrow">
            <a:extLst xmlns:a="http://schemas.openxmlformats.org/drawingml/2006/main">
              <a:ext uri="{FF2B5EF4-FFF2-40B4-BE49-F238E27FC236}">
                <a16:creationId xmlns:a16="http://schemas.microsoft.com/office/drawing/2014/main" id="{F639E8E0-F0C5-4B2E-8FA7-0DAE89416D08}"/>
              </a:ext>
            </a:extLst>
          </p:cNvPr>
          <p:cNvSpPr>
            <a:spLocks xmlns:a="http://schemas.openxmlformats.org/drawingml/2006/main" noGrp="1"/>
          </p:cNvSpPr>
          <p:nvPr/>
        </p:nvSpPr>
        <p:spPr>
          <a:xfrm xmlns:a="http://schemas.openxmlformats.org/drawingml/2006/main">
            <a:off x="4289428" y="6150456"/>
            <a:ext cx="73022" cy="65211"/>
          </a:xfrm>
          <a:custGeom xmlns:a="http://schemas.openxmlformats.org/drawingml/2006/main">
            <a:pathLst>
              <a:path w="73022" h="65211">
                <a:moveTo>
                  <a:pt x="15623" y="65211"/>
                </a:moveTo>
                <a:lnTo>
                  <a:pt x="73022" y="16982"/>
                </a:lnTo>
                <a:lnTo>
                  <a:pt x="0" y="0"/>
                </a:lnTo>
              </a:path>
            </a:pathLst>
          </a:custGeom>
          <a:noFill xmlns:a="http://schemas.openxmlformats.org/drawingml/2006/main"/>
          <a:ln xmlns:a="http://schemas.openxmlformats.org/drawingml/2006/main" w="13411">
            <a:solidFill>
              <a:srgbClr val="000000"/>
            </a:solidFill>
            <a:prstDash val="solid"/>
          </a:ln>
        </p:spPr>
      </p:sp>
      <p:sp>
        <p:nvSpPr>
          <p:cNvPr id="141" name="dp41-comparison / n135 / path">
            <a:extLst xmlns:a="http://schemas.openxmlformats.org/drawingml/2006/main">
              <a:ext uri="{FF2B5EF4-FFF2-40B4-BE49-F238E27FC236}">
                <a16:creationId xmlns:a16="http://schemas.microsoft.com/office/drawing/2014/main" id="{D798A95C-501B-42D9-8256-E72F15390463}"/>
              </a:ext>
            </a:extLst>
          </p:cNvPr>
          <p:cNvSpPr>
            <a:spLocks xmlns:a="http://schemas.openxmlformats.org/drawingml/2006/main" noGrp="1"/>
          </p:cNvSpPr>
          <p:nvPr/>
        </p:nvSpPr>
        <p:spPr>
          <a:xfrm xmlns:a="http://schemas.openxmlformats.org/drawingml/2006/main">
            <a:off x="3905250" y="6281738"/>
            <a:ext cx="457200" cy="100013"/>
          </a:xfrm>
          <a:custGeom xmlns:a="http://schemas.openxmlformats.org/drawingml/2006/main">
            <a:pathLst>
              <a:path w="457200" h="100013">
                <a:moveTo>
                  <a:pt x="457200" y="0"/>
                </a:moveTo>
                <a:lnTo>
                  <a:pt x="0" y="100013"/>
                </a:lnTo>
              </a:path>
            </a:pathLst>
          </a:custGeom>
          <a:noFill xmlns:a="http://schemas.openxmlformats.org/drawingml/2006/main"/>
          <a:ln xmlns:a="http://schemas.openxmlformats.org/drawingml/2006/main" w="10478">
            <a:solidFill>
              <a:srgbClr val="000000"/>
            </a:solidFill>
            <a:prstDash val="dash"/>
          </a:ln>
        </p:spPr>
      </p:sp>
      <p:sp>
        <p:nvSpPr>
          <p:cNvPr id="142" name="dp41-comparison / n135 / arrow">
            <a:extLst xmlns:a="http://schemas.openxmlformats.org/drawingml/2006/main">
              <a:ext uri="{FF2B5EF4-FFF2-40B4-BE49-F238E27FC236}">
                <a16:creationId xmlns:a16="http://schemas.microsoft.com/office/drawing/2014/main" id="{3ACBB420-B1C3-4F98-8930-7D61FAEE7CCC}"/>
              </a:ext>
            </a:extLst>
          </p:cNvPr>
          <p:cNvSpPr>
            <a:spLocks xmlns:a="http://schemas.openxmlformats.org/drawingml/2006/main" noGrp="1"/>
          </p:cNvSpPr>
          <p:nvPr/>
        </p:nvSpPr>
        <p:spPr>
          <a:xfrm xmlns:a="http://schemas.openxmlformats.org/drawingml/2006/main">
            <a:off x="3905250" y="6334667"/>
            <a:ext cx="72672" cy="65507"/>
          </a:xfrm>
          <a:custGeom xmlns:a="http://schemas.openxmlformats.org/drawingml/2006/main">
            <a:pathLst>
              <a:path w="72672" h="65507">
                <a:moveTo>
                  <a:pt x="58342" y="0"/>
                </a:moveTo>
                <a:lnTo>
                  <a:pt x="0" y="47083"/>
                </a:lnTo>
                <a:lnTo>
                  <a:pt x="72672" y="65507"/>
                </a:lnTo>
              </a:path>
            </a:pathLst>
          </a:custGeom>
          <a:noFill xmlns:a="http://schemas.openxmlformats.org/drawingml/2006/main"/>
          <a:ln xmlns:a="http://schemas.openxmlformats.org/drawingml/2006/main" w="13411">
            <a:solidFill>
              <a:srgbClr val="000000"/>
            </a:solidFill>
            <a:prstDash val="solid"/>
          </a:ln>
        </p:spPr>
      </p:sp>
      <p:sp>
        <p:nvSpPr>
          <p:cNvPr id="143" name="dp41-comparison / n136 / path">
            <a:extLst xmlns:a="http://schemas.openxmlformats.org/drawingml/2006/main">
              <a:ext uri="{FF2B5EF4-FFF2-40B4-BE49-F238E27FC236}">
                <a16:creationId xmlns:a16="http://schemas.microsoft.com/office/drawing/2014/main" id="{F7C16CF8-876A-4200-AFD5-E7DA3C0DBD10}"/>
              </a:ext>
            </a:extLst>
          </p:cNvPr>
          <p:cNvSpPr>
            <a:spLocks xmlns:a="http://schemas.openxmlformats.org/drawingml/2006/main" noGrp="1"/>
          </p:cNvSpPr>
          <p:nvPr/>
        </p:nvSpPr>
        <p:spPr>
          <a:xfrm xmlns:a="http://schemas.openxmlformats.org/drawingml/2006/main">
            <a:off x="3905250" y="6557963"/>
            <a:ext cx="457200" cy="80963"/>
          </a:xfrm>
          <a:custGeom xmlns:a="http://schemas.openxmlformats.org/drawingml/2006/main">
            <a:pathLst>
              <a:path w="457200" h="80963">
                <a:moveTo>
                  <a:pt x="0" y="80963"/>
                </a:moveTo>
                <a:lnTo>
                  <a:pt x="457200" y="0"/>
                </a:lnTo>
              </a:path>
            </a:pathLst>
          </a:custGeom>
          <a:noFill xmlns:a="http://schemas.openxmlformats.org/drawingml/2006/main"/>
          <a:ln xmlns:a="http://schemas.openxmlformats.org/drawingml/2006/main" w="10478">
            <a:solidFill>
              <a:srgbClr val="000000"/>
            </a:solidFill>
            <a:prstDash val="solid"/>
          </a:ln>
        </p:spPr>
      </p:sp>
      <p:sp>
        <p:nvSpPr>
          <p:cNvPr id="144" name="dp41-comparison / n136 / arrow">
            <a:extLst xmlns:a="http://schemas.openxmlformats.org/drawingml/2006/main">
              <a:ext uri="{FF2B5EF4-FFF2-40B4-BE49-F238E27FC236}">
                <a16:creationId xmlns:a16="http://schemas.microsoft.com/office/drawing/2014/main" id="{C356DE2D-580B-43D5-9529-A5FD4AD329ED}"/>
              </a:ext>
            </a:extLst>
          </p:cNvPr>
          <p:cNvSpPr>
            <a:spLocks xmlns:a="http://schemas.openxmlformats.org/drawingml/2006/main" noGrp="1"/>
          </p:cNvSpPr>
          <p:nvPr/>
        </p:nvSpPr>
        <p:spPr>
          <a:xfrm xmlns:a="http://schemas.openxmlformats.org/drawingml/2006/main">
            <a:off x="4290575" y="6536641"/>
            <a:ext cx="71875" cy="66029"/>
          </a:xfrm>
          <a:custGeom xmlns:a="http://schemas.openxmlformats.org/drawingml/2006/main">
            <a:pathLst>
              <a:path w="71875" h="66029">
                <a:moveTo>
                  <a:pt x="11693" y="66029"/>
                </a:moveTo>
                <a:lnTo>
                  <a:pt x="71875" y="21322"/>
                </a:lnTo>
                <a:lnTo>
                  <a:pt x="0" y="0"/>
                </a:lnTo>
              </a:path>
            </a:pathLst>
          </a:custGeom>
          <a:noFill xmlns:a="http://schemas.openxmlformats.org/drawingml/2006/main"/>
          <a:ln xmlns:a="http://schemas.openxmlformats.org/drawingml/2006/main" w="13411">
            <a:solidFill>
              <a:srgbClr val="000000"/>
            </a:solidFill>
            <a:prstDash val="solid"/>
          </a:ln>
        </p:spPr>
      </p:sp>
      <p:sp>
        <p:nvSpPr>
          <p:cNvPr id="145" name="dp41-comparison / n137 / path">
            <a:extLst xmlns:a="http://schemas.openxmlformats.org/drawingml/2006/main">
              <a:ext uri="{FF2B5EF4-FFF2-40B4-BE49-F238E27FC236}">
                <a16:creationId xmlns:a16="http://schemas.microsoft.com/office/drawing/2014/main" id="{3C8C23CD-AB14-4313-9F29-7308F06B5B77}"/>
              </a:ext>
            </a:extLst>
          </p:cNvPr>
          <p:cNvSpPr>
            <a:spLocks xmlns:a="http://schemas.openxmlformats.org/drawingml/2006/main" noGrp="1"/>
          </p:cNvSpPr>
          <p:nvPr/>
        </p:nvSpPr>
        <p:spPr>
          <a:xfrm xmlns:a="http://schemas.openxmlformats.org/drawingml/2006/main">
            <a:off x="3905250" y="6662738"/>
            <a:ext cx="457200" cy="80963"/>
          </a:xfrm>
          <a:custGeom xmlns:a="http://schemas.openxmlformats.org/drawingml/2006/main">
            <a:pathLst>
              <a:path w="457200" h="80963">
                <a:moveTo>
                  <a:pt x="457200" y="0"/>
                </a:moveTo>
                <a:lnTo>
                  <a:pt x="0" y="80963"/>
                </a:lnTo>
              </a:path>
            </a:pathLst>
          </a:custGeom>
          <a:noFill xmlns:a="http://schemas.openxmlformats.org/drawingml/2006/main"/>
          <a:ln xmlns:a="http://schemas.openxmlformats.org/drawingml/2006/main" w="10478">
            <a:solidFill>
              <a:srgbClr val="000000"/>
            </a:solidFill>
            <a:prstDash val="dash"/>
          </a:ln>
        </p:spPr>
      </p:sp>
      <p:sp>
        <p:nvSpPr>
          <p:cNvPr id="146" name="dp41-comparison / n137 / arrow">
            <a:extLst xmlns:a="http://schemas.openxmlformats.org/drawingml/2006/main">
              <a:ext uri="{FF2B5EF4-FFF2-40B4-BE49-F238E27FC236}">
                <a16:creationId xmlns:a16="http://schemas.microsoft.com/office/drawing/2014/main" id="{A97E6618-2A61-432A-9463-DA6C37B4D0C2}"/>
              </a:ext>
            </a:extLst>
          </p:cNvPr>
          <p:cNvSpPr>
            <a:spLocks xmlns:a="http://schemas.openxmlformats.org/drawingml/2006/main" noGrp="1"/>
          </p:cNvSpPr>
          <p:nvPr/>
        </p:nvSpPr>
        <p:spPr>
          <a:xfrm xmlns:a="http://schemas.openxmlformats.org/drawingml/2006/main">
            <a:off x="3905250" y="6698993"/>
            <a:ext cx="71875" cy="66029"/>
          </a:xfrm>
          <a:custGeom xmlns:a="http://schemas.openxmlformats.org/drawingml/2006/main">
            <a:pathLst>
              <a:path w="71875" h="66029">
                <a:moveTo>
                  <a:pt x="60182" y="0"/>
                </a:moveTo>
                <a:lnTo>
                  <a:pt x="0" y="44707"/>
                </a:lnTo>
                <a:lnTo>
                  <a:pt x="71875" y="66029"/>
                </a:lnTo>
              </a:path>
            </a:pathLst>
          </a:custGeom>
          <a:noFill xmlns:a="http://schemas.openxmlformats.org/drawingml/2006/main"/>
          <a:ln xmlns:a="http://schemas.openxmlformats.org/drawingml/2006/main" w="13411">
            <a:solidFill>
              <a:srgbClr val="000000"/>
            </a:solidFill>
            <a:prstDash val="solid"/>
          </a:ln>
        </p:spPr>
      </p:sp>
      <p:sp>
        <p:nvSpPr>
          <p:cNvPr id="147" name="dp41-comparison / n138 / path">
            <a:extLst xmlns:a="http://schemas.openxmlformats.org/drawingml/2006/main">
              <a:ext uri="{FF2B5EF4-FFF2-40B4-BE49-F238E27FC236}">
                <a16:creationId xmlns:a16="http://schemas.microsoft.com/office/drawing/2014/main" id="{E197DFF2-DD7B-4AFB-99F5-03BA0DEA9AB2}"/>
              </a:ext>
            </a:extLst>
          </p:cNvPr>
          <p:cNvSpPr>
            <a:spLocks xmlns:a="http://schemas.openxmlformats.org/drawingml/2006/main" noGrp="1"/>
          </p:cNvSpPr>
          <p:nvPr/>
        </p:nvSpPr>
        <p:spPr>
          <a:xfrm xmlns:a="http://schemas.openxmlformats.org/drawingml/2006/main">
            <a:off x="2166938" y="6858000"/>
            <a:ext cx="953" cy="57150"/>
          </a:xfrm>
          <a:custGeom xmlns:a="http://schemas.openxmlformats.org/drawingml/2006/main">
            <a:pathLst>
              <a:path w="953" h="57150">
                <a:moveTo>
                  <a:pt x="0" y="57150"/>
                </a:moveTo>
                <a:lnTo>
                  <a:pt x="0" y="0"/>
                </a:lnTo>
              </a:path>
            </a:pathLst>
          </a:custGeom>
          <a:noFill xmlns:a="http://schemas.openxmlformats.org/drawingml/2006/main"/>
          <a:ln xmlns:a="http://schemas.openxmlformats.org/drawingml/2006/main" w="10478">
            <a:solidFill>
              <a:srgbClr val="000000"/>
            </a:solidFill>
            <a:prstDash val="solid"/>
          </a:ln>
        </p:spPr>
      </p:sp>
      <p:sp>
        <p:nvSpPr>
          <p:cNvPr id="148" name="dp41-comparison / n138 / arrow">
            <a:extLst xmlns:a="http://schemas.openxmlformats.org/drawingml/2006/main">
              <a:ext uri="{FF2B5EF4-FFF2-40B4-BE49-F238E27FC236}">
                <a16:creationId xmlns:a16="http://schemas.microsoft.com/office/drawing/2014/main" id="{935BE44E-E3B0-45F0-9041-E8FC89D6D1BA}"/>
              </a:ext>
            </a:extLst>
          </p:cNvPr>
          <p:cNvSpPr>
            <a:spLocks xmlns:a="http://schemas.openxmlformats.org/drawingml/2006/main" noGrp="1"/>
          </p:cNvSpPr>
          <p:nvPr/>
        </p:nvSpPr>
        <p:spPr>
          <a:xfrm xmlns:a="http://schemas.openxmlformats.org/drawingml/2006/main">
            <a:off x="2133410" y="6858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49" name="dp41-comparison / n139 / path">
            <a:extLst xmlns:a="http://schemas.openxmlformats.org/drawingml/2006/main">
              <a:ext uri="{FF2B5EF4-FFF2-40B4-BE49-F238E27FC236}">
                <a16:creationId xmlns:a16="http://schemas.microsoft.com/office/drawing/2014/main" id="{8144DB32-7F67-450A-9688-B367CD5E04EC}"/>
              </a:ext>
            </a:extLst>
          </p:cNvPr>
          <p:cNvSpPr>
            <a:spLocks xmlns:a="http://schemas.openxmlformats.org/drawingml/2006/main" noGrp="1"/>
          </p:cNvSpPr>
          <p:nvPr/>
        </p:nvSpPr>
        <p:spPr>
          <a:xfrm xmlns:a="http://schemas.openxmlformats.org/drawingml/2006/main">
            <a:off x="3905250" y="6496050"/>
            <a:ext cx="1552575" cy="495300"/>
          </a:xfrm>
          <a:custGeom xmlns:a="http://schemas.openxmlformats.org/drawingml/2006/main">
            <a:pathLst>
              <a:path w="1552575" h="495300">
                <a:moveTo>
                  <a:pt x="0" y="47625"/>
                </a:moveTo>
                <a:lnTo>
                  <a:pt x="161925" y="0"/>
                </a:lnTo>
                <a:lnTo>
                  <a:pt x="161925" y="361950"/>
                </a:lnTo>
                <a:lnTo>
                  <a:pt x="1552575" y="361950"/>
                </a:lnTo>
                <a:lnTo>
                  <a:pt x="1552575" y="495300"/>
                </a:lnTo>
              </a:path>
            </a:pathLst>
          </a:custGeom>
          <a:noFill xmlns:a="http://schemas.openxmlformats.org/drawingml/2006/main"/>
          <a:ln xmlns:a="http://schemas.openxmlformats.org/drawingml/2006/main" w="10478">
            <a:solidFill>
              <a:srgbClr val="000000"/>
            </a:solidFill>
            <a:prstDash val="solid"/>
          </a:ln>
        </p:spPr>
      </p:sp>
      <p:sp>
        <p:nvSpPr>
          <p:cNvPr id="150" name="dp41-comparison / n139 / arrow">
            <a:extLst xmlns:a="http://schemas.openxmlformats.org/drawingml/2006/main">
              <a:ext uri="{FF2B5EF4-FFF2-40B4-BE49-F238E27FC236}">
                <a16:creationId xmlns:a16="http://schemas.microsoft.com/office/drawing/2014/main" id="{DACDD368-FF69-47FF-8F7F-57CC004E254B}"/>
              </a:ext>
            </a:extLst>
          </p:cNvPr>
          <p:cNvSpPr>
            <a:spLocks xmlns:a="http://schemas.openxmlformats.org/drawingml/2006/main" noGrp="1"/>
          </p:cNvSpPr>
          <p:nvPr/>
        </p:nvSpPr>
        <p:spPr>
          <a:xfrm xmlns:a="http://schemas.openxmlformats.org/drawingml/2006/main">
            <a:off x="5424297"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1" name="dp41-comparison / n140 / path">
            <a:extLst xmlns:a="http://schemas.openxmlformats.org/drawingml/2006/main">
              <a:ext uri="{FF2B5EF4-FFF2-40B4-BE49-F238E27FC236}">
                <a16:creationId xmlns:a16="http://schemas.microsoft.com/office/drawing/2014/main" id="{6EBB7DF4-6934-4DA4-A9D7-BC1D2C622BAD}"/>
              </a:ext>
            </a:extLst>
          </p:cNvPr>
          <p:cNvSpPr>
            <a:spLocks xmlns:a="http://schemas.openxmlformats.org/drawingml/2006/main" noGrp="1"/>
          </p:cNvSpPr>
          <p:nvPr/>
        </p:nvSpPr>
        <p:spPr>
          <a:xfrm xmlns:a="http://schemas.openxmlformats.org/drawingml/2006/main">
            <a:off x="3905250" y="7067550"/>
            <a:ext cx="457200" cy="90488"/>
          </a:xfrm>
          <a:custGeom xmlns:a="http://schemas.openxmlformats.org/drawingml/2006/main">
            <a:pathLst>
              <a:path w="457200" h="90488">
                <a:moveTo>
                  <a:pt x="457200" y="0"/>
                </a:moveTo>
                <a:lnTo>
                  <a:pt x="0" y="90488"/>
                </a:lnTo>
              </a:path>
            </a:pathLst>
          </a:custGeom>
          <a:noFill xmlns:a="http://schemas.openxmlformats.org/drawingml/2006/main"/>
          <a:ln xmlns:a="http://schemas.openxmlformats.org/drawingml/2006/main" w="10478">
            <a:solidFill>
              <a:srgbClr val="000000"/>
            </a:solidFill>
            <a:prstDash val="solid"/>
          </a:ln>
        </p:spPr>
      </p:sp>
      <p:sp>
        <p:nvSpPr>
          <p:cNvPr id="152" name="dp41-comparison / n140 / arrow">
            <a:extLst xmlns:a="http://schemas.openxmlformats.org/drawingml/2006/main">
              <a:ext uri="{FF2B5EF4-FFF2-40B4-BE49-F238E27FC236}">
                <a16:creationId xmlns:a16="http://schemas.microsoft.com/office/drawing/2014/main" id="{1AB00396-CDA7-436D-A2BE-A312ED012289}"/>
              </a:ext>
            </a:extLst>
          </p:cNvPr>
          <p:cNvSpPr>
            <a:spLocks xmlns:a="http://schemas.openxmlformats.org/drawingml/2006/main" noGrp="1"/>
          </p:cNvSpPr>
          <p:nvPr/>
        </p:nvSpPr>
        <p:spPr>
          <a:xfrm xmlns:a="http://schemas.openxmlformats.org/drawingml/2006/main">
            <a:off x="3905250" y="7112129"/>
            <a:ext cx="72290" cy="65780"/>
          </a:xfrm>
          <a:custGeom xmlns:a="http://schemas.openxmlformats.org/drawingml/2006/main">
            <a:pathLst>
              <a:path w="72290" h="65780">
                <a:moveTo>
                  <a:pt x="59271" y="0"/>
                </a:moveTo>
                <a:lnTo>
                  <a:pt x="0" y="45909"/>
                </a:lnTo>
                <a:lnTo>
                  <a:pt x="72290" y="65780"/>
                </a:lnTo>
              </a:path>
            </a:pathLst>
          </a:custGeom>
          <a:noFill xmlns:a="http://schemas.openxmlformats.org/drawingml/2006/main"/>
          <a:ln xmlns:a="http://schemas.openxmlformats.org/drawingml/2006/main" w="13411">
            <a:solidFill>
              <a:srgbClr val="000000"/>
            </a:solidFill>
            <a:prstDash val="solid"/>
          </a:ln>
        </p:spPr>
      </p:sp>
      <p:sp>
        <p:nvSpPr>
          <p:cNvPr id="153" name="dp41-comparison / n141 / path">
            <a:extLst xmlns:a="http://schemas.openxmlformats.org/drawingml/2006/main">
              <a:ext uri="{FF2B5EF4-FFF2-40B4-BE49-F238E27FC236}">
                <a16:creationId xmlns:a16="http://schemas.microsoft.com/office/drawing/2014/main" id="{04CEFE9A-D000-42CF-8885-52464AF312BD}"/>
              </a:ext>
            </a:extLst>
          </p:cNvPr>
          <p:cNvSpPr>
            <a:spLocks xmlns:a="http://schemas.openxmlformats.org/drawingml/2006/main" noGrp="1"/>
          </p:cNvSpPr>
          <p:nvPr/>
        </p:nvSpPr>
        <p:spPr>
          <a:xfrm xmlns:a="http://schemas.openxmlformats.org/drawingml/2006/main">
            <a:off x="3905250" y="7200900"/>
            <a:ext cx="457200" cy="90488"/>
          </a:xfrm>
          <a:custGeom xmlns:a="http://schemas.openxmlformats.org/drawingml/2006/main">
            <a:pathLst>
              <a:path w="457200" h="90488">
                <a:moveTo>
                  <a:pt x="0" y="90488"/>
                </a:moveTo>
                <a:lnTo>
                  <a:pt x="457200" y="0"/>
                </a:lnTo>
              </a:path>
            </a:pathLst>
          </a:custGeom>
          <a:noFill xmlns:a="http://schemas.openxmlformats.org/drawingml/2006/main"/>
          <a:ln xmlns:a="http://schemas.openxmlformats.org/drawingml/2006/main" w="10478">
            <a:solidFill>
              <a:srgbClr val="000000"/>
            </a:solidFill>
            <a:prstDash val="dash"/>
          </a:ln>
        </p:spPr>
      </p:sp>
      <p:sp>
        <p:nvSpPr>
          <p:cNvPr id="154" name="dp41-comparison / n141 / arrow">
            <a:extLst xmlns:a="http://schemas.openxmlformats.org/drawingml/2006/main">
              <a:ext uri="{FF2B5EF4-FFF2-40B4-BE49-F238E27FC236}">
                <a16:creationId xmlns:a16="http://schemas.microsoft.com/office/drawing/2014/main" id="{CBDBAD69-9B91-4413-8516-8225B8733DCC}"/>
              </a:ext>
            </a:extLst>
          </p:cNvPr>
          <p:cNvSpPr>
            <a:spLocks xmlns:a="http://schemas.openxmlformats.org/drawingml/2006/main" noGrp="1"/>
          </p:cNvSpPr>
          <p:nvPr/>
        </p:nvSpPr>
        <p:spPr>
          <a:xfrm xmlns:a="http://schemas.openxmlformats.org/drawingml/2006/main">
            <a:off x="4290160" y="7181029"/>
            <a:ext cx="72290" cy="65780"/>
          </a:xfrm>
          <a:custGeom xmlns:a="http://schemas.openxmlformats.org/drawingml/2006/main">
            <a:pathLst>
              <a:path w="72290" h="65780">
                <a:moveTo>
                  <a:pt x="13019" y="65780"/>
                </a:moveTo>
                <a:lnTo>
                  <a:pt x="72290" y="19871"/>
                </a:lnTo>
                <a:lnTo>
                  <a:pt x="0" y="0"/>
                </a:lnTo>
              </a:path>
            </a:pathLst>
          </a:custGeom>
          <a:noFill xmlns:a="http://schemas.openxmlformats.org/drawingml/2006/main"/>
          <a:ln xmlns:a="http://schemas.openxmlformats.org/drawingml/2006/main" w="13411">
            <a:solidFill>
              <a:srgbClr val="000000"/>
            </a:solidFill>
            <a:prstDash val="solid"/>
          </a:ln>
        </p:spPr>
      </p:sp>
      <p:sp>
        <p:nvSpPr>
          <p:cNvPr id="155" name="dp41-comparison / n142 / path">
            <a:extLst xmlns:a="http://schemas.openxmlformats.org/drawingml/2006/main">
              <a:ext uri="{FF2B5EF4-FFF2-40B4-BE49-F238E27FC236}">
                <a16:creationId xmlns:a16="http://schemas.microsoft.com/office/drawing/2014/main" id="{267C8AA1-B247-4ACD-B6D3-3CDF598B9D73}"/>
              </a:ext>
            </a:extLst>
          </p:cNvPr>
          <p:cNvSpPr>
            <a:spLocks xmlns:a="http://schemas.openxmlformats.org/drawingml/2006/main" noGrp="1"/>
          </p:cNvSpPr>
          <p:nvPr/>
        </p:nvSpPr>
        <p:spPr>
          <a:xfrm xmlns:a="http://schemas.openxmlformats.org/drawingml/2006/main">
            <a:off x="1543050" y="6486525"/>
            <a:ext cx="5191125" cy="552450"/>
          </a:xfrm>
          <a:custGeom xmlns:a="http://schemas.openxmlformats.org/drawingml/2006/main">
            <a:pathLst>
              <a:path w="5191125" h="552450">
                <a:moveTo>
                  <a:pt x="5010150" y="552450"/>
                </a:moveTo>
                <a:lnTo>
                  <a:pt x="5191125" y="552450"/>
                </a:lnTo>
                <a:lnTo>
                  <a:pt x="5191125" y="352425"/>
                </a:lnTo>
                <a:lnTo>
                  <a:pt x="0" y="352425"/>
                </a:lnTo>
                <a:lnTo>
                  <a:pt x="0" y="0"/>
                </a:lnTo>
                <a:lnTo>
                  <a:pt x="123825" y="47625"/>
                </a:lnTo>
              </a:path>
            </a:pathLst>
          </a:custGeom>
          <a:noFill xmlns:a="http://schemas.openxmlformats.org/drawingml/2006/main"/>
          <a:ln xmlns:a="http://schemas.openxmlformats.org/drawingml/2006/main" w="10478">
            <a:solidFill>
              <a:srgbClr val="000000"/>
            </a:solidFill>
            <a:prstDash val="solid"/>
          </a:ln>
        </p:spPr>
      </p:sp>
      <p:sp>
        <p:nvSpPr>
          <p:cNvPr id="156" name="dp41-comparison / n142 / arrow">
            <a:extLst xmlns:a="http://schemas.openxmlformats.org/drawingml/2006/main">
              <a:ext uri="{FF2B5EF4-FFF2-40B4-BE49-F238E27FC236}">
                <a16:creationId xmlns:a16="http://schemas.microsoft.com/office/drawing/2014/main" id="{B008A989-FE14-47DF-92B7-F24E5AA04A1E}"/>
              </a:ext>
            </a:extLst>
          </p:cNvPr>
          <p:cNvSpPr>
            <a:spLocks xmlns:a="http://schemas.openxmlformats.org/drawingml/2006/main" noGrp="1"/>
          </p:cNvSpPr>
          <p:nvPr/>
        </p:nvSpPr>
        <p:spPr>
          <a:xfrm xmlns:a="http://schemas.openxmlformats.org/drawingml/2006/main">
            <a:off x="1592253" y="6478785"/>
            <a:ext cx="74622" cy="62586"/>
          </a:xfrm>
          <a:custGeom xmlns:a="http://schemas.openxmlformats.org/drawingml/2006/main">
            <a:pathLst>
              <a:path w="74622" h="62586">
                <a:moveTo>
                  <a:pt x="0" y="62586"/>
                </a:moveTo>
                <a:lnTo>
                  <a:pt x="74622" y="55365"/>
                </a:lnTo>
                <a:lnTo>
                  <a:pt x="24072" y="0"/>
                </a:lnTo>
              </a:path>
            </a:pathLst>
          </a:custGeom>
          <a:noFill xmlns:a="http://schemas.openxmlformats.org/drawingml/2006/main"/>
          <a:ln xmlns:a="http://schemas.openxmlformats.org/drawingml/2006/main" w="13411">
            <a:solidFill>
              <a:srgbClr val="000000"/>
            </a:solidFill>
            <a:prstDash val="solid"/>
          </a:ln>
        </p:spPr>
      </p:sp>
      <p:sp>
        <p:nvSpPr>
          <p:cNvPr id="157" name="dp41-comparison / n143 / path">
            <a:extLst xmlns:a="http://schemas.openxmlformats.org/drawingml/2006/main">
              <a:ext uri="{FF2B5EF4-FFF2-40B4-BE49-F238E27FC236}">
                <a16:creationId xmlns:a16="http://schemas.microsoft.com/office/drawing/2014/main" id="{A472AF4D-9E8A-4C89-A3F2-1313CEFA9B41}"/>
              </a:ext>
            </a:extLst>
          </p:cNvPr>
          <p:cNvSpPr>
            <a:spLocks xmlns:a="http://schemas.openxmlformats.org/drawingml/2006/main" noGrp="1"/>
          </p:cNvSpPr>
          <p:nvPr/>
        </p:nvSpPr>
        <p:spPr>
          <a:xfrm xmlns:a="http://schemas.openxmlformats.org/drawingml/2006/main">
            <a:off x="6553200" y="6143625"/>
            <a:ext cx="685800" cy="990600"/>
          </a:xfrm>
          <a:custGeom xmlns:a="http://schemas.openxmlformats.org/drawingml/2006/main">
            <a:pathLst>
              <a:path w="685800" h="990600">
                <a:moveTo>
                  <a:pt x="0" y="990600"/>
                </a:moveTo>
                <a:lnTo>
                  <a:pt x="323850" y="990600"/>
                </a:lnTo>
                <a:lnTo>
                  <a:pt x="323850" y="0"/>
                </a:lnTo>
                <a:lnTo>
                  <a:pt x="685800" y="0"/>
                </a:lnTo>
              </a:path>
            </a:pathLst>
          </a:custGeom>
          <a:noFill xmlns:a="http://schemas.openxmlformats.org/drawingml/2006/main"/>
          <a:ln xmlns:a="http://schemas.openxmlformats.org/drawingml/2006/main" w="10478">
            <a:solidFill>
              <a:srgbClr val="000000"/>
            </a:solidFill>
            <a:prstDash val="solid"/>
          </a:ln>
        </p:spPr>
      </p:sp>
      <p:sp>
        <p:nvSpPr>
          <p:cNvPr id="158" name="dp41-comparison / n143 / arrow">
            <a:extLst xmlns:a="http://schemas.openxmlformats.org/drawingml/2006/main">
              <a:ext uri="{FF2B5EF4-FFF2-40B4-BE49-F238E27FC236}">
                <a16:creationId xmlns:a16="http://schemas.microsoft.com/office/drawing/2014/main" id="{9978E35A-D8D1-4DD4-84B2-7D8867692128}"/>
              </a:ext>
            </a:extLst>
          </p:cNvPr>
          <p:cNvSpPr>
            <a:spLocks xmlns:a="http://schemas.openxmlformats.org/drawingml/2006/main" noGrp="1"/>
          </p:cNvSpPr>
          <p:nvPr/>
        </p:nvSpPr>
        <p:spPr>
          <a:xfrm xmlns:a="http://schemas.openxmlformats.org/drawingml/2006/main">
            <a:off x="7171944" y="61100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9" name="dp41-comparison / n144 / path">
            <a:extLst xmlns:a="http://schemas.openxmlformats.org/drawingml/2006/main">
              <a:ext uri="{FF2B5EF4-FFF2-40B4-BE49-F238E27FC236}">
                <a16:creationId xmlns:a16="http://schemas.microsoft.com/office/drawing/2014/main" id="{76240882-8A93-42C2-88E4-0BF5B67D683A}"/>
              </a:ext>
            </a:extLst>
          </p:cNvPr>
          <p:cNvSpPr>
            <a:spLocks xmlns:a="http://schemas.openxmlformats.org/drawingml/2006/main" noGrp="1"/>
          </p:cNvSpPr>
          <p:nvPr/>
        </p:nvSpPr>
        <p:spPr>
          <a:xfrm xmlns:a="http://schemas.openxmlformats.org/drawingml/2006/main">
            <a:off x="6553200" y="6267450"/>
            <a:ext cx="685800" cy="952500"/>
          </a:xfrm>
          <a:custGeom xmlns:a="http://schemas.openxmlformats.org/drawingml/2006/main">
            <a:pathLst>
              <a:path w="685800" h="952500">
                <a:moveTo>
                  <a:pt x="685800" y="0"/>
                </a:moveTo>
                <a:lnTo>
                  <a:pt x="400050" y="0"/>
                </a:lnTo>
                <a:lnTo>
                  <a:pt x="400050" y="952500"/>
                </a:lnTo>
                <a:lnTo>
                  <a:pt x="0" y="952500"/>
                </a:lnTo>
              </a:path>
            </a:pathLst>
          </a:custGeom>
          <a:noFill xmlns:a="http://schemas.openxmlformats.org/drawingml/2006/main"/>
          <a:ln xmlns:a="http://schemas.openxmlformats.org/drawingml/2006/main" w="10478">
            <a:solidFill>
              <a:srgbClr val="000000"/>
            </a:solidFill>
            <a:prstDash val="dash"/>
          </a:ln>
        </p:spPr>
      </p:sp>
      <p:sp>
        <p:nvSpPr>
          <p:cNvPr id="160" name="dp41-comparison / n144 / arrow">
            <a:extLst xmlns:a="http://schemas.openxmlformats.org/drawingml/2006/main">
              <a:ext uri="{FF2B5EF4-FFF2-40B4-BE49-F238E27FC236}">
                <a16:creationId xmlns:a16="http://schemas.microsoft.com/office/drawing/2014/main" id="{012F31AD-A72C-44E2-B186-A661446DA8A3}"/>
              </a:ext>
            </a:extLst>
          </p:cNvPr>
          <p:cNvSpPr>
            <a:spLocks xmlns:a="http://schemas.openxmlformats.org/drawingml/2006/main" noGrp="1"/>
          </p:cNvSpPr>
          <p:nvPr/>
        </p:nvSpPr>
        <p:spPr>
          <a:xfrm xmlns:a="http://schemas.openxmlformats.org/drawingml/2006/main">
            <a:off x="6553200" y="71864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1" name="dp41-comparison / n145 / path">
            <a:extLst xmlns:a="http://schemas.openxmlformats.org/drawingml/2006/main">
              <a:ext uri="{FF2B5EF4-FFF2-40B4-BE49-F238E27FC236}">
                <a16:creationId xmlns:a16="http://schemas.microsoft.com/office/drawing/2014/main" id="{19E982F5-0DDF-4D45-B722-8EF31BCDEC26}"/>
              </a:ext>
            </a:extLst>
          </p:cNvPr>
          <p:cNvSpPr>
            <a:spLocks xmlns:a="http://schemas.openxmlformats.org/drawingml/2006/main" noGrp="1"/>
          </p:cNvSpPr>
          <p:nvPr/>
        </p:nvSpPr>
        <p:spPr>
          <a:xfrm xmlns:a="http://schemas.openxmlformats.org/drawingml/2006/main">
            <a:off x="2209800" y="6172200"/>
            <a:ext cx="7239000" cy="1371600"/>
          </a:xfrm>
          <a:custGeom xmlns:a="http://schemas.openxmlformats.org/drawingml/2006/main">
            <a:pathLst>
              <a:path w="7239000" h="1371600">
                <a:moveTo>
                  <a:pt x="0" y="1219200"/>
                </a:moveTo>
                <a:lnTo>
                  <a:pt x="0" y="1371600"/>
                </a:lnTo>
                <a:lnTo>
                  <a:pt x="7239000" y="1371600"/>
                </a:lnTo>
                <a:lnTo>
                  <a:pt x="7239000" y="0"/>
                </a:lnTo>
                <a:lnTo>
                  <a:pt x="7124700" y="0"/>
                </a:lnTo>
              </a:path>
            </a:pathLst>
          </a:custGeom>
          <a:noFill xmlns:a="http://schemas.openxmlformats.org/drawingml/2006/main"/>
          <a:ln xmlns:a="http://schemas.openxmlformats.org/drawingml/2006/main" w="10478">
            <a:solidFill>
              <a:srgbClr val="000000"/>
            </a:solidFill>
            <a:prstDash val="solid"/>
          </a:ln>
        </p:spPr>
      </p:sp>
      <p:sp>
        <p:nvSpPr>
          <p:cNvPr id="162" name="dp41-comparison / n145 / arrow">
            <a:extLst xmlns:a="http://schemas.openxmlformats.org/drawingml/2006/main">
              <a:ext uri="{FF2B5EF4-FFF2-40B4-BE49-F238E27FC236}">
                <a16:creationId xmlns:a16="http://schemas.microsoft.com/office/drawing/2014/main" id="{7685D40F-35B3-4C1F-9663-F11674CD408F}"/>
              </a:ext>
            </a:extLst>
          </p:cNvPr>
          <p:cNvSpPr>
            <a:spLocks xmlns:a="http://schemas.openxmlformats.org/drawingml/2006/main" noGrp="1"/>
          </p:cNvSpPr>
          <p:nvPr/>
        </p:nvSpPr>
        <p:spPr>
          <a:xfrm xmlns:a="http://schemas.openxmlformats.org/drawingml/2006/main">
            <a:off x="933450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3" name="dp41-comparison / n146 / path">
            <a:extLst xmlns:a="http://schemas.openxmlformats.org/drawingml/2006/main">
              <a:ext uri="{FF2B5EF4-FFF2-40B4-BE49-F238E27FC236}">
                <a16:creationId xmlns:a16="http://schemas.microsoft.com/office/drawing/2014/main" id="{E55E7820-2B4D-4A34-ADE1-C2B37E66A51E}"/>
              </a:ext>
            </a:extLst>
          </p:cNvPr>
          <p:cNvSpPr>
            <a:spLocks xmlns:a="http://schemas.openxmlformats.org/drawingml/2006/main" noGrp="1"/>
          </p:cNvSpPr>
          <p:nvPr/>
        </p:nvSpPr>
        <p:spPr>
          <a:xfrm xmlns:a="http://schemas.openxmlformats.org/drawingml/2006/main">
            <a:off x="2314575" y="6296025"/>
            <a:ext cx="7105650" cy="1209675"/>
          </a:xfrm>
          <a:custGeom xmlns:a="http://schemas.openxmlformats.org/drawingml/2006/main">
            <a:pathLst>
              <a:path w="7105650" h="1209675">
                <a:moveTo>
                  <a:pt x="7019925" y="0"/>
                </a:moveTo>
                <a:lnTo>
                  <a:pt x="7105650" y="0"/>
                </a:lnTo>
                <a:lnTo>
                  <a:pt x="7105650" y="1209675"/>
                </a:lnTo>
                <a:lnTo>
                  <a:pt x="0" y="1209675"/>
                </a:lnTo>
                <a:lnTo>
                  <a:pt x="0" y="1095375"/>
                </a:lnTo>
              </a:path>
            </a:pathLst>
          </a:custGeom>
          <a:noFill xmlns:a="http://schemas.openxmlformats.org/drawingml/2006/main"/>
          <a:ln xmlns:a="http://schemas.openxmlformats.org/drawingml/2006/main" w="10478">
            <a:solidFill>
              <a:srgbClr val="000000"/>
            </a:solidFill>
            <a:prstDash val="dash"/>
          </a:ln>
        </p:spPr>
      </p:sp>
      <p:sp>
        <p:nvSpPr>
          <p:cNvPr id="164" name="dp41-comparison / n146 / arrow">
            <a:extLst xmlns:a="http://schemas.openxmlformats.org/drawingml/2006/main">
              <a:ext uri="{FF2B5EF4-FFF2-40B4-BE49-F238E27FC236}">
                <a16:creationId xmlns:a16="http://schemas.microsoft.com/office/drawing/2014/main" id="{1F179F80-02EA-4E5A-B756-E1C2F258B1E0}"/>
              </a:ext>
            </a:extLst>
          </p:cNvPr>
          <p:cNvSpPr>
            <a:spLocks xmlns:a="http://schemas.openxmlformats.org/drawingml/2006/main" noGrp="1"/>
          </p:cNvSpPr>
          <p:nvPr/>
        </p:nvSpPr>
        <p:spPr>
          <a:xfrm xmlns:a="http://schemas.openxmlformats.org/drawingml/2006/main">
            <a:off x="2281047" y="73914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5" name="dp41-comparison / n147 / path">
            <a:extLst xmlns:a="http://schemas.openxmlformats.org/drawingml/2006/main">
              <a:ext uri="{FF2B5EF4-FFF2-40B4-BE49-F238E27FC236}">
                <a16:creationId xmlns:a16="http://schemas.microsoft.com/office/drawing/2014/main" id="{24AAEFCB-4FC7-46A2-A763-A43C2AB7597F}"/>
              </a:ext>
            </a:extLst>
          </p:cNvPr>
          <p:cNvSpPr>
            <a:spLocks xmlns:a="http://schemas.openxmlformats.org/drawingml/2006/main" noGrp="1"/>
          </p:cNvSpPr>
          <p:nvPr/>
        </p:nvSpPr>
        <p:spPr>
          <a:xfrm xmlns:a="http://schemas.openxmlformats.org/drawingml/2006/main">
            <a:off x="3905250" y="5886450"/>
            <a:ext cx="457200" cy="333375"/>
          </a:xfrm>
          <a:custGeom xmlns:a="http://schemas.openxmlformats.org/drawingml/2006/main">
            <a:pathLst>
              <a:path w="457200" h="333375">
                <a:moveTo>
                  <a:pt x="0" y="333375"/>
                </a:moveTo>
                <a:lnTo>
                  <a:pt x="171450" y="285750"/>
                </a:lnTo>
                <a:lnTo>
                  <a:pt x="171450" y="0"/>
                </a:lnTo>
                <a:lnTo>
                  <a:pt x="457200" y="0"/>
                </a:lnTo>
              </a:path>
            </a:pathLst>
          </a:custGeom>
          <a:noFill xmlns:a="http://schemas.openxmlformats.org/drawingml/2006/main"/>
          <a:ln xmlns:a="http://schemas.openxmlformats.org/drawingml/2006/main" w="10478">
            <a:solidFill>
              <a:srgbClr val="000000"/>
            </a:solidFill>
            <a:prstDash val="solid"/>
          </a:ln>
        </p:spPr>
      </p:sp>
      <p:sp>
        <p:nvSpPr>
          <p:cNvPr id="166" name="dp41-comparison / n147 / arrow">
            <a:extLst xmlns:a="http://schemas.openxmlformats.org/drawingml/2006/main">
              <a:ext uri="{FF2B5EF4-FFF2-40B4-BE49-F238E27FC236}">
                <a16:creationId xmlns:a16="http://schemas.microsoft.com/office/drawing/2014/main" id="{88776CC9-CCB7-4B4C-A1CC-A5832329D20E}"/>
              </a:ext>
            </a:extLst>
          </p:cNvPr>
          <p:cNvSpPr>
            <a:spLocks xmlns:a="http://schemas.openxmlformats.org/drawingml/2006/main" noGrp="1"/>
          </p:cNvSpPr>
          <p:nvPr/>
        </p:nvSpPr>
        <p:spPr>
          <a:xfrm xmlns:a="http://schemas.openxmlformats.org/drawingml/2006/main">
            <a:off x="4295394" y="5852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7" name="dp41-comparison / n148 / path">
            <a:extLst xmlns:a="http://schemas.openxmlformats.org/drawingml/2006/main">
              <a:ext uri="{FF2B5EF4-FFF2-40B4-BE49-F238E27FC236}">
                <a16:creationId xmlns:a16="http://schemas.microsoft.com/office/drawing/2014/main" id="{BAE41C9C-2D0B-40FE-BB36-BEDFC9953DF9}"/>
              </a:ext>
            </a:extLst>
          </p:cNvPr>
          <p:cNvSpPr>
            <a:spLocks xmlns:a="http://schemas.openxmlformats.org/drawingml/2006/main" noGrp="1"/>
          </p:cNvSpPr>
          <p:nvPr/>
        </p:nvSpPr>
        <p:spPr>
          <a:xfrm xmlns:a="http://schemas.openxmlformats.org/drawingml/2006/main">
            <a:off x="6553200" y="5810250"/>
            <a:ext cx="1733550" cy="1181100"/>
          </a:xfrm>
          <a:custGeom xmlns:a="http://schemas.openxmlformats.org/drawingml/2006/main">
            <a:pathLst>
              <a:path w="1733550" h="1181100">
                <a:moveTo>
                  <a:pt x="0" y="0"/>
                </a:moveTo>
                <a:lnTo>
                  <a:pt x="171450" y="0"/>
                </a:lnTo>
                <a:lnTo>
                  <a:pt x="171450" y="1095375"/>
                </a:lnTo>
                <a:lnTo>
                  <a:pt x="1733550" y="1095375"/>
                </a:lnTo>
                <a:lnTo>
                  <a:pt x="1733550" y="1181100"/>
                </a:lnTo>
              </a:path>
            </a:pathLst>
          </a:custGeom>
          <a:noFill xmlns:a="http://schemas.openxmlformats.org/drawingml/2006/main"/>
          <a:ln xmlns:a="http://schemas.openxmlformats.org/drawingml/2006/main" w="10478">
            <a:solidFill>
              <a:srgbClr val="000000"/>
            </a:solidFill>
            <a:prstDash val="solid"/>
          </a:ln>
        </p:spPr>
      </p:sp>
      <p:sp>
        <p:nvSpPr>
          <p:cNvPr id="168" name="dp41-comparison / n148 / arrow">
            <a:extLst xmlns:a="http://schemas.openxmlformats.org/drawingml/2006/main">
              <a:ext uri="{FF2B5EF4-FFF2-40B4-BE49-F238E27FC236}">
                <a16:creationId xmlns:a16="http://schemas.microsoft.com/office/drawing/2014/main" id="{8CC15ADF-4E5E-4380-8EF1-97FE073899F6}"/>
              </a:ext>
            </a:extLst>
          </p:cNvPr>
          <p:cNvSpPr>
            <a:spLocks xmlns:a="http://schemas.openxmlformats.org/drawingml/2006/main" noGrp="1"/>
          </p:cNvSpPr>
          <p:nvPr/>
        </p:nvSpPr>
        <p:spPr>
          <a:xfrm xmlns:a="http://schemas.openxmlformats.org/drawingml/2006/main">
            <a:off x="8253222"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9" name="dp41-comparison / n149 / path">
            <a:extLst xmlns:a="http://schemas.openxmlformats.org/drawingml/2006/main">
              <a:ext uri="{FF2B5EF4-FFF2-40B4-BE49-F238E27FC236}">
                <a16:creationId xmlns:a16="http://schemas.microsoft.com/office/drawing/2014/main" id="{E45B2045-D816-4364-9FE7-E3EBE2AED998}"/>
              </a:ext>
            </a:extLst>
          </p:cNvPr>
          <p:cNvSpPr>
            <a:spLocks xmlns:a="http://schemas.openxmlformats.org/drawingml/2006/main" noGrp="1"/>
          </p:cNvSpPr>
          <p:nvPr/>
        </p:nvSpPr>
        <p:spPr>
          <a:xfrm xmlns:a="http://schemas.openxmlformats.org/drawingml/2006/main">
            <a:off x="8286750" y="7258050"/>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0478">
            <a:solidFill>
              <a:srgbClr val="000000"/>
            </a:solidFill>
            <a:prstDash val="solid"/>
          </a:ln>
        </p:spPr>
      </p:sp>
      <p:sp>
        <p:nvSpPr>
          <p:cNvPr id="170" name="dp41-comparison / n149 / arrow">
            <a:extLst xmlns:a="http://schemas.openxmlformats.org/drawingml/2006/main">
              <a:ext uri="{FF2B5EF4-FFF2-40B4-BE49-F238E27FC236}">
                <a16:creationId xmlns:a16="http://schemas.microsoft.com/office/drawing/2014/main" id="{4B6ECFC2-C619-4093-9B8E-AD8FD4CFCD99}"/>
              </a:ext>
            </a:extLst>
          </p:cNvPr>
          <p:cNvSpPr>
            <a:spLocks xmlns:a="http://schemas.openxmlformats.org/drawingml/2006/main" noGrp="1"/>
          </p:cNvSpPr>
          <p:nvPr/>
        </p:nvSpPr>
        <p:spPr>
          <a:xfrm xmlns:a="http://schemas.openxmlformats.org/drawingml/2006/main">
            <a:off x="8253222" y="7305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1" name="dp41-comparison / n61">
            <a:extLst xmlns:a="http://schemas.openxmlformats.org/drawingml/2006/main">
              <a:ext uri="{FF2B5EF4-FFF2-40B4-BE49-F238E27FC236}">
                <a16:creationId xmlns:a16="http://schemas.microsoft.com/office/drawing/2014/main" id="{21D41991-C91E-4476-AFB4-A674759DDF0F}"/>
              </a:ext>
            </a:extLst>
          </p:cNvPr>
          <p:cNvSpPr>
            <a:spLocks xmlns:a="http://schemas.openxmlformats.org/drawingml/2006/main" noGrp="1"/>
          </p:cNvSpPr>
          <p:nvPr/>
        </p:nvSpPr>
        <p:spPr>
          <a:xfrm xmlns:a="http://schemas.openxmlformats.org/drawingml/2006/main">
            <a:off x="1647825" y="2943225"/>
            <a:ext cx="3486150"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1-comparison / n62 / text 1">
            <a:extLst xmlns:a="http://schemas.openxmlformats.org/drawingml/2006/main">
              <a:ext uri="{FF2B5EF4-FFF2-40B4-BE49-F238E27FC236}">
                <a16:creationId xmlns:a16="http://schemas.microsoft.com/office/drawing/2014/main" id="{696FE00F-DB54-40EE-B212-E7E9AF97BA61}"/>
              </a:ext>
            </a:extLst>
          </p:cNvPr>
          <p:cNvSpPr>
            <a:spLocks xmlns:a="http://schemas.openxmlformats.org/drawingml/2006/main" noGrp="1"/>
          </p:cNvSpPr>
          <p:nvPr/>
        </p:nvSpPr>
        <p:spPr>
          <a:xfrm xmlns:a="http://schemas.openxmlformats.org/drawingml/2006/main">
            <a:off x="1666875" y="2952750"/>
            <a:ext cx="7620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000000"/>
                </a:solidFill>
                <a:latin typeface="Apple SD Gothic Neo"/>
                <a:ea typeface="Apple SD Gothic Neo"/>
                <a:cs typeface="Apple SD Gothic Neo"/>
              </a:defRPr>
            </a:pPr>
            <a:r>
              <a:rPr sz="1500" b="0">
                <a:solidFill>
                  <a:srgbClr val="000000"/>
                </a:solidFill>
                <a:latin typeface="Apple SD Gothic Neo"/>
                <a:ea typeface="Apple SD Gothic Neo"/>
                <a:cs typeface="Apple SD Gothic Neo"/>
              </a:rPr>
              <a:t>모델이 다음 읽기와 전체 의미를 결정</a:t>
            </a:r>
          </a:p>
        </p:txBody>
      </p:sp>
      <p:sp>
        <p:nvSpPr>
          <p:cNvPr id="173" name="dp41-comparison / n68">
            <a:extLst xmlns:a="http://schemas.openxmlformats.org/drawingml/2006/main">
              <a:ext uri="{FF2B5EF4-FFF2-40B4-BE49-F238E27FC236}">
                <a16:creationId xmlns:a16="http://schemas.microsoft.com/office/drawing/2014/main" id="{27CA6F4C-3627-4E5C-9EBB-E07BDA71946A}"/>
              </a:ext>
            </a:extLst>
          </p:cNvPr>
          <p:cNvSpPr>
            <a:spLocks xmlns:a="http://schemas.openxmlformats.org/drawingml/2006/main" noGrp="1"/>
          </p:cNvSpPr>
          <p:nvPr/>
        </p:nvSpPr>
        <p:spPr>
          <a:xfrm xmlns:a="http://schemas.openxmlformats.org/drawingml/2006/main">
            <a:off x="4381500" y="3228975"/>
            <a:ext cx="2571750" cy="695325"/>
          </a:xfrm>
          <a:custGeom xmlns:a="http://schemas.openxmlformats.org/drawingml/2006/main">
            <a:pathLst>
              <a:path w="2571750" h="695325">
                <a:moveTo>
                  <a:pt x="0" y="0"/>
                </a:moveTo>
                <a:lnTo>
                  <a:pt x="2400300" y="0"/>
                </a:lnTo>
                <a:lnTo>
                  <a:pt x="2571750" y="171450"/>
                </a:lnTo>
                <a:lnTo>
                  <a:pt x="2571750" y="695325"/>
                </a:lnTo>
                <a:lnTo>
                  <a:pt x="0" y="6953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4" name="dp41-comparison / n68 / fold">
            <a:extLst xmlns:a="http://schemas.openxmlformats.org/drawingml/2006/main">
              <a:ext uri="{FF2B5EF4-FFF2-40B4-BE49-F238E27FC236}">
                <a16:creationId xmlns:a16="http://schemas.microsoft.com/office/drawing/2014/main" id="{383A1DC3-58C2-4E1B-9B39-FA8FCBDA6A17}"/>
              </a:ext>
            </a:extLst>
          </p:cNvPr>
          <p:cNvSpPr>
            <a:spLocks xmlns:a="http://schemas.openxmlformats.org/drawingml/2006/main" noGrp="1"/>
          </p:cNvSpPr>
          <p:nvPr/>
        </p:nvSpPr>
        <p:spPr>
          <a:xfrm xmlns:a="http://schemas.openxmlformats.org/drawingml/2006/main">
            <a:off x="6781800" y="32289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75" name="dp41-comparison / n69 / text 1">
            <a:extLst xmlns:a="http://schemas.openxmlformats.org/drawingml/2006/main">
              <a:ext uri="{FF2B5EF4-FFF2-40B4-BE49-F238E27FC236}">
                <a16:creationId xmlns:a16="http://schemas.microsoft.com/office/drawing/2014/main" id="{91628A74-430D-47D3-A62C-9329A1063741}"/>
              </a:ext>
            </a:extLst>
          </p:cNvPr>
          <p:cNvSpPr>
            <a:spLocks xmlns:a="http://schemas.openxmlformats.org/drawingml/2006/main" noGrp="1"/>
          </p:cNvSpPr>
          <p:nvPr/>
        </p:nvSpPr>
        <p:spPr>
          <a:xfrm xmlns:a="http://schemas.openxmlformats.org/drawingml/2006/main">
            <a:off x="4495800" y="3305175"/>
            <a:ext cx="23145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ReadRequest</a:t>
            </a:r>
          </a:p>
        </p:txBody>
      </p:sp>
      <p:sp>
        <p:nvSpPr>
          <p:cNvPr id="176" name="dp41-comparison / n69 / text 2">
            <a:extLst xmlns:a="http://schemas.openxmlformats.org/drawingml/2006/main">
              <a:ext uri="{FF2B5EF4-FFF2-40B4-BE49-F238E27FC236}">
                <a16:creationId xmlns:a16="http://schemas.microsoft.com/office/drawing/2014/main" id="{5CEC1906-19AB-4BAF-B365-662E7D9754D4}"/>
              </a:ext>
            </a:extLst>
          </p:cNvPr>
          <p:cNvSpPr>
            <a:spLocks xmlns:a="http://schemas.openxmlformats.org/drawingml/2006/main" noGrp="1"/>
          </p:cNvSpPr>
          <p:nvPr/>
        </p:nvSpPr>
        <p:spPr>
          <a:xfrm xmlns:a="http://schemas.openxmlformats.org/drawingml/2006/main">
            <a:off x="4495800" y="3488055"/>
            <a:ext cx="23145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tool: task_retrieval</a:t>
            </a:r>
          </a:p>
        </p:txBody>
      </p:sp>
      <p:sp>
        <p:nvSpPr>
          <p:cNvPr id="177" name="dp41-comparison / n69 / text 3">
            <a:extLst xmlns:a="http://schemas.openxmlformats.org/drawingml/2006/main">
              <a:ext uri="{FF2B5EF4-FFF2-40B4-BE49-F238E27FC236}">
                <a16:creationId xmlns:a16="http://schemas.microsoft.com/office/drawing/2014/main" id="{0B5862CD-7398-4284-A71F-8AB91B554BF1}"/>
              </a:ext>
            </a:extLst>
          </p:cNvPr>
          <p:cNvSpPr>
            <a:spLocks xmlns:a="http://schemas.openxmlformats.org/drawingml/2006/main" noGrp="1"/>
          </p:cNvSpPr>
          <p:nvPr/>
        </p:nvSpPr>
        <p:spPr>
          <a:xfrm xmlns:a="http://schemas.openxmlformats.org/drawingml/2006/main">
            <a:off x="4495800" y="3670935"/>
            <a:ext cx="23145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selector: 아까 보고서</a:t>
            </a:r>
          </a:p>
        </p:txBody>
      </p:sp>
      <p:sp>
        <p:nvSpPr>
          <p:cNvPr id="178" name="dp41-comparison / n71">
            <a:extLst xmlns:a="http://schemas.openxmlformats.org/drawingml/2006/main">
              <a:ext uri="{FF2B5EF4-FFF2-40B4-BE49-F238E27FC236}">
                <a16:creationId xmlns:a16="http://schemas.microsoft.com/office/drawing/2014/main" id="{D8523B13-2E85-4C35-84BD-66A1AC3CF350}"/>
              </a:ext>
            </a:extLst>
          </p:cNvPr>
          <p:cNvSpPr>
            <a:spLocks xmlns:a="http://schemas.openxmlformats.org/drawingml/2006/main" noGrp="1"/>
          </p:cNvSpPr>
          <p:nvPr/>
        </p:nvSpPr>
        <p:spPr>
          <a:xfrm xmlns:a="http://schemas.openxmlformats.org/drawingml/2006/main">
            <a:off x="4429125" y="4133850"/>
            <a:ext cx="2686050" cy="657225"/>
          </a:xfrm>
          <a:custGeom xmlns:a="http://schemas.openxmlformats.org/drawingml/2006/main">
            <a:pathLst>
              <a:path w="2686050" h="657225">
                <a:moveTo>
                  <a:pt x="0" y="0"/>
                </a:moveTo>
                <a:lnTo>
                  <a:pt x="2514600" y="0"/>
                </a:lnTo>
                <a:lnTo>
                  <a:pt x="2686050" y="171450"/>
                </a:lnTo>
                <a:lnTo>
                  <a:pt x="2686050"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9" name="dp41-comparison / n71 / fold">
            <a:extLst xmlns:a="http://schemas.openxmlformats.org/drawingml/2006/main">
              <a:ext uri="{FF2B5EF4-FFF2-40B4-BE49-F238E27FC236}">
                <a16:creationId xmlns:a16="http://schemas.microsoft.com/office/drawing/2014/main" id="{2232308B-F6E2-458F-96DC-90DBEA65169D}"/>
              </a:ext>
            </a:extLst>
          </p:cNvPr>
          <p:cNvSpPr>
            <a:spLocks xmlns:a="http://schemas.openxmlformats.org/drawingml/2006/main" noGrp="1"/>
          </p:cNvSpPr>
          <p:nvPr/>
        </p:nvSpPr>
        <p:spPr>
          <a:xfrm xmlns:a="http://schemas.openxmlformats.org/drawingml/2006/main">
            <a:off x="6943725" y="41338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0" name="dp41-comparison / n72 / text 1">
            <a:extLst xmlns:a="http://schemas.openxmlformats.org/drawingml/2006/main">
              <a:ext uri="{FF2B5EF4-FFF2-40B4-BE49-F238E27FC236}">
                <a16:creationId xmlns:a16="http://schemas.microsoft.com/office/drawing/2014/main" id="{79E23B13-5E24-424E-AD73-C88C8FB696ED}"/>
              </a:ext>
            </a:extLst>
          </p:cNvPr>
          <p:cNvSpPr>
            <a:spLocks xmlns:a="http://schemas.openxmlformats.org/drawingml/2006/main" noGrp="1"/>
          </p:cNvSpPr>
          <p:nvPr/>
        </p:nvSpPr>
        <p:spPr>
          <a:xfrm xmlns:a="http://schemas.openxmlformats.org/drawingml/2006/main">
            <a:off x="4543425" y="4210050"/>
            <a:ext cx="24288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EvidenceBundle</a:t>
            </a:r>
          </a:p>
        </p:txBody>
      </p:sp>
      <p:sp>
        <p:nvSpPr>
          <p:cNvPr id="181" name="dp41-comparison / n72 / text 2">
            <a:extLst xmlns:a="http://schemas.openxmlformats.org/drawingml/2006/main">
              <a:ext uri="{FF2B5EF4-FFF2-40B4-BE49-F238E27FC236}">
                <a16:creationId xmlns:a16="http://schemas.microsoft.com/office/drawing/2014/main" id="{B5F8FE44-DC18-4B1F-9D96-D3F922FCCF49}"/>
              </a:ext>
            </a:extLst>
          </p:cNvPr>
          <p:cNvSpPr>
            <a:spLocks xmlns:a="http://schemas.openxmlformats.org/drawingml/2006/main" noGrp="1"/>
          </p:cNvSpPr>
          <p:nvPr/>
        </p:nvSpPr>
        <p:spPr>
          <a:xfrm xmlns:a="http://schemas.openxmlformats.org/drawingml/2006/main">
            <a:off x="4543425" y="4381500"/>
            <a:ext cx="24288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T7 / T8 + source revisions</a:t>
            </a:r>
          </a:p>
        </p:txBody>
      </p:sp>
      <p:sp>
        <p:nvSpPr>
          <p:cNvPr id="182" name="dp41-comparison / n72 / text 3">
            <a:extLst xmlns:a="http://schemas.openxmlformats.org/drawingml/2006/main">
              <a:ext uri="{FF2B5EF4-FFF2-40B4-BE49-F238E27FC236}">
                <a16:creationId xmlns:a16="http://schemas.microsoft.com/office/drawing/2014/main" id="{AC66FC36-ADBD-4A06-A3BE-191EB6B571A0}"/>
              </a:ext>
            </a:extLst>
          </p:cNvPr>
          <p:cNvSpPr>
            <a:spLocks xmlns:a="http://schemas.openxmlformats.org/drawingml/2006/main" noGrp="1"/>
          </p:cNvSpPr>
          <p:nvPr/>
        </p:nvSpPr>
        <p:spPr>
          <a:xfrm xmlns:a="http://schemas.openxmlformats.org/drawingml/2006/main">
            <a:off x="4543425" y="4552950"/>
            <a:ext cx="24288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두 후보 → 질문 / 답변 후 재판단</a:t>
            </a:r>
          </a:p>
        </p:txBody>
      </p:sp>
      <p:sp>
        <p:nvSpPr>
          <p:cNvPr id="183" name="dp41-comparison / n73">
            <a:extLst xmlns:a="http://schemas.openxmlformats.org/drawingml/2006/main">
              <a:ext uri="{FF2B5EF4-FFF2-40B4-BE49-F238E27FC236}">
                <a16:creationId xmlns:a16="http://schemas.microsoft.com/office/drawing/2014/main" id="{ADD70C17-3D51-41B4-9E14-C782009DB4AD}"/>
              </a:ext>
            </a:extLst>
          </p:cNvPr>
          <p:cNvSpPr>
            <a:spLocks xmlns:a="http://schemas.openxmlformats.org/drawingml/2006/main" noGrp="1"/>
          </p:cNvSpPr>
          <p:nvPr/>
        </p:nvSpPr>
        <p:spPr>
          <a:xfrm xmlns:a="http://schemas.openxmlformats.org/drawingml/2006/main">
            <a:off x="1647825" y="4257675"/>
            <a:ext cx="223304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4" name="dp41-comparison / n74 / text 1">
            <a:extLst xmlns:a="http://schemas.openxmlformats.org/drawingml/2006/main">
              <a:ext uri="{FF2B5EF4-FFF2-40B4-BE49-F238E27FC236}">
                <a16:creationId xmlns:a16="http://schemas.microsoft.com/office/drawing/2014/main" id="{1FAFDC3A-32BA-40F6-B452-F5761993DAC0}"/>
              </a:ext>
            </a:extLst>
          </p:cNvPr>
          <p:cNvSpPr>
            <a:spLocks xmlns:a="http://schemas.openxmlformats.org/drawingml/2006/main" noGrp="1"/>
          </p:cNvSpPr>
          <p:nvPr/>
        </p:nvSpPr>
        <p:spPr>
          <a:xfrm xmlns:a="http://schemas.openxmlformats.org/drawingml/2006/main">
            <a:off x="1666875" y="4267200"/>
            <a:ext cx="26384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근거를 받고 다시 모델 판단</a:t>
            </a:r>
          </a:p>
        </p:txBody>
      </p:sp>
      <p:sp>
        <p:nvSpPr>
          <p:cNvPr id="185" name="dp41-comparison / n75">
            <a:extLst xmlns:a="http://schemas.openxmlformats.org/drawingml/2006/main">
              <a:ext uri="{FF2B5EF4-FFF2-40B4-BE49-F238E27FC236}">
                <a16:creationId xmlns:a16="http://schemas.microsoft.com/office/drawing/2014/main" id="{FF9B1EE2-3A1C-4B5E-B23C-02C8C7324C35}"/>
              </a:ext>
            </a:extLst>
          </p:cNvPr>
          <p:cNvSpPr>
            <a:spLocks xmlns:a="http://schemas.openxmlformats.org/drawingml/2006/main" noGrp="1"/>
          </p:cNvSpPr>
          <p:nvPr/>
        </p:nvSpPr>
        <p:spPr>
          <a:xfrm xmlns:a="http://schemas.openxmlformats.org/drawingml/2006/main">
            <a:off x="1647825" y="4514850"/>
            <a:ext cx="20025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1-comparison / n76 / text 1">
            <a:extLst xmlns:a="http://schemas.openxmlformats.org/drawingml/2006/main">
              <a:ext uri="{FF2B5EF4-FFF2-40B4-BE49-F238E27FC236}">
                <a16:creationId xmlns:a16="http://schemas.microsoft.com/office/drawing/2014/main" id="{C57FA2AA-DB08-4731-B930-F4B697216EAF}"/>
              </a:ext>
            </a:extLst>
          </p:cNvPr>
          <p:cNvSpPr>
            <a:spLocks xmlns:a="http://schemas.openxmlformats.org/drawingml/2006/main" noGrp="1"/>
          </p:cNvSpPr>
          <p:nvPr/>
        </p:nvSpPr>
        <p:spPr>
          <a:xfrm xmlns:a="http://schemas.openxmlformats.org/drawingml/2006/main">
            <a:off x="1666875" y="4524375"/>
            <a:ext cx="25717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“예산 보고서” 답변 뒤 T7</a:t>
            </a:r>
          </a:p>
        </p:txBody>
      </p:sp>
      <p:sp>
        <p:nvSpPr>
          <p:cNvPr id="187" name="dp41-comparison / n82">
            <a:extLst xmlns:a="http://schemas.openxmlformats.org/drawingml/2006/main">
              <a:ext uri="{FF2B5EF4-FFF2-40B4-BE49-F238E27FC236}">
                <a16:creationId xmlns:a16="http://schemas.microsoft.com/office/drawing/2014/main" id="{551294CF-BD7E-486B-95A5-F926A907A62A}"/>
              </a:ext>
            </a:extLst>
          </p:cNvPr>
          <p:cNvSpPr>
            <a:spLocks xmlns:a="http://schemas.openxmlformats.org/drawingml/2006/main" noGrp="1"/>
          </p:cNvSpPr>
          <p:nvPr/>
        </p:nvSpPr>
        <p:spPr>
          <a:xfrm xmlns:a="http://schemas.openxmlformats.org/drawingml/2006/main">
            <a:off x="4429125" y="4933950"/>
            <a:ext cx="2571750" cy="447675"/>
          </a:xfrm>
          <a:custGeom xmlns:a="http://schemas.openxmlformats.org/drawingml/2006/main">
            <a:pathLst>
              <a:path w="2571750" h="447675">
                <a:moveTo>
                  <a:pt x="0" y="0"/>
                </a:moveTo>
                <a:lnTo>
                  <a:pt x="2400300" y="0"/>
                </a:lnTo>
                <a:lnTo>
                  <a:pt x="2571750" y="171450"/>
                </a:lnTo>
                <a:lnTo>
                  <a:pt x="2571750" y="447675"/>
                </a:lnTo>
                <a:lnTo>
                  <a:pt x="0" y="4476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82 / fold">
            <a:extLst xmlns:a="http://schemas.openxmlformats.org/drawingml/2006/main">
              <a:ext uri="{FF2B5EF4-FFF2-40B4-BE49-F238E27FC236}">
                <a16:creationId xmlns:a16="http://schemas.microsoft.com/office/drawing/2014/main" id="{23B633CA-DEC8-4F50-B10C-0DD5971CCCFE}"/>
              </a:ext>
            </a:extLst>
          </p:cNvPr>
          <p:cNvSpPr>
            <a:spLocks xmlns:a="http://schemas.openxmlformats.org/drawingml/2006/main" noGrp="1"/>
          </p:cNvSpPr>
          <p:nvPr/>
        </p:nvSpPr>
        <p:spPr>
          <a:xfrm xmlns:a="http://schemas.openxmlformats.org/drawingml/2006/main">
            <a:off x="6829425" y="49339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9" name="dp41-comparison / n83 / text 1">
            <a:extLst xmlns:a="http://schemas.openxmlformats.org/drawingml/2006/main">
              <a:ext uri="{FF2B5EF4-FFF2-40B4-BE49-F238E27FC236}">
                <a16:creationId xmlns:a16="http://schemas.microsoft.com/office/drawing/2014/main" id="{C832D274-A1BC-4F95-BD51-12E41895CEBE}"/>
              </a:ext>
            </a:extLst>
          </p:cNvPr>
          <p:cNvSpPr>
            <a:spLocks xmlns:a="http://schemas.openxmlformats.org/drawingml/2006/main" noGrp="1"/>
          </p:cNvSpPr>
          <p:nvPr/>
        </p:nvSpPr>
        <p:spPr>
          <a:xfrm xmlns:a="http://schemas.openxmlformats.org/drawingml/2006/main">
            <a:off x="4543425" y="5010150"/>
            <a:ext cx="23145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MeaningProposal (모델 생산)</a:t>
            </a:r>
          </a:p>
        </p:txBody>
      </p:sp>
      <p:sp>
        <p:nvSpPr>
          <p:cNvPr id="190" name="dp41-comparison / n83 / text 2">
            <a:extLst xmlns:a="http://schemas.openxmlformats.org/drawingml/2006/main">
              <a:ext uri="{FF2B5EF4-FFF2-40B4-BE49-F238E27FC236}">
                <a16:creationId xmlns:a16="http://schemas.microsoft.com/office/drawing/2014/main" id="{44F9787F-6D94-4F63-B299-89B44DF9C2C2}"/>
              </a:ext>
            </a:extLst>
          </p:cNvPr>
          <p:cNvSpPr>
            <a:spLocks xmlns:a="http://schemas.openxmlformats.org/drawingml/2006/main" noGrp="1"/>
          </p:cNvSpPr>
          <p:nvPr/>
        </p:nvSpPr>
        <p:spPr>
          <a:xfrm xmlns:a="http://schemas.openxmlformats.org/drawingml/2006/main">
            <a:off x="4543425" y="5181600"/>
            <a:ext cx="231457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T7 / send: false</a:t>
            </a:r>
          </a:p>
        </p:txBody>
      </p:sp>
      <p:sp>
        <p:nvSpPr>
          <p:cNvPr id="191" name="dp41-comparison / n86">
            <a:extLst xmlns:a="http://schemas.openxmlformats.org/drawingml/2006/main">
              <a:ext uri="{FF2B5EF4-FFF2-40B4-BE49-F238E27FC236}">
                <a16:creationId xmlns:a16="http://schemas.microsoft.com/office/drawing/2014/main" id="{A0FF9EB0-A438-41F4-8D51-722DE3FDE6A6}"/>
              </a:ext>
            </a:extLst>
          </p:cNvPr>
          <p:cNvSpPr>
            <a:spLocks xmlns:a="http://schemas.openxmlformats.org/drawingml/2006/main" noGrp="1"/>
          </p:cNvSpPr>
          <p:nvPr/>
        </p:nvSpPr>
        <p:spPr>
          <a:xfrm xmlns:a="http://schemas.openxmlformats.org/drawingml/2006/main">
            <a:off x="1647825" y="5476875"/>
            <a:ext cx="434816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1-comparison / n87 / text 1">
            <a:extLst xmlns:a="http://schemas.openxmlformats.org/drawingml/2006/main">
              <a:ext uri="{FF2B5EF4-FFF2-40B4-BE49-F238E27FC236}">
                <a16:creationId xmlns:a16="http://schemas.microsoft.com/office/drawing/2014/main" id="{9B57B8C2-AEFE-4E27-ADA8-E65A7994B4D5}"/>
              </a:ext>
            </a:extLst>
          </p:cNvPr>
          <p:cNvSpPr>
            <a:spLocks xmlns:a="http://schemas.openxmlformats.org/drawingml/2006/main" noGrp="1"/>
          </p:cNvSpPr>
          <p:nvPr/>
        </p:nvSpPr>
        <p:spPr>
          <a:xfrm xmlns:a="http://schemas.openxmlformats.org/drawingml/2006/main">
            <a:off x="1666875" y="5486400"/>
            <a:ext cx="7620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공통 조회/채택/전달 경로 / 10개 Component / 아래 자료 표기는 예시</a:t>
            </a:r>
          </a:p>
        </p:txBody>
      </p:sp>
      <p:sp>
        <p:nvSpPr>
          <p:cNvPr id="193" name="dp41-comparison / n94">
            <a:extLst xmlns:a="http://schemas.openxmlformats.org/drawingml/2006/main">
              <a:ext uri="{FF2B5EF4-FFF2-40B4-BE49-F238E27FC236}">
                <a16:creationId xmlns:a16="http://schemas.microsoft.com/office/drawing/2014/main" id="{F0040C4A-EA8B-4BC1-99F4-8AAA4A6BC8DD}"/>
              </a:ext>
            </a:extLst>
          </p:cNvPr>
          <p:cNvSpPr>
            <a:spLocks xmlns:a="http://schemas.openxmlformats.org/drawingml/2006/main" noGrp="1"/>
          </p:cNvSpPr>
          <p:nvPr/>
        </p:nvSpPr>
        <p:spPr>
          <a:xfrm xmlns:a="http://schemas.openxmlformats.org/drawingml/2006/main">
            <a:off x="7267575" y="5819775"/>
            <a:ext cx="123291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1-comparison / n95 / text 1">
            <a:extLst xmlns:a="http://schemas.openxmlformats.org/drawingml/2006/main">
              <a:ext uri="{FF2B5EF4-FFF2-40B4-BE49-F238E27FC236}">
                <a16:creationId xmlns:a16="http://schemas.microsoft.com/office/drawing/2014/main" id="{182F8E39-E54C-4DF1-AF7E-3F75688E20E6}"/>
              </a:ext>
            </a:extLst>
          </p:cNvPr>
          <p:cNvSpPr>
            <a:spLocks xmlns:a="http://schemas.openxmlformats.org/drawingml/2006/main" noGrp="1"/>
          </p:cNvSpPr>
          <p:nvPr/>
        </p:nvSpPr>
        <p:spPr>
          <a:xfrm xmlns:a="http://schemas.openxmlformats.org/drawingml/2006/main">
            <a:off x="7286625" y="5829300"/>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로컬 cloud adapter</a:t>
            </a:r>
          </a:p>
        </p:txBody>
      </p:sp>
      <p:sp>
        <p:nvSpPr>
          <p:cNvPr id="195" name="dp41-comparison / n110">
            <a:extLst xmlns:a="http://schemas.openxmlformats.org/drawingml/2006/main">
              <a:ext uri="{FF2B5EF4-FFF2-40B4-BE49-F238E27FC236}">
                <a16:creationId xmlns:a16="http://schemas.microsoft.com/office/drawing/2014/main" id="{DCD02141-4E95-44D7-AC2F-567D35B93376}"/>
              </a:ext>
            </a:extLst>
          </p:cNvPr>
          <p:cNvSpPr>
            <a:spLocks xmlns:a="http://schemas.openxmlformats.org/drawingml/2006/main" noGrp="1"/>
          </p:cNvSpPr>
          <p:nvPr/>
        </p:nvSpPr>
        <p:spPr>
          <a:xfrm xmlns:a="http://schemas.openxmlformats.org/drawingml/2006/main">
            <a:off x="2705100" y="7410450"/>
            <a:ext cx="446532" cy="1219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1-comparison / n111 / text 1">
            <a:extLst xmlns:a="http://schemas.openxmlformats.org/drawingml/2006/main">
              <a:ext uri="{FF2B5EF4-FFF2-40B4-BE49-F238E27FC236}">
                <a16:creationId xmlns:a16="http://schemas.microsoft.com/office/drawing/2014/main" id="{1D9146E1-7E71-4AFD-81E1-260DDB97BEA6}"/>
              </a:ext>
            </a:extLst>
          </p:cNvPr>
          <p:cNvSpPr>
            <a:spLocks xmlns:a="http://schemas.openxmlformats.org/drawingml/2006/main" noGrp="1"/>
          </p:cNvSpPr>
          <p:nvPr/>
        </p:nvSpPr>
        <p:spPr>
          <a:xfrm xmlns:a="http://schemas.openxmlformats.org/drawingml/2006/main">
            <a:off x="2724150" y="7419975"/>
            <a:ext cx="1076325"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675" b="0">
                <a:solidFill>
                  <a:srgbClr val="000000"/>
                </a:solidFill>
                <a:latin typeface="Apple SD Gothic Neo"/>
                <a:ea typeface="Apple SD Gothic Neo"/>
                <a:cs typeface="Apple SD Gothic Neo"/>
              </a:defRPr>
            </a:pPr>
            <a:r>
              <a:rPr sz="675" b="0">
                <a:solidFill>
                  <a:srgbClr val="000000"/>
                </a:solidFill>
                <a:latin typeface="Apple SD Gothic Neo"/>
                <a:ea typeface="Apple SD Gothic Neo"/>
                <a:cs typeface="Apple SD Gothic Neo"/>
              </a:rPr>
              <a:t>로컬 VAD</a:t>
            </a:r>
          </a:p>
        </p:txBody>
      </p:sp>
      <p:sp>
        <p:nvSpPr>
          <p:cNvPr id="197" name="dp41-comparison / n150">
            <a:extLst xmlns:a="http://schemas.openxmlformats.org/drawingml/2006/main">
              <a:ext uri="{FF2B5EF4-FFF2-40B4-BE49-F238E27FC236}">
                <a16:creationId xmlns:a16="http://schemas.microsoft.com/office/drawing/2014/main" id="{F18CE498-817E-4CBB-91AD-E2B2E60F0901}"/>
              </a:ext>
            </a:extLst>
          </p:cNvPr>
          <p:cNvSpPr>
            <a:spLocks xmlns:a="http://schemas.openxmlformats.org/drawingml/2006/main" noGrp="1"/>
          </p:cNvSpPr>
          <p:nvPr/>
        </p:nvSpPr>
        <p:spPr>
          <a:xfrm xmlns:a="http://schemas.openxmlformats.org/drawingml/2006/main">
            <a:off x="4362450" y="6772275"/>
            <a:ext cx="19488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1-comparison / n151 / text 1">
            <a:extLst xmlns:a="http://schemas.openxmlformats.org/drawingml/2006/main">
              <a:ext uri="{FF2B5EF4-FFF2-40B4-BE49-F238E27FC236}">
                <a16:creationId xmlns:a16="http://schemas.microsoft.com/office/drawing/2014/main" id="{8D36DAF2-163C-4F15-9703-06A342D61AFF}"/>
              </a:ext>
            </a:extLst>
          </p:cNvPr>
          <p:cNvSpPr>
            <a:spLocks xmlns:a="http://schemas.openxmlformats.org/drawingml/2006/main" noGrp="1"/>
          </p:cNvSpPr>
          <p:nvPr/>
        </p:nvSpPr>
        <p:spPr>
          <a:xfrm xmlns:a="http://schemas.openxmlformats.org/drawingml/2006/main">
            <a:off x="4381500" y="6781800"/>
            <a:ext cx="22002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질문/focus / release / 실제 receipt</a:t>
            </a:r>
          </a:p>
        </p:txBody>
      </p:sp>
      <p:sp>
        <p:nvSpPr>
          <p:cNvPr id="199" name="dp41-comparison / n152">
            <a:extLst xmlns:a="http://schemas.openxmlformats.org/drawingml/2006/main">
              <a:ext uri="{FF2B5EF4-FFF2-40B4-BE49-F238E27FC236}">
                <a16:creationId xmlns:a16="http://schemas.microsoft.com/office/drawing/2014/main" id="{F4F2ABC7-8F5C-4A4C-9AD6-C79AE77B3911}"/>
              </a:ext>
            </a:extLst>
          </p:cNvPr>
          <p:cNvSpPr>
            <a:spLocks xmlns:a="http://schemas.openxmlformats.org/drawingml/2006/main" noGrp="1"/>
          </p:cNvSpPr>
          <p:nvPr/>
        </p:nvSpPr>
        <p:spPr>
          <a:xfrm xmlns:a="http://schemas.openxmlformats.org/drawingml/2006/main">
            <a:off x="7219950" y="6838950"/>
            <a:ext cx="145542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1-comparison / n153 / text 1">
            <a:extLst xmlns:a="http://schemas.openxmlformats.org/drawingml/2006/main">
              <a:ext uri="{FF2B5EF4-FFF2-40B4-BE49-F238E27FC236}">
                <a16:creationId xmlns:a16="http://schemas.microsoft.com/office/drawing/2014/main" id="{B7814C0D-B1A7-4FE2-A83E-C82644BA90EF}"/>
              </a:ext>
            </a:extLst>
          </p:cNvPr>
          <p:cNvSpPr>
            <a:spLocks xmlns:a="http://schemas.openxmlformats.org/drawingml/2006/main" noGrp="1"/>
          </p:cNvSpPr>
          <p:nvPr/>
        </p:nvSpPr>
        <p:spPr>
          <a:xfrm xmlns:a="http://schemas.openxmlformats.org/drawingml/2006/main">
            <a:off x="7239000" y="6848475"/>
            <a:ext cx="21240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조건부 구성/음성 / 위임/접수</a:t>
            </a:r>
          </a:p>
        </p:txBody>
      </p:sp>
      <p:sp>
        <p:nvSpPr>
          <p:cNvPr id="201" name="dp41-comparison / n154">
            <a:extLst xmlns:a="http://schemas.openxmlformats.org/drawingml/2006/main">
              <a:ext uri="{FF2B5EF4-FFF2-40B4-BE49-F238E27FC236}">
                <a16:creationId xmlns:a16="http://schemas.microsoft.com/office/drawing/2014/main" id="{30E6D446-58D1-48DC-8EBC-E7EB270D9FFB}"/>
              </a:ext>
            </a:extLst>
          </p:cNvPr>
          <p:cNvSpPr>
            <a:spLocks xmlns:a="http://schemas.openxmlformats.org/drawingml/2006/main" noGrp="1"/>
          </p:cNvSpPr>
          <p:nvPr/>
        </p:nvSpPr>
        <p:spPr>
          <a:xfrm xmlns:a="http://schemas.openxmlformats.org/drawingml/2006/main">
            <a:off x="9763125" y="2552700"/>
            <a:ext cx="7953375" cy="2905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55 / text 1">
            <a:extLst xmlns:a="http://schemas.openxmlformats.org/drawingml/2006/main">
              <a:ext uri="{FF2B5EF4-FFF2-40B4-BE49-F238E27FC236}">
                <a16:creationId xmlns:a16="http://schemas.microsoft.com/office/drawing/2014/main" id="{A4DA0A07-2386-459F-98F7-F39957472CB5}"/>
              </a:ext>
            </a:extLst>
          </p:cNvPr>
          <p:cNvSpPr>
            <a:spLocks xmlns:a="http://schemas.openxmlformats.org/drawingml/2006/main" noGrp="1"/>
          </p:cNvSpPr>
          <p:nvPr/>
        </p:nvSpPr>
        <p:spPr>
          <a:xfrm xmlns:a="http://schemas.openxmlformats.org/drawingml/2006/main">
            <a:off x="9886950" y="26479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203" name="dp41-comparison / n158">
            <a:extLst xmlns:a="http://schemas.openxmlformats.org/drawingml/2006/main">
              <a:ext uri="{FF2B5EF4-FFF2-40B4-BE49-F238E27FC236}">
                <a16:creationId xmlns:a16="http://schemas.microsoft.com/office/drawing/2014/main" id="{5341BBC8-1D99-4142-8841-81D6C67DC0F6}"/>
              </a:ext>
            </a:extLst>
          </p:cNvPr>
          <p:cNvSpPr>
            <a:spLocks xmlns:a="http://schemas.openxmlformats.org/drawingml/2006/main" noGrp="1"/>
          </p:cNvSpPr>
          <p:nvPr/>
        </p:nvSpPr>
        <p:spPr>
          <a:xfrm xmlns:a="http://schemas.openxmlformats.org/drawingml/2006/main">
            <a:off x="9953625" y="3276600"/>
            <a:ext cx="209550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204" name="dp41-comparison / n159 / text 1">
            <a:extLst xmlns:a="http://schemas.openxmlformats.org/drawingml/2006/main">
              <a:ext uri="{FF2B5EF4-FFF2-40B4-BE49-F238E27FC236}">
                <a16:creationId xmlns:a16="http://schemas.microsoft.com/office/drawing/2014/main" id="{4AE361C8-681C-48D5-B627-F9E9AFC1E692}"/>
              </a:ext>
            </a:extLst>
          </p:cNvPr>
          <p:cNvSpPr>
            <a:spLocks xmlns:a="http://schemas.openxmlformats.org/drawingml/2006/main" noGrp="1"/>
          </p:cNvSpPr>
          <p:nvPr/>
        </p:nvSpPr>
        <p:spPr>
          <a:xfrm xmlns:a="http://schemas.openxmlformats.org/drawingml/2006/main">
            <a:off x="10039350" y="3341370"/>
            <a:ext cx="1924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틀 해석기</a:t>
            </a:r>
          </a:p>
        </p:txBody>
      </p:sp>
      <p:sp>
        <p:nvSpPr>
          <p:cNvPr id="205" name="dp41-comparison / n160">
            <a:extLst xmlns:a="http://schemas.openxmlformats.org/drawingml/2006/main">
              <a:ext uri="{FF2B5EF4-FFF2-40B4-BE49-F238E27FC236}">
                <a16:creationId xmlns:a16="http://schemas.microsoft.com/office/drawing/2014/main" id="{F1DB4C73-30EF-4AD6-9BD7-D98AADFC0C36}"/>
              </a:ext>
            </a:extLst>
          </p:cNvPr>
          <p:cNvSpPr>
            <a:spLocks xmlns:a="http://schemas.openxmlformats.org/drawingml/2006/main" noGrp="1"/>
          </p:cNvSpPr>
          <p:nvPr/>
        </p:nvSpPr>
        <p:spPr>
          <a:xfrm xmlns:a="http://schemas.openxmlformats.org/drawingml/2006/main">
            <a:off x="12668250" y="4114800"/>
            <a:ext cx="2924175" cy="409575"/>
          </a:xfrm>
          <a:prstGeom xmlns:a="http://schemas.openxmlformats.org/drawingml/2006/main" prst="roundRect">
            <a:avLst>
              <a:gd name="adj" fmla="val 18605"/>
            </a:avLst>
          </a:prstGeom>
          <a:solidFill xmlns:a="http://schemas.openxmlformats.org/drawingml/2006/main">
            <a:srgbClr val="FFF0DD"/>
          </a:solidFill>
          <a:ln xmlns:a="http://schemas.openxmlformats.org/drawingml/2006/main" w="17145">
            <a:solidFill>
              <a:srgbClr val="B8753F"/>
            </a:solidFill>
            <a:prstDash val="solid"/>
          </a:ln>
        </p:spPr>
      </p:sp>
      <p:sp>
        <p:nvSpPr>
          <p:cNvPr id="206" name="dp41-comparison / n161 / text 1">
            <a:extLst xmlns:a="http://schemas.openxmlformats.org/drawingml/2006/main">
              <a:ext uri="{FF2B5EF4-FFF2-40B4-BE49-F238E27FC236}">
                <a16:creationId xmlns:a16="http://schemas.microsoft.com/office/drawing/2014/main" id="{0BB03FE5-192E-4B68-8E11-C0E30BEAB14F}"/>
              </a:ext>
            </a:extLst>
          </p:cNvPr>
          <p:cNvSpPr>
            <a:spLocks xmlns:a="http://schemas.openxmlformats.org/drawingml/2006/main" noGrp="1"/>
          </p:cNvSpPr>
          <p:nvPr/>
        </p:nvSpPr>
        <p:spPr>
          <a:xfrm xmlns:a="http://schemas.openxmlformats.org/drawingml/2006/main">
            <a:off x="12753975" y="4208145"/>
            <a:ext cx="27527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207" name="dp41-comparison / n162">
            <a:extLst xmlns:a="http://schemas.openxmlformats.org/drawingml/2006/main">
              <a:ext uri="{FF2B5EF4-FFF2-40B4-BE49-F238E27FC236}">
                <a16:creationId xmlns:a16="http://schemas.microsoft.com/office/drawing/2014/main" id="{99C1EEC6-4C01-41E4-9F9B-86AE1B92C27A}"/>
              </a:ext>
            </a:extLst>
          </p:cNvPr>
          <p:cNvSpPr>
            <a:spLocks xmlns:a="http://schemas.openxmlformats.org/drawingml/2006/main" noGrp="1"/>
          </p:cNvSpPr>
          <p:nvPr/>
        </p:nvSpPr>
        <p:spPr>
          <a:xfrm xmlns:a="http://schemas.openxmlformats.org/drawingml/2006/main">
            <a:off x="15906750" y="4114800"/>
            <a:ext cx="1619250" cy="409575"/>
          </a:xfrm>
          <a:prstGeom xmlns:a="http://schemas.openxmlformats.org/drawingml/2006/main" prst="roundRect">
            <a:avLst>
              <a:gd name="adj" fmla="val 18605"/>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63 / text 1">
            <a:extLst xmlns:a="http://schemas.openxmlformats.org/drawingml/2006/main">
              <a:ext uri="{FF2B5EF4-FFF2-40B4-BE49-F238E27FC236}">
                <a16:creationId xmlns:a16="http://schemas.microsoft.com/office/drawing/2014/main" id="{FC5102F5-9E92-4503-A4D4-5A6BC0CE5EC3}"/>
              </a:ext>
            </a:extLst>
          </p:cNvPr>
          <p:cNvSpPr>
            <a:spLocks xmlns:a="http://schemas.openxmlformats.org/drawingml/2006/main" noGrp="1"/>
          </p:cNvSpPr>
          <p:nvPr/>
        </p:nvSpPr>
        <p:spPr>
          <a:xfrm xmlns:a="http://schemas.openxmlformats.org/drawingml/2006/main">
            <a:off x="15992475" y="4226719"/>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209" name="dp41-comparison / n164 / path">
            <a:extLst xmlns:a="http://schemas.openxmlformats.org/drawingml/2006/main">
              <a:ext uri="{FF2B5EF4-FFF2-40B4-BE49-F238E27FC236}">
                <a16:creationId xmlns:a16="http://schemas.microsoft.com/office/drawing/2014/main" id="{C283915A-3130-4568-B193-7BE3808D0A21}"/>
              </a:ext>
            </a:extLst>
          </p:cNvPr>
          <p:cNvSpPr>
            <a:spLocks xmlns:a="http://schemas.openxmlformats.org/drawingml/2006/main" noGrp="1"/>
          </p:cNvSpPr>
          <p:nvPr/>
        </p:nvSpPr>
        <p:spPr>
          <a:xfrm xmlns:a="http://schemas.openxmlformats.org/drawingml/2006/main">
            <a:off x="12049125" y="3448050"/>
            <a:ext cx="3143250" cy="666750"/>
          </a:xfrm>
          <a:custGeom xmlns:a="http://schemas.openxmlformats.org/drawingml/2006/main">
            <a:pathLst>
              <a:path w="3143250" h="666750">
                <a:moveTo>
                  <a:pt x="0" y="4763"/>
                </a:moveTo>
                <a:lnTo>
                  <a:pt x="3143250" y="0"/>
                </a:lnTo>
                <a:lnTo>
                  <a:pt x="3143250" y="533400"/>
                </a:lnTo>
                <a:lnTo>
                  <a:pt x="2076450" y="533400"/>
                </a:lnTo>
                <a:lnTo>
                  <a:pt x="2081213" y="666750"/>
                </a:lnTo>
              </a:path>
            </a:pathLst>
          </a:custGeom>
          <a:noFill xmlns:a="http://schemas.openxmlformats.org/drawingml/2006/main"/>
          <a:ln xmlns:a="http://schemas.openxmlformats.org/drawingml/2006/main" w="10478">
            <a:solidFill>
              <a:srgbClr val="000000"/>
            </a:solidFill>
            <a:prstDash val="solid"/>
          </a:ln>
        </p:spPr>
      </p:sp>
      <p:sp>
        <p:nvSpPr>
          <p:cNvPr id="210" name="dp41-comparison / n164 / arrow">
            <a:extLst xmlns:a="http://schemas.openxmlformats.org/drawingml/2006/main">
              <a:ext uri="{FF2B5EF4-FFF2-40B4-BE49-F238E27FC236}">
                <a16:creationId xmlns:a16="http://schemas.microsoft.com/office/drawing/2014/main" id="{C66DC8C5-C5C6-4E94-B3CB-D9EEE6E3E456}"/>
              </a:ext>
            </a:extLst>
          </p:cNvPr>
          <p:cNvSpPr>
            <a:spLocks xmlns:a="http://schemas.openxmlformats.org/drawingml/2006/main" noGrp="1"/>
          </p:cNvSpPr>
          <p:nvPr/>
        </p:nvSpPr>
        <p:spPr>
          <a:xfrm xmlns:a="http://schemas.openxmlformats.org/drawingml/2006/main">
            <a:off x="14094438" y="4046590"/>
            <a:ext cx="67013" cy="68210"/>
          </a:xfrm>
          <a:custGeom xmlns:a="http://schemas.openxmlformats.org/drawingml/2006/main">
            <a:pathLst>
              <a:path w="67013" h="68210">
                <a:moveTo>
                  <a:pt x="0" y="2393"/>
                </a:moveTo>
                <a:lnTo>
                  <a:pt x="35900" y="68210"/>
                </a:lnTo>
                <a:lnTo>
                  <a:pt x="67013" y="0"/>
                </a:lnTo>
              </a:path>
            </a:pathLst>
          </a:custGeom>
          <a:noFill xmlns:a="http://schemas.openxmlformats.org/drawingml/2006/main"/>
          <a:ln xmlns:a="http://schemas.openxmlformats.org/drawingml/2006/main" w="13411">
            <a:solidFill>
              <a:srgbClr val="000000"/>
            </a:solidFill>
            <a:prstDash val="solid"/>
          </a:ln>
        </p:spPr>
      </p:sp>
      <p:sp>
        <p:nvSpPr>
          <p:cNvPr id="211" name="dp41-comparison / n167 / path">
            <a:extLst xmlns:a="http://schemas.openxmlformats.org/drawingml/2006/main">
              <a:ext uri="{FF2B5EF4-FFF2-40B4-BE49-F238E27FC236}">
                <a16:creationId xmlns:a16="http://schemas.microsoft.com/office/drawing/2014/main" id="{64DAAA91-B5A3-46EF-B424-C7C54C5C652A}"/>
              </a:ext>
            </a:extLst>
          </p:cNvPr>
          <p:cNvSpPr>
            <a:spLocks xmlns:a="http://schemas.openxmlformats.org/drawingml/2006/main" noGrp="1"/>
          </p:cNvSpPr>
          <p:nvPr/>
        </p:nvSpPr>
        <p:spPr>
          <a:xfrm xmlns:a="http://schemas.openxmlformats.org/drawingml/2006/main">
            <a:off x="15592425" y="4252913"/>
            <a:ext cx="314325" cy="953"/>
          </a:xfrm>
          <a:custGeom xmlns:a="http://schemas.openxmlformats.org/drawingml/2006/main">
            <a:pathLst>
              <a:path w="314325" h="953">
                <a:moveTo>
                  <a:pt x="0" y="0"/>
                </a:moveTo>
                <a:lnTo>
                  <a:pt x="314325" y="0"/>
                </a:lnTo>
              </a:path>
            </a:pathLst>
          </a:custGeom>
          <a:noFill xmlns:a="http://schemas.openxmlformats.org/drawingml/2006/main"/>
          <a:ln xmlns:a="http://schemas.openxmlformats.org/drawingml/2006/main" w="10478">
            <a:solidFill>
              <a:srgbClr val="000000"/>
            </a:solidFill>
            <a:prstDash val="solid"/>
          </a:ln>
        </p:spPr>
      </p:sp>
      <p:sp>
        <p:nvSpPr>
          <p:cNvPr id="212" name="dp41-comparison / n167 / arrow">
            <a:extLst xmlns:a="http://schemas.openxmlformats.org/drawingml/2006/main">
              <a:ext uri="{FF2B5EF4-FFF2-40B4-BE49-F238E27FC236}">
                <a16:creationId xmlns:a16="http://schemas.microsoft.com/office/drawing/2014/main" id="{5BDA70C7-CB9F-40F5-9969-A62AABD745CB}"/>
              </a:ext>
            </a:extLst>
          </p:cNvPr>
          <p:cNvSpPr>
            <a:spLocks xmlns:a="http://schemas.openxmlformats.org/drawingml/2006/main" noGrp="1"/>
          </p:cNvSpPr>
          <p:nvPr/>
        </p:nvSpPr>
        <p:spPr>
          <a:xfrm xmlns:a="http://schemas.openxmlformats.org/drawingml/2006/main">
            <a:off x="15839694" y="42193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3" name="dp41-comparison / n168 / path">
            <a:extLst xmlns:a="http://schemas.openxmlformats.org/drawingml/2006/main">
              <a:ext uri="{FF2B5EF4-FFF2-40B4-BE49-F238E27FC236}">
                <a16:creationId xmlns:a16="http://schemas.microsoft.com/office/drawing/2014/main" id="{5247B3CF-362D-4128-B756-B5E2490BDA60}"/>
              </a:ext>
            </a:extLst>
          </p:cNvPr>
          <p:cNvSpPr>
            <a:spLocks xmlns:a="http://schemas.openxmlformats.org/drawingml/2006/main" noGrp="1"/>
          </p:cNvSpPr>
          <p:nvPr/>
        </p:nvSpPr>
        <p:spPr>
          <a:xfrm xmlns:a="http://schemas.openxmlformats.org/drawingml/2006/main">
            <a:off x="15592425" y="4405313"/>
            <a:ext cx="314325" cy="953"/>
          </a:xfrm>
          <a:custGeom xmlns:a="http://schemas.openxmlformats.org/drawingml/2006/main">
            <a:pathLst>
              <a:path w="314325" h="953">
                <a:moveTo>
                  <a:pt x="314325" y="0"/>
                </a:moveTo>
                <a:lnTo>
                  <a:pt x="0" y="0"/>
                </a:lnTo>
              </a:path>
            </a:pathLst>
          </a:custGeom>
          <a:noFill xmlns:a="http://schemas.openxmlformats.org/drawingml/2006/main"/>
          <a:ln xmlns:a="http://schemas.openxmlformats.org/drawingml/2006/main" w="10478">
            <a:solidFill>
              <a:srgbClr val="000000"/>
            </a:solidFill>
            <a:prstDash val="dash"/>
          </a:ln>
        </p:spPr>
      </p:sp>
      <p:sp>
        <p:nvSpPr>
          <p:cNvPr id="214" name="dp41-comparison / n168 / arrow">
            <a:extLst xmlns:a="http://schemas.openxmlformats.org/drawingml/2006/main">
              <a:ext uri="{FF2B5EF4-FFF2-40B4-BE49-F238E27FC236}">
                <a16:creationId xmlns:a16="http://schemas.microsoft.com/office/drawing/2014/main" id="{B7F4D19C-5D35-4BBD-B69B-B54885ED1459}"/>
              </a:ext>
            </a:extLst>
          </p:cNvPr>
          <p:cNvSpPr>
            <a:spLocks xmlns:a="http://schemas.openxmlformats.org/drawingml/2006/main" noGrp="1"/>
          </p:cNvSpPr>
          <p:nvPr/>
        </p:nvSpPr>
        <p:spPr>
          <a:xfrm xmlns:a="http://schemas.openxmlformats.org/drawingml/2006/main">
            <a:off x="15592425" y="43717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5" name="dp41-comparison / n173 / path">
            <a:extLst xmlns:a="http://schemas.openxmlformats.org/drawingml/2006/main">
              <a:ext uri="{FF2B5EF4-FFF2-40B4-BE49-F238E27FC236}">
                <a16:creationId xmlns:a16="http://schemas.microsoft.com/office/drawing/2014/main" id="{0D6375BF-E8F0-40C0-B859-88DE4564229F}"/>
              </a:ext>
            </a:extLst>
          </p:cNvPr>
          <p:cNvSpPr>
            <a:spLocks xmlns:a="http://schemas.openxmlformats.org/drawingml/2006/main" noGrp="1"/>
          </p:cNvSpPr>
          <p:nvPr/>
        </p:nvSpPr>
        <p:spPr>
          <a:xfrm xmlns:a="http://schemas.openxmlformats.org/drawingml/2006/main">
            <a:off x="11001375" y="3629025"/>
            <a:ext cx="1666875" cy="690563"/>
          </a:xfrm>
          <a:custGeom xmlns:a="http://schemas.openxmlformats.org/drawingml/2006/main">
            <a:pathLst>
              <a:path w="1666875" h="690563">
                <a:moveTo>
                  <a:pt x="1666875" y="690563"/>
                </a:moveTo>
                <a:lnTo>
                  <a:pt x="1285875" y="685800"/>
                </a:lnTo>
                <a:lnTo>
                  <a:pt x="1285875" y="133350"/>
                </a:lnTo>
                <a:lnTo>
                  <a:pt x="0" y="133350"/>
                </a:lnTo>
                <a:lnTo>
                  <a:pt x="0" y="0"/>
                </a:lnTo>
              </a:path>
            </a:pathLst>
          </a:custGeom>
          <a:noFill xmlns:a="http://schemas.openxmlformats.org/drawingml/2006/main"/>
          <a:ln xmlns:a="http://schemas.openxmlformats.org/drawingml/2006/main" w="10478">
            <a:solidFill>
              <a:srgbClr val="000000"/>
            </a:solidFill>
            <a:prstDash val="solid"/>
          </a:ln>
        </p:spPr>
      </p:sp>
      <p:sp>
        <p:nvSpPr>
          <p:cNvPr id="216" name="dp41-comparison / n173 / arrow">
            <a:extLst xmlns:a="http://schemas.openxmlformats.org/drawingml/2006/main">
              <a:ext uri="{FF2B5EF4-FFF2-40B4-BE49-F238E27FC236}">
                <a16:creationId xmlns:a16="http://schemas.microsoft.com/office/drawing/2014/main" id="{7293FA00-552A-4FED-BC75-1EF44B7DAFED}"/>
              </a:ext>
            </a:extLst>
          </p:cNvPr>
          <p:cNvSpPr>
            <a:spLocks xmlns:a="http://schemas.openxmlformats.org/drawingml/2006/main" noGrp="1"/>
          </p:cNvSpPr>
          <p:nvPr/>
        </p:nvSpPr>
        <p:spPr>
          <a:xfrm xmlns:a="http://schemas.openxmlformats.org/drawingml/2006/main">
            <a:off x="10967847" y="3629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17" name="dp41-comparison / n174 / path">
            <a:extLst xmlns:a="http://schemas.openxmlformats.org/drawingml/2006/main">
              <a:ext uri="{FF2B5EF4-FFF2-40B4-BE49-F238E27FC236}">
                <a16:creationId xmlns:a16="http://schemas.microsoft.com/office/drawing/2014/main" id="{BD5BA6B5-2AAF-4757-9108-8A6EE7902DCF}"/>
              </a:ext>
            </a:extLst>
          </p:cNvPr>
          <p:cNvSpPr>
            <a:spLocks xmlns:a="http://schemas.openxmlformats.org/drawingml/2006/main" noGrp="1"/>
          </p:cNvSpPr>
          <p:nvPr/>
        </p:nvSpPr>
        <p:spPr>
          <a:xfrm xmlns:a="http://schemas.openxmlformats.org/drawingml/2006/main">
            <a:off x="10763250" y="3629025"/>
            <a:ext cx="1905000" cy="804863"/>
          </a:xfrm>
          <a:custGeom xmlns:a="http://schemas.openxmlformats.org/drawingml/2006/main">
            <a:pathLst>
              <a:path w="1905000" h="804863">
                <a:moveTo>
                  <a:pt x="0" y="0"/>
                </a:moveTo>
                <a:lnTo>
                  <a:pt x="0" y="209550"/>
                </a:lnTo>
                <a:lnTo>
                  <a:pt x="1457325" y="209550"/>
                </a:lnTo>
                <a:lnTo>
                  <a:pt x="1457325" y="800100"/>
                </a:lnTo>
                <a:lnTo>
                  <a:pt x="1905000" y="804863"/>
                </a:lnTo>
              </a:path>
            </a:pathLst>
          </a:custGeom>
          <a:noFill xmlns:a="http://schemas.openxmlformats.org/drawingml/2006/main"/>
          <a:ln xmlns:a="http://schemas.openxmlformats.org/drawingml/2006/main" w="10478">
            <a:solidFill>
              <a:srgbClr val="000000"/>
            </a:solidFill>
            <a:prstDash val="dash"/>
          </a:ln>
        </p:spPr>
      </p:sp>
      <p:sp>
        <p:nvSpPr>
          <p:cNvPr id="218" name="dp41-comparison / n174 / arrow">
            <a:extLst xmlns:a="http://schemas.openxmlformats.org/drawingml/2006/main">
              <a:ext uri="{FF2B5EF4-FFF2-40B4-BE49-F238E27FC236}">
                <a16:creationId xmlns:a16="http://schemas.microsoft.com/office/drawing/2014/main" id="{9F88C641-56AA-4D6E-8E32-AF4D9DED14FB}"/>
              </a:ext>
            </a:extLst>
          </p:cNvPr>
          <p:cNvSpPr>
            <a:spLocks xmlns:a="http://schemas.openxmlformats.org/drawingml/2006/main" noGrp="1"/>
          </p:cNvSpPr>
          <p:nvPr/>
        </p:nvSpPr>
        <p:spPr>
          <a:xfrm xmlns:a="http://schemas.openxmlformats.org/drawingml/2006/main">
            <a:off x="12600841" y="4399648"/>
            <a:ext cx="67409" cy="67052"/>
          </a:xfrm>
          <a:custGeom xmlns:a="http://schemas.openxmlformats.org/drawingml/2006/main">
            <a:pathLst>
              <a:path w="67409" h="67052">
                <a:moveTo>
                  <a:pt x="0" y="67052"/>
                </a:moveTo>
                <a:lnTo>
                  <a:pt x="67409" y="34239"/>
                </a:lnTo>
                <a:lnTo>
                  <a:pt x="713" y="0"/>
                </a:lnTo>
              </a:path>
            </a:pathLst>
          </a:custGeom>
          <a:noFill xmlns:a="http://schemas.openxmlformats.org/drawingml/2006/main"/>
          <a:ln xmlns:a="http://schemas.openxmlformats.org/drawingml/2006/main" w="13411">
            <a:solidFill>
              <a:srgbClr val="000000"/>
            </a:solidFill>
            <a:prstDash val="solid"/>
          </a:ln>
        </p:spPr>
      </p:sp>
      <p:sp>
        <p:nvSpPr>
          <p:cNvPr id="219" name="dp41-comparison / n177">
            <a:extLst xmlns:a="http://schemas.openxmlformats.org/drawingml/2006/main">
              <a:ext uri="{FF2B5EF4-FFF2-40B4-BE49-F238E27FC236}">
                <a16:creationId xmlns:a16="http://schemas.microsoft.com/office/drawing/2014/main" id="{F369495B-DFA7-4C78-8247-C8AEE6F64EE7}"/>
              </a:ext>
            </a:extLst>
          </p:cNvPr>
          <p:cNvSpPr>
            <a:spLocks xmlns:a="http://schemas.openxmlformats.org/drawingml/2006/main" noGrp="1"/>
          </p:cNvSpPr>
          <p:nvPr/>
        </p:nvSpPr>
        <p:spPr>
          <a:xfrm xmlns:a="http://schemas.openxmlformats.org/drawingml/2006/main">
            <a:off x="9953625" y="5067300"/>
            <a:ext cx="2209800" cy="285750"/>
          </a:xfrm>
          <a:prstGeom xmlns:a="http://schemas.openxmlformats.org/drawingml/2006/main" prst="roundRect">
            <a:avLst>
              <a:gd name="adj" fmla="val 26667"/>
            </a:avLst>
          </a:prstGeom>
          <a:solidFill xmlns:a="http://schemas.openxmlformats.org/drawingml/2006/main">
            <a:srgbClr val="FFFFFF"/>
          </a:solidFill>
          <a:ln xmlns:a="http://schemas.openxmlformats.org/drawingml/2006/main" w="9525">
            <a:solidFill>
              <a:srgbClr val="000000"/>
            </a:solidFill>
            <a:prstDash val="solid"/>
          </a:ln>
        </p:spPr>
      </p:sp>
      <p:sp>
        <p:nvSpPr>
          <p:cNvPr id="220" name="dp41-comparison / n178 / text 1">
            <a:extLst xmlns:a="http://schemas.openxmlformats.org/drawingml/2006/main">
              <a:ext uri="{FF2B5EF4-FFF2-40B4-BE49-F238E27FC236}">
                <a16:creationId xmlns:a16="http://schemas.microsoft.com/office/drawing/2014/main" id="{76DB1225-9EC1-46A4-86EA-7A260D2DE217}"/>
              </a:ext>
            </a:extLst>
          </p:cNvPr>
          <p:cNvSpPr>
            <a:spLocks xmlns:a="http://schemas.openxmlformats.org/drawingml/2006/main" noGrp="1"/>
          </p:cNvSpPr>
          <p:nvPr/>
        </p:nvSpPr>
        <p:spPr>
          <a:xfrm xmlns:a="http://schemas.openxmlformats.org/drawingml/2006/main">
            <a:off x="10039350" y="5111115"/>
            <a:ext cx="20383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221" name="dp41-comparison / n179 / path">
            <a:extLst xmlns:a="http://schemas.openxmlformats.org/drawingml/2006/main">
              <a:ext uri="{FF2B5EF4-FFF2-40B4-BE49-F238E27FC236}">
                <a16:creationId xmlns:a16="http://schemas.microsoft.com/office/drawing/2014/main" id="{931984B1-D73D-4EEA-9921-952BF5FDAA79}"/>
              </a:ext>
            </a:extLst>
          </p:cNvPr>
          <p:cNvSpPr>
            <a:spLocks xmlns:a="http://schemas.openxmlformats.org/drawingml/2006/main" noGrp="1"/>
          </p:cNvSpPr>
          <p:nvPr/>
        </p:nvSpPr>
        <p:spPr>
          <a:xfrm xmlns:a="http://schemas.openxmlformats.org/drawingml/2006/main">
            <a:off x="12163425" y="4524375"/>
            <a:ext cx="1966913" cy="685800"/>
          </a:xfrm>
          <a:custGeom xmlns:a="http://schemas.openxmlformats.org/drawingml/2006/main">
            <a:pathLst>
              <a:path w="1966913" h="685800">
                <a:moveTo>
                  <a:pt x="1966913" y="0"/>
                </a:moveTo>
                <a:lnTo>
                  <a:pt x="1962150" y="685800"/>
                </a:lnTo>
                <a:lnTo>
                  <a:pt x="0" y="685800"/>
                </a:lnTo>
              </a:path>
            </a:pathLst>
          </a:custGeom>
          <a:noFill xmlns:a="http://schemas.openxmlformats.org/drawingml/2006/main"/>
          <a:ln xmlns:a="http://schemas.openxmlformats.org/drawingml/2006/main" w="10478">
            <a:solidFill>
              <a:srgbClr val="000000"/>
            </a:solidFill>
            <a:prstDash val="solid"/>
          </a:ln>
        </p:spPr>
      </p:sp>
      <p:sp>
        <p:nvSpPr>
          <p:cNvPr id="222" name="dp41-comparison / n179 / arrow">
            <a:extLst xmlns:a="http://schemas.openxmlformats.org/drawingml/2006/main">
              <a:ext uri="{FF2B5EF4-FFF2-40B4-BE49-F238E27FC236}">
                <a16:creationId xmlns:a16="http://schemas.microsoft.com/office/drawing/2014/main" id="{60A6F76D-785E-4A27-AB07-3D9FC471AA7E}"/>
              </a:ext>
            </a:extLst>
          </p:cNvPr>
          <p:cNvSpPr>
            <a:spLocks xmlns:a="http://schemas.openxmlformats.org/drawingml/2006/main" noGrp="1"/>
          </p:cNvSpPr>
          <p:nvPr/>
        </p:nvSpPr>
        <p:spPr>
          <a:xfrm xmlns:a="http://schemas.openxmlformats.org/drawingml/2006/main">
            <a:off x="12163425" y="5176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23" name="dp41-comparison / n182">
            <a:extLst xmlns:a="http://schemas.openxmlformats.org/drawingml/2006/main">
              <a:ext uri="{FF2B5EF4-FFF2-40B4-BE49-F238E27FC236}">
                <a16:creationId xmlns:a16="http://schemas.microsoft.com/office/drawing/2014/main" id="{E7EE54C3-7690-4428-8C78-25537CEF9B02}"/>
              </a:ext>
            </a:extLst>
          </p:cNvPr>
          <p:cNvSpPr>
            <a:spLocks xmlns:a="http://schemas.openxmlformats.org/drawingml/2006/main" noGrp="1"/>
          </p:cNvSpPr>
          <p:nvPr/>
        </p:nvSpPr>
        <p:spPr>
          <a:xfrm xmlns:a="http://schemas.openxmlformats.org/drawingml/2006/main">
            <a:off x="15906750" y="5038725"/>
            <a:ext cx="1619250" cy="3714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24" name="dp41-comparison / n183 / text 1">
            <a:extLst xmlns:a="http://schemas.openxmlformats.org/drawingml/2006/main">
              <a:ext uri="{FF2B5EF4-FFF2-40B4-BE49-F238E27FC236}">
                <a16:creationId xmlns:a16="http://schemas.microsoft.com/office/drawing/2014/main" id="{06A7D951-762B-4ED7-BE25-F313F2223ED9}"/>
              </a:ext>
            </a:extLst>
          </p:cNvPr>
          <p:cNvSpPr>
            <a:spLocks xmlns:a="http://schemas.openxmlformats.org/drawingml/2006/main" noGrp="1"/>
          </p:cNvSpPr>
          <p:nvPr/>
        </p:nvSpPr>
        <p:spPr>
          <a:xfrm xmlns:a="http://schemas.openxmlformats.org/drawingml/2006/main">
            <a:off x="15992475" y="5181600"/>
            <a:ext cx="14478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요청 해석 상태</a:t>
            </a:r>
          </a:p>
        </p:txBody>
      </p:sp>
      <p:sp>
        <p:nvSpPr>
          <p:cNvPr id="225" name="dp41-comparison / n184 / path">
            <a:extLst xmlns:a="http://schemas.openxmlformats.org/drawingml/2006/main">
              <a:ext uri="{FF2B5EF4-FFF2-40B4-BE49-F238E27FC236}">
                <a16:creationId xmlns:a16="http://schemas.microsoft.com/office/drawing/2014/main" id="{2D420DA7-602F-4D89-8165-04F469180AE9}"/>
              </a:ext>
            </a:extLst>
          </p:cNvPr>
          <p:cNvSpPr>
            <a:spLocks xmlns:a="http://schemas.openxmlformats.org/drawingml/2006/main" noGrp="1"/>
          </p:cNvSpPr>
          <p:nvPr/>
        </p:nvSpPr>
        <p:spPr>
          <a:xfrm xmlns:a="http://schemas.openxmlformats.org/drawingml/2006/main">
            <a:off x="15592425" y="4452938"/>
            <a:ext cx="314325" cy="795338"/>
          </a:xfrm>
          <a:custGeom xmlns:a="http://schemas.openxmlformats.org/drawingml/2006/main">
            <a:pathLst>
              <a:path w="314325" h="795338">
                <a:moveTo>
                  <a:pt x="0" y="0"/>
                </a:moveTo>
                <a:lnTo>
                  <a:pt x="133350" y="4763"/>
                </a:lnTo>
                <a:lnTo>
                  <a:pt x="133350" y="795338"/>
                </a:lnTo>
                <a:lnTo>
                  <a:pt x="314325" y="771525"/>
                </a:lnTo>
              </a:path>
            </a:pathLst>
          </a:custGeom>
          <a:noFill xmlns:a="http://schemas.openxmlformats.org/drawingml/2006/main"/>
          <a:ln xmlns:a="http://schemas.openxmlformats.org/drawingml/2006/main" w="10478">
            <a:solidFill>
              <a:srgbClr val="000000"/>
            </a:solidFill>
            <a:prstDash val="solid"/>
          </a:ln>
        </p:spPr>
      </p:sp>
      <p:sp>
        <p:nvSpPr>
          <p:cNvPr id="226" name="dp41-comparison / n184 / arrow">
            <a:extLst xmlns:a="http://schemas.openxmlformats.org/drawingml/2006/main">
              <a:ext uri="{FF2B5EF4-FFF2-40B4-BE49-F238E27FC236}">
                <a16:creationId xmlns:a16="http://schemas.microsoft.com/office/drawing/2014/main" id="{07397F8D-1631-4482-B52E-CDE3A34958E4}"/>
              </a:ext>
            </a:extLst>
          </p:cNvPr>
          <p:cNvSpPr>
            <a:spLocks xmlns:a="http://schemas.openxmlformats.org/drawingml/2006/main" noGrp="1"/>
          </p:cNvSpPr>
          <p:nvPr/>
        </p:nvSpPr>
        <p:spPr>
          <a:xfrm xmlns:a="http://schemas.openxmlformats.org/drawingml/2006/main">
            <a:off x="15835893" y="5199969"/>
            <a:ext cx="70857" cy="66483"/>
          </a:xfrm>
          <a:custGeom xmlns:a="http://schemas.openxmlformats.org/drawingml/2006/main">
            <a:pathLst>
              <a:path w="70857" h="66483">
                <a:moveTo>
                  <a:pt x="8748" y="66483"/>
                </a:moveTo>
                <a:lnTo>
                  <a:pt x="70857" y="24494"/>
                </a:lnTo>
                <a:lnTo>
                  <a:pt x="0" y="0"/>
                </a:lnTo>
              </a:path>
            </a:pathLst>
          </a:custGeom>
          <a:noFill xmlns:a="http://schemas.openxmlformats.org/drawingml/2006/main"/>
          <a:ln xmlns:a="http://schemas.openxmlformats.org/drawingml/2006/main" w="13411">
            <a:solidFill>
              <a:srgbClr val="000000"/>
            </a:solidFill>
            <a:prstDash val="solid"/>
          </a:ln>
        </p:spPr>
      </p:sp>
      <p:sp>
        <p:nvSpPr>
          <p:cNvPr id="227" name="dp41-comparison / n185 / path">
            <a:extLst xmlns:a="http://schemas.openxmlformats.org/drawingml/2006/main">
              <a:ext uri="{FF2B5EF4-FFF2-40B4-BE49-F238E27FC236}">
                <a16:creationId xmlns:a16="http://schemas.microsoft.com/office/drawing/2014/main" id="{2BEC28E4-C6FC-4CF2-91FB-A4C21C187A5F}"/>
              </a:ext>
            </a:extLst>
          </p:cNvPr>
          <p:cNvSpPr>
            <a:spLocks xmlns:a="http://schemas.openxmlformats.org/drawingml/2006/main" noGrp="1"/>
          </p:cNvSpPr>
          <p:nvPr/>
        </p:nvSpPr>
        <p:spPr>
          <a:xfrm xmlns:a="http://schemas.openxmlformats.org/drawingml/2006/main">
            <a:off x="15592425" y="4495800"/>
            <a:ext cx="314325" cy="809625"/>
          </a:xfrm>
          <a:custGeom xmlns:a="http://schemas.openxmlformats.org/drawingml/2006/main">
            <a:pathLst>
              <a:path w="314325" h="809625">
                <a:moveTo>
                  <a:pt x="314325" y="785813"/>
                </a:moveTo>
                <a:lnTo>
                  <a:pt x="104775" y="809625"/>
                </a:lnTo>
                <a:lnTo>
                  <a:pt x="104775" y="0"/>
                </a:lnTo>
                <a:lnTo>
                  <a:pt x="0" y="4763"/>
                </a:lnTo>
              </a:path>
            </a:pathLst>
          </a:custGeom>
          <a:noFill xmlns:a="http://schemas.openxmlformats.org/drawingml/2006/main"/>
          <a:ln xmlns:a="http://schemas.openxmlformats.org/drawingml/2006/main" w="10478">
            <a:solidFill>
              <a:srgbClr val="000000"/>
            </a:solidFill>
            <a:prstDash val="dash"/>
          </a:ln>
        </p:spPr>
      </p:sp>
      <p:sp>
        <p:nvSpPr>
          <p:cNvPr id="228" name="dp41-comparison / n185 / arrow">
            <a:extLst xmlns:a="http://schemas.openxmlformats.org/drawingml/2006/main">
              <a:ext uri="{FF2B5EF4-FFF2-40B4-BE49-F238E27FC236}">
                <a16:creationId xmlns:a16="http://schemas.microsoft.com/office/drawing/2014/main" id="{91105A39-5B58-4E6C-8F97-016CC5365FFB}"/>
              </a:ext>
            </a:extLst>
          </p:cNvPr>
          <p:cNvSpPr>
            <a:spLocks xmlns:a="http://schemas.openxmlformats.org/drawingml/2006/main" noGrp="1"/>
          </p:cNvSpPr>
          <p:nvPr/>
        </p:nvSpPr>
        <p:spPr>
          <a:xfrm xmlns:a="http://schemas.openxmlformats.org/drawingml/2006/main">
            <a:off x="15592425" y="4464024"/>
            <a:ext cx="68509" cy="66987"/>
          </a:xfrm>
          <a:custGeom xmlns:a="http://schemas.openxmlformats.org/drawingml/2006/main">
            <a:pathLst>
              <a:path w="68509" h="66987">
                <a:moveTo>
                  <a:pt x="65464" y="0"/>
                </a:moveTo>
                <a:lnTo>
                  <a:pt x="0" y="36538"/>
                </a:lnTo>
                <a:lnTo>
                  <a:pt x="68509" y="66987"/>
                </a:lnTo>
              </a:path>
            </a:pathLst>
          </a:custGeom>
          <a:noFill xmlns:a="http://schemas.openxmlformats.org/drawingml/2006/main"/>
          <a:ln xmlns:a="http://schemas.openxmlformats.org/drawingml/2006/main" w="13411">
            <a:solidFill>
              <a:srgbClr val="000000"/>
            </a:solidFill>
            <a:prstDash val="solid"/>
          </a:ln>
        </p:spPr>
      </p:sp>
      <p:sp>
        <p:nvSpPr>
          <p:cNvPr id="229" name="dp41-comparison / n188">
            <a:extLst xmlns:a="http://schemas.openxmlformats.org/drawingml/2006/main">
              <a:ext uri="{FF2B5EF4-FFF2-40B4-BE49-F238E27FC236}">
                <a16:creationId xmlns:a16="http://schemas.microsoft.com/office/drawing/2014/main" id="{00D18C76-7562-4A0C-AFD4-37CEFB39BD3C}"/>
              </a:ext>
            </a:extLst>
          </p:cNvPr>
          <p:cNvSpPr>
            <a:spLocks xmlns:a="http://schemas.openxmlformats.org/drawingml/2006/main" noGrp="1"/>
          </p:cNvSpPr>
          <p:nvPr/>
        </p:nvSpPr>
        <p:spPr>
          <a:xfrm xmlns:a="http://schemas.openxmlformats.org/drawingml/2006/main">
            <a:off x="9953625"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0" name="dp41-comparison / n189 / text 1">
            <a:extLst xmlns:a="http://schemas.openxmlformats.org/drawingml/2006/main">
              <a:ext uri="{FF2B5EF4-FFF2-40B4-BE49-F238E27FC236}">
                <a16:creationId xmlns:a16="http://schemas.microsoft.com/office/drawing/2014/main" id="{6C3B3559-A06F-4D04-98A0-6AE3EF23CD92}"/>
              </a:ext>
            </a:extLst>
          </p:cNvPr>
          <p:cNvSpPr>
            <a:spLocks xmlns:a="http://schemas.openxmlformats.org/drawingml/2006/main" noGrp="1"/>
          </p:cNvSpPr>
          <p:nvPr/>
        </p:nvSpPr>
        <p:spPr>
          <a:xfrm xmlns:a="http://schemas.openxmlformats.org/drawingml/2006/main">
            <a:off x="10039350"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Context Manager</a:t>
            </a:r>
          </a:p>
        </p:txBody>
      </p:sp>
      <p:sp>
        <p:nvSpPr>
          <p:cNvPr id="231" name="dp41-comparison / n190">
            <a:extLst xmlns:a="http://schemas.openxmlformats.org/drawingml/2006/main">
              <a:ext uri="{FF2B5EF4-FFF2-40B4-BE49-F238E27FC236}">
                <a16:creationId xmlns:a16="http://schemas.microsoft.com/office/drawing/2014/main" id="{C966C3FE-8136-49E1-B1CA-65313339A96E}"/>
              </a:ext>
            </a:extLst>
          </p:cNvPr>
          <p:cNvSpPr>
            <a:spLocks xmlns:a="http://schemas.openxmlformats.org/drawingml/2006/main" noGrp="1"/>
          </p:cNvSpPr>
          <p:nvPr/>
        </p:nvSpPr>
        <p:spPr>
          <a:xfrm xmlns:a="http://schemas.openxmlformats.org/drawingml/2006/main">
            <a:off x="12649200" y="567690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2" name="dp41-comparison / n191 / text 1">
            <a:extLst xmlns:a="http://schemas.openxmlformats.org/drawingml/2006/main">
              <a:ext uri="{FF2B5EF4-FFF2-40B4-BE49-F238E27FC236}">
                <a16:creationId xmlns:a16="http://schemas.microsoft.com/office/drawing/2014/main" id="{394BC1CC-EC5E-4FA8-922D-BC06744A35BA}"/>
              </a:ext>
            </a:extLst>
          </p:cNvPr>
          <p:cNvSpPr>
            <a:spLocks xmlns:a="http://schemas.openxmlformats.org/drawingml/2006/main" noGrp="1"/>
          </p:cNvSpPr>
          <p:nvPr/>
        </p:nvSpPr>
        <p:spPr>
          <a:xfrm xmlns:a="http://schemas.openxmlformats.org/drawingml/2006/main">
            <a:off x="12734925" y="5711190"/>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Task Manager</a:t>
            </a:r>
          </a:p>
        </p:txBody>
      </p:sp>
      <p:sp>
        <p:nvSpPr>
          <p:cNvPr id="233" name="dp41-comparison / n192">
            <a:extLst xmlns:a="http://schemas.openxmlformats.org/drawingml/2006/main">
              <a:ext uri="{FF2B5EF4-FFF2-40B4-BE49-F238E27FC236}">
                <a16:creationId xmlns:a16="http://schemas.microsoft.com/office/drawing/2014/main" id="{13511241-5A02-45AF-9E60-3540E846E624}"/>
              </a:ext>
            </a:extLst>
          </p:cNvPr>
          <p:cNvSpPr>
            <a:spLocks xmlns:a="http://schemas.openxmlformats.org/drawingml/2006/main" noGrp="1"/>
          </p:cNvSpPr>
          <p:nvPr/>
        </p:nvSpPr>
        <p:spPr>
          <a:xfrm xmlns:a="http://schemas.openxmlformats.org/drawingml/2006/main">
            <a:off x="15525750" y="605790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4" name="dp41-comparison / n193 / text 1">
            <a:extLst xmlns:a="http://schemas.openxmlformats.org/drawingml/2006/main">
              <a:ext uri="{FF2B5EF4-FFF2-40B4-BE49-F238E27FC236}">
                <a16:creationId xmlns:a16="http://schemas.microsoft.com/office/drawing/2014/main" id="{00CD737D-BEFF-4DD0-8A07-BAF23B68462A}"/>
              </a:ext>
            </a:extLst>
          </p:cNvPr>
          <p:cNvSpPr>
            <a:spLocks xmlns:a="http://schemas.openxmlformats.org/drawingml/2006/main" noGrp="1"/>
          </p:cNvSpPr>
          <p:nvPr/>
        </p:nvSpPr>
        <p:spPr>
          <a:xfrm xmlns:a="http://schemas.openxmlformats.org/drawingml/2006/main">
            <a:off x="15611475" y="6092190"/>
            <a:ext cx="1924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235" name="dp41-comparison / n196">
            <a:extLst xmlns:a="http://schemas.openxmlformats.org/drawingml/2006/main">
              <a:ext uri="{FF2B5EF4-FFF2-40B4-BE49-F238E27FC236}">
                <a16:creationId xmlns:a16="http://schemas.microsoft.com/office/drawing/2014/main" id="{3BEFCD59-6A42-4D5F-98CA-A5E09232A1FA}"/>
              </a:ext>
            </a:extLst>
          </p:cNvPr>
          <p:cNvSpPr>
            <a:spLocks xmlns:a="http://schemas.openxmlformats.org/drawingml/2006/main" noGrp="1"/>
          </p:cNvSpPr>
          <p:nvPr/>
        </p:nvSpPr>
        <p:spPr>
          <a:xfrm xmlns:a="http://schemas.openxmlformats.org/drawingml/2006/main">
            <a:off x="9953625" y="6134100"/>
            <a:ext cx="2238375"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6" name="dp41-comparison / n197 / text 1">
            <a:extLst xmlns:a="http://schemas.openxmlformats.org/drawingml/2006/main">
              <a:ext uri="{FF2B5EF4-FFF2-40B4-BE49-F238E27FC236}">
                <a16:creationId xmlns:a16="http://schemas.microsoft.com/office/drawing/2014/main" id="{272DB92A-0DCA-46F2-B491-BE4C32CE8AE4}"/>
              </a:ext>
            </a:extLst>
          </p:cNvPr>
          <p:cNvSpPr>
            <a:spLocks xmlns:a="http://schemas.openxmlformats.org/drawingml/2006/main" noGrp="1"/>
          </p:cNvSpPr>
          <p:nvPr/>
        </p:nvSpPr>
        <p:spPr>
          <a:xfrm xmlns:a="http://schemas.openxmlformats.org/drawingml/2006/main">
            <a:off x="10077450" y="622935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237" name="dp41-comparison / n198">
            <a:extLst xmlns:a="http://schemas.openxmlformats.org/drawingml/2006/main">
              <a:ext uri="{FF2B5EF4-FFF2-40B4-BE49-F238E27FC236}">
                <a16:creationId xmlns:a16="http://schemas.microsoft.com/office/drawing/2014/main" id="{4615A626-6459-468C-B4DF-41AA50CBB5C9}"/>
              </a:ext>
            </a:extLst>
          </p:cNvPr>
          <p:cNvSpPr>
            <a:spLocks xmlns:a="http://schemas.openxmlformats.org/drawingml/2006/main" noGrp="1"/>
          </p:cNvSpPr>
          <p:nvPr/>
        </p:nvSpPr>
        <p:spPr>
          <a:xfrm xmlns:a="http://schemas.openxmlformats.org/drawingml/2006/main">
            <a:off x="10067925" y="6448425"/>
            <a:ext cx="2009775" cy="3429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38" name="dp41-comparison / n199 / text 1">
            <a:extLst xmlns:a="http://schemas.openxmlformats.org/drawingml/2006/main">
              <a:ext uri="{FF2B5EF4-FFF2-40B4-BE49-F238E27FC236}">
                <a16:creationId xmlns:a16="http://schemas.microsoft.com/office/drawing/2014/main" id="{2BED91A9-C836-43AF-804F-3A54EAB6E3B7}"/>
              </a:ext>
            </a:extLst>
          </p:cNvPr>
          <p:cNvSpPr>
            <a:spLocks xmlns:a="http://schemas.openxmlformats.org/drawingml/2006/main" noGrp="1"/>
          </p:cNvSpPr>
          <p:nvPr/>
        </p:nvSpPr>
        <p:spPr>
          <a:xfrm xmlns:a="http://schemas.openxmlformats.org/drawingml/2006/main">
            <a:off x="10153650" y="6591300"/>
            <a:ext cx="18383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0">
                <a:solidFill>
                  <a:srgbClr val="18232E"/>
                </a:solidFill>
                <a:latin typeface="Apple SD Gothic Neo"/>
                <a:ea typeface="Apple SD Gothic Neo"/>
                <a:cs typeface="Apple SD Gothic Neo"/>
              </a:defRPr>
            </a:pPr>
            <a:r>
              <a:rPr sz="825" b="0">
                <a:solidFill>
                  <a:srgbClr val="18232E"/>
                </a:solidFill>
                <a:latin typeface="Apple SD Gothic Neo"/>
                <a:ea typeface="Apple SD Gothic Neo"/>
                <a:cs typeface="Apple SD Gothic Neo"/>
              </a:rPr>
              <a:t>채택 의미 / 질문 / 출처</a:t>
            </a:r>
          </a:p>
        </p:txBody>
      </p:sp>
      <p:sp>
        <p:nvSpPr>
          <p:cNvPr id="239" name="dp41-comparison / n200">
            <a:extLst xmlns:a="http://schemas.openxmlformats.org/drawingml/2006/main">
              <a:ext uri="{FF2B5EF4-FFF2-40B4-BE49-F238E27FC236}">
                <a16:creationId xmlns:a16="http://schemas.microsoft.com/office/drawing/2014/main" id="{5BBF5206-12AE-48BE-9ADC-244C7B6B0348}"/>
              </a:ext>
            </a:extLst>
          </p:cNvPr>
          <p:cNvSpPr>
            <a:spLocks xmlns:a="http://schemas.openxmlformats.org/drawingml/2006/main" noGrp="1"/>
          </p:cNvSpPr>
          <p:nvPr/>
        </p:nvSpPr>
        <p:spPr>
          <a:xfrm xmlns:a="http://schemas.openxmlformats.org/drawingml/2006/main">
            <a:off x="12649200" y="60769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0" name="dp41-comparison / n201 / text 1">
            <a:extLst xmlns:a="http://schemas.openxmlformats.org/drawingml/2006/main">
              <a:ext uri="{FF2B5EF4-FFF2-40B4-BE49-F238E27FC236}">
                <a16:creationId xmlns:a16="http://schemas.microsoft.com/office/drawing/2014/main" id="{E83D3EB2-3A55-4798-B24D-34A7B0C57D45}"/>
              </a:ext>
            </a:extLst>
          </p:cNvPr>
          <p:cNvSpPr>
            <a:spLocks xmlns:a="http://schemas.openxmlformats.org/drawingml/2006/main" noGrp="1"/>
          </p:cNvSpPr>
          <p:nvPr/>
        </p:nvSpPr>
        <p:spPr>
          <a:xfrm xmlns:a="http://schemas.openxmlformats.org/drawingml/2006/main">
            <a:off x="12734925" y="61126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Policy Manager</a:t>
            </a:r>
          </a:p>
        </p:txBody>
      </p:sp>
      <p:sp>
        <p:nvSpPr>
          <p:cNvPr id="241" name="dp41-comparison / n202">
            <a:extLst xmlns:a="http://schemas.openxmlformats.org/drawingml/2006/main">
              <a:ext uri="{FF2B5EF4-FFF2-40B4-BE49-F238E27FC236}">
                <a16:creationId xmlns:a16="http://schemas.microsoft.com/office/drawing/2014/main" id="{E5999008-1698-4E90-B37F-B780E233D341}"/>
              </a:ext>
            </a:extLst>
          </p:cNvPr>
          <p:cNvSpPr>
            <a:spLocks xmlns:a="http://schemas.openxmlformats.org/drawingml/2006/main" noGrp="1"/>
          </p:cNvSpPr>
          <p:nvPr/>
        </p:nvSpPr>
        <p:spPr>
          <a:xfrm xmlns:a="http://schemas.openxmlformats.org/drawingml/2006/main">
            <a:off x="12649200" y="64770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2" name="dp41-comparison / n203 / text 1">
            <a:extLst xmlns:a="http://schemas.openxmlformats.org/drawingml/2006/main">
              <a:ext uri="{FF2B5EF4-FFF2-40B4-BE49-F238E27FC236}">
                <a16:creationId xmlns:a16="http://schemas.microsoft.com/office/drawing/2014/main" id="{7AD0F660-5EC4-4D78-9CA5-4D916EF2DBCD}"/>
              </a:ext>
            </a:extLst>
          </p:cNvPr>
          <p:cNvSpPr>
            <a:spLocks xmlns:a="http://schemas.openxmlformats.org/drawingml/2006/main" noGrp="1"/>
          </p:cNvSpPr>
          <p:nvPr/>
        </p:nvSpPr>
        <p:spPr>
          <a:xfrm xmlns:a="http://schemas.openxmlformats.org/drawingml/2006/main">
            <a:off x="12734925" y="651271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State Store</a:t>
            </a:r>
          </a:p>
        </p:txBody>
      </p:sp>
      <p:sp>
        <p:nvSpPr>
          <p:cNvPr id="243" name="dp41-comparison / n204">
            <a:extLst xmlns:a="http://schemas.openxmlformats.org/drawingml/2006/main">
              <a:ext uri="{FF2B5EF4-FFF2-40B4-BE49-F238E27FC236}">
                <a16:creationId xmlns:a16="http://schemas.microsoft.com/office/drawing/2014/main" id="{B2B149B3-EEE9-413D-8286-C0C879CB65E8}"/>
              </a:ext>
            </a:extLst>
          </p:cNvPr>
          <p:cNvSpPr>
            <a:spLocks xmlns:a="http://schemas.openxmlformats.org/drawingml/2006/main" noGrp="1"/>
          </p:cNvSpPr>
          <p:nvPr/>
        </p:nvSpPr>
        <p:spPr>
          <a:xfrm xmlns:a="http://schemas.openxmlformats.org/drawingml/2006/main">
            <a:off x="9953625" y="6915150"/>
            <a:ext cx="2238375"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205 / text 1">
            <a:extLst xmlns:a="http://schemas.openxmlformats.org/drawingml/2006/main">
              <a:ext uri="{FF2B5EF4-FFF2-40B4-BE49-F238E27FC236}">
                <a16:creationId xmlns:a16="http://schemas.microsoft.com/office/drawing/2014/main" id="{EB9E83BD-9364-46F8-851B-3B0DE0782D50}"/>
              </a:ext>
            </a:extLst>
          </p:cNvPr>
          <p:cNvSpPr>
            <a:spLocks xmlns:a="http://schemas.openxmlformats.org/drawingml/2006/main" noGrp="1"/>
          </p:cNvSpPr>
          <p:nvPr/>
        </p:nvSpPr>
        <p:spPr>
          <a:xfrm xmlns:a="http://schemas.openxmlformats.org/drawingml/2006/main">
            <a:off x="10077450" y="7010400"/>
            <a:ext cx="1990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Interaction Manager</a:t>
            </a:r>
          </a:p>
        </p:txBody>
      </p:sp>
      <p:sp>
        <p:nvSpPr>
          <p:cNvPr id="245" name="dp41-comparison / n206">
            <a:extLst xmlns:a="http://schemas.openxmlformats.org/drawingml/2006/main">
              <a:ext uri="{FF2B5EF4-FFF2-40B4-BE49-F238E27FC236}">
                <a16:creationId xmlns:a16="http://schemas.microsoft.com/office/drawing/2014/main" id="{543B60BA-4804-409E-9BA8-AEAC28404B3A}"/>
              </a:ext>
            </a:extLst>
          </p:cNvPr>
          <p:cNvSpPr>
            <a:spLocks xmlns:a="http://schemas.openxmlformats.org/drawingml/2006/main" noGrp="1"/>
          </p:cNvSpPr>
          <p:nvPr/>
        </p:nvSpPr>
        <p:spPr>
          <a:xfrm xmlns:a="http://schemas.openxmlformats.org/drawingml/2006/main">
            <a:off x="10067925" y="7229475"/>
            <a:ext cx="85725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246" name="dp41-comparison / n207 / text 1">
            <a:extLst xmlns:a="http://schemas.openxmlformats.org/drawingml/2006/main">
              <a:ext uri="{FF2B5EF4-FFF2-40B4-BE49-F238E27FC236}">
                <a16:creationId xmlns:a16="http://schemas.microsoft.com/office/drawing/2014/main" id="{870112C7-B6D6-4378-ACF8-5EFE7978A84D}"/>
              </a:ext>
            </a:extLst>
          </p:cNvPr>
          <p:cNvSpPr>
            <a:spLocks xmlns:a="http://schemas.openxmlformats.org/drawingml/2006/main" noGrp="1"/>
          </p:cNvSpPr>
          <p:nvPr/>
        </p:nvSpPr>
        <p:spPr>
          <a:xfrm xmlns:a="http://schemas.openxmlformats.org/drawingml/2006/main">
            <a:off x="10153650" y="7254716"/>
            <a:ext cx="685800"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75" b="1">
                <a:solidFill>
                  <a:srgbClr val="000000"/>
                </a:solidFill>
                <a:latin typeface="Apple SD Gothic Neo"/>
                <a:ea typeface="Apple SD Gothic Neo"/>
                <a:cs typeface="Apple SD Gothic Neo"/>
              </a:defRPr>
            </a:pPr>
            <a:r>
              <a:rPr sz="675" b="1">
                <a:solidFill>
                  <a:srgbClr val="000000"/>
                </a:solidFill>
                <a:latin typeface="Apple SD Gothic Neo"/>
                <a:ea typeface="Apple SD Gothic Neo"/>
                <a:cs typeface="Apple SD Gothic Neo"/>
              </a:rPr>
              <a:t>Channel I/O</a:t>
            </a:r>
          </a:p>
        </p:txBody>
      </p:sp>
      <p:sp>
        <p:nvSpPr>
          <p:cNvPr id="247" name="dp41-comparison / n208">
            <a:extLst xmlns:a="http://schemas.openxmlformats.org/drawingml/2006/main">
              <a:ext uri="{FF2B5EF4-FFF2-40B4-BE49-F238E27FC236}">
                <a16:creationId xmlns:a16="http://schemas.microsoft.com/office/drawing/2014/main" id="{EC8C9E71-B2BF-4108-AC43-2773D5362AC6}"/>
              </a:ext>
            </a:extLst>
          </p:cNvPr>
          <p:cNvSpPr>
            <a:spLocks xmlns:a="http://schemas.openxmlformats.org/drawingml/2006/main" noGrp="1"/>
          </p:cNvSpPr>
          <p:nvPr/>
        </p:nvSpPr>
        <p:spPr>
          <a:xfrm xmlns:a="http://schemas.openxmlformats.org/drawingml/2006/main">
            <a:off x="11010900" y="7229475"/>
            <a:ext cx="1066800" cy="161925"/>
          </a:xfrm>
          <a:prstGeom xmlns:a="http://schemas.openxmlformats.org/drawingml/2006/main" prst="roundRect">
            <a:avLst>
              <a:gd name="adj" fmla="val 47059"/>
            </a:avLst>
          </a:prstGeom>
          <a:solidFill xmlns:a="http://schemas.openxmlformats.org/drawingml/2006/main">
            <a:srgbClr val="FFFFFF"/>
          </a:solidFill>
          <a:ln xmlns:a="http://schemas.openxmlformats.org/drawingml/2006/main" w="9525">
            <a:solidFill>
              <a:srgbClr val="000000"/>
            </a:solidFill>
            <a:prstDash val="solid"/>
          </a:ln>
        </p:spPr>
      </p:sp>
      <p:sp>
        <p:nvSpPr>
          <p:cNvPr id="248" name="dp41-comparison / n209 / text 1">
            <a:extLst xmlns:a="http://schemas.openxmlformats.org/drawingml/2006/main">
              <a:ext uri="{FF2B5EF4-FFF2-40B4-BE49-F238E27FC236}">
                <a16:creationId xmlns:a16="http://schemas.microsoft.com/office/drawing/2014/main" id="{C96A7FBD-122C-4C1A-80EB-E5440C72596D}"/>
              </a:ext>
            </a:extLst>
          </p:cNvPr>
          <p:cNvSpPr>
            <a:spLocks xmlns:a="http://schemas.openxmlformats.org/drawingml/2006/main" noGrp="1"/>
          </p:cNvSpPr>
          <p:nvPr/>
        </p:nvSpPr>
        <p:spPr>
          <a:xfrm xmlns:a="http://schemas.openxmlformats.org/drawingml/2006/main">
            <a:off x="11096625" y="7260908"/>
            <a:ext cx="895350" cy="1104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00" b="1">
                <a:solidFill>
                  <a:srgbClr val="000000"/>
                </a:solidFill>
                <a:latin typeface="Apple SD Gothic Neo"/>
                <a:ea typeface="Apple SD Gothic Neo"/>
                <a:cs typeface="Apple SD Gothic Neo"/>
              </a:defRPr>
            </a:pPr>
            <a:r>
              <a:rPr sz="600" b="1">
                <a:solidFill>
                  <a:srgbClr val="000000"/>
                </a:solidFill>
                <a:latin typeface="Apple SD Gothic Neo"/>
                <a:ea typeface="Apple SD Gothic Neo"/>
                <a:cs typeface="Apple SD Gothic Neo"/>
              </a:rPr>
              <a:t>Turn-Taking Control</a:t>
            </a:r>
          </a:p>
        </p:txBody>
      </p:sp>
      <p:sp>
        <p:nvSpPr>
          <p:cNvPr id="249" name="dp41-comparison / n212">
            <a:extLst xmlns:a="http://schemas.openxmlformats.org/drawingml/2006/main">
              <a:ext uri="{FF2B5EF4-FFF2-40B4-BE49-F238E27FC236}">
                <a16:creationId xmlns:a16="http://schemas.microsoft.com/office/drawing/2014/main" id="{B3667CB4-8968-4EA0-80A1-F038F986C923}"/>
              </a:ext>
            </a:extLst>
          </p:cNvPr>
          <p:cNvSpPr>
            <a:spLocks xmlns:a="http://schemas.openxmlformats.org/drawingml/2006/main" noGrp="1"/>
          </p:cNvSpPr>
          <p:nvPr/>
        </p:nvSpPr>
        <p:spPr>
          <a:xfrm xmlns:a="http://schemas.openxmlformats.org/drawingml/2006/main">
            <a:off x="12649200" y="6991350"/>
            <a:ext cx="21907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0" name="dp41-comparison / n213 / text 1">
            <a:extLst xmlns:a="http://schemas.openxmlformats.org/drawingml/2006/main">
              <a:ext uri="{FF2B5EF4-FFF2-40B4-BE49-F238E27FC236}">
                <a16:creationId xmlns:a16="http://schemas.microsoft.com/office/drawing/2014/main" id="{A8D2646C-CCA9-4ABB-AE82-9867F70238F6}"/>
              </a:ext>
            </a:extLst>
          </p:cNvPr>
          <p:cNvSpPr>
            <a:spLocks xmlns:a="http://schemas.openxmlformats.org/drawingml/2006/main" noGrp="1"/>
          </p:cNvSpPr>
          <p:nvPr/>
        </p:nvSpPr>
        <p:spPr>
          <a:xfrm xmlns:a="http://schemas.openxmlformats.org/drawingml/2006/main">
            <a:off x="12734925" y="703183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Response Manager</a:t>
            </a:r>
          </a:p>
        </p:txBody>
      </p:sp>
      <p:sp>
        <p:nvSpPr>
          <p:cNvPr id="251" name="dp41-comparison / n214">
            <a:extLst xmlns:a="http://schemas.openxmlformats.org/drawingml/2006/main">
              <a:ext uri="{FF2B5EF4-FFF2-40B4-BE49-F238E27FC236}">
                <a16:creationId xmlns:a16="http://schemas.microsoft.com/office/drawing/2014/main" id="{4472E81B-ED18-442A-9178-A32FF3059734}"/>
              </a:ext>
            </a:extLst>
          </p:cNvPr>
          <p:cNvSpPr>
            <a:spLocks xmlns:a="http://schemas.openxmlformats.org/drawingml/2006/main" noGrp="1"/>
          </p:cNvSpPr>
          <p:nvPr/>
        </p:nvSpPr>
        <p:spPr>
          <a:xfrm xmlns:a="http://schemas.openxmlformats.org/drawingml/2006/main">
            <a:off x="15525750" y="6991350"/>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215 / text 1">
            <a:extLst xmlns:a="http://schemas.openxmlformats.org/drawingml/2006/main">
              <a:ext uri="{FF2B5EF4-FFF2-40B4-BE49-F238E27FC236}">
                <a16:creationId xmlns:a16="http://schemas.microsoft.com/office/drawing/2014/main" id="{B90DC47F-3922-44DE-AB54-FB33032E392D}"/>
              </a:ext>
            </a:extLst>
          </p:cNvPr>
          <p:cNvSpPr>
            <a:spLocks xmlns:a="http://schemas.openxmlformats.org/drawingml/2006/main" noGrp="1"/>
          </p:cNvSpPr>
          <p:nvPr/>
        </p:nvSpPr>
        <p:spPr>
          <a:xfrm xmlns:a="http://schemas.openxmlformats.org/drawingml/2006/main">
            <a:off x="15611475" y="703183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Agent Gateway</a:t>
            </a:r>
          </a:p>
        </p:txBody>
      </p:sp>
      <p:sp>
        <p:nvSpPr>
          <p:cNvPr id="253" name="dp41-comparison / n216">
            <a:extLst xmlns:a="http://schemas.openxmlformats.org/drawingml/2006/main">
              <a:ext uri="{FF2B5EF4-FFF2-40B4-BE49-F238E27FC236}">
                <a16:creationId xmlns:a16="http://schemas.microsoft.com/office/drawing/2014/main" id="{0955282D-EBCB-4147-A96F-156D596C903D}"/>
              </a:ext>
            </a:extLst>
          </p:cNvPr>
          <p:cNvSpPr>
            <a:spLocks xmlns:a="http://schemas.openxmlformats.org/drawingml/2006/main" noGrp="1"/>
          </p:cNvSpPr>
          <p:nvPr/>
        </p:nvSpPr>
        <p:spPr>
          <a:xfrm xmlns:a="http://schemas.openxmlformats.org/drawingml/2006/main">
            <a:off x="1552575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54" name="dp41-comparison / n217 / text 1">
            <a:extLst xmlns:a="http://schemas.openxmlformats.org/drawingml/2006/main">
              <a:ext uri="{FF2B5EF4-FFF2-40B4-BE49-F238E27FC236}">
                <a16:creationId xmlns:a16="http://schemas.microsoft.com/office/drawing/2014/main" id="{7647E3E6-5AB9-45CF-A420-ABEC9C8967EC}"/>
              </a:ext>
            </a:extLst>
          </p:cNvPr>
          <p:cNvSpPr>
            <a:spLocks xmlns:a="http://schemas.openxmlformats.org/drawingml/2006/main" noGrp="1"/>
          </p:cNvSpPr>
          <p:nvPr/>
        </p:nvSpPr>
        <p:spPr>
          <a:xfrm xmlns:a="http://schemas.openxmlformats.org/drawingml/2006/main">
            <a:off x="1561147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255" name="dp41-comparison / n217 / text 2">
            <a:extLst xmlns:a="http://schemas.openxmlformats.org/drawingml/2006/main">
              <a:ext uri="{FF2B5EF4-FFF2-40B4-BE49-F238E27FC236}">
                <a16:creationId xmlns:a16="http://schemas.microsoft.com/office/drawing/2014/main" id="{64292DF6-3DD0-40A4-A398-0C55430D3A3B}"/>
              </a:ext>
            </a:extLst>
          </p:cNvPr>
          <p:cNvSpPr>
            <a:spLocks xmlns:a="http://schemas.openxmlformats.org/drawingml/2006/main" noGrp="1"/>
          </p:cNvSpPr>
          <p:nvPr/>
        </p:nvSpPr>
        <p:spPr>
          <a:xfrm xmlns:a="http://schemas.openxmlformats.org/drawingml/2006/main">
            <a:off x="1561147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음성 모델</a:t>
            </a:r>
          </a:p>
        </p:txBody>
      </p:sp>
      <p:sp>
        <p:nvSpPr>
          <p:cNvPr id="256" name="dp41-comparison / n218">
            <a:extLst xmlns:a="http://schemas.openxmlformats.org/drawingml/2006/main">
              <a:ext uri="{FF2B5EF4-FFF2-40B4-BE49-F238E27FC236}">
                <a16:creationId xmlns:a16="http://schemas.microsoft.com/office/drawing/2014/main" id="{095BC537-8226-4908-B936-511EB35AE9A4}"/>
              </a:ext>
            </a:extLst>
          </p:cNvPr>
          <p:cNvSpPr>
            <a:spLocks xmlns:a="http://schemas.openxmlformats.org/drawingml/2006/main" noGrp="1"/>
          </p:cNvSpPr>
          <p:nvPr/>
        </p:nvSpPr>
        <p:spPr>
          <a:xfrm xmlns:a="http://schemas.openxmlformats.org/drawingml/2006/main">
            <a:off x="16649700" y="6534150"/>
            <a:ext cx="9715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219 / text 1">
            <a:extLst xmlns:a="http://schemas.openxmlformats.org/drawingml/2006/main">
              <a:ext uri="{FF2B5EF4-FFF2-40B4-BE49-F238E27FC236}">
                <a16:creationId xmlns:a16="http://schemas.microsoft.com/office/drawing/2014/main" id="{FC7F6234-6DB9-4C7C-83EB-389F324BB53C}"/>
              </a:ext>
            </a:extLst>
          </p:cNvPr>
          <p:cNvSpPr>
            <a:spLocks xmlns:a="http://schemas.openxmlformats.org/drawingml/2006/main" noGrp="1"/>
          </p:cNvSpPr>
          <p:nvPr/>
        </p:nvSpPr>
        <p:spPr>
          <a:xfrm xmlns:a="http://schemas.openxmlformats.org/drawingml/2006/main">
            <a:off x="16735425" y="6538913"/>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클라우드</a:t>
            </a:r>
          </a:p>
        </p:txBody>
      </p:sp>
      <p:sp>
        <p:nvSpPr>
          <p:cNvPr id="258" name="dp41-comparison / n219 / text 2">
            <a:extLst xmlns:a="http://schemas.openxmlformats.org/drawingml/2006/main">
              <a:ext uri="{FF2B5EF4-FFF2-40B4-BE49-F238E27FC236}">
                <a16:creationId xmlns:a16="http://schemas.microsoft.com/office/drawing/2014/main" id="{24547FE8-A268-4D84-9E9A-23517E253513}"/>
              </a:ext>
            </a:extLst>
          </p:cNvPr>
          <p:cNvSpPr>
            <a:spLocks xmlns:a="http://schemas.openxmlformats.org/drawingml/2006/main" noGrp="1"/>
          </p:cNvSpPr>
          <p:nvPr/>
        </p:nvSpPr>
        <p:spPr>
          <a:xfrm xmlns:a="http://schemas.openxmlformats.org/drawingml/2006/main">
            <a:off x="16735425" y="6662738"/>
            <a:ext cx="8001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의미 LLM</a:t>
            </a:r>
          </a:p>
        </p:txBody>
      </p:sp>
      <p:sp>
        <p:nvSpPr>
          <p:cNvPr id="259" name="dp41-comparison / n220">
            <a:extLst xmlns:a="http://schemas.openxmlformats.org/drawingml/2006/main">
              <a:ext uri="{FF2B5EF4-FFF2-40B4-BE49-F238E27FC236}">
                <a16:creationId xmlns:a16="http://schemas.microsoft.com/office/drawing/2014/main" id="{EE050880-2EDB-4C28-92AF-3C62D31D6C2C}"/>
              </a:ext>
            </a:extLst>
          </p:cNvPr>
          <p:cNvSpPr>
            <a:spLocks xmlns:a="http://schemas.openxmlformats.org/drawingml/2006/main" noGrp="1"/>
          </p:cNvSpPr>
          <p:nvPr/>
        </p:nvSpPr>
        <p:spPr>
          <a:xfrm xmlns:a="http://schemas.openxmlformats.org/drawingml/2006/main">
            <a:off x="15525750" y="7372350"/>
            <a:ext cx="2095500" cy="1619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60" name="dp41-comparison / n221 / text 1">
            <a:extLst xmlns:a="http://schemas.openxmlformats.org/drawingml/2006/main">
              <a:ext uri="{FF2B5EF4-FFF2-40B4-BE49-F238E27FC236}">
                <a16:creationId xmlns:a16="http://schemas.microsoft.com/office/drawing/2014/main" id="{7461AA46-140B-41EB-8AE9-1C158B53D53B}"/>
              </a:ext>
            </a:extLst>
          </p:cNvPr>
          <p:cNvSpPr>
            <a:spLocks xmlns:a="http://schemas.openxmlformats.org/drawingml/2006/main" noGrp="1"/>
          </p:cNvSpPr>
          <p:nvPr/>
        </p:nvSpPr>
        <p:spPr>
          <a:xfrm xmlns:a="http://schemas.openxmlformats.org/drawingml/2006/main">
            <a:off x="15611475" y="7385209"/>
            <a:ext cx="1924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 b="1">
                <a:solidFill>
                  <a:srgbClr val="000000"/>
                </a:solidFill>
                <a:latin typeface="Apple SD Gothic Neo"/>
                <a:ea typeface="Apple SD Gothic Neo"/>
                <a:cs typeface="Apple SD Gothic Neo"/>
              </a:defRPr>
            </a:pPr>
            <a:r>
              <a:rPr sz="825" b="1">
                <a:solidFill>
                  <a:srgbClr val="000000"/>
                </a:solidFill>
                <a:latin typeface="Apple SD Gothic Neo"/>
                <a:ea typeface="Apple SD Gothic Neo"/>
                <a:cs typeface="Apple SD Gothic Neo"/>
              </a:rPr>
              <a:t>Downstream Agent</a:t>
            </a:r>
          </a:p>
        </p:txBody>
      </p:sp>
      <p:sp>
        <p:nvSpPr>
          <p:cNvPr id="261" name="dp41-comparison / n222 / path">
            <a:extLst xmlns:a="http://schemas.openxmlformats.org/drawingml/2006/main">
              <a:ext uri="{FF2B5EF4-FFF2-40B4-BE49-F238E27FC236}">
                <a16:creationId xmlns:a16="http://schemas.microsoft.com/office/drawing/2014/main" id="{007124EB-222F-4023-B6F2-6D43BF3ABC1E}"/>
              </a:ext>
            </a:extLst>
          </p:cNvPr>
          <p:cNvSpPr>
            <a:spLocks xmlns:a="http://schemas.openxmlformats.org/drawingml/2006/main" noGrp="1"/>
          </p:cNvSpPr>
          <p:nvPr/>
        </p:nvSpPr>
        <p:spPr>
          <a:xfrm xmlns:a="http://schemas.openxmlformats.org/drawingml/2006/main">
            <a:off x="11049000" y="4262438"/>
            <a:ext cx="6705600" cy="1414463"/>
          </a:xfrm>
          <a:custGeom xmlns:a="http://schemas.openxmlformats.org/drawingml/2006/main">
            <a:pathLst>
              <a:path w="6705600" h="1414463">
                <a:moveTo>
                  <a:pt x="6477000" y="0"/>
                </a:moveTo>
                <a:lnTo>
                  <a:pt x="6705600" y="0"/>
                </a:lnTo>
                <a:lnTo>
                  <a:pt x="6705600" y="1309688"/>
                </a:lnTo>
                <a:lnTo>
                  <a:pt x="0" y="1309688"/>
                </a:lnTo>
                <a:lnTo>
                  <a:pt x="0" y="1414463"/>
                </a:lnTo>
              </a:path>
            </a:pathLst>
          </a:custGeom>
          <a:noFill xmlns:a="http://schemas.openxmlformats.org/drawingml/2006/main"/>
          <a:ln xmlns:a="http://schemas.openxmlformats.org/drawingml/2006/main" w="10478">
            <a:solidFill>
              <a:srgbClr val="000000"/>
            </a:solidFill>
            <a:prstDash val="solid"/>
          </a:ln>
        </p:spPr>
      </p:sp>
      <p:sp>
        <p:nvSpPr>
          <p:cNvPr id="262" name="dp41-comparison / n222 / arrow">
            <a:extLst xmlns:a="http://schemas.openxmlformats.org/drawingml/2006/main">
              <a:ext uri="{FF2B5EF4-FFF2-40B4-BE49-F238E27FC236}">
                <a16:creationId xmlns:a16="http://schemas.microsoft.com/office/drawing/2014/main" id="{643603D4-6AD9-4AC3-9D84-C29EDE6A1242}"/>
              </a:ext>
            </a:extLst>
          </p:cNvPr>
          <p:cNvSpPr>
            <a:spLocks xmlns:a="http://schemas.openxmlformats.org/drawingml/2006/main" noGrp="1"/>
          </p:cNvSpPr>
          <p:nvPr/>
        </p:nvSpPr>
        <p:spPr>
          <a:xfrm xmlns:a="http://schemas.openxmlformats.org/drawingml/2006/main">
            <a:off x="11015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3" name="dp41-comparison / n223 / path">
            <a:extLst xmlns:a="http://schemas.openxmlformats.org/drawingml/2006/main">
              <a:ext uri="{FF2B5EF4-FFF2-40B4-BE49-F238E27FC236}">
                <a16:creationId xmlns:a16="http://schemas.microsoft.com/office/drawing/2014/main" id="{D8BFACCB-BBE9-4EB6-A43C-F76454B7E6A8}"/>
              </a:ext>
            </a:extLst>
          </p:cNvPr>
          <p:cNvSpPr>
            <a:spLocks xmlns:a="http://schemas.openxmlformats.org/drawingml/2006/main" noGrp="1"/>
          </p:cNvSpPr>
          <p:nvPr/>
        </p:nvSpPr>
        <p:spPr>
          <a:xfrm xmlns:a="http://schemas.openxmlformats.org/drawingml/2006/main">
            <a:off x="11134725" y="4386263"/>
            <a:ext cx="6543675" cy="1290638"/>
          </a:xfrm>
          <a:custGeom xmlns:a="http://schemas.openxmlformats.org/drawingml/2006/main">
            <a:pathLst>
              <a:path w="6543675" h="1290638">
                <a:moveTo>
                  <a:pt x="0" y="1290638"/>
                </a:moveTo>
                <a:lnTo>
                  <a:pt x="0" y="1214438"/>
                </a:lnTo>
                <a:lnTo>
                  <a:pt x="6543675" y="1214438"/>
                </a:lnTo>
                <a:lnTo>
                  <a:pt x="6543675" y="0"/>
                </a:lnTo>
                <a:lnTo>
                  <a:pt x="6391275" y="0"/>
                </a:lnTo>
              </a:path>
            </a:pathLst>
          </a:custGeom>
          <a:noFill xmlns:a="http://schemas.openxmlformats.org/drawingml/2006/main"/>
          <a:ln xmlns:a="http://schemas.openxmlformats.org/drawingml/2006/main" w="10478">
            <a:solidFill>
              <a:srgbClr val="000000"/>
            </a:solidFill>
            <a:prstDash val="dash"/>
          </a:ln>
        </p:spPr>
      </p:sp>
      <p:sp>
        <p:nvSpPr>
          <p:cNvPr id="264" name="dp41-comparison / n223 / arrow">
            <a:extLst xmlns:a="http://schemas.openxmlformats.org/drawingml/2006/main">
              <a:ext uri="{FF2B5EF4-FFF2-40B4-BE49-F238E27FC236}">
                <a16:creationId xmlns:a16="http://schemas.microsoft.com/office/drawing/2014/main" id="{BE365425-2DE2-404F-85C4-55778F73814C}"/>
              </a:ext>
            </a:extLst>
          </p:cNvPr>
          <p:cNvSpPr>
            <a:spLocks xmlns:a="http://schemas.openxmlformats.org/drawingml/2006/main" noGrp="1"/>
          </p:cNvSpPr>
          <p:nvPr/>
        </p:nvSpPr>
        <p:spPr>
          <a:xfrm xmlns:a="http://schemas.openxmlformats.org/drawingml/2006/main">
            <a:off x="17526000" y="4352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5" name="dp41-comparison / n224 / path">
            <a:extLst xmlns:a="http://schemas.openxmlformats.org/drawingml/2006/main">
              <a:ext uri="{FF2B5EF4-FFF2-40B4-BE49-F238E27FC236}">
                <a16:creationId xmlns:a16="http://schemas.microsoft.com/office/drawing/2014/main" id="{BFB75F97-4361-4C98-B523-A97E38540730}"/>
              </a:ext>
            </a:extLst>
          </p:cNvPr>
          <p:cNvSpPr>
            <a:spLocks xmlns:a="http://schemas.openxmlformats.org/drawingml/2006/main" noGrp="1"/>
          </p:cNvSpPr>
          <p:nvPr/>
        </p:nvSpPr>
        <p:spPr>
          <a:xfrm xmlns:a="http://schemas.openxmlformats.org/drawingml/2006/main">
            <a:off x="13744575" y="4262438"/>
            <a:ext cx="4010025" cy="1414463"/>
          </a:xfrm>
          <a:custGeom xmlns:a="http://schemas.openxmlformats.org/drawingml/2006/main">
            <a:pathLst>
              <a:path w="4010025" h="1414463">
                <a:moveTo>
                  <a:pt x="3781425" y="0"/>
                </a:moveTo>
                <a:lnTo>
                  <a:pt x="4010025" y="0"/>
                </a:lnTo>
                <a:lnTo>
                  <a:pt x="4010025" y="1338263"/>
                </a:lnTo>
                <a:lnTo>
                  <a:pt x="0" y="1338263"/>
                </a:lnTo>
                <a:lnTo>
                  <a:pt x="0" y="1414463"/>
                </a:lnTo>
              </a:path>
            </a:pathLst>
          </a:custGeom>
          <a:noFill xmlns:a="http://schemas.openxmlformats.org/drawingml/2006/main"/>
          <a:ln xmlns:a="http://schemas.openxmlformats.org/drawingml/2006/main" w="10478">
            <a:solidFill>
              <a:srgbClr val="000000"/>
            </a:solidFill>
            <a:prstDash val="solid"/>
          </a:ln>
        </p:spPr>
      </p:sp>
      <p:sp>
        <p:nvSpPr>
          <p:cNvPr id="266" name="dp41-comparison / n224 / arrow">
            <a:extLst xmlns:a="http://schemas.openxmlformats.org/drawingml/2006/main">
              <a:ext uri="{FF2B5EF4-FFF2-40B4-BE49-F238E27FC236}">
                <a16:creationId xmlns:a16="http://schemas.microsoft.com/office/drawing/2014/main" id="{576F3AE2-364A-4263-B840-2EDEEC80E9DC}"/>
              </a:ext>
            </a:extLst>
          </p:cNvPr>
          <p:cNvSpPr>
            <a:spLocks xmlns:a="http://schemas.openxmlformats.org/drawingml/2006/main" noGrp="1"/>
          </p:cNvSpPr>
          <p:nvPr/>
        </p:nvSpPr>
        <p:spPr>
          <a:xfrm xmlns:a="http://schemas.openxmlformats.org/drawingml/2006/main">
            <a:off x="13711047"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7" name="dp41-comparison / n225 / path">
            <a:extLst xmlns:a="http://schemas.openxmlformats.org/drawingml/2006/main">
              <a:ext uri="{FF2B5EF4-FFF2-40B4-BE49-F238E27FC236}">
                <a16:creationId xmlns:a16="http://schemas.microsoft.com/office/drawing/2014/main" id="{962FCA0D-8A25-455E-B734-9C4B5E159AAA}"/>
              </a:ext>
            </a:extLst>
          </p:cNvPr>
          <p:cNvSpPr>
            <a:spLocks xmlns:a="http://schemas.openxmlformats.org/drawingml/2006/main" noGrp="1"/>
          </p:cNvSpPr>
          <p:nvPr/>
        </p:nvSpPr>
        <p:spPr>
          <a:xfrm xmlns:a="http://schemas.openxmlformats.org/drawingml/2006/main">
            <a:off x="13830300" y="4386263"/>
            <a:ext cx="3848100" cy="1290638"/>
          </a:xfrm>
          <a:custGeom xmlns:a="http://schemas.openxmlformats.org/drawingml/2006/main">
            <a:pathLst>
              <a:path w="3848100" h="1290638">
                <a:moveTo>
                  <a:pt x="0" y="1290638"/>
                </a:moveTo>
                <a:lnTo>
                  <a:pt x="0" y="1243013"/>
                </a:lnTo>
                <a:lnTo>
                  <a:pt x="3848100" y="1243013"/>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68" name="dp41-comparison / n225 / arrow">
            <a:extLst xmlns:a="http://schemas.openxmlformats.org/drawingml/2006/main">
              <a:ext uri="{FF2B5EF4-FFF2-40B4-BE49-F238E27FC236}">
                <a16:creationId xmlns:a16="http://schemas.microsoft.com/office/drawing/2014/main" id="{FE56F727-9D6C-4CAB-8A48-72D819143A9A}"/>
              </a:ext>
            </a:extLst>
          </p:cNvPr>
          <p:cNvSpPr>
            <a:spLocks xmlns:a="http://schemas.openxmlformats.org/drawingml/2006/main" noGrp="1"/>
          </p:cNvSpPr>
          <p:nvPr/>
        </p:nvSpPr>
        <p:spPr>
          <a:xfrm xmlns:a="http://schemas.openxmlformats.org/drawingml/2006/main">
            <a:off x="17526000" y="4352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9" name="dp41-comparison / n226 / path">
            <a:extLst xmlns:a="http://schemas.openxmlformats.org/drawingml/2006/main">
              <a:ext uri="{FF2B5EF4-FFF2-40B4-BE49-F238E27FC236}">
                <a16:creationId xmlns:a16="http://schemas.microsoft.com/office/drawing/2014/main" id="{59919DBD-BC0D-4EC8-9A7F-5958263393E3}"/>
              </a:ext>
            </a:extLst>
          </p:cNvPr>
          <p:cNvSpPr>
            <a:spLocks xmlns:a="http://schemas.openxmlformats.org/drawingml/2006/main" noGrp="1"/>
          </p:cNvSpPr>
          <p:nvPr/>
        </p:nvSpPr>
        <p:spPr>
          <a:xfrm xmlns:a="http://schemas.openxmlformats.org/drawingml/2006/main">
            <a:off x="9791700" y="3452813"/>
            <a:ext cx="7981950" cy="2738438"/>
          </a:xfrm>
          <a:custGeom xmlns:a="http://schemas.openxmlformats.org/drawingml/2006/main">
            <a:pathLst>
              <a:path w="7981950" h="2738438">
                <a:moveTo>
                  <a:pt x="161925" y="0"/>
                </a:moveTo>
                <a:lnTo>
                  <a:pt x="0" y="0"/>
                </a:lnTo>
                <a:lnTo>
                  <a:pt x="0" y="2566988"/>
                </a:lnTo>
                <a:lnTo>
                  <a:pt x="7981950" y="2566988"/>
                </a:lnTo>
                <a:lnTo>
                  <a:pt x="7981950" y="2738438"/>
                </a:lnTo>
                <a:lnTo>
                  <a:pt x="7829550" y="2738438"/>
                </a:lnTo>
              </a:path>
            </a:pathLst>
          </a:custGeom>
          <a:noFill xmlns:a="http://schemas.openxmlformats.org/drawingml/2006/main"/>
          <a:ln xmlns:a="http://schemas.openxmlformats.org/drawingml/2006/main" w="10478">
            <a:solidFill>
              <a:srgbClr val="000000"/>
            </a:solidFill>
            <a:prstDash val="solid"/>
          </a:ln>
        </p:spPr>
      </p:sp>
      <p:sp>
        <p:nvSpPr>
          <p:cNvPr id="270" name="dp41-comparison / n226 / arrow">
            <a:extLst xmlns:a="http://schemas.openxmlformats.org/drawingml/2006/main">
              <a:ext uri="{FF2B5EF4-FFF2-40B4-BE49-F238E27FC236}">
                <a16:creationId xmlns:a16="http://schemas.microsoft.com/office/drawing/2014/main" id="{4BA34FE9-6B06-403D-AEBE-E44C7540DC7D}"/>
              </a:ext>
            </a:extLst>
          </p:cNvPr>
          <p:cNvSpPr>
            <a:spLocks xmlns:a="http://schemas.openxmlformats.org/drawingml/2006/main" noGrp="1"/>
          </p:cNvSpPr>
          <p:nvPr/>
        </p:nvSpPr>
        <p:spPr>
          <a:xfrm xmlns:a="http://schemas.openxmlformats.org/drawingml/2006/main">
            <a:off x="17621250" y="6157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71" name="dp41-comparison / n227 / path">
            <a:extLst xmlns:a="http://schemas.openxmlformats.org/drawingml/2006/main">
              <a:ext uri="{FF2B5EF4-FFF2-40B4-BE49-F238E27FC236}">
                <a16:creationId xmlns:a16="http://schemas.microsoft.com/office/drawing/2014/main" id="{D4128A71-447F-45F4-B5CA-C6363BEEC3DE}"/>
              </a:ext>
            </a:extLst>
          </p:cNvPr>
          <p:cNvSpPr>
            <a:spLocks xmlns:a="http://schemas.openxmlformats.org/drawingml/2006/main" noGrp="1"/>
          </p:cNvSpPr>
          <p:nvPr/>
        </p:nvSpPr>
        <p:spPr>
          <a:xfrm xmlns:a="http://schemas.openxmlformats.org/drawingml/2006/main">
            <a:off x="9715500" y="3567113"/>
            <a:ext cx="8077200" cy="2700338"/>
          </a:xfrm>
          <a:custGeom xmlns:a="http://schemas.openxmlformats.org/drawingml/2006/main">
            <a:pathLst>
              <a:path w="8077200" h="2700338">
                <a:moveTo>
                  <a:pt x="7905750" y="2700338"/>
                </a:moveTo>
                <a:lnTo>
                  <a:pt x="8077200" y="2700338"/>
                </a:lnTo>
                <a:lnTo>
                  <a:pt x="8077200" y="2424113"/>
                </a:lnTo>
                <a:lnTo>
                  <a:pt x="0" y="2424113"/>
                </a:lnTo>
                <a:lnTo>
                  <a:pt x="0" y="0"/>
                </a:lnTo>
                <a:lnTo>
                  <a:pt x="238125" y="0"/>
                </a:lnTo>
              </a:path>
            </a:pathLst>
          </a:custGeom>
          <a:noFill xmlns:a="http://schemas.openxmlformats.org/drawingml/2006/main"/>
          <a:ln xmlns:a="http://schemas.openxmlformats.org/drawingml/2006/main" w="10478">
            <a:solidFill>
              <a:srgbClr val="000000"/>
            </a:solidFill>
            <a:prstDash val="dash"/>
          </a:ln>
        </p:spPr>
      </p:sp>
      <p:sp>
        <p:nvSpPr>
          <p:cNvPr id="272" name="dp41-comparison / n227 / arrow">
            <a:extLst xmlns:a="http://schemas.openxmlformats.org/drawingml/2006/main">
              <a:ext uri="{FF2B5EF4-FFF2-40B4-BE49-F238E27FC236}">
                <a16:creationId xmlns:a16="http://schemas.microsoft.com/office/drawing/2014/main" id="{17349703-FEE3-4E13-A33D-8599F57E93FC}"/>
              </a:ext>
            </a:extLst>
          </p:cNvPr>
          <p:cNvSpPr>
            <a:spLocks xmlns:a="http://schemas.openxmlformats.org/drawingml/2006/main" noGrp="1"/>
          </p:cNvSpPr>
          <p:nvPr/>
        </p:nvSpPr>
        <p:spPr>
          <a:xfrm xmlns:a="http://schemas.openxmlformats.org/drawingml/2006/main">
            <a:off x="9886569" y="3533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73" name="dp41-comparison / n228 / path">
            <a:extLst xmlns:a="http://schemas.openxmlformats.org/drawingml/2006/main">
              <a:ext uri="{FF2B5EF4-FFF2-40B4-BE49-F238E27FC236}">
                <a16:creationId xmlns:a16="http://schemas.microsoft.com/office/drawing/2014/main" id="{635E3EFA-DB8F-421B-BE25-DA5493482126}"/>
              </a:ext>
            </a:extLst>
          </p:cNvPr>
          <p:cNvSpPr>
            <a:spLocks xmlns:a="http://schemas.openxmlformats.org/drawingml/2006/main" noGrp="1"/>
          </p:cNvSpPr>
          <p:nvPr/>
        </p:nvSpPr>
        <p:spPr>
          <a:xfrm xmlns:a="http://schemas.openxmlformats.org/drawingml/2006/main">
            <a:off x="16011525" y="6324600"/>
            <a:ext cx="85725" cy="209550"/>
          </a:xfrm>
          <a:custGeom xmlns:a="http://schemas.openxmlformats.org/drawingml/2006/main">
            <a:pathLst>
              <a:path w="85725" h="209550">
                <a:moveTo>
                  <a:pt x="85725" y="0"/>
                </a:moveTo>
                <a:lnTo>
                  <a:pt x="85725" y="95250"/>
                </a:lnTo>
                <a:lnTo>
                  <a:pt x="0" y="95250"/>
                </a:lnTo>
                <a:lnTo>
                  <a:pt x="0" y="209550"/>
                </a:lnTo>
              </a:path>
            </a:pathLst>
          </a:custGeom>
          <a:noFill xmlns:a="http://schemas.openxmlformats.org/drawingml/2006/main"/>
          <a:ln xmlns:a="http://schemas.openxmlformats.org/drawingml/2006/main" w="10478">
            <a:solidFill>
              <a:srgbClr val="000000"/>
            </a:solidFill>
            <a:prstDash val="solid"/>
          </a:ln>
        </p:spPr>
      </p:sp>
      <p:sp>
        <p:nvSpPr>
          <p:cNvPr id="274" name="dp41-comparison / n228 / arrow">
            <a:extLst xmlns:a="http://schemas.openxmlformats.org/drawingml/2006/main">
              <a:ext uri="{FF2B5EF4-FFF2-40B4-BE49-F238E27FC236}">
                <a16:creationId xmlns:a16="http://schemas.microsoft.com/office/drawing/2014/main" id="{71800968-AB2D-4B17-84FD-2BF4FF79C5DC}"/>
              </a:ext>
            </a:extLst>
          </p:cNvPr>
          <p:cNvSpPr>
            <a:spLocks xmlns:a="http://schemas.openxmlformats.org/drawingml/2006/main" noGrp="1"/>
          </p:cNvSpPr>
          <p:nvPr/>
        </p:nvSpPr>
        <p:spPr>
          <a:xfrm xmlns:a="http://schemas.openxmlformats.org/drawingml/2006/main">
            <a:off x="1597799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5" name="dp41-comparison / n229 / path">
            <a:extLst xmlns:a="http://schemas.openxmlformats.org/drawingml/2006/main">
              <a:ext uri="{FF2B5EF4-FFF2-40B4-BE49-F238E27FC236}">
                <a16:creationId xmlns:a16="http://schemas.microsoft.com/office/drawing/2014/main" id="{4D809C64-0D6A-4989-8F04-5A4EC4490CEF}"/>
              </a:ext>
            </a:extLst>
          </p:cNvPr>
          <p:cNvSpPr>
            <a:spLocks xmlns:a="http://schemas.openxmlformats.org/drawingml/2006/main" noGrp="1"/>
          </p:cNvSpPr>
          <p:nvPr/>
        </p:nvSpPr>
        <p:spPr>
          <a:xfrm xmlns:a="http://schemas.openxmlformats.org/drawingml/2006/main">
            <a:off x="16097250" y="6324600"/>
            <a:ext cx="85725" cy="209550"/>
          </a:xfrm>
          <a:custGeom xmlns:a="http://schemas.openxmlformats.org/drawingml/2006/main">
            <a:pathLst>
              <a:path w="85725" h="209550">
                <a:moveTo>
                  <a:pt x="0" y="209550"/>
                </a:moveTo>
                <a:lnTo>
                  <a:pt x="0" y="142875"/>
                </a:lnTo>
                <a:lnTo>
                  <a:pt x="85725" y="142875"/>
                </a:lnTo>
                <a:lnTo>
                  <a:pt x="85725" y="0"/>
                </a:lnTo>
              </a:path>
            </a:pathLst>
          </a:custGeom>
          <a:noFill xmlns:a="http://schemas.openxmlformats.org/drawingml/2006/main"/>
          <a:ln xmlns:a="http://schemas.openxmlformats.org/drawingml/2006/main" w="10478">
            <a:solidFill>
              <a:srgbClr val="000000"/>
            </a:solidFill>
            <a:prstDash val="dash"/>
          </a:ln>
        </p:spPr>
      </p:sp>
      <p:sp>
        <p:nvSpPr>
          <p:cNvPr id="276" name="dp41-comparison / n229 / arrow">
            <a:extLst xmlns:a="http://schemas.openxmlformats.org/drawingml/2006/main">
              <a:ext uri="{FF2B5EF4-FFF2-40B4-BE49-F238E27FC236}">
                <a16:creationId xmlns:a16="http://schemas.microsoft.com/office/drawing/2014/main" id="{A7035D46-B229-418D-86B5-75A08D62D4BA}"/>
              </a:ext>
            </a:extLst>
          </p:cNvPr>
          <p:cNvSpPr>
            <a:spLocks xmlns:a="http://schemas.openxmlformats.org/drawingml/2006/main" noGrp="1"/>
          </p:cNvSpPr>
          <p:nvPr/>
        </p:nvSpPr>
        <p:spPr>
          <a:xfrm xmlns:a="http://schemas.openxmlformats.org/drawingml/2006/main">
            <a:off x="16149447"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7" name="dp41-comparison / n230 / path">
            <a:extLst xmlns:a="http://schemas.openxmlformats.org/drawingml/2006/main">
              <a:ext uri="{FF2B5EF4-FFF2-40B4-BE49-F238E27FC236}">
                <a16:creationId xmlns:a16="http://schemas.microsoft.com/office/drawing/2014/main" id="{0020B962-20F7-4978-976A-6A02A0F05DAA}"/>
              </a:ext>
            </a:extLst>
          </p:cNvPr>
          <p:cNvSpPr>
            <a:spLocks xmlns:a="http://schemas.openxmlformats.org/drawingml/2006/main" noGrp="1"/>
          </p:cNvSpPr>
          <p:nvPr/>
        </p:nvSpPr>
        <p:spPr>
          <a:xfrm xmlns:a="http://schemas.openxmlformats.org/drawingml/2006/main">
            <a:off x="17097375" y="6324600"/>
            <a:ext cx="38100" cy="209550"/>
          </a:xfrm>
          <a:custGeom xmlns:a="http://schemas.openxmlformats.org/drawingml/2006/main">
            <a:pathLst>
              <a:path w="38100" h="209550">
                <a:moveTo>
                  <a:pt x="0" y="0"/>
                </a:moveTo>
                <a:lnTo>
                  <a:pt x="0" y="95250"/>
                </a:lnTo>
                <a:lnTo>
                  <a:pt x="38100" y="95250"/>
                </a:lnTo>
                <a:lnTo>
                  <a:pt x="38100" y="209550"/>
                </a:lnTo>
              </a:path>
            </a:pathLst>
          </a:custGeom>
          <a:noFill xmlns:a="http://schemas.openxmlformats.org/drawingml/2006/main"/>
          <a:ln xmlns:a="http://schemas.openxmlformats.org/drawingml/2006/main" w="10478">
            <a:solidFill>
              <a:srgbClr val="000000"/>
            </a:solidFill>
            <a:prstDash val="solid"/>
          </a:ln>
        </p:spPr>
      </p:sp>
      <p:sp>
        <p:nvSpPr>
          <p:cNvPr id="278" name="dp41-comparison / n230 / arrow">
            <a:extLst xmlns:a="http://schemas.openxmlformats.org/drawingml/2006/main">
              <a:ext uri="{FF2B5EF4-FFF2-40B4-BE49-F238E27FC236}">
                <a16:creationId xmlns:a16="http://schemas.microsoft.com/office/drawing/2014/main" id="{64432747-15AA-4EBE-BA2B-C64AA6D1D982}"/>
              </a:ext>
            </a:extLst>
          </p:cNvPr>
          <p:cNvSpPr>
            <a:spLocks xmlns:a="http://schemas.openxmlformats.org/drawingml/2006/main" noGrp="1"/>
          </p:cNvSpPr>
          <p:nvPr/>
        </p:nvSpPr>
        <p:spPr>
          <a:xfrm xmlns:a="http://schemas.openxmlformats.org/drawingml/2006/main">
            <a:off x="17101947" y="64670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9" name="dp41-comparison / n231 / path">
            <a:extLst xmlns:a="http://schemas.openxmlformats.org/drawingml/2006/main">
              <a:ext uri="{FF2B5EF4-FFF2-40B4-BE49-F238E27FC236}">
                <a16:creationId xmlns:a16="http://schemas.microsoft.com/office/drawing/2014/main" id="{ADEA9B63-26CF-446B-BF2A-976E1417109B}"/>
              </a:ext>
            </a:extLst>
          </p:cNvPr>
          <p:cNvSpPr>
            <a:spLocks xmlns:a="http://schemas.openxmlformats.org/drawingml/2006/main" noGrp="1"/>
          </p:cNvSpPr>
          <p:nvPr/>
        </p:nvSpPr>
        <p:spPr>
          <a:xfrm xmlns:a="http://schemas.openxmlformats.org/drawingml/2006/main">
            <a:off x="17183100" y="6324600"/>
            <a:ext cx="38100" cy="209550"/>
          </a:xfrm>
          <a:custGeom xmlns:a="http://schemas.openxmlformats.org/drawingml/2006/main">
            <a:pathLst>
              <a:path w="38100" h="209550">
                <a:moveTo>
                  <a:pt x="38100" y="209550"/>
                </a:moveTo>
                <a:lnTo>
                  <a:pt x="38100" y="142875"/>
                </a:lnTo>
                <a:lnTo>
                  <a:pt x="0" y="142875"/>
                </a:lnTo>
                <a:lnTo>
                  <a:pt x="0" y="0"/>
                </a:lnTo>
              </a:path>
            </a:pathLst>
          </a:custGeom>
          <a:noFill xmlns:a="http://schemas.openxmlformats.org/drawingml/2006/main"/>
          <a:ln xmlns:a="http://schemas.openxmlformats.org/drawingml/2006/main" w="10478">
            <a:solidFill>
              <a:srgbClr val="000000"/>
            </a:solidFill>
            <a:prstDash val="dash"/>
          </a:ln>
        </p:spPr>
      </p:sp>
      <p:sp>
        <p:nvSpPr>
          <p:cNvPr id="280" name="dp41-comparison / n231 / arrow">
            <a:extLst xmlns:a="http://schemas.openxmlformats.org/drawingml/2006/main">
              <a:ext uri="{FF2B5EF4-FFF2-40B4-BE49-F238E27FC236}">
                <a16:creationId xmlns:a16="http://schemas.microsoft.com/office/drawing/2014/main" id="{7781F8DA-A1E4-456E-BEF0-EB803DE769AE}"/>
              </a:ext>
            </a:extLst>
          </p:cNvPr>
          <p:cNvSpPr>
            <a:spLocks xmlns:a="http://schemas.openxmlformats.org/drawingml/2006/main" noGrp="1"/>
          </p:cNvSpPr>
          <p:nvPr/>
        </p:nvSpPr>
        <p:spPr>
          <a:xfrm xmlns:a="http://schemas.openxmlformats.org/drawingml/2006/main">
            <a:off x="17149572" y="63246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81" name="dp41-comparison / n232 / path">
            <a:extLst xmlns:a="http://schemas.openxmlformats.org/drawingml/2006/main">
              <a:ext uri="{FF2B5EF4-FFF2-40B4-BE49-F238E27FC236}">
                <a16:creationId xmlns:a16="http://schemas.microsoft.com/office/drawing/2014/main" id="{7632E044-A555-486E-8524-5A415D4E2E44}"/>
              </a:ext>
            </a:extLst>
          </p:cNvPr>
          <p:cNvSpPr>
            <a:spLocks xmlns:a="http://schemas.openxmlformats.org/drawingml/2006/main" noGrp="1"/>
          </p:cNvSpPr>
          <p:nvPr/>
        </p:nvSpPr>
        <p:spPr>
          <a:xfrm xmlns:a="http://schemas.openxmlformats.org/drawingml/2006/main">
            <a:off x="9772650" y="3367088"/>
            <a:ext cx="180975" cy="2919413"/>
          </a:xfrm>
          <a:custGeom xmlns:a="http://schemas.openxmlformats.org/drawingml/2006/main">
            <a:pathLst>
              <a:path w="180975" h="2919413">
                <a:moveTo>
                  <a:pt x="180975" y="2919413"/>
                </a:moveTo>
                <a:lnTo>
                  <a:pt x="0" y="2871788"/>
                </a:lnTo>
                <a:lnTo>
                  <a:pt x="0" y="0"/>
                </a:lnTo>
                <a:lnTo>
                  <a:pt x="180975" y="0"/>
                </a:lnTo>
              </a:path>
            </a:pathLst>
          </a:custGeom>
          <a:noFill xmlns:a="http://schemas.openxmlformats.org/drawingml/2006/main"/>
          <a:ln xmlns:a="http://schemas.openxmlformats.org/drawingml/2006/main" w="10478">
            <a:solidFill>
              <a:srgbClr val="000000"/>
            </a:solidFill>
            <a:prstDash val="solid"/>
          </a:ln>
        </p:spPr>
      </p:sp>
      <p:sp>
        <p:nvSpPr>
          <p:cNvPr id="282" name="dp41-comparison / n232 / arrow">
            <a:extLst xmlns:a="http://schemas.openxmlformats.org/drawingml/2006/main">
              <a:ext uri="{FF2B5EF4-FFF2-40B4-BE49-F238E27FC236}">
                <a16:creationId xmlns:a16="http://schemas.microsoft.com/office/drawing/2014/main" id="{51005B89-0406-46E6-9FC7-CD83FCBC5404}"/>
              </a:ext>
            </a:extLst>
          </p:cNvPr>
          <p:cNvSpPr>
            <a:spLocks xmlns:a="http://schemas.openxmlformats.org/drawingml/2006/main" noGrp="1"/>
          </p:cNvSpPr>
          <p:nvPr/>
        </p:nvSpPr>
        <p:spPr>
          <a:xfrm xmlns:a="http://schemas.openxmlformats.org/drawingml/2006/main">
            <a:off x="9886569" y="33335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3" name="dp41-comparison / n233 / path">
            <a:extLst xmlns:a="http://schemas.openxmlformats.org/drawingml/2006/main">
              <a:ext uri="{FF2B5EF4-FFF2-40B4-BE49-F238E27FC236}">
                <a16:creationId xmlns:a16="http://schemas.microsoft.com/office/drawing/2014/main" id="{3BBC26E8-DE8C-4E79-80C9-949A1426E5E1}"/>
              </a:ext>
            </a:extLst>
          </p:cNvPr>
          <p:cNvSpPr>
            <a:spLocks xmlns:a="http://schemas.openxmlformats.org/drawingml/2006/main" noGrp="1"/>
          </p:cNvSpPr>
          <p:nvPr/>
        </p:nvSpPr>
        <p:spPr>
          <a:xfrm xmlns:a="http://schemas.openxmlformats.org/drawingml/2006/main">
            <a:off x="11058525" y="5353050"/>
            <a:ext cx="14288" cy="781050"/>
          </a:xfrm>
          <a:custGeom xmlns:a="http://schemas.openxmlformats.org/drawingml/2006/main">
            <a:pathLst>
              <a:path w="14288" h="781050">
                <a:moveTo>
                  <a:pt x="0" y="0"/>
                </a:moveTo>
                <a:lnTo>
                  <a:pt x="0" y="742950"/>
                </a:lnTo>
                <a:lnTo>
                  <a:pt x="9525" y="742950"/>
                </a:lnTo>
                <a:lnTo>
                  <a:pt x="14288" y="781050"/>
                </a:lnTo>
              </a:path>
            </a:pathLst>
          </a:custGeom>
          <a:noFill xmlns:a="http://schemas.openxmlformats.org/drawingml/2006/main"/>
          <a:ln xmlns:a="http://schemas.openxmlformats.org/drawingml/2006/main" w="10478">
            <a:solidFill>
              <a:srgbClr val="000000"/>
            </a:solidFill>
            <a:prstDash val="solid"/>
          </a:ln>
        </p:spPr>
      </p:sp>
      <p:sp>
        <p:nvSpPr>
          <p:cNvPr id="284" name="dp41-comparison / n233 / arrow">
            <a:extLst xmlns:a="http://schemas.openxmlformats.org/drawingml/2006/main">
              <a:ext uri="{FF2B5EF4-FFF2-40B4-BE49-F238E27FC236}">
                <a16:creationId xmlns:a16="http://schemas.microsoft.com/office/drawing/2014/main" id="{3C9FDB1C-0BF9-448F-B9CE-61CD89530D47}"/>
              </a:ext>
            </a:extLst>
          </p:cNvPr>
          <p:cNvSpPr>
            <a:spLocks xmlns:a="http://schemas.openxmlformats.org/drawingml/2006/main" noGrp="1"/>
          </p:cNvSpPr>
          <p:nvPr/>
        </p:nvSpPr>
        <p:spPr>
          <a:xfrm xmlns:a="http://schemas.openxmlformats.org/drawingml/2006/main">
            <a:off x="11031226" y="6063403"/>
            <a:ext cx="66538" cy="70697"/>
          </a:xfrm>
          <a:custGeom xmlns:a="http://schemas.openxmlformats.org/drawingml/2006/main">
            <a:pathLst>
              <a:path w="66538" h="70697">
                <a:moveTo>
                  <a:pt x="0" y="8317"/>
                </a:moveTo>
                <a:lnTo>
                  <a:pt x="41586" y="70697"/>
                </a:lnTo>
                <a:lnTo>
                  <a:pt x="66538" y="0"/>
                </a:lnTo>
              </a:path>
            </a:pathLst>
          </a:custGeom>
          <a:noFill xmlns:a="http://schemas.openxmlformats.org/drawingml/2006/main"/>
          <a:ln xmlns:a="http://schemas.openxmlformats.org/drawingml/2006/main" w="13411">
            <a:solidFill>
              <a:srgbClr val="000000"/>
            </a:solidFill>
            <a:prstDash val="solid"/>
          </a:ln>
        </p:spPr>
      </p:sp>
      <p:sp>
        <p:nvSpPr>
          <p:cNvPr id="285" name="dp41-comparison / n234 / path">
            <a:extLst xmlns:a="http://schemas.openxmlformats.org/drawingml/2006/main">
              <a:ext uri="{FF2B5EF4-FFF2-40B4-BE49-F238E27FC236}">
                <a16:creationId xmlns:a16="http://schemas.microsoft.com/office/drawing/2014/main" id="{F837BBD5-DAA3-4895-AA79-D05B9B2E91D3}"/>
              </a:ext>
            </a:extLst>
          </p:cNvPr>
          <p:cNvSpPr>
            <a:spLocks xmlns:a="http://schemas.openxmlformats.org/drawingml/2006/main" noGrp="1"/>
          </p:cNvSpPr>
          <p:nvPr/>
        </p:nvSpPr>
        <p:spPr>
          <a:xfrm xmlns:a="http://schemas.openxmlformats.org/drawingml/2006/main">
            <a:off x="12192000" y="6167438"/>
            <a:ext cx="457200" cy="109538"/>
          </a:xfrm>
          <a:custGeom xmlns:a="http://schemas.openxmlformats.org/drawingml/2006/main">
            <a:pathLst>
              <a:path w="457200" h="109538">
                <a:moveTo>
                  <a:pt x="0" y="109538"/>
                </a:moveTo>
                <a:lnTo>
                  <a:pt x="457200" y="0"/>
                </a:lnTo>
              </a:path>
            </a:pathLst>
          </a:custGeom>
          <a:noFill xmlns:a="http://schemas.openxmlformats.org/drawingml/2006/main"/>
          <a:ln xmlns:a="http://schemas.openxmlformats.org/drawingml/2006/main" w="10478">
            <a:solidFill>
              <a:srgbClr val="000000"/>
            </a:solidFill>
            <a:prstDash val="solid"/>
          </a:ln>
        </p:spPr>
      </p:sp>
      <p:sp>
        <p:nvSpPr>
          <p:cNvPr id="286" name="dp41-comparison / n234 / arrow">
            <a:extLst xmlns:a="http://schemas.openxmlformats.org/drawingml/2006/main">
              <a:ext uri="{FF2B5EF4-FFF2-40B4-BE49-F238E27FC236}">
                <a16:creationId xmlns:a16="http://schemas.microsoft.com/office/drawing/2014/main" id="{DF43324F-5F94-491E-98D8-E93B97F5C814}"/>
              </a:ext>
            </a:extLst>
          </p:cNvPr>
          <p:cNvSpPr>
            <a:spLocks xmlns:a="http://schemas.openxmlformats.org/drawingml/2006/main" noGrp="1"/>
          </p:cNvSpPr>
          <p:nvPr/>
        </p:nvSpPr>
        <p:spPr>
          <a:xfrm xmlns:a="http://schemas.openxmlformats.org/drawingml/2006/main">
            <a:off x="12576178" y="6150456"/>
            <a:ext cx="73022" cy="65211"/>
          </a:xfrm>
          <a:custGeom xmlns:a="http://schemas.openxmlformats.org/drawingml/2006/main">
            <a:pathLst>
              <a:path w="73022" h="65211">
                <a:moveTo>
                  <a:pt x="15623" y="65211"/>
                </a:moveTo>
                <a:lnTo>
                  <a:pt x="73022" y="16982"/>
                </a:lnTo>
                <a:lnTo>
                  <a:pt x="0" y="0"/>
                </a:lnTo>
              </a:path>
            </a:pathLst>
          </a:custGeom>
          <a:noFill xmlns:a="http://schemas.openxmlformats.org/drawingml/2006/main"/>
          <a:ln xmlns:a="http://schemas.openxmlformats.org/drawingml/2006/main" w="13411">
            <a:solidFill>
              <a:srgbClr val="000000"/>
            </a:solidFill>
            <a:prstDash val="solid"/>
          </a:ln>
        </p:spPr>
      </p:sp>
      <p:sp>
        <p:nvSpPr>
          <p:cNvPr id="287" name="dp41-comparison / n235 / path">
            <a:extLst xmlns:a="http://schemas.openxmlformats.org/drawingml/2006/main">
              <a:ext uri="{FF2B5EF4-FFF2-40B4-BE49-F238E27FC236}">
                <a16:creationId xmlns:a16="http://schemas.microsoft.com/office/drawing/2014/main" id="{EED4719F-7328-44FA-B0F1-180959E7BE80}"/>
              </a:ext>
            </a:extLst>
          </p:cNvPr>
          <p:cNvSpPr>
            <a:spLocks xmlns:a="http://schemas.openxmlformats.org/drawingml/2006/main" noGrp="1"/>
          </p:cNvSpPr>
          <p:nvPr/>
        </p:nvSpPr>
        <p:spPr>
          <a:xfrm xmlns:a="http://schemas.openxmlformats.org/drawingml/2006/main">
            <a:off x="12192000" y="6281738"/>
            <a:ext cx="457200" cy="100013"/>
          </a:xfrm>
          <a:custGeom xmlns:a="http://schemas.openxmlformats.org/drawingml/2006/main">
            <a:pathLst>
              <a:path w="457200" h="100013">
                <a:moveTo>
                  <a:pt x="457200" y="0"/>
                </a:moveTo>
                <a:lnTo>
                  <a:pt x="0" y="100013"/>
                </a:lnTo>
              </a:path>
            </a:pathLst>
          </a:custGeom>
          <a:noFill xmlns:a="http://schemas.openxmlformats.org/drawingml/2006/main"/>
          <a:ln xmlns:a="http://schemas.openxmlformats.org/drawingml/2006/main" w="10478">
            <a:solidFill>
              <a:srgbClr val="000000"/>
            </a:solidFill>
            <a:prstDash val="dash"/>
          </a:ln>
        </p:spPr>
      </p:sp>
      <p:sp>
        <p:nvSpPr>
          <p:cNvPr id="288" name="dp41-comparison / n235 / arrow">
            <a:extLst xmlns:a="http://schemas.openxmlformats.org/drawingml/2006/main">
              <a:ext uri="{FF2B5EF4-FFF2-40B4-BE49-F238E27FC236}">
                <a16:creationId xmlns:a16="http://schemas.microsoft.com/office/drawing/2014/main" id="{A04A3913-492D-42CE-BEDF-CBB5A1E1D500}"/>
              </a:ext>
            </a:extLst>
          </p:cNvPr>
          <p:cNvSpPr>
            <a:spLocks xmlns:a="http://schemas.openxmlformats.org/drawingml/2006/main" noGrp="1"/>
          </p:cNvSpPr>
          <p:nvPr/>
        </p:nvSpPr>
        <p:spPr>
          <a:xfrm xmlns:a="http://schemas.openxmlformats.org/drawingml/2006/main">
            <a:off x="12192000" y="6334667"/>
            <a:ext cx="72672" cy="65507"/>
          </a:xfrm>
          <a:custGeom xmlns:a="http://schemas.openxmlformats.org/drawingml/2006/main">
            <a:pathLst>
              <a:path w="72672" h="65507">
                <a:moveTo>
                  <a:pt x="58342" y="0"/>
                </a:moveTo>
                <a:lnTo>
                  <a:pt x="0" y="47083"/>
                </a:lnTo>
                <a:lnTo>
                  <a:pt x="72672" y="65507"/>
                </a:lnTo>
              </a:path>
            </a:pathLst>
          </a:custGeom>
          <a:noFill xmlns:a="http://schemas.openxmlformats.org/drawingml/2006/main"/>
          <a:ln xmlns:a="http://schemas.openxmlformats.org/drawingml/2006/main" w="13411">
            <a:solidFill>
              <a:srgbClr val="000000"/>
            </a:solidFill>
            <a:prstDash val="solid"/>
          </a:ln>
        </p:spPr>
      </p:sp>
      <p:sp>
        <p:nvSpPr>
          <p:cNvPr id="289" name="dp41-comparison / n236 / path">
            <a:extLst xmlns:a="http://schemas.openxmlformats.org/drawingml/2006/main">
              <a:ext uri="{FF2B5EF4-FFF2-40B4-BE49-F238E27FC236}">
                <a16:creationId xmlns:a16="http://schemas.microsoft.com/office/drawing/2014/main" id="{9ECB665F-9BB3-4E03-B4BF-418767C43019}"/>
              </a:ext>
            </a:extLst>
          </p:cNvPr>
          <p:cNvSpPr>
            <a:spLocks xmlns:a="http://schemas.openxmlformats.org/drawingml/2006/main" noGrp="1"/>
          </p:cNvSpPr>
          <p:nvPr/>
        </p:nvSpPr>
        <p:spPr>
          <a:xfrm xmlns:a="http://schemas.openxmlformats.org/drawingml/2006/main">
            <a:off x="12192000" y="6557963"/>
            <a:ext cx="457200" cy="80963"/>
          </a:xfrm>
          <a:custGeom xmlns:a="http://schemas.openxmlformats.org/drawingml/2006/main">
            <a:pathLst>
              <a:path w="457200" h="80963">
                <a:moveTo>
                  <a:pt x="0" y="80963"/>
                </a:moveTo>
                <a:lnTo>
                  <a:pt x="457200" y="0"/>
                </a:lnTo>
              </a:path>
            </a:pathLst>
          </a:custGeom>
          <a:noFill xmlns:a="http://schemas.openxmlformats.org/drawingml/2006/main"/>
          <a:ln xmlns:a="http://schemas.openxmlformats.org/drawingml/2006/main" w="10478">
            <a:solidFill>
              <a:srgbClr val="000000"/>
            </a:solidFill>
            <a:prstDash val="solid"/>
          </a:ln>
        </p:spPr>
      </p:sp>
      <p:sp>
        <p:nvSpPr>
          <p:cNvPr id="290" name="dp41-comparison / n236 / arrow">
            <a:extLst xmlns:a="http://schemas.openxmlformats.org/drawingml/2006/main">
              <a:ext uri="{FF2B5EF4-FFF2-40B4-BE49-F238E27FC236}">
                <a16:creationId xmlns:a16="http://schemas.microsoft.com/office/drawing/2014/main" id="{F4383F53-183E-43E8-9D98-8A938B7A28C9}"/>
              </a:ext>
            </a:extLst>
          </p:cNvPr>
          <p:cNvSpPr>
            <a:spLocks xmlns:a="http://schemas.openxmlformats.org/drawingml/2006/main" noGrp="1"/>
          </p:cNvSpPr>
          <p:nvPr/>
        </p:nvSpPr>
        <p:spPr>
          <a:xfrm xmlns:a="http://schemas.openxmlformats.org/drawingml/2006/main">
            <a:off x="12577325" y="6536641"/>
            <a:ext cx="71875" cy="66029"/>
          </a:xfrm>
          <a:custGeom xmlns:a="http://schemas.openxmlformats.org/drawingml/2006/main">
            <a:pathLst>
              <a:path w="71875" h="66029">
                <a:moveTo>
                  <a:pt x="11693" y="66029"/>
                </a:moveTo>
                <a:lnTo>
                  <a:pt x="71875" y="21322"/>
                </a:lnTo>
                <a:lnTo>
                  <a:pt x="0" y="0"/>
                </a:lnTo>
              </a:path>
            </a:pathLst>
          </a:custGeom>
          <a:noFill xmlns:a="http://schemas.openxmlformats.org/drawingml/2006/main"/>
          <a:ln xmlns:a="http://schemas.openxmlformats.org/drawingml/2006/main" w="13411">
            <a:solidFill>
              <a:srgbClr val="000000"/>
            </a:solidFill>
            <a:prstDash val="solid"/>
          </a:ln>
        </p:spPr>
      </p:sp>
      <p:sp>
        <p:nvSpPr>
          <p:cNvPr id="291" name="dp41-comparison / n237 / path">
            <a:extLst xmlns:a="http://schemas.openxmlformats.org/drawingml/2006/main">
              <a:ext uri="{FF2B5EF4-FFF2-40B4-BE49-F238E27FC236}">
                <a16:creationId xmlns:a16="http://schemas.microsoft.com/office/drawing/2014/main" id="{9821AE07-1678-4291-93E6-1A3AC0AACA97}"/>
              </a:ext>
            </a:extLst>
          </p:cNvPr>
          <p:cNvSpPr>
            <a:spLocks xmlns:a="http://schemas.openxmlformats.org/drawingml/2006/main" noGrp="1"/>
          </p:cNvSpPr>
          <p:nvPr/>
        </p:nvSpPr>
        <p:spPr>
          <a:xfrm xmlns:a="http://schemas.openxmlformats.org/drawingml/2006/main">
            <a:off x="12192000" y="6662738"/>
            <a:ext cx="457200" cy="80963"/>
          </a:xfrm>
          <a:custGeom xmlns:a="http://schemas.openxmlformats.org/drawingml/2006/main">
            <a:pathLst>
              <a:path w="457200" h="80963">
                <a:moveTo>
                  <a:pt x="457200" y="0"/>
                </a:moveTo>
                <a:lnTo>
                  <a:pt x="0" y="80963"/>
                </a:lnTo>
              </a:path>
            </a:pathLst>
          </a:custGeom>
          <a:noFill xmlns:a="http://schemas.openxmlformats.org/drawingml/2006/main"/>
          <a:ln xmlns:a="http://schemas.openxmlformats.org/drawingml/2006/main" w="10478">
            <a:solidFill>
              <a:srgbClr val="000000"/>
            </a:solidFill>
            <a:prstDash val="dash"/>
          </a:ln>
        </p:spPr>
      </p:sp>
      <p:sp>
        <p:nvSpPr>
          <p:cNvPr id="292" name="dp41-comparison / n237 / arrow">
            <a:extLst xmlns:a="http://schemas.openxmlformats.org/drawingml/2006/main">
              <a:ext uri="{FF2B5EF4-FFF2-40B4-BE49-F238E27FC236}">
                <a16:creationId xmlns:a16="http://schemas.microsoft.com/office/drawing/2014/main" id="{AA816E2A-6BA7-45C6-AA4A-359F0B74FE64}"/>
              </a:ext>
            </a:extLst>
          </p:cNvPr>
          <p:cNvSpPr>
            <a:spLocks xmlns:a="http://schemas.openxmlformats.org/drawingml/2006/main" noGrp="1"/>
          </p:cNvSpPr>
          <p:nvPr/>
        </p:nvSpPr>
        <p:spPr>
          <a:xfrm xmlns:a="http://schemas.openxmlformats.org/drawingml/2006/main">
            <a:off x="12192000" y="6698993"/>
            <a:ext cx="71875" cy="66029"/>
          </a:xfrm>
          <a:custGeom xmlns:a="http://schemas.openxmlformats.org/drawingml/2006/main">
            <a:pathLst>
              <a:path w="71875" h="66029">
                <a:moveTo>
                  <a:pt x="60182" y="0"/>
                </a:moveTo>
                <a:lnTo>
                  <a:pt x="0" y="44707"/>
                </a:lnTo>
                <a:lnTo>
                  <a:pt x="71875" y="66029"/>
                </a:lnTo>
              </a:path>
            </a:pathLst>
          </a:custGeom>
          <a:noFill xmlns:a="http://schemas.openxmlformats.org/drawingml/2006/main"/>
          <a:ln xmlns:a="http://schemas.openxmlformats.org/drawingml/2006/main" w="13411">
            <a:solidFill>
              <a:srgbClr val="000000"/>
            </a:solidFill>
            <a:prstDash val="solid"/>
          </a:ln>
        </p:spPr>
      </p:sp>
      <p:sp>
        <p:nvSpPr>
          <p:cNvPr id="293" name="dp41-comparison / n238 / path">
            <a:extLst xmlns:a="http://schemas.openxmlformats.org/drawingml/2006/main">
              <a:ext uri="{FF2B5EF4-FFF2-40B4-BE49-F238E27FC236}">
                <a16:creationId xmlns:a16="http://schemas.microsoft.com/office/drawing/2014/main" id="{13F558AD-7922-466C-B2D3-31885E7C4159}"/>
              </a:ext>
            </a:extLst>
          </p:cNvPr>
          <p:cNvSpPr>
            <a:spLocks xmlns:a="http://schemas.openxmlformats.org/drawingml/2006/main" noGrp="1"/>
          </p:cNvSpPr>
          <p:nvPr/>
        </p:nvSpPr>
        <p:spPr>
          <a:xfrm xmlns:a="http://schemas.openxmlformats.org/drawingml/2006/main">
            <a:off x="10453688" y="6858000"/>
            <a:ext cx="953" cy="57150"/>
          </a:xfrm>
          <a:custGeom xmlns:a="http://schemas.openxmlformats.org/drawingml/2006/main">
            <a:pathLst>
              <a:path w="953" h="57150">
                <a:moveTo>
                  <a:pt x="0" y="57150"/>
                </a:moveTo>
                <a:lnTo>
                  <a:pt x="0" y="0"/>
                </a:lnTo>
              </a:path>
            </a:pathLst>
          </a:custGeom>
          <a:noFill xmlns:a="http://schemas.openxmlformats.org/drawingml/2006/main"/>
          <a:ln xmlns:a="http://schemas.openxmlformats.org/drawingml/2006/main" w="10478">
            <a:solidFill>
              <a:srgbClr val="000000"/>
            </a:solidFill>
            <a:prstDash val="solid"/>
          </a:ln>
        </p:spPr>
      </p:sp>
      <p:sp>
        <p:nvSpPr>
          <p:cNvPr id="294" name="dp41-comparison / n238 / arrow">
            <a:extLst xmlns:a="http://schemas.openxmlformats.org/drawingml/2006/main">
              <a:ext uri="{FF2B5EF4-FFF2-40B4-BE49-F238E27FC236}">
                <a16:creationId xmlns:a16="http://schemas.microsoft.com/office/drawing/2014/main" id="{1DE40381-B6FE-4197-8799-5161E9666EBF}"/>
              </a:ext>
            </a:extLst>
          </p:cNvPr>
          <p:cNvSpPr>
            <a:spLocks xmlns:a="http://schemas.openxmlformats.org/drawingml/2006/main" noGrp="1"/>
          </p:cNvSpPr>
          <p:nvPr/>
        </p:nvSpPr>
        <p:spPr>
          <a:xfrm xmlns:a="http://schemas.openxmlformats.org/drawingml/2006/main">
            <a:off x="10420160" y="6858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95" name="dp41-comparison / n239 / path">
            <a:extLst xmlns:a="http://schemas.openxmlformats.org/drawingml/2006/main">
              <a:ext uri="{FF2B5EF4-FFF2-40B4-BE49-F238E27FC236}">
                <a16:creationId xmlns:a16="http://schemas.microsoft.com/office/drawing/2014/main" id="{227209EA-CEF7-44D8-80E7-D567AF8ED708}"/>
              </a:ext>
            </a:extLst>
          </p:cNvPr>
          <p:cNvSpPr>
            <a:spLocks xmlns:a="http://schemas.openxmlformats.org/drawingml/2006/main" noGrp="1"/>
          </p:cNvSpPr>
          <p:nvPr/>
        </p:nvSpPr>
        <p:spPr>
          <a:xfrm xmlns:a="http://schemas.openxmlformats.org/drawingml/2006/main">
            <a:off x="12192000" y="6496050"/>
            <a:ext cx="1552575" cy="495300"/>
          </a:xfrm>
          <a:custGeom xmlns:a="http://schemas.openxmlformats.org/drawingml/2006/main">
            <a:pathLst>
              <a:path w="1552575" h="495300">
                <a:moveTo>
                  <a:pt x="0" y="47625"/>
                </a:moveTo>
                <a:lnTo>
                  <a:pt x="161925" y="0"/>
                </a:lnTo>
                <a:lnTo>
                  <a:pt x="161925" y="361950"/>
                </a:lnTo>
                <a:lnTo>
                  <a:pt x="1552575" y="361950"/>
                </a:lnTo>
                <a:lnTo>
                  <a:pt x="1552575" y="495300"/>
                </a:lnTo>
              </a:path>
            </a:pathLst>
          </a:custGeom>
          <a:noFill xmlns:a="http://schemas.openxmlformats.org/drawingml/2006/main"/>
          <a:ln xmlns:a="http://schemas.openxmlformats.org/drawingml/2006/main" w="10478">
            <a:solidFill>
              <a:srgbClr val="000000"/>
            </a:solidFill>
            <a:prstDash val="solid"/>
          </a:ln>
        </p:spPr>
      </p:sp>
      <p:sp>
        <p:nvSpPr>
          <p:cNvPr id="296" name="dp41-comparison / n239 / arrow">
            <a:extLst xmlns:a="http://schemas.openxmlformats.org/drawingml/2006/main">
              <a:ext uri="{FF2B5EF4-FFF2-40B4-BE49-F238E27FC236}">
                <a16:creationId xmlns:a16="http://schemas.microsoft.com/office/drawing/2014/main" id="{29B7426F-D733-4F66-B10C-DAB3A79F8890}"/>
              </a:ext>
            </a:extLst>
          </p:cNvPr>
          <p:cNvSpPr>
            <a:spLocks xmlns:a="http://schemas.openxmlformats.org/drawingml/2006/main" noGrp="1"/>
          </p:cNvSpPr>
          <p:nvPr/>
        </p:nvSpPr>
        <p:spPr>
          <a:xfrm xmlns:a="http://schemas.openxmlformats.org/drawingml/2006/main">
            <a:off x="13711047"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7" name="dp41-comparison / n240 / path">
            <a:extLst xmlns:a="http://schemas.openxmlformats.org/drawingml/2006/main">
              <a:ext uri="{FF2B5EF4-FFF2-40B4-BE49-F238E27FC236}">
                <a16:creationId xmlns:a16="http://schemas.microsoft.com/office/drawing/2014/main" id="{9756ADD0-B552-4E2D-A6DD-A6B9F312E8B9}"/>
              </a:ext>
            </a:extLst>
          </p:cNvPr>
          <p:cNvSpPr>
            <a:spLocks xmlns:a="http://schemas.openxmlformats.org/drawingml/2006/main" noGrp="1"/>
          </p:cNvSpPr>
          <p:nvPr/>
        </p:nvSpPr>
        <p:spPr>
          <a:xfrm xmlns:a="http://schemas.openxmlformats.org/drawingml/2006/main">
            <a:off x="12192000" y="7067550"/>
            <a:ext cx="457200" cy="90488"/>
          </a:xfrm>
          <a:custGeom xmlns:a="http://schemas.openxmlformats.org/drawingml/2006/main">
            <a:pathLst>
              <a:path w="457200" h="90488">
                <a:moveTo>
                  <a:pt x="457200" y="0"/>
                </a:moveTo>
                <a:lnTo>
                  <a:pt x="0" y="90488"/>
                </a:lnTo>
              </a:path>
            </a:pathLst>
          </a:custGeom>
          <a:noFill xmlns:a="http://schemas.openxmlformats.org/drawingml/2006/main"/>
          <a:ln xmlns:a="http://schemas.openxmlformats.org/drawingml/2006/main" w="10478">
            <a:solidFill>
              <a:srgbClr val="000000"/>
            </a:solidFill>
            <a:prstDash val="solid"/>
          </a:ln>
        </p:spPr>
      </p:sp>
      <p:sp>
        <p:nvSpPr>
          <p:cNvPr id="298" name="dp41-comparison / n240 / arrow">
            <a:extLst xmlns:a="http://schemas.openxmlformats.org/drawingml/2006/main">
              <a:ext uri="{FF2B5EF4-FFF2-40B4-BE49-F238E27FC236}">
                <a16:creationId xmlns:a16="http://schemas.microsoft.com/office/drawing/2014/main" id="{4EA17F1B-3A61-4DE0-AA34-50CBF53105F7}"/>
              </a:ext>
            </a:extLst>
          </p:cNvPr>
          <p:cNvSpPr>
            <a:spLocks xmlns:a="http://schemas.openxmlformats.org/drawingml/2006/main" noGrp="1"/>
          </p:cNvSpPr>
          <p:nvPr/>
        </p:nvSpPr>
        <p:spPr>
          <a:xfrm xmlns:a="http://schemas.openxmlformats.org/drawingml/2006/main">
            <a:off x="12192000" y="7112129"/>
            <a:ext cx="72290" cy="65780"/>
          </a:xfrm>
          <a:custGeom xmlns:a="http://schemas.openxmlformats.org/drawingml/2006/main">
            <a:pathLst>
              <a:path w="72290" h="65780">
                <a:moveTo>
                  <a:pt x="59271" y="0"/>
                </a:moveTo>
                <a:lnTo>
                  <a:pt x="0" y="45909"/>
                </a:lnTo>
                <a:lnTo>
                  <a:pt x="72290" y="65780"/>
                </a:lnTo>
              </a:path>
            </a:pathLst>
          </a:custGeom>
          <a:noFill xmlns:a="http://schemas.openxmlformats.org/drawingml/2006/main"/>
          <a:ln xmlns:a="http://schemas.openxmlformats.org/drawingml/2006/main" w="13411">
            <a:solidFill>
              <a:srgbClr val="000000"/>
            </a:solidFill>
            <a:prstDash val="solid"/>
          </a:ln>
        </p:spPr>
      </p:sp>
      <p:sp>
        <p:nvSpPr>
          <p:cNvPr id="299" name="dp41-comparison / n241 / path">
            <a:extLst xmlns:a="http://schemas.openxmlformats.org/drawingml/2006/main">
              <a:ext uri="{FF2B5EF4-FFF2-40B4-BE49-F238E27FC236}">
                <a16:creationId xmlns:a16="http://schemas.microsoft.com/office/drawing/2014/main" id="{32687AB1-FC19-44C6-A065-AD300FDDF18B}"/>
              </a:ext>
            </a:extLst>
          </p:cNvPr>
          <p:cNvSpPr>
            <a:spLocks xmlns:a="http://schemas.openxmlformats.org/drawingml/2006/main" noGrp="1"/>
          </p:cNvSpPr>
          <p:nvPr/>
        </p:nvSpPr>
        <p:spPr>
          <a:xfrm xmlns:a="http://schemas.openxmlformats.org/drawingml/2006/main">
            <a:off x="12192000" y="7200900"/>
            <a:ext cx="457200" cy="90488"/>
          </a:xfrm>
          <a:custGeom xmlns:a="http://schemas.openxmlformats.org/drawingml/2006/main">
            <a:pathLst>
              <a:path w="457200" h="90488">
                <a:moveTo>
                  <a:pt x="0" y="90488"/>
                </a:moveTo>
                <a:lnTo>
                  <a:pt x="457200" y="0"/>
                </a:lnTo>
              </a:path>
            </a:pathLst>
          </a:custGeom>
          <a:noFill xmlns:a="http://schemas.openxmlformats.org/drawingml/2006/main"/>
          <a:ln xmlns:a="http://schemas.openxmlformats.org/drawingml/2006/main" w="10478">
            <a:solidFill>
              <a:srgbClr val="000000"/>
            </a:solidFill>
            <a:prstDash val="dash"/>
          </a:ln>
        </p:spPr>
      </p:sp>
      <p:sp>
        <p:nvSpPr>
          <p:cNvPr id="300" name="dp41-comparison / n241 / arrow">
            <a:extLst xmlns:a="http://schemas.openxmlformats.org/drawingml/2006/main">
              <a:ext uri="{FF2B5EF4-FFF2-40B4-BE49-F238E27FC236}">
                <a16:creationId xmlns:a16="http://schemas.microsoft.com/office/drawing/2014/main" id="{B8BBDA42-FC60-48AB-8452-49491FE76B9D}"/>
              </a:ext>
            </a:extLst>
          </p:cNvPr>
          <p:cNvSpPr>
            <a:spLocks xmlns:a="http://schemas.openxmlformats.org/drawingml/2006/main" noGrp="1"/>
          </p:cNvSpPr>
          <p:nvPr/>
        </p:nvSpPr>
        <p:spPr>
          <a:xfrm xmlns:a="http://schemas.openxmlformats.org/drawingml/2006/main">
            <a:off x="12576910" y="7181029"/>
            <a:ext cx="72290" cy="65780"/>
          </a:xfrm>
          <a:custGeom xmlns:a="http://schemas.openxmlformats.org/drawingml/2006/main">
            <a:pathLst>
              <a:path w="72290" h="65780">
                <a:moveTo>
                  <a:pt x="13019" y="65780"/>
                </a:moveTo>
                <a:lnTo>
                  <a:pt x="72290" y="19871"/>
                </a:lnTo>
                <a:lnTo>
                  <a:pt x="0" y="0"/>
                </a:lnTo>
              </a:path>
            </a:pathLst>
          </a:custGeom>
          <a:noFill xmlns:a="http://schemas.openxmlformats.org/drawingml/2006/main"/>
          <a:ln xmlns:a="http://schemas.openxmlformats.org/drawingml/2006/main" w="13411">
            <a:solidFill>
              <a:srgbClr val="000000"/>
            </a:solidFill>
            <a:prstDash val="solid"/>
          </a:ln>
        </p:spPr>
      </p:sp>
      <p:sp>
        <p:nvSpPr>
          <p:cNvPr id="301" name="dp41-comparison / n242 / path">
            <a:extLst xmlns:a="http://schemas.openxmlformats.org/drawingml/2006/main">
              <a:ext uri="{FF2B5EF4-FFF2-40B4-BE49-F238E27FC236}">
                <a16:creationId xmlns:a16="http://schemas.microsoft.com/office/drawing/2014/main" id="{1D05211F-B0F8-4395-8A74-E35C6DD678FF}"/>
              </a:ext>
            </a:extLst>
          </p:cNvPr>
          <p:cNvSpPr>
            <a:spLocks xmlns:a="http://schemas.openxmlformats.org/drawingml/2006/main" noGrp="1"/>
          </p:cNvSpPr>
          <p:nvPr/>
        </p:nvSpPr>
        <p:spPr>
          <a:xfrm xmlns:a="http://schemas.openxmlformats.org/drawingml/2006/main">
            <a:off x="9829800" y="6486525"/>
            <a:ext cx="5191125" cy="552450"/>
          </a:xfrm>
          <a:custGeom xmlns:a="http://schemas.openxmlformats.org/drawingml/2006/main">
            <a:pathLst>
              <a:path w="5191125" h="552450">
                <a:moveTo>
                  <a:pt x="5010150" y="552450"/>
                </a:moveTo>
                <a:lnTo>
                  <a:pt x="5191125" y="552450"/>
                </a:lnTo>
                <a:lnTo>
                  <a:pt x="5191125" y="352425"/>
                </a:lnTo>
                <a:lnTo>
                  <a:pt x="0" y="352425"/>
                </a:lnTo>
                <a:lnTo>
                  <a:pt x="0" y="0"/>
                </a:lnTo>
                <a:lnTo>
                  <a:pt x="123825" y="47625"/>
                </a:lnTo>
              </a:path>
            </a:pathLst>
          </a:custGeom>
          <a:noFill xmlns:a="http://schemas.openxmlformats.org/drawingml/2006/main"/>
          <a:ln xmlns:a="http://schemas.openxmlformats.org/drawingml/2006/main" w="10478">
            <a:solidFill>
              <a:srgbClr val="000000"/>
            </a:solidFill>
            <a:prstDash val="solid"/>
          </a:ln>
        </p:spPr>
      </p:sp>
      <p:sp>
        <p:nvSpPr>
          <p:cNvPr id="302" name="dp41-comparison / n242 / arrow">
            <a:extLst xmlns:a="http://schemas.openxmlformats.org/drawingml/2006/main">
              <a:ext uri="{FF2B5EF4-FFF2-40B4-BE49-F238E27FC236}">
                <a16:creationId xmlns:a16="http://schemas.microsoft.com/office/drawing/2014/main" id="{9BACE14C-AD80-432E-A736-8780DF7B3791}"/>
              </a:ext>
            </a:extLst>
          </p:cNvPr>
          <p:cNvSpPr>
            <a:spLocks xmlns:a="http://schemas.openxmlformats.org/drawingml/2006/main" noGrp="1"/>
          </p:cNvSpPr>
          <p:nvPr/>
        </p:nvSpPr>
        <p:spPr>
          <a:xfrm xmlns:a="http://schemas.openxmlformats.org/drawingml/2006/main">
            <a:off x="9879003" y="6478785"/>
            <a:ext cx="74622" cy="62586"/>
          </a:xfrm>
          <a:custGeom xmlns:a="http://schemas.openxmlformats.org/drawingml/2006/main">
            <a:pathLst>
              <a:path w="74622" h="62586">
                <a:moveTo>
                  <a:pt x="0" y="62586"/>
                </a:moveTo>
                <a:lnTo>
                  <a:pt x="74622" y="55365"/>
                </a:lnTo>
                <a:lnTo>
                  <a:pt x="24072" y="0"/>
                </a:lnTo>
              </a:path>
            </a:pathLst>
          </a:custGeom>
          <a:noFill xmlns:a="http://schemas.openxmlformats.org/drawingml/2006/main"/>
          <a:ln xmlns:a="http://schemas.openxmlformats.org/drawingml/2006/main" w="13411">
            <a:solidFill>
              <a:srgbClr val="000000"/>
            </a:solidFill>
            <a:prstDash val="solid"/>
          </a:ln>
        </p:spPr>
      </p:sp>
      <p:sp>
        <p:nvSpPr>
          <p:cNvPr id="303" name="dp41-comparison / n243 / path">
            <a:extLst xmlns:a="http://schemas.openxmlformats.org/drawingml/2006/main">
              <a:ext uri="{FF2B5EF4-FFF2-40B4-BE49-F238E27FC236}">
                <a16:creationId xmlns:a16="http://schemas.microsoft.com/office/drawing/2014/main" id="{04C7AD07-71E8-48A3-B17D-C1F17F7F6149}"/>
              </a:ext>
            </a:extLst>
          </p:cNvPr>
          <p:cNvSpPr>
            <a:spLocks xmlns:a="http://schemas.openxmlformats.org/drawingml/2006/main" noGrp="1"/>
          </p:cNvSpPr>
          <p:nvPr/>
        </p:nvSpPr>
        <p:spPr>
          <a:xfrm xmlns:a="http://schemas.openxmlformats.org/drawingml/2006/main">
            <a:off x="14839950" y="6143625"/>
            <a:ext cx="685800" cy="990600"/>
          </a:xfrm>
          <a:custGeom xmlns:a="http://schemas.openxmlformats.org/drawingml/2006/main">
            <a:pathLst>
              <a:path w="685800" h="990600">
                <a:moveTo>
                  <a:pt x="0" y="990600"/>
                </a:moveTo>
                <a:lnTo>
                  <a:pt x="323850" y="990600"/>
                </a:lnTo>
                <a:lnTo>
                  <a:pt x="323850" y="0"/>
                </a:lnTo>
                <a:lnTo>
                  <a:pt x="685800" y="0"/>
                </a:lnTo>
              </a:path>
            </a:pathLst>
          </a:custGeom>
          <a:noFill xmlns:a="http://schemas.openxmlformats.org/drawingml/2006/main"/>
          <a:ln xmlns:a="http://schemas.openxmlformats.org/drawingml/2006/main" w="10478">
            <a:solidFill>
              <a:srgbClr val="000000"/>
            </a:solidFill>
            <a:prstDash val="solid"/>
          </a:ln>
        </p:spPr>
      </p:sp>
      <p:sp>
        <p:nvSpPr>
          <p:cNvPr id="304" name="dp41-comparison / n243 / arrow">
            <a:extLst xmlns:a="http://schemas.openxmlformats.org/drawingml/2006/main">
              <a:ext uri="{FF2B5EF4-FFF2-40B4-BE49-F238E27FC236}">
                <a16:creationId xmlns:a16="http://schemas.microsoft.com/office/drawing/2014/main" id="{1D1CBD37-F03B-4BAE-BB9C-DD2669986373}"/>
              </a:ext>
            </a:extLst>
          </p:cNvPr>
          <p:cNvSpPr>
            <a:spLocks xmlns:a="http://schemas.openxmlformats.org/drawingml/2006/main" noGrp="1"/>
          </p:cNvSpPr>
          <p:nvPr/>
        </p:nvSpPr>
        <p:spPr>
          <a:xfrm xmlns:a="http://schemas.openxmlformats.org/drawingml/2006/main">
            <a:off x="15458694" y="61100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305" name="dp41-comparison / n244 / path">
            <a:extLst xmlns:a="http://schemas.openxmlformats.org/drawingml/2006/main">
              <a:ext uri="{FF2B5EF4-FFF2-40B4-BE49-F238E27FC236}">
                <a16:creationId xmlns:a16="http://schemas.microsoft.com/office/drawing/2014/main" id="{6FA79051-BA5F-4C0B-8892-B3D3AA382DBC}"/>
              </a:ext>
            </a:extLst>
          </p:cNvPr>
          <p:cNvSpPr>
            <a:spLocks xmlns:a="http://schemas.openxmlformats.org/drawingml/2006/main" noGrp="1"/>
          </p:cNvSpPr>
          <p:nvPr/>
        </p:nvSpPr>
        <p:spPr>
          <a:xfrm xmlns:a="http://schemas.openxmlformats.org/drawingml/2006/main">
            <a:off x="14839950" y="6267450"/>
            <a:ext cx="685800" cy="952500"/>
          </a:xfrm>
          <a:custGeom xmlns:a="http://schemas.openxmlformats.org/drawingml/2006/main">
            <a:pathLst>
              <a:path w="685800" h="952500">
                <a:moveTo>
                  <a:pt x="685800" y="0"/>
                </a:moveTo>
                <a:lnTo>
                  <a:pt x="400050" y="0"/>
                </a:lnTo>
                <a:lnTo>
                  <a:pt x="400050" y="952500"/>
                </a:lnTo>
                <a:lnTo>
                  <a:pt x="0" y="952500"/>
                </a:lnTo>
              </a:path>
            </a:pathLst>
          </a:custGeom>
          <a:noFill xmlns:a="http://schemas.openxmlformats.org/drawingml/2006/main"/>
          <a:ln xmlns:a="http://schemas.openxmlformats.org/drawingml/2006/main" w="10478">
            <a:solidFill>
              <a:srgbClr val="000000"/>
            </a:solidFill>
            <a:prstDash val="dash"/>
          </a:ln>
        </p:spPr>
      </p:sp>
      <p:sp>
        <p:nvSpPr>
          <p:cNvPr id="306" name="dp41-comparison / n244 / arrow">
            <a:extLst xmlns:a="http://schemas.openxmlformats.org/drawingml/2006/main">
              <a:ext uri="{FF2B5EF4-FFF2-40B4-BE49-F238E27FC236}">
                <a16:creationId xmlns:a16="http://schemas.microsoft.com/office/drawing/2014/main" id="{28B066B7-8C91-4A9F-B860-798C0C2C435F}"/>
              </a:ext>
            </a:extLst>
          </p:cNvPr>
          <p:cNvSpPr>
            <a:spLocks xmlns:a="http://schemas.openxmlformats.org/drawingml/2006/main" noGrp="1"/>
          </p:cNvSpPr>
          <p:nvPr/>
        </p:nvSpPr>
        <p:spPr>
          <a:xfrm xmlns:a="http://schemas.openxmlformats.org/drawingml/2006/main">
            <a:off x="14839950" y="71864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307" name="dp41-comparison / n245 / path">
            <a:extLst xmlns:a="http://schemas.openxmlformats.org/drawingml/2006/main">
              <a:ext uri="{FF2B5EF4-FFF2-40B4-BE49-F238E27FC236}">
                <a16:creationId xmlns:a16="http://schemas.microsoft.com/office/drawing/2014/main" id="{B8F649CF-D885-475A-A30D-8965077888F3}"/>
              </a:ext>
            </a:extLst>
          </p:cNvPr>
          <p:cNvSpPr>
            <a:spLocks xmlns:a="http://schemas.openxmlformats.org/drawingml/2006/main" noGrp="1"/>
          </p:cNvSpPr>
          <p:nvPr/>
        </p:nvSpPr>
        <p:spPr>
          <a:xfrm xmlns:a="http://schemas.openxmlformats.org/drawingml/2006/main">
            <a:off x="10496550" y="6172200"/>
            <a:ext cx="7239000" cy="1371600"/>
          </a:xfrm>
          <a:custGeom xmlns:a="http://schemas.openxmlformats.org/drawingml/2006/main">
            <a:pathLst>
              <a:path w="7239000" h="1371600">
                <a:moveTo>
                  <a:pt x="0" y="1219200"/>
                </a:moveTo>
                <a:lnTo>
                  <a:pt x="0" y="1371600"/>
                </a:lnTo>
                <a:lnTo>
                  <a:pt x="7239000" y="1371600"/>
                </a:lnTo>
                <a:lnTo>
                  <a:pt x="7239000" y="0"/>
                </a:lnTo>
                <a:lnTo>
                  <a:pt x="7124700" y="0"/>
                </a:lnTo>
              </a:path>
            </a:pathLst>
          </a:custGeom>
          <a:noFill xmlns:a="http://schemas.openxmlformats.org/drawingml/2006/main"/>
          <a:ln xmlns:a="http://schemas.openxmlformats.org/drawingml/2006/main" w="10478">
            <a:solidFill>
              <a:srgbClr val="000000"/>
            </a:solidFill>
            <a:prstDash val="solid"/>
          </a:ln>
        </p:spPr>
      </p:sp>
      <p:sp>
        <p:nvSpPr>
          <p:cNvPr id="308" name="dp41-comparison / n245 / arrow">
            <a:extLst xmlns:a="http://schemas.openxmlformats.org/drawingml/2006/main">
              <a:ext uri="{FF2B5EF4-FFF2-40B4-BE49-F238E27FC236}">
                <a16:creationId xmlns:a16="http://schemas.microsoft.com/office/drawing/2014/main" id="{10B4EEBF-455F-4164-9049-70B70A0B64B8}"/>
              </a:ext>
            </a:extLst>
          </p:cNvPr>
          <p:cNvSpPr>
            <a:spLocks xmlns:a="http://schemas.openxmlformats.org/drawingml/2006/main" noGrp="1"/>
          </p:cNvSpPr>
          <p:nvPr/>
        </p:nvSpPr>
        <p:spPr>
          <a:xfrm xmlns:a="http://schemas.openxmlformats.org/drawingml/2006/main">
            <a:off x="1762125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309" name="dp41-comparison / n246 / path">
            <a:extLst xmlns:a="http://schemas.openxmlformats.org/drawingml/2006/main">
              <a:ext uri="{FF2B5EF4-FFF2-40B4-BE49-F238E27FC236}">
                <a16:creationId xmlns:a16="http://schemas.microsoft.com/office/drawing/2014/main" id="{19C9C5FF-90ED-4CA1-807C-12E82764B042}"/>
              </a:ext>
            </a:extLst>
          </p:cNvPr>
          <p:cNvSpPr>
            <a:spLocks xmlns:a="http://schemas.openxmlformats.org/drawingml/2006/main" noGrp="1"/>
          </p:cNvSpPr>
          <p:nvPr/>
        </p:nvSpPr>
        <p:spPr>
          <a:xfrm xmlns:a="http://schemas.openxmlformats.org/drawingml/2006/main">
            <a:off x="10601325" y="6296025"/>
            <a:ext cx="7105650" cy="1209675"/>
          </a:xfrm>
          <a:custGeom xmlns:a="http://schemas.openxmlformats.org/drawingml/2006/main">
            <a:pathLst>
              <a:path w="7105650" h="1209675">
                <a:moveTo>
                  <a:pt x="7019925" y="0"/>
                </a:moveTo>
                <a:lnTo>
                  <a:pt x="7105650" y="0"/>
                </a:lnTo>
                <a:lnTo>
                  <a:pt x="7105650" y="1209675"/>
                </a:lnTo>
                <a:lnTo>
                  <a:pt x="0" y="1209675"/>
                </a:lnTo>
                <a:lnTo>
                  <a:pt x="0" y="1095375"/>
                </a:lnTo>
              </a:path>
            </a:pathLst>
          </a:custGeom>
          <a:noFill xmlns:a="http://schemas.openxmlformats.org/drawingml/2006/main"/>
          <a:ln xmlns:a="http://schemas.openxmlformats.org/drawingml/2006/main" w="10478">
            <a:solidFill>
              <a:srgbClr val="000000"/>
            </a:solidFill>
            <a:prstDash val="dash"/>
          </a:ln>
        </p:spPr>
      </p:sp>
      <p:sp>
        <p:nvSpPr>
          <p:cNvPr id="310" name="dp41-comparison / n246 / arrow">
            <a:extLst xmlns:a="http://schemas.openxmlformats.org/drawingml/2006/main">
              <a:ext uri="{FF2B5EF4-FFF2-40B4-BE49-F238E27FC236}">
                <a16:creationId xmlns:a16="http://schemas.microsoft.com/office/drawing/2014/main" id="{6F4D4175-41D1-48EC-B1C5-BE4B3B93EFCB}"/>
              </a:ext>
            </a:extLst>
          </p:cNvPr>
          <p:cNvSpPr>
            <a:spLocks xmlns:a="http://schemas.openxmlformats.org/drawingml/2006/main" noGrp="1"/>
          </p:cNvSpPr>
          <p:nvPr/>
        </p:nvSpPr>
        <p:spPr>
          <a:xfrm xmlns:a="http://schemas.openxmlformats.org/drawingml/2006/main">
            <a:off x="10567797" y="73914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311" name="dp41-comparison / n247 / path">
            <a:extLst xmlns:a="http://schemas.openxmlformats.org/drawingml/2006/main">
              <a:ext uri="{FF2B5EF4-FFF2-40B4-BE49-F238E27FC236}">
                <a16:creationId xmlns:a16="http://schemas.microsoft.com/office/drawing/2014/main" id="{51B0CC12-3431-490B-9315-3601ACEB1D6C}"/>
              </a:ext>
            </a:extLst>
          </p:cNvPr>
          <p:cNvSpPr>
            <a:spLocks xmlns:a="http://schemas.openxmlformats.org/drawingml/2006/main" noGrp="1"/>
          </p:cNvSpPr>
          <p:nvPr/>
        </p:nvSpPr>
        <p:spPr>
          <a:xfrm xmlns:a="http://schemas.openxmlformats.org/drawingml/2006/main">
            <a:off x="12192000" y="5886450"/>
            <a:ext cx="457200" cy="333375"/>
          </a:xfrm>
          <a:custGeom xmlns:a="http://schemas.openxmlformats.org/drawingml/2006/main">
            <a:pathLst>
              <a:path w="457200" h="333375">
                <a:moveTo>
                  <a:pt x="0" y="333375"/>
                </a:moveTo>
                <a:lnTo>
                  <a:pt x="171450" y="285750"/>
                </a:lnTo>
                <a:lnTo>
                  <a:pt x="171450" y="0"/>
                </a:lnTo>
                <a:lnTo>
                  <a:pt x="457200" y="0"/>
                </a:lnTo>
              </a:path>
            </a:pathLst>
          </a:custGeom>
          <a:noFill xmlns:a="http://schemas.openxmlformats.org/drawingml/2006/main"/>
          <a:ln xmlns:a="http://schemas.openxmlformats.org/drawingml/2006/main" w="10478">
            <a:solidFill>
              <a:srgbClr val="000000"/>
            </a:solidFill>
            <a:prstDash val="solid"/>
          </a:ln>
        </p:spPr>
      </p:sp>
      <p:sp>
        <p:nvSpPr>
          <p:cNvPr id="312" name="dp41-comparison / n247 / arrow">
            <a:extLst xmlns:a="http://schemas.openxmlformats.org/drawingml/2006/main">
              <a:ext uri="{FF2B5EF4-FFF2-40B4-BE49-F238E27FC236}">
                <a16:creationId xmlns:a16="http://schemas.microsoft.com/office/drawing/2014/main" id="{D66BB6FB-2E15-4CC0-A552-3107F4ADEFAF}"/>
              </a:ext>
            </a:extLst>
          </p:cNvPr>
          <p:cNvSpPr>
            <a:spLocks xmlns:a="http://schemas.openxmlformats.org/drawingml/2006/main" noGrp="1"/>
          </p:cNvSpPr>
          <p:nvPr/>
        </p:nvSpPr>
        <p:spPr>
          <a:xfrm xmlns:a="http://schemas.openxmlformats.org/drawingml/2006/main">
            <a:off x="12582144" y="5852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313" name="dp41-comparison / n248 / path">
            <a:extLst xmlns:a="http://schemas.openxmlformats.org/drawingml/2006/main">
              <a:ext uri="{FF2B5EF4-FFF2-40B4-BE49-F238E27FC236}">
                <a16:creationId xmlns:a16="http://schemas.microsoft.com/office/drawing/2014/main" id="{0411485C-20F6-4D1C-A3D2-951F02043EAB}"/>
              </a:ext>
            </a:extLst>
          </p:cNvPr>
          <p:cNvSpPr>
            <a:spLocks xmlns:a="http://schemas.openxmlformats.org/drawingml/2006/main" noGrp="1"/>
          </p:cNvSpPr>
          <p:nvPr/>
        </p:nvSpPr>
        <p:spPr>
          <a:xfrm xmlns:a="http://schemas.openxmlformats.org/drawingml/2006/main">
            <a:off x="14839950" y="5810250"/>
            <a:ext cx="1733550" cy="1181100"/>
          </a:xfrm>
          <a:custGeom xmlns:a="http://schemas.openxmlformats.org/drawingml/2006/main">
            <a:pathLst>
              <a:path w="1733550" h="1181100">
                <a:moveTo>
                  <a:pt x="0" y="0"/>
                </a:moveTo>
                <a:lnTo>
                  <a:pt x="171450" y="0"/>
                </a:lnTo>
                <a:lnTo>
                  <a:pt x="171450" y="1095375"/>
                </a:lnTo>
                <a:lnTo>
                  <a:pt x="1733550" y="1095375"/>
                </a:lnTo>
                <a:lnTo>
                  <a:pt x="1733550" y="1181100"/>
                </a:lnTo>
              </a:path>
            </a:pathLst>
          </a:custGeom>
          <a:noFill xmlns:a="http://schemas.openxmlformats.org/drawingml/2006/main"/>
          <a:ln xmlns:a="http://schemas.openxmlformats.org/drawingml/2006/main" w="10478">
            <a:solidFill>
              <a:srgbClr val="000000"/>
            </a:solidFill>
            <a:prstDash val="solid"/>
          </a:ln>
        </p:spPr>
      </p:sp>
      <p:sp>
        <p:nvSpPr>
          <p:cNvPr id="314" name="dp41-comparison / n248 / arrow">
            <a:extLst xmlns:a="http://schemas.openxmlformats.org/drawingml/2006/main">
              <a:ext uri="{FF2B5EF4-FFF2-40B4-BE49-F238E27FC236}">
                <a16:creationId xmlns:a16="http://schemas.microsoft.com/office/drawing/2014/main" id="{DA171624-6CF3-4E9C-947D-4FFB63EF87AE}"/>
              </a:ext>
            </a:extLst>
          </p:cNvPr>
          <p:cNvSpPr>
            <a:spLocks xmlns:a="http://schemas.openxmlformats.org/drawingml/2006/main" noGrp="1"/>
          </p:cNvSpPr>
          <p:nvPr/>
        </p:nvSpPr>
        <p:spPr>
          <a:xfrm xmlns:a="http://schemas.openxmlformats.org/drawingml/2006/main">
            <a:off x="16539972" y="6924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315" name="dp41-comparison / n249 / path">
            <a:extLst xmlns:a="http://schemas.openxmlformats.org/drawingml/2006/main">
              <a:ext uri="{FF2B5EF4-FFF2-40B4-BE49-F238E27FC236}">
                <a16:creationId xmlns:a16="http://schemas.microsoft.com/office/drawing/2014/main" id="{FBBC4AE6-0B0F-4CF6-BDA8-CC6FCD2DB60B}"/>
              </a:ext>
            </a:extLst>
          </p:cNvPr>
          <p:cNvSpPr>
            <a:spLocks xmlns:a="http://schemas.openxmlformats.org/drawingml/2006/main" noGrp="1"/>
          </p:cNvSpPr>
          <p:nvPr/>
        </p:nvSpPr>
        <p:spPr>
          <a:xfrm xmlns:a="http://schemas.openxmlformats.org/drawingml/2006/main">
            <a:off x="16573500" y="7258050"/>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0478">
            <a:solidFill>
              <a:srgbClr val="000000"/>
            </a:solidFill>
            <a:prstDash val="solid"/>
          </a:ln>
        </p:spPr>
      </p:sp>
      <p:sp>
        <p:nvSpPr>
          <p:cNvPr id="316" name="dp41-comparison / n249 / arrow">
            <a:extLst xmlns:a="http://schemas.openxmlformats.org/drawingml/2006/main">
              <a:ext uri="{FF2B5EF4-FFF2-40B4-BE49-F238E27FC236}">
                <a16:creationId xmlns:a16="http://schemas.microsoft.com/office/drawing/2014/main" id="{70735BCA-36A9-4102-A3D7-29ED125E3271}"/>
              </a:ext>
            </a:extLst>
          </p:cNvPr>
          <p:cNvSpPr>
            <a:spLocks xmlns:a="http://schemas.openxmlformats.org/drawingml/2006/main" noGrp="1"/>
          </p:cNvSpPr>
          <p:nvPr/>
        </p:nvSpPr>
        <p:spPr>
          <a:xfrm xmlns:a="http://schemas.openxmlformats.org/drawingml/2006/main">
            <a:off x="16539972" y="73052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317" name="dp41-comparison / n156">
            <a:extLst xmlns:a="http://schemas.openxmlformats.org/drawingml/2006/main">
              <a:ext uri="{FF2B5EF4-FFF2-40B4-BE49-F238E27FC236}">
                <a16:creationId xmlns:a16="http://schemas.microsoft.com/office/drawing/2014/main" id="{A9C7BC89-F667-4B1F-B2D7-F01BF40F8D52}"/>
              </a:ext>
            </a:extLst>
          </p:cNvPr>
          <p:cNvSpPr>
            <a:spLocks xmlns:a="http://schemas.openxmlformats.org/drawingml/2006/main" noGrp="1"/>
          </p:cNvSpPr>
          <p:nvPr/>
        </p:nvSpPr>
        <p:spPr>
          <a:xfrm xmlns:a="http://schemas.openxmlformats.org/drawingml/2006/main">
            <a:off x="9934575" y="2924175"/>
            <a:ext cx="3811524"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8" name="dp41-comparison / n157 / text 1">
            <a:extLst xmlns:a="http://schemas.openxmlformats.org/drawingml/2006/main">
              <a:ext uri="{FF2B5EF4-FFF2-40B4-BE49-F238E27FC236}">
                <a16:creationId xmlns:a16="http://schemas.microsoft.com/office/drawing/2014/main" id="{4918FDC5-F94A-49D5-AB48-B4C5C2C69B55}"/>
              </a:ext>
            </a:extLst>
          </p:cNvPr>
          <p:cNvSpPr>
            <a:spLocks xmlns:a="http://schemas.openxmlformats.org/drawingml/2006/main" noGrp="1"/>
          </p:cNvSpPr>
          <p:nvPr/>
        </p:nvSpPr>
        <p:spPr>
          <a:xfrm xmlns:a="http://schemas.openxmlformats.org/drawingml/2006/main">
            <a:off x="9953625" y="2933700"/>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모델은 틀 / 코드는 항목 해결과 전체 결합</a:t>
            </a:r>
          </a:p>
        </p:txBody>
      </p:sp>
      <p:sp>
        <p:nvSpPr>
          <p:cNvPr id="319" name="dp41-comparison / n165">
            <a:extLst xmlns:a="http://schemas.openxmlformats.org/drawingml/2006/main">
              <a:ext uri="{FF2B5EF4-FFF2-40B4-BE49-F238E27FC236}">
                <a16:creationId xmlns:a16="http://schemas.microsoft.com/office/drawing/2014/main" id="{7CD0988C-9F89-486B-AD57-394B5CB135B9}"/>
              </a:ext>
            </a:extLst>
          </p:cNvPr>
          <p:cNvSpPr>
            <a:spLocks xmlns:a="http://schemas.openxmlformats.org/drawingml/2006/main" noGrp="1"/>
          </p:cNvSpPr>
          <p:nvPr/>
        </p:nvSpPr>
        <p:spPr>
          <a:xfrm xmlns:a="http://schemas.openxmlformats.org/drawingml/2006/main">
            <a:off x="12363450" y="3267075"/>
            <a:ext cx="2733675" cy="742950"/>
          </a:xfrm>
          <a:custGeom xmlns:a="http://schemas.openxmlformats.org/drawingml/2006/main">
            <a:pathLst>
              <a:path w="2733675" h="742950">
                <a:moveTo>
                  <a:pt x="0" y="0"/>
                </a:moveTo>
                <a:lnTo>
                  <a:pt x="2562225" y="0"/>
                </a:lnTo>
                <a:lnTo>
                  <a:pt x="2733675" y="171450"/>
                </a:lnTo>
                <a:lnTo>
                  <a:pt x="2733675" y="742950"/>
                </a:lnTo>
                <a:lnTo>
                  <a:pt x="0" y="7429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20" name="dp41-comparison / n165 / fold">
            <a:extLst xmlns:a="http://schemas.openxmlformats.org/drawingml/2006/main">
              <a:ext uri="{FF2B5EF4-FFF2-40B4-BE49-F238E27FC236}">
                <a16:creationId xmlns:a16="http://schemas.microsoft.com/office/drawing/2014/main" id="{52FB6C05-CFDC-48DC-95F5-9FC6F4D40FF4}"/>
              </a:ext>
            </a:extLst>
          </p:cNvPr>
          <p:cNvSpPr>
            <a:spLocks xmlns:a="http://schemas.openxmlformats.org/drawingml/2006/main" noGrp="1"/>
          </p:cNvSpPr>
          <p:nvPr/>
        </p:nvSpPr>
        <p:spPr>
          <a:xfrm xmlns:a="http://schemas.openxmlformats.org/drawingml/2006/main">
            <a:off x="14925675" y="32670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21" name="dp41-comparison / n166 / text 1">
            <a:extLst xmlns:a="http://schemas.openxmlformats.org/drawingml/2006/main">
              <a:ext uri="{FF2B5EF4-FFF2-40B4-BE49-F238E27FC236}">
                <a16:creationId xmlns:a16="http://schemas.microsoft.com/office/drawing/2014/main" id="{59832CB6-383D-4BC6-9988-61E932EBBB43}"/>
              </a:ext>
            </a:extLst>
          </p:cNvPr>
          <p:cNvSpPr>
            <a:spLocks xmlns:a="http://schemas.openxmlformats.org/drawingml/2006/main" noGrp="1"/>
          </p:cNvSpPr>
          <p:nvPr/>
        </p:nvSpPr>
        <p:spPr>
          <a:xfrm xmlns:a="http://schemas.openxmlformats.org/drawingml/2006/main">
            <a:off x="12477750" y="3343275"/>
            <a:ext cx="2476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RequestFrame v1 (모델 생산)</a:t>
            </a:r>
          </a:p>
        </p:txBody>
      </p:sp>
      <p:sp>
        <p:nvSpPr>
          <p:cNvPr id="322" name="dp41-comparison / n166 / text 2">
            <a:extLst xmlns:a="http://schemas.openxmlformats.org/drawingml/2006/main">
              <a:ext uri="{FF2B5EF4-FFF2-40B4-BE49-F238E27FC236}">
                <a16:creationId xmlns:a16="http://schemas.microsoft.com/office/drawing/2014/main" id="{5BB7DF96-E562-465B-8D4F-BA04C3C9A1AB}"/>
              </a:ext>
            </a:extLst>
          </p:cNvPr>
          <p:cNvSpPr>
            <a:spLocks xmlns:a="http://schemas.openxmlformats.org/drawingml/2006/main" noGrp="1"/>
          </p:cNvSpPr>
          <p:nvPr/>
        </p:nvSpPr>
        <p:spPr>
          <a:xfrm xmlns:a="http://schemas.openxmlformats.org/drawingml/2006/main">
            <a:off x="12477750" y="3503295"/>
            <a:ext cx="2476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goal: 표 추가 / target: UNRESOLVED</a:t>
            </a:r>
          </a:p>
        </p:txBody>
      </p:sp>
      <p:sp>
        <p:nvSpPr>
          <p:cNvPr id="323" name="dp41-comparison / n166 / text 3">
            <a:extLst xmlns:a="http://schemas.openxmlformats.org/drawingml/2006/main">
              <a:ext uri="{FF2B5EF4-FFF2-40B4-BE49-F238E27FC236}">
                <a16:creationId xmlns:a16="http://schemas.microsoft.com/office/drawing/2014/main" id="{E8709024-5B21-4088-9E8C-2A5DE652DCDE}"/>
              </a:ext>
            </a:extLst>
          </p:cNvPr>
          <p:cNvSpPr>
            <a:spLocks xmlns:a="http://schemas.openxmlformats.org/drawingml/2006/main" noGrp="1"/>
          </p:cNvSpPr>
          <p:nvPr/>
        </p:nvSpPr>
        <p:spPr>
          <a:xfrm xmlns:a="http://schemas.openxmlformats.org/drawingml/2006/main">
            <a:off x="12477750" y="3663315"/>
            <a:ext cx="2476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relation: 아까 보고서 / send: false</a:t>
            </a:r>
          </a:p>
        </p:txBody>
      </p:sp>
      <p:sp>
        <p:nvSpPr>
          <p:cNvPr id="324" name="dp41-comparison / n169">
            <a:extLst xmlns:a="http://schemas.openxmlformats.org/drawingml/2006/main">
              <a:ext uri="{FF2B5EF4-FFF2-40B4-BE49-F238E27FC236}">
                <a16:creationId xmlns:a16="http://schemas.microsoft.com/office/drawing/2014/main" id="{A97A3A18-4773-4FDB-9A67-D18F5A5A63F0}"/>
              </a:ext>
            </a:extLst>
          </p:cNvPr>
          <p:cNvSpPr>
            <a:spLocks xmlns:a="http://schemas.openxmlformats.org/drawingml/2006/main" noGrp="1"/>
          </p:cNvSpPr>
          <p:nvPr/>
        </p:nvSpPr>
        <p:spPr>
          <a:xfrm xmlns:a="http://schemas.openxmlformats.org/drawingml/2006/main">
            <a:off x="15611475" y="3971925"/>
            <a:ext cx="26670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1-comparison / n170 / text 1">
            <a:extLst xmlns:a="http://schemas.openxmlformats.org/drawingml/2006/main">
              <a:ext uri="{FF2B5EF4-FFF2-40B4-BE49-F238E27FC236}">
                <a16:creationId xmlns:a16="http://schemas.microsoft.com/office/drawing/2014/main" id="{8CEE18B7-D2F1-463D-BE3E-0A4EB31E8061}"/>
              </a:ext>
            </a:extLst>
          </p:cNvPr>
          <p:cNvSpPr>
            <a:spLocks xmlns:a="http://schemas.openxmlformats.org/drawingml/2006/main" noGrp="1"/>
          </p:cNvSpPr>
          <p:nvPr/>
        </p:nvSpPr>
        <p:spPr>
          <a:xfrm xmlns:a="http://schemas.openxmlformats.org/drawingml/2006/main">
            <a:off x="15630525" y="39814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조회</a:t>
            </a:r>
          </a:p>
        </p:txBody>
      </p:sp>
      <p:sp>
        <p:nvSpPr>
          <p:cNvPr id="326" name="dp41-comparison / n171">
            <a:extLst xmlns:a="http://schemas.openxmlformats.org/drawingml/2006/main">
              <a:ext uri="{FF2B5EF4-FFF2-40B4-BE49-F238E27FC236}">
                <a16:creationId xmlns:a16="http://schemas.microsoft.com/office/drawing/2014/main" id="{1D33216E-A97C-4AB7-B692-099335648BCA}"/>
              </a:ext>
            </a:extLst>
          </p:cNvPr>
          <p:cNvSpPr>
            <a:spLocks xmlns:a="http://schemas.openxmlformats.org/drawingml/2006/main" noGrp="1"/>
          </p:cNvSpPr>
          <p:nvPr/>
        </p:nvSpPr>
        <p:spPr>
          <a:xfrm xmlns:a="http://schemas.openxmlformats.org/drawingml/2006/main">
            <a:off x="15830550" y="4572000"/>
            <a:ext cx="1809750" cy="409575"/>
          </a:xfrm>
          <a:custGeom xmlns:a="http://schemas.openxmlformats.org/drawingml/2006/main">
            <a:pathLst>
              <a:path w="1809750" h="409575">
                <a:moveTo>
                  <a:pt x="0" y="0"/>
                </a:moveTo>
                <a:lnTo>
                  <a:pt x="1638300" y="0"/>
                </a:lnTo>
                <a:lnTo>
                  <a:pt x="1809750" y="171450"/>
                </a:lnTo>
                <a:lnTo>
                  <a:pt x="1809750" y="409575"/>
                </a:lnTo>
                <a:lnTo>
                  <a:pt x="0" y="4095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27" name="dp41-comparison / n171 / fold">
            <a:extLst xmlns:a="http://schemas.openxmlformats.org/drawingml/2006/main">
              <a:ext uri="{FF2B5EF4-FFF2-40B4-BE49-F238E27FC236}">
                <a16:creationId xmlns:a16="http://schemas.microsoft.com/office/drawing/2014/main" id="{A345A4F5-B799-4E84-8F18-0666B1917AFF}"/>
              </a:ext>
            </a:extLst>
          </p:cNvPr>
          <p:cNvSpPr>
            <a:spLocks xmlns:a="http://schemas.openxmlformats.org/drawingml/2006/main" noGrp="1"/>
          </p:cNvSpPr>
          <p:nvPr/>
        </p:nvSpPr>
        <p:spPr>
          <a:xfrm xmlns:a="http://schemas.openxmlformats.org/drawingml/2006/main">
            <a:off x="17468850" y="45720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28" name="dp41-comparison / n172 / text 1">
            <a:extLst xmlns:a="http://schemas.openxmlformats.org/drawingml/2006/main">
              <a:ext uri="{FF2B5EF4-FFF2-40B4-BE49-F238E27FC236}">
                <a16:creationId xmlns:a16="http://schemas.microsoft.com/office/drawing/2014/main" id="{E6056EFC-3D7A-47D3-861E-69C3350DDFB2}"/>
              </a:ext>
            </a:extLst>
          </p:cNvPr>
          <p:cNvSpPr>
            <a:spLocks xmlns:a="http://schemas.openxmlformats.org/drawingml/2006/main" noGrp="1"/>
          </p:cNvSpPr>
          <p:nvPr/>
        </p:nvSpPr>
        <p:spPr>
          <a:xfrm xmlns:a="http://schemas.openxmlformats.org/drawingml/2006/main">
            <a:off x="15944850" y="4648200"/>
            <a:ext cx="15525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T7 / T8 → AMBIGUOUS</a:t>
            </a:r>
          </a:p>
        </p:txBody>
      </p:sp>
      <p:sp>
        <p:nvSpPr>
          <p:cNvPr id="329" name="dp41-comparison / n172 / text 2">
            <a:extLst xmlns:a="http://schemas.openxmlformats.org/drawingml/2006/main">
              <a:ext uri="{FF2B5EF4-FFF2-40B4-BE49-F238E27FC236}">
                <a16:creationId xmlns:a16="http://schemas.microsoft.com/office/drawing/2014/main" id="{3D7CA9D8-91DE-4199-AB0D-43463CE2CBAD}"/>
              </a:ext>
            </a:extLst>
          </p:cNvPr>
          <p:cNvSpPr>
            <a:spLocks xmlns:a="http://schemas.openxmlformats.org/drawingml/2006/main" noGrp="1"/>
          </p:cNvSpPr>
          <p:nvPr/>
        </p:nvSpPr>
        <p:spPr>
          <a:xfrm xmlns:a="http://schemas.openxmlformats.org/drawingml/2006/main">
            <a:off x="15944850" y="4785360"/>
            <a:ext cx="15525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질문/답변 뒤 T7 → BOUND</a:t>
            </a:r>
          </a:p>
        </p:txBody>
      </p:sp>
      <p:sp>
        <p:nvSpPr>
          <p:cNvPr id="330" name="dp41-comparison / n175">
            <a:extLst xmlns:a="http://schemas.openxmlformats.org/drawingml/2006/main">
              <a:ext uri="{FF2B5EF4-FFF2-40B4-BE49-F238E27FC236}">
                <a16:creationId xmlns:a16="http://schemas.microsoft.com/office/drawing/2014/main" id="{28EE5E64-6AF8-4209-AE2C-C066C01582FC}"/>
              </a:ext>
            </a:extLst>
          </p:cNvPr>
          <p:cNvSpPr>
            <a:spLocks xmlns:a="http://schemas.openxmlformats.org/drawingml/2006/main" noGrp="1"/>
          </p:cNvSpPr>
          <p:nvPr/>
        </p:nvSpPr>
        <p:spPr>
          <a:xfrm xmlns:a="http://schemas.openxmlformats.org/drawingml/2006/main">
            <a:off x="9953625" y="3876675"/>
            <a:ext cx="2209800" cy="800100"/>
          </a:xfrm>
          <a:custGeom xmlns:a="http://schemas.openxmlformats.org/drawingml/2006/main">
            <a:pathLst>
              <a:path w="2209800" h="800100">
                <a:moveTo>
                  <a:pt x="0" y="0"/>
                </a:moveTo>
                <a:lnTo>
                  <a:pt x="2038350" y="0"/>
                </a:lnTo>
                <a:lnTo>
                  <a:pt x="2209800" y="171450"/>
                </a:lnTo>
                <a:lnTo>
                  <a:pt x="2209800" y="800100"/>
                </a:lnTo>
                <a:lnTo>
                  <a:pt x="0" y="8001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31" name="dp41-comparison / n175 / fold">
            <a:extLst xmlns:a="http://schemas.openxmlformats.org/drawingml/2006/main">
              <a:ext uri="{FF2B5EF4-FFF2-40B4-BE49-F238E27FC236}">
                <a16:creationId xmlns:a16="http://schemas.microsoft.com/office/drawing/2014/main" id="{52A7195B-0F4E-4125-B589-E55A301F57AA}"/>
              </a:ext>
            </a:extLst>
          </p:cNvPr>
          <p:cNvSpPr>
            <a:spLocks xmlns:a="http://schemas.openxmlformats.org/drawingml/2006/main" noGrp="1"/>
          </p:cNvSpPr>
          <p:nvPr/>
        </p:nvSpPr>
        <p:spPr>
          <a:xfrm xmlns:a="http://schemas.openxmlformats.org/drawingml/2006/main">
            <a:off x="11991975" y="38766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32" name="dp41-comparison / n176 / text 1">
            <a:extLst xmlns:a="http://schemas.openxmlformats.org/drawingml/2006/main">
              <a:ext uri="{FF2B5EF4-FFF2-40B4-BE49-F238E27FC236}">
                <a16:creationId xmlns:a16="http://schemas.microsoft.com/office/drawing/2014/main" id="{3E00EADF-473D-4896-BC07-36C323F2A89B}"/>
              </a:ext>
            </a:extLst>
          </p:cNvPr>
          <p:cNvSpPr>
            <a:spLocks xmlns:a="http://schemas.openxmlformats.org/drawingml/2006/main" noGrp="1"/>
          </p:cNvSpPr>
          <p:nvPr/>
        </p:nvSpPr>
        <p:spPr>
          <a:xfrm xmlns:a="http://schemas.openxmlformats.org/drawingml/2006/main">
            <a:off x="10067925" y="395287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선택적 PartialInterpretation</a:t>
            </a:r>
          </a:p>
        </p:txBody>
      </p:sp>
      <p:sp>
        <p:nvSpPr>
          <p:cNvPr id="333" name="dp41-comparison / n176 / text 2">
            <a:extLst xmlns:a="http://schemas.openxmlformats.org/drawingml/2006/main">
              <a:ext uri="{FF2B5EF4-FFF2-40B4-BE49-F238E27FC236}">
                <a16:creationId xmlns:a16="http://schemas.microsoft.com/office/drawing/2014/main" id="{A7EFDDBB-FC10-494E-BB72-99B30307E6D8}"/>
              </a:ext>
            </a:extLst>
          </p:cNvPr>
          <p:cNvSpPr>
            <a:spLocks xmlns:a="http://schemas.openxmlformats.org/drawingml/2006/main" noGrp="1"/>
          </p:cNvSpPr>
          <p:nvPr/>
        </p:nvSpPr>
        <p:spPr>
          <a:xfrm xmlns:a="http://schemas.openxmlformats.org/drawingml/2006/main">
            <a:off x="10067925" y="409003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field / candidateIds</a:t>
            </a:r>
          </a:p>
        </p:txBody>
      </p:sp>
      <p:sp>
        <p:nvSpPr>
          <p:cNvPr id="334" name="dp41-comparison / n176 / text 3">
            <a:extLst xmlns:a="http://schemas.openxmlformats.org/drawingml/2006/main">
              <a:ext uri="{FF2B5EF4-FFF2-40B4-BE49-F238E27FC236}">
                <a16:creationId xmlns:a16="http://schemas.microsoft.com/office/drawing/2014/main" id="{8FB96F77-2D17-4AAC-A64B-AADD8C6CDAFC}"/>
              </a:ext>
            </a:extLst>
          </p:cNvPr>
          <p:cNvSpPr>
            <a:spLocks xmlns:a="http://schemas.openxmlformats.org/drawingml/2006/main" noGrp="1"/>
          </p:cNvSpPr>
          <p:nvPr/>
        </p:nvSpPr>
        <p:spPr>
          <a:xfrm xmlns:a="http://schemas.openxmlformats.org/drawingml/2006/main">
            <a:off x="10067925" y="422719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evidenceVersions</a:t>
            </a:r>
          </a:p>
        </p:txBody>
      </p:sp>
      <p:sp>
        <p:nvSpPr>
          <p:cNvPr id="335" name="dp41-comparison / n176 / text 4">
            <a:extLst xmlns:a="http://schemas.openxmlformats.org/drawingml/2006/main">
              <a:ext uri="{FF2B5EF4-FFF2-40B4-BE49-F238E27FC236}">
                <a16:creationId xmlns:a16="http://schemas.microsoft.com/office/drawing/2014/main" id="{22F0887C-4D26-42B6-9200-68AE08A969F5}"/>
              </a:ext>
            </a:extLst>
          </p:cNvPr>
          <p:cNvSpPr>
            <a:spLocks xmlns:a="http://schemas.openxmlformats.org/drawingml/2006/main" noGrp="1"/>
          </p:cNvSpPr>
          <p:nvPr/>
        </p:nvSpPr>
        <p:spPr>
          <a:xfrm xmlns:a="http://schemas.openxmlformats.org/drawingml/2006/main">
            <a:off x="10067925" y="436435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부분 요청 → field result</a:t>
            </a:r>
          </a:p>
        </p:txBody>
      </p:sp>
      <p:sp>
        <p:nvSpPr>
          <p:cNvPr id="336" name="dp41-comparison / n176 / text 5">
            <a:extLst xmlns:a="http://schemas.openxmlformats.org/drawingml/2006/main">
              <a:ext uri="{FF2B5EF4-FFF2-40B4-BE49-F238E27FC236}">
                <a16:creationId xmlns:a16="http://schemas.microsoft.com/office/drawing/2014/main" id="{5201AD95-AF07-41D0-8394-5C4BAEC19338}"/>
              </a:ext>
            </a:extLst>
          </p:cNvPr>
          <p:cNvSpPr>
            <a:spLocks xmlns:a="http://schemas.openxmlformats.org/drawingml/2006/main" noGrp="1"/>
          </p:cNvSpPr>
          <p:nvPr/>
        </p:nvSpPr>
        <p:spPr>
          <a:xfrm xmlns:a="http://schemas.openxmlformats.org/drawingml/2006/main">
            <a:off x="10067925" y="4501515"/>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전체 결합은 Engine 코드</a:t>
            </a:r>
          </a:p>
        </p:txBody>
      </p:sp>
      <p:sp>
        <p:nvSpPr>
          <p:cNvPr id="337" name="dp41-comparison / n180">
            <a:extLst xmlns:a="http://schemas.openxmlformats.org/drawingml/2006/main">
              <a:ext uri="{FF2B5EF4-FFF2-40B4-BE49-F238E27FC236}">
                <a16:creationId xmlns:a16="http://schemas.microsoft.com/office/drawing/2014/main" id="{8AEFEEE3-C705-400E-B35D-0544E22AA215}"/>
              </a:ext>
            </a:extLst>
          </p:cNvPr>
          <p:cNvSpPr>
            <a:spLocks xmlns:a="http://schemas.openxmlformats.org/drawingml/2006/main" noGrp="1"/>
          </p:cNvSpPr>
          <p:nvPr/>
        </p:nvSpPr>
        <p:spPr>
          <a:xfrm xmlns:a="http://schemas.openxmlformats.org/drawingml/2006/main">
            <a:off x="12668250" y="4667250"/>
            <a:ext cx="2924175" cy="657225"/>
          </a:xfrm>
          <a:custGeom xmlns:a="http://schemas.openxmlformats.org/drawingml/2006/main">
            <a:pathLst>
              <a:path w="2924175" h="657225">
                <a:moveTo>
                  <a:pt x="0" y="0"/>
                </a:moveTo>
                <a:lnTo>
                  <a:pt x="2752725" y="0"/>
                </a:lnTo>
                <a:lnTo>
                  <a:pt x="2924175" y="171450"/>
                </a:lnTo>
                <a:lnTo>
                  <a:pt x="2924175"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38" name="dp41-comparison / n180 / fold">
            <a:extLst xmlns:a="http://schemas.openxmlformats.org/drawingml/2006/main">
              <a:ext uri="{FF2B5EF4-FFF2-40B4-BE49-F238E27FC236}">
                <a16:creationId xmlns:a16="http://schemas.microsoft.com/office/drawing/2014/main" id="{DA0D8C7E-B235-4D77-AE84-B6D597BD4027}"/>
              </a:ext>
            </a:extLst>
          </p:cNvPr>
          <p:cNvSpPr>
            <a:spLocks xmlns:a="http://schemas.openxmlformats.org/drawingml/2006/main" noGrp="1"/>
          </p:cNvSpPr>
          <p:nvPr/>
        </p:nvSpPr>
        <p:spPr>
          <a:xfrm xmlns:a="http://schemas.openxmlformats.org/drawingml/2006/main">
            <a:off x="15420975" y="4667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39" name="dp41-comparison / n181 / text 1">
            <a:extLst xmlns:a="http://schemas.openxmlformats.org/drawingml/2006/main">
              <a:ext uri="{FF2B5EF4-FFF2-40B4-BE49-F238E27FC236}">
                <a16:creationId xmlns:a16="http://schemas.microsoft.com/office/drawing/2014/main" id="{1F44730A-5A3A-46AA-A9EF-612698083055}"/>
              </a:ext>
            </a:extLst>
          </p:cNvPr>
          <p:cNvSpPr>
            <a:spLocks xmlns:a="http://schemas.openxmlformats.org/drawingml/2006/main" noGrp="1"/>
          </p:cNvSpPr>
          <p:nvPr/>
        </p:nvSpPr>
        <p:spPr>
          <a:xfrm xmlns:a="http://schemas.openxmlformats.org/drawingml/2006/main">
            <a:off x="12782550" y="4743450"/>
            <a:ext cx="2667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MeaningProposal (코드 생산)</a:t>
            </a:r>
          </a:p>
        </p:txBody>
      </p:sp>
      <p:sp>
        <p:nvSpPr>
          <p:cNvPr id="340" name="dp41-comparison / n181 / text 2">
            <a:extLst xmlns:a="http://schemas.openxmlformats.org/drawingml/2006/main">
              <a:ext uri="{FF2B5EF4-FFF2-40B4-BE49-F238E27FC236}">
                <a16:creationId xmlns:a16="http://schemas.microsoft.com/office/drawing/2014/main" id="{A9646E86-886E-49DC-8B87-8BA8A59E990E}"/>
              </a:ext>
            </a:extLst>
          </p:cNvPr>
          <p:cNvSpPr>
            <a:spLocks xmlns:a="http://schemas.openxmlformats.org/drawingml/2006/main" noGrp="1"/>
          </p:cNvSpPr>
          <p:nvPr/>
        </p:nvSpPr>
        <p:spPr>
          <a:xfrm xmlns:a="http://schemas.openxmlformats.org/drawingml/2006/main">
            <a:off x="12782550" y="4914900"/>
            <a:ext cx="2667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질문 / “예산 보고서” 답변 뒤</a:t>
            </a:r>
          </a:p>
        </p:txBody>
      </p:sp>
      <p:sp>
        <p:nvSpPr>
          <p:cNvPr id="341" name="dp41-comparison / n181 / text 3">
            <a:extLst xmlns:a="http://schemas.openxmlformats.org/drawingml/2006/main">
              <a:ext uri="{FF2B5EF4-FFF2-40B4-BE49-F238E27FC236}">
                <a16:creationId xmlns:a16="http://schemas.microsoft.com/office/drawing/2014/main" id="{6E686D9F-480E-4235-AF32-4CB8F42F32EB}"/>
              </a:ext>
            </a:extLst>
          </p:cNvPr>
          <p:cNvSpPr>
            <a:spLocks xmlns:a="http://schemas.openxmlformats.org/drawingml/2006/main" noGrp="1"/>
          </p:cNvSpPr>
          <p:nvPr/>
        </p:nvSpPr>
        <p:spPr>
          <a:xfrm xmlns:a="http://schemas.openxmlformats.org/drawingml/2006/main">
            <a:off x="12782550" y="5086350"/>
            <a:ext cx="2667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T7 / send: false</a:t>
            </a:r>
          </a:p>
        </p:txBody>
      </p:sp>
      <p:sp>
        <p:nvSpPr>
          <p:cNvPr id="342" name="dp41-comparison / n186">
            <a:extLst xmlns:a="http://schemas.openxmlformats.org/drawingml/2006/main">
              <a:ext uri="{FF2B5EF4-FFF2-40B4-BE49-F238E27FC236}">
                <a16:creationId xmlns:a16="http://schemas.microsoft.com/office/drawing/2014/main" id="{874DB73C-F70E-411A-9872-118BAD81D2F6}"/>
              </a:ext>
            </a:extLst>
          </p:cNvPr>
          <p:cNvSpPr>
            <a:spLocks xmlns:a="http://schemas.openxmlformats.org/drawingml/2006/main" noGrp="1"/>
          </p:cNvSpPr>
          <p:nvPr/>
        </p:nvSpPr>
        <p:spPr>
          <a:xfrm xmlns:a="http://schemas.openxmlformats.org/drawingml/2006/main">
            <a:off x="9934575" y="5476875"/>
            <a:ext cx="434816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1-comparison / n187 / text 1">
            <a:extLst xmlns:a="http://schemas.openxmlformats.org/drawingml/2006/main">
              <a:ext uri="{FF2B5EF4-FFF2-40B4-BE49-F238E27FC236}">
                <a16:creationId xmlns:a16="http://schemas.microsoft.com/office/drawing/2014/main" id="{D4DCA973-3677-40F0-8473-253A504EEA1A}"/>
              </a:ext>
            </a:extLst>
          </p:cNvPr>
          <p:cNvSpPr>
            <a:spLocks xmlns:a="http://schemas.openxmlformats.org/drawingml/2006/main" noGrp="1"/>
          </p:cNvSpPr>
          <p:nvPr/>
        </p:nvSpPr>
        <p:spPr>
          <a:xfrm xmlns:a="http://schemas.openxmlformats.org/drawingml/2006/main">
            <a:off x="9953625" y="5486400"/>
            <a:ext cx="7620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공통 조회/채택/전달 경로 / 10개 Component / 아래 자료 표기는 예시</a:t>
            </a:r>
          </a:p>
        </p:txBody>
      </p:sp>
      <p:sp>
        <p:nvSpPr>
          <p:cNvPr id="344" name="dp41-comparison / n194">
            <a:extLst xmlns:a="http://schemas.openxmlformats.org/drawingml/2006/main">
              <a:ext uri="{FF2B5EF4-FFF2-40B4-BE49-F238E27FC236}">
                <a16:creationId xmlns:a16="http://schemas.microsoft.com/office/drawing/2014/main" id="{5DA2DA16-05EF-4F22-A011-CEF3281BC282}"/>
              </a:ext>
            </a:extLst>
          </p:cNvPr>
          <p:cNvSpPr>
            <a:spLocks xmlns:a="http://schemas.openxmlformats.org/drawingml/2006/main" noGrp="1"/>
          </p:cNvSpPr>
          <p:nvPr/>
        </p:nvSpPr>
        <p:spPr>
          <a:xfrm xmlns:a="http://schemas.openxmlformats.org/drawingml/2006/main">
            <a:off x="15554325" y="5819775"/>
            <a:ext cx="123291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1-comparison / n195 / text 1">
            <a:extLst xmlns:a="http://schemas.openxmlformats.org/drawingml/2006/main">
              <a:ext uri="{FF2B5EF4-FFF2-40B4-BE49-F238E27FC236}">
                <a16:creationId xmlns:a16="http://schemas.microsoft.com/office/drawing/2014/main" id="{01A014B1-F381-4059-8B4E-0D133D60F0E4}"/>
              </a:ext>
            </a:extLst>
          </p:cNvPr>
          <p:cNvSpPr>
            <a:spLocks xmlns:a="http://schemas.openxmlformats.org/drawingml/2006/main" noGrp="1"/>
          </p:cNvSpPr>
          <p:nvPr/>
        </p:nvSpPr>
        <p:spPr>
          <a:xfrm xmlns:a="http://schemas.openxmlformats.org/drawingml/2006/main">
            <a:off x="15573375" y="5829300"/>
            <a:ext cx="19526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로컬 cloud adapter</a:t>
            </a:r>
          </a:p>
        </p:txBody>
      </p:sp>
      <p:sp>
        <p:nvSpPr>
          <p:cNvPr id="346" name="dp41-comparison / n210">
            <a:extLst xmlns:a="http://schemas.openxmlformats.org/drawingml/2006/main">
              <a:ext uri="{FF2B5EF4-FFF2-40B4-BE49-F238E27FC236}">
                <a16:creationId xmlns:a16="http://schemas.microsoft.com/office/drawing/2014/main" id="{08B0DC94-A07C-47C8-80B0-E236036B6CBC}"/>
              </a:ext>
            </a:extLst>
          </p:cNvPr>
          <p:cNvSpPr>
            <a:spLocks xmlns:a="http://schemas.openxmlformats.org/drawingml/2006/main" noGrp="1"/>
          </p:cNvSpPr>
          <p:nvPr/>
        </p:nvSpPr>
        <p:spPr>
          <a:xfrm xmlns:a="http://schemas.openxmlformats.org/drawingml/2006/main">
            <a:off x="10991850" y="7410450"/>
            <a:ext cx="446532" cy="1219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7" name="dp41-comparison / n211 / text 1">
            <a:extLst xmlns:a="http://schemas.openxmlformats.org/drawingml/2006/main">
              <a:ext uri="{FF2B5EF4-FFF2-40B4-BE49-F238E27FC236}">
                <a16:creationId xmlns:a16="http://schemas.microsoft.com/office/drawing/2014/main" id="{F3B702BC-798C-4957-9D17-4C4DC95A3B8A}"/>
              </a:ext>
            </a:extLst>
          </p:cNvPr>
          <p:cNvSpPr>
            <a:spLocks xmlns:a="http://schemas.openxmlformats.org/drawingml/2006/main" noGrp="1"/>
          </p:cNvSpPr>
          <p:nvPr/>
        </p:nvSpPr>
        <p:spPr>
          <a:xfrm xmlns:a="http://schemas.openxmlformats.org/drawingml/2006/main">
            <a:off x="11010900" y="7419975"/>
            <a:ext cx="1076325" cy="12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675" b="0">
                <a:solidFill>
                  <a:srgbClr val="000000"/>
                </a:solidFill>
                <a:latin typeface="Apple SD Gothic Neo"/>
                <a:ea typeface="Apple SD Gothic Neo"/>
                <a:cs typeface="Apple SD Gothic Neo"/>
              </a:defRPr>
            </a:pPr>
            <a:r>
              <a:rPr sz="675" b="0">
                <a:solidFill>
                  <a:srgbClr val="000000"/>
                </a:solidFill>
                <a:latin typeface="Apple SD Gothic Neo"/>
                <a:ea typeface="Apple SD Gothic Neo"/>
                <a:cs typeface="Apple SD Gothic Neo"/>
              </a:rPr>
              <a:t>로컬 VAD</a:t>
            </a:r>
          </a:p>
        </p:txBody>
      </p:sp>
      <p:sp>
        <p:nvSpPr>
          <p:cNvPr id="348" name="dp41-comparison / n250">
            <a:extLst xmlns:a="http://schemas.openxmlformats.org/drawingml/2006/main">
              <a:ext uri="{FF2B5EF4-FFF2-40B4-BE49-F238E27FC236}">
                <a16:creationId xmlns:a16="http://schemas.microsoft.com/office/drawing/2014/main" id="{DA74E39B-E87A-42DD-8CB4-9F13FE737A1D}"/>
              </a:ext>
            </a:extLst>
          </p:cNvPr>
          <p:cNvSpPr>
            <a:spLocks xmlns:a="http://schemas.openxmlformats.org/drawingml/2006/main" noGrp="1"/>
          </p:cNvSpPr>
          <p:nvPr/>
        </p:nvSpPr>
        <p:spPr>
          <a:xfrm xmlns:a="http://schemas.openxmlformats.org/drawingml/2006/main">
            <a:off x="12649200" y="6772275"/>
            <a:ext cx="19488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9" name="dp41-comparison / n251 / text 1">
            <a:extLst xmlns:a="http://schemas.openxmlformats.org/drawingml/2006/main">
              <a:ext uri="{FF2B5EF4-FFF2-40B4-BE49-F238E27FC236}">
                <a16:creationId xmlns:a16="http://schemas.microsoft.com/office/drawing/2014/main" id="{1489CAB4-05B2-48C6-BBAF-2541FE2C3CC9}"/>
              </a:ext>
            </a:extLst>
          </p:cNvPr>
          <p:cNvSpPr>
            <a:spLocks xmlns:a="http://schemas.openxmlformats.org/drawingml/2006/main" noGrp="1"/>
          </p:cNvSpPr>
          <p:nvPr/>
        </p:nvSpPr>
        <p:spPr>
          <a:xfrm xmlns:a="http://schemas.openxmlformats.org/drawingml/2006/main">
            <a:off x="12668250" y="6781800"/>
            <a:ext cx="22002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질문/focus / release / 실제 receipt</a:t>
            </a:r>
          </a:p>
        </p:txBody>
      </p:sp>
      <p:sp>
        <p:nvSpPr>
          <p:cNvPr id="350" name="dp41-comparison / n252">
            <a:extLst xmlns:a="http://schemas.openxmlformats.org/drawingml/2006/main">
              <a:ext uri="{FF2B5EF4-FFF2-40B4-BE49-F238E27FC236}">
                <a16:creationId xmlns:a16="http://schemas.microsoft.com/office/drawing/2014/main" id="{ABFBFD88-FBA4-47F0-9258-18736D581EB2}"/>
              </a:ext>
            </a:extLst>
          </p:cNvPr>
          <p:cNvSpPr>
            <a:spLocks xmlns:a="http://schemas.openxmlformats.org/drawingml/2006/main" noGrp="1"/>
          </p:cNvSpPr>
          <p:nvPr/>
        </p:nvSpPr>
        <p:spPr>
          <a:xfrm xmlns:a="http://schemas.openxmlformats.org/drawingml/2006/main">
            <a:off x="15506700" y="6838950"/>
            <a:ext cx="145542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1-comparison / n253 / text 1">
            <a:extLst xmlns:a="http://schemas.openxmlformats.org/drawingml/2006/main">
              <a:ext uri="{FF2B5EF4-FFF2-40B4-BE49-F238E27FC236}">
                <a16:creationId xmlns:a16="http://schemas.microsoft.com/office/drawing/2014/main" id="{BEA8A13E-6248-4A93-9248-12AA79943876}"/>
              </a:ext>
            </a:extLst>
          </p:cNvPr>
          <p:cNvSpPr>
            <a:spLocks xmlns:a="http://schemas.openxmlformats.org/drawingml/2006/main" noGrp="1"/>
          </p:cNvSpPr>
          <p:nvPr/>
        </p:nvSpPr>
        <p:spPr>
          <a:xfrm xmlns:a="http://schemas.openxmlformats.org/drawingml/2006/main">
            <a:off x="15525750" y="6848475"/>
            <a:ext cx="21240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조건부 구성/음성 / 위임/접수</a:t>
            </a:r>
          </a:p>
        </p:txBody>
      </p:sp>
    </p:spTree>
    <p:extLst>
      <p:ext uri="{BB962C8B-B14F-4D97-AF65-F5344CB8AC3E}">
        <p14:creationId xmlns:p14="http://schemas.microsoft.com/office/powerpoint/2010/main" val="10221771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B143EC32-AD64-4941-A474-8967842CFEF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E36D998-1A4D-44A2-96D5-A7671BC47540}"/>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52406263-D6F9-4132-A224-05956DEDA30E}"/>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E67D9C56-DB30-42DA-8A78-4F78233E0DF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AC32A705-9070-4106-B605-4311A4D1F21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E9E22C7D-6826-4D88-8C34-E46915B9D9C3}"/>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68ECB9BD-9C45-4AEE-ABA1-CEEB1041B03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7ED127E5-C765-48A2-BBC6-EF5C84B92240}"/>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97575AFA-8EF6-4D1C-9863-0DC7420C861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5C2260E3-F02A-42E6-AA90-CC0DFD1CBCC4}"/>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11AD9089-4CF7-4047-999C-A8BC19FA235A}"/>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9E51A6D6-ABE2-4F42-942A-D6B8271CB7E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AFB8890B-79DE-4902-83EF-AD63CEAA2427}"/>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5630FEE5-126C-440C-AD9E-A0B73278A726}"/>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20BD91F4-79EB-4AD8-AF41-8B50B0EA9989}"/>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46030384-AFE6-44A4-BB45-92A45FC788B4}"/>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8BBC22ED-A910-45DE-A595-6608226055F3}"/>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5169599E-FA57-4616-927E-5900523C6F6B}"/>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2E007D6B-2D5C-4C7F-B214-9B0D6B863DD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1B5EC84B-3282-4176-A374-1E4A85F2700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6B3BB866-3811-454D-8C8A-C1D869EC1E81}"/>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B26D25E7-DD5F-4422-A6F6-CD3592ED3B57}"/>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3A398B2C-D144-48CC-B6BD-33530C59E638}"/>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53C9E903-46E6-4B68-8C9A-4A2A443EDB5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DBA9B1D4-0145-4DB4-A02C-34D4298832E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90DE9F6E-ED21-46D4-8721-FD655445C2DE}"/>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2D0577CD-E23C-4CA3-BC54-3120152A4A5A}"/>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19E25904-EB0A-4ED3-BB79-4BBE86EC5684}"/>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E940D386-F35F-44BD-A358-8CCAC6B1B197}"/>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71FC680A-CA55-4538-A4E6-51D3D48BF57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A6F4E3C1-EA53-4897-9070-ED2094F2AD15}"/>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4A5872E6-46D7-4E07-BC74-51E3764AE8B0}"/>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10B6BA80-5FA0-476A-9FF0-A3FFF827279F}"/>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CB1458B9-0DB0-4ADB-BBC7-A022A08AD87A}"/>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9DCF37CA-9F6A-4D8F-9969-B917C68B93D0}"/>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F9AA5419-F53B-476B-955F-A353430183FB}"/>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D8AF13F-1662-4AC1-9FF9-0FB96DCA2918}"/>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A783EB20-30CC-4B8F-A8EE-3D6FC51FDFE3}"/>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DFFD015B-27FB-4E15-913A-9C4A3D70E533}"/>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BA332338-0015-4EF7-823B-BF9199EC13FB}"/>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799DF59C-4644-4CA9-AAB6-C678A6D48B63}"/>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434CC4EA-A9DF-4C4B-BA4B-411752CFE718}"/>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8E65CC1C-C885-44D4-A784-2982C1229DBC}"/>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1EEDAEB5-8D7E-4A6E-A51A-4D579470D22E}"/>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F09CAF21-2DAA-4D9C-BB11-B34672683EA2}"/>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84A5BAD5-9F0D-4A9E-B5A1-45F585FAA78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72202D50-2E5A-4FE1-A2EB-8348AECA7711}"/>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493E14AE-F269-4006-B118-DA992C3DF4B4}"/>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7A723758-0658-4C0C-A767-3D94FBF64265}"/>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56FC975B-2C52-413D-A5A3-BF1DFA89DD1B}"/>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F59B9EC7-E653-469C-80D8-30D1F20E7214}"/>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7F627B55-CC1F-4B22-8A61-6115807111C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3FB9D12E-EDC6-4909-864D-C73AFA123E8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5227BB83-3F22-413E-89E7-C69DCCC471B0}"/>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2886DC95-3923-46E4-A352-3739AB9A20F8}"/>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BAE31DE-EEC4-44F2-B7BD-45C8D5C0C1B8}"/>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6681262B-3B30-4BD5-9D95-5A5D3794F2B3}"/>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206E935F-6FAF-4C5D-84A4-019559818FC5}"/>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6C8E4D3B-8707-4719-A98E-D805234F92A0}"/>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CAAC3E57-380E-462A-8A8B-69F832E8890C}"/>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7C06E257-3096-4AAA-8DAC-78A2512E563E}"/>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4D057A58-0E05-41AC-A652-B2D935B74563}"/>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8064AE38-01FB-478F-A0E4-113E61CCE33D}"/>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F1E1507F-8956-4806-97FD-37A80CD80959}"/>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D9D2D01F-0799-4565-9BA7-6833A57BFF0F}"/>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D8929019-5CA7-4ED7-8E94-A0E2547F965C}"/>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0A0FB929-BBAA-4664-9366-7EA1A917A2BE}"/>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740574FF-EA53-4F0A-9C86-4E9B4B31C028}"/>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B5D195DC-0BC9-4099-B658-A4D9B4485373}"/>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470E8543-5078-4FA4-9115-3A54F9CA541C}"/>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10CF94C4-A731-44C4-9CA7-C38B360ACF62}"/>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25E39C0E-1BB9-478A-952C-DFBAF10F71FA}"/>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F163049A-0987-4D91-950A-B3BE28AECC58}"/>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ED5118C3-26A3-4BFA-B22D-E4E5F366A81C}"/>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63A732C3-AE6C-4BFF-AFE7-E0DDC427D119}"/>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31D27E3D-27CA-4370-8FE2-3EAE145CED66}"/>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A49F83FC-8653-47B1-A26C-3374A9A56BB5}"/>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533296BC-B076-463D-BFA0-F2ED0A743573}"/>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BE9FD488-B8B4-4998-9E40-91D5F5221F98}"/>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AA905509-C95A-4428-83BE-80046B006326}"/>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9F753D1C-CE5D-4A2F-97AE-57D656DDF6CF}"/>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F24D9D15-51EA-4792-83C0-5968C4907C23}"/>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F27B7845-2F01-4F66-AA34-AF193E59B096}"/>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CBD6AA07-1B7A-45BF-851F-7DEF4C94717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55B71BFA-E395-4E63-B4D4-457559317F48}"/>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7B00F1A-5B58-4029-82E7-4CD730204844}"/>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B5A9FC8A-258F-4765-BB3C-BE55C91FA9DB}"/>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7C1CF949-287F-40CC-85A8-0AE8126C3F67}"/>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CD8CAB98-AC05-4E9A-A683-D037B68B620B}"/>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BFE779CE-2A9D-4108-8CDA-D609B68C9590}"/>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BF6DFB3-2D5E-4CE4-9E27-A1BB473CB72F}"/>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AE5CAD22-E3DD-4A5F-ADD0-33FA991011BF}"/>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B2B70610-AC8F-4F2D-A92D-0912418D446A}"/>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531FBE85-F19C-4320-BCD2-BFD17CDB5066}"/>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3AD75FE7-3195-4C8E-9F0D-79FBCCC71477}"/>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D668A40A-0FD3-468F-8F53-99A2A068282E}"/>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829468BF-488A-4021-BA35-67863EEB5583}"/>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5E56A0D3-04F2-4EAA-9DCD-8572C7C60E90}"/>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B8AA7A3E-6E83-44B5-A2D3-F38887A3FCFD}"/>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1BF445DC-8504-4972-8DF9-0CF79ADAD126}"/>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22477326-9771-4524-B094-190ECA980E60}"/>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AC1594ED-4614-4C4E-89B3-AF410F7A82D7}"/>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0DDE45D1-2DF6-40E9-8A9D-D35BBFD43757}"/>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CC6E44A7-F69D-4321-AC9C-CF9474FADA92}"/>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3149F4D-D3A4-49D6-B0C5-139C575D805E}"/>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213D002F-62CD-4454-8827-0545E9F1CD75}"/>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66A79044-4054-4E58-B088-3336DE78BAD6}"/>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D5285251-B001-4554-8808-C4F7C6128C6C}"/>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8DB908D6-8159-4A97-ABE1-789F4059C07A}"/>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BBCC4902-8440-4E13-A04B-0D8DFE31CE8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4B0D0D99-A261-4225-AF57-638D6D8AE1BC}"/>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79B69C20-A9DD-4A86-97A6-575C4B64E016}"/>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16167E2F-81BC-4189-A2FF-6E7D58787D86}"/>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E2F665DF-DD60-478D-94EF-2C58AD4D7361}"/>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CE7F9269-1122-4D0D-94B4-33F64D6C2525}"/>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FB17F07F-120D-4A08-9305-F3FF3C00B5F6}"/>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15E1EF48-E8BD-4A8C-94BA-BA5705B6F041}"/>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4A0789E7-3FEA-453D-AEBD-1E512B815D37}"/>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F413C9BA-031B-4C08-AA4B-29C3DEBC12A0}"/>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5EF5852D-9D4A-400B-B9E5-3AEAC0B1D5C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9BB2AB62-EE78-49CD-9BAB-DBB01BA7354F}"/>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21EAB680-012C-4341-81D8-C7FA315B6A7C}"/>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E98CDF94-4781-4046-B05B-1BD662D5BC0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F96FEBB6-D9AE-4025-AF12-04134CB2D3AA}"/>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C546EFAB-E575-4BC7-A170-7515967170B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98ED2E92-A769-408E-8BCD-24560F97C066}"/>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2FFD3503-A000-4CC6-9CC8-CC8CF661BD99}"/>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54B5B510-F066-4426-B0D7-75F14B54C160}"/>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D4B7E691-1031-49CE-9BA5-307F104245F7}"/>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FDCA0C2F-EF8F-4418-8661-DFA60B9EFA0D}"/>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9859A4CE-33FA-4478-9F80-C38FD1665420}"/>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371C358-D615-4999-8B57-1375CFD7F06D}"/>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36D7F67D-B619-4DBC-B088-1C45639D132C}"/>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6CE28A6B-68E4-4BF3-90D8-BE7F1DF1F1D6}"/>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39D34E8E-4E80-4896-A975-3159A20FBC73}"/>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461B67F6-DADC-4436-ACE1-D2906FC96112}"/>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9E1F0C48-9FE9-4AB4-A9EF-70005774944C}"/>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F186BF05-59B2-4496-B52A-68855AFA5D6A}"/>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9B12CEA2-AC8D-47E6-9227-AE11E4CD2968}"/>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F8B43D2C-70FF-4E4C-A99D-5CF6CCA3AE0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E4C19EDB-B54A-4D81-9CF4-3CB5AA8562AB}"/>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B1294CC1-B966-4B1F-ABE7-FADD4E9D3053}"/>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21F686BB-61A5-4182-8780-48F805C5A51C}"/>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3E0BA7A9-9794-4537-BCF5-5FCF8A8B538C}"/>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250497F5-4296-4B08-894C-089638F432BF}"/>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F0BD5C3D-0C35-41CE-8A6D-964D331BBCF3}"/>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0E868C58-235E-4374-B6C4-EEA57B0FA6DF}"/>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3204BC84-92FA-43D0-A803-B84386FE8797}"/>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AE1A4C7B-7315-4DB6-AB91-7BA8DD3FC286}"/>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4777A328-024D-4FDA-BF1A-DC2339821313}"/>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07AF640A-198A-4DA5-A6DE-B3B56862005F}"/>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94B324C9-EA11-47B1-9420-09A2FBA7CBD3}"/>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F12D8C0E-259C-4442-AFB9-7385775E4B27}"/>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4A8A6B08-0D68-4307-9F34-D10CC529DCC6}"/>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9CDBC0C3-3064-48FD-9CA4-6130CEF35BC1}"/>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98288FBA-2D00-41F7-B1B0-E053A3CD7714}"/>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77A7151F-CAF2-4776-A59B-2DDF8AD554B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95A11A73-99A8-4C52-B720-CA32A2383DC1}"/>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D83879-8E1F-4B52-8C3A-53F6D3EF27C0}"/>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2A24CF2F-4AAA-445F-A67C-F59430182975}"/>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5232D74C-0B67-4AD0-96F7-1C79085977D9}"/>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EA987D2C-7001-40C9-A211-B41AEC07DF81}"/>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DFFF034D-C189-4463-8ADC-077D028E53EA}"/>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5F202542-ABB7-4746-AC7B-EB2ED450B0E2}"/>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4AE34D87-BDC0-4773-9729-4E095E5DC14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B10342CB-4690-460A-8F99-4A0FBAA28CE7}"/>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DD9F41F8-7C35-4464-83A9-C3FF6637A719}"/>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94C0E1DD-134C-447C-855F-ABF4FA1888EE}"/>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4EFCB5A5-848D-47D7-BE6D-D8FDCC6C2DAA}"/>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2D544C2B-856C-4B4A-813E-16FF677B7962}"/>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DECA6CC7-D5D6-48F2-B59B-4BD0DB0EE068}"/>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9A96E83D-562B-4495-87C1-23D73AD4AB46}"/>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71E4BA42-0BC0-4FBD-A7EB-A5E6271CCDB4}"/>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B6D79FEB-0CA3-4D1F-9D76-CEF4145B57AD}"/>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AF78BD25-E63E-4AA0-9D57-2BA165E357F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6FE09DE4-D0D7-4062-9FE2-A76012809E44}"/>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98188DE1-C282-47E5-A154-503AA4A71226}"/>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6330F931-F081-4EEF-B267-570C0ACB58C5}"/>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023F15B6-5EAB-4CFA-9377-07055077FF69}"/>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0D6C306B-C544-4D25-A288-7198CFC1CE17}"/>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8375D869-265D-43C6-9617-6A63551C315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444E1B6-FC0F-4F74-8D6B-800CB245D69F}"/>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8078AEBF-3E51-49AF-A8E9-C2E5569D2F8B}"/>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8E2938F2-4E3D-426A-A6F5-515D512F12AB}"/>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31FD2BAE-7CD4-4438-B7F2-89E8301F1D87}"/>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65882898-E3D0-49CD-9304-2236008074DC}"/>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EAC30F14-D575-4EC6-A77F-823BBB666548}"/>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642DCB4D-E4AA-4BFD-8601-61321A7EB6E1}"/>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022AAB66-B406-4A61-85F6-E24ADEAF86A2}"/>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707EA460-5CA3-4F06-898C-8177D8DDC808}"/>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4BDF73B9-7EA7-4FFB-AA38-532B4BAA2685}"/>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23C22CD1-2C38-4534-A8E7-6BD4B7F14612}"/>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2AA9CCC-FB62-4B2E-BFE0-C179C5BC20BA}"/>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C259F416-030E-46B0-B25E-7429A9D94107}"/>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FF5C686E-3DE0-493F-AB15-0EE056F88500}"/>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4F4A3803-89CC-432D-B420-39FC23376DE8}"/>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444CD893-28B1-41F0-BD37-A5F6812A2069}"/>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08086C3C-D049-4739-977F-466E63C52C5D}"/>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25C30DC2-801E-4C72-9D66-FDC0411B8511}"/>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B8A6B422-9702-420B-889C-9381874BD9F8}"/>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BCFB18B0-8F6B-4467-8757-CAC6FF243415}"/>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C451257-82FC-40BB-AB1D-5211F6CA759D}"/>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8808D14E-12CF-4FB9-A9B4-AD921E8D862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4A0D4586-4471-40D6-A114-AE34566CA7FB}"/>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7A101F8E-F346-4494-B176-A8BB530E561C}"/>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980BB521-9AA6-416A-94DB-BF6D463BD823}"/>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FAD477FA-B87A-43B5-9FEF-03FF11B555C0}"/>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A53CF666-DD5E-440F-B58F-D3406283909D}"/>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8210AD02-0568-43D8-BFFB-B36AAEF70D6B}"/>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FE68136E-3C7E-4B38-B5A5-9BE76AFADFA4}"/>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FBEB1105-2848-4DA5-936F-8EF100C4FC16}"/>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FEB7F151-8168-442B-8DCA-97E77BB357A4}"/>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79E0E574-394D-4BC2-AAEF-A9CAD2D2FF5D}"/>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17726239-3C69-4483-B76F-21EF9E629F98}"/>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A2458767-0C65-4B4F-9EA2-B7D7ACC1A6BA}"/>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FD5802D9-010B-48BE-9FF2-461373CED761}"/>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DBC8E095-CC97-4FE3-B72B-7AC359A90BD8}"/>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3E7222EB-47B2-4C23-8575-2505B645BB3C}"/>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9CA55841-EBA9-4AF2-B9A6-E0ED76191D95}"/>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586D99D2-A2F1-4D40-8A5E-84EB091B8174}"/>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AC1B347-8CBC-48C5-8BAC-1D42D012BEED}"/>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667AA353-2936-439E-ADC0-F6CB2919C101}"/>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1157B158-DC8D-4BFE-A48C-BA5E5B31EBAC}"/>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4DC61382-96DB-431D-BE82-4C8DF1B65CD0}"/>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3E51BCBE-8AD7-491F-A148-7311CC5CFE94}"/>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75164268-4625-4090-9646-32D64A8B1206}"/>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05C917F9-DF30-44E0-8B20-103D1E9E8E36}"/>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7442C0FE-9F85-427B-816A-0D1160701176}"/>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A6F1C4FA-AD64-4882-B10A-1738259E5D94}"/>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81CA7E09-EC59-45AE-B628-B97C2B9A7086}"/>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23F7EDE0-7283-4D19-86AF-25982E4927BA}"/>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D83B371-1618-4A94-86D7-F5D98EA237CB}"/>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A987977C-31FC-4972-8C43-61D93D24B559}"/>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83B6CD42-04E7-4FCF-BB85-6C6FBC7D9628}"/>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72F2242F-FE03-4EEB-9647-C3FF1148CE5D}"/>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93B1DD07-2CAF-48AF-9C6F-9B5072E2F588}"/>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F8293A97-944C-4B32-BA50-0FAC8770E7C7}"/>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DCA8F35B-EA56-4783-99F7-18499255747C}"/>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052B26CF-A5FD-456D-9C0F-593CD2C9FEB1}"/>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2D6837B5-F321-4A38-9D99-68A72929F71C}"/>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1DC58A84-C96D-4876-9108-C18196313747}"/>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A4F16F62-F8CC-4C07-AED0-3218D42FE7CB}"/>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63B34B41-57F7-4E3A-8212-E186C035C175}"/>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30F19E79-F8A3-4C7B-AFFA-CA53A99467EA}"/>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319C4B1D-C363-4B54-9572-3C69C1DA04E2}"/>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EE31F695-845F-4582-9513-236611FD6127}"/>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A8FA4D4E-DABE-4E23-9064-9F0AE845F7A5}"/>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EC2D4EA9-F53F-48C4-8376-E8E86A7E72C6}"/>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5CB602B1-0526-4C3C-8A33-9584F21169B9}"/>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EC24842F-5F79-49F7-9497-A727A522B9DC}"/>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BD48D1F0-CA11-4FA4-8DFC-7BF2E75E0425}"/>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D7021C85-2044-4C45-AABC-8F42D1C34F9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FDAE2622-594F-4BAE-8657-B1C3B196854F}"/>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097D532-EE6E-4E56-A462-5E11179A7A56}"/>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1AEE6AC5-BFC7-4C02-AB1B-9286797456D5}"/>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8E084696-C518-42C4-A285-25183657F9D0}"/>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A1BE335C-08EA-4B1D-8BF4-95546B817BB3}"/>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424003-FEE0-41FF-AD60-A73653CE699C}"/>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2D331EA0-529B-4E24-9D48-D6E3ECF9A99B}"/>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FD20EE00-354D-455B-9AC0-3F8B92F98036}"/>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4ED6622-6789-4AB7-8131-DA60405A3377}"/>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339BB6F-3A27-42F4-98C1-86DF28E03411}"/>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65F0F4A5-BA95-4FB2-92F4-FAF43D6C2A9A}"/>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23907849-0AAE-45F6-8436-A617CC27270B}"/>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57170E40-F049-4357-BCBB-C5B4D133AE05}"/>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1C3F89B2-6DD8-4AB6-8957-AF6810DBD777}"/>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863D0254-2999-473C-A956-F2B1681F9DE7}"/>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6B65585B-B71B-4222-93F0-8C1A75499C7B}"/>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A8DBF7A9-5BC3-48F7-A05B-7E7D1AE74CB3}"/>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1154DA98-0DBA-43A1-97A8-7B9857F4ECB2}"/>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6B41E1EB-0331-47CE-9478-350D0C7A5523}"/>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45DAE710-0FF2-41F5-9C29-D98E89AC3795}"/>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37E26D68-C31C-479A-931E-CAD41D721F8C}"/>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BEB0E5-8465-4315-A9BE-ACCCF7935BAF}"/>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502FE901-4845-48F4-8793-D4EF115DF807}"/>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EF127211-000F-4D98-9357-354F9824EF2E}"/>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0D7F418D-5E2B-4AF9-A682-EBC359124B46}"/>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7D48DE03-E523-49FD-ACD0-E16D16DE2EC5}"/>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BBD2BB4D-C88B-447C-9733-AEF408731030}"/>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433CC55F-FD7D-41D5-A9BA-C773ED8B4A0C}"/>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7C2702C9-B86E-45FA-B6C5-1C9687D5BABF}"/>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2CF82656-9588-4129-9714-CD08E526901A}"/>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527785B0-EDF6-40F7-B04B-5A9CFAF19F32}"/>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2380AB32-23F5-4F73-B77B-7A03A0580F87}"/>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6A88BE87-BA83-4CBB-A918-2D7D88E724F5}"/>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E9A20C0A-BA3D-43E4-B348-6BDE67143918}"/>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7B5E5E00-BBB8-4A65-A703-C94953C902C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3F8132A7-9851-4A7E-8CDB-738D9C61EAB0}"/>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B18AFDE5-A638-4F94-9AAF-FB79D5ADE574}"/>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32595CAA-2112-4FC4-9AC2-80794C114AC9}"/>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51231F12-8898-49AF-8F3B-8FCB66BCE6D2}"/>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CEDF4DDD-B33A-4CF3-849F-9C7AEC75B20A}"/>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B3A4055C-3063-44F8-9E78-910AC17DB7E1}"/>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FCEE7AE2-8C0E-4B14-B3BF-858974F2A9FB}"/>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D61F2CEF-1B39-4C56-9B81-062392B13C7A}"/>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D65128A6-D594-427A-999E-B2FFF18DFE98}"/>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68645628-68C0-4966-908B-7962C40415B2}"/>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82C4D9E4-C77E-4D60-9227-2CC66E39BD54}"/>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F10091CD-0D1A-4980-B10B-8BE46646BDE5}"/>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BC72F8C4-3E04-46F0-93B3-25572CCDED5D}"/>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0B514625-4F16-4B91-88BB-497A925A4C7F}"/>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D14E557E-B4CF-4E5B-9994-55787E8E50B8}"/>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D40E429D-32D8-4CF9-A047-A9673B936490}"/>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FC59CD6B-66D8-49FC-A4C7-9324B717174E}"/>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6C766783-9702-4820-9A45-52B8C054FED4}"/>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90B5CA2-D9D7-4B70-AE28-78F3E3EA1949}"/>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C7FA5654-0D72-4C2B-9E35-F3F686CA15EB}"/>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3E412986-4AA8-4935-9027-D86672A4F45E}"/>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692269D9-18D1-4F57-8B08-B7F849B5A9C8}"/>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3242DC35-E0E5-4D81-A3DA-AF3D4DAF87EC}"/>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69416F3B-3278-4EDF-BFB3-467A0A00ABAE}"/>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FA8EAC25-5C8C-4AAD-B1BD-63421FBAEFF8}"/>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417ED80E-8102-4CFA-BCCE-A3F5AEB86302}"/>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30E98FBB-678E-4A9F-8818-11721D1A3011}"/>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C05076AC-1B11-4344-BC6C-74FF36370782}"/>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D44978C0-9301-41EC-BB22-AE29E20AB012}"/>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833D8CC0-03A7-433E-B003-C8AD9369C90F}"/>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42C1C867-C2EE-42D3-9ED4-797029890475}"/>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1321B75C-5D51-4B27-84A6-EDAB2FE261A5}"/>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9A7DC67-65F7-4C6B-B301-CB6E65ACDC8A}"/>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FD66AA17-CE90-4F42-AE13-F24505D4C56E}"/>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E85D7AB2-B2B8-4AEB-A9AA-4882B52C2406}"/>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8BAD4ADE-D7BE-4D25-9A4E-337B3AED3C63}"/>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25C19FCE-3539-4264-B1DE-AEE577665DF6}"/>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3BF011EF-AFEE-4C5A-8567-29D1D2C94519}"/>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32F6B6C1-88B2-4323-8848-4EBBCB582D30}"/>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6C2B96FA-81A5-481E-82DA-C455EB6A64D4}"/>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52553E88-6622-4811-9DA3-29D399E011AB}"/>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FAD506B5-BFC8-48CA-8DD9-C0320E8365B3}"/>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768733FD-A081-4756-8204-03D66A7E683A}"/>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B85F9E41-F30E-428D-AC8E-E3A389261CFA}"/>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135B1EA7-9D3D-422C-9BA1-BE542A8716B6}"/>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283390C5-46AE-4E3B-9F93-B815B59124E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A2193C02-54B5-47C3-A3FA-E741CF0A7BBF}"/>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808C9FF2-4F52-4541-9FAE-E9998DB0F12E}"/>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132F6E07-7DAF-495B-9ADC-8E6343B5F87D}"/>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9F05E54D-EF67-4F17-82BE-0588C935EE9B}"/>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09DB7F04-5EFA-4CC0-B8C1-89EB938F9521}"/>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CBE78240-B05C-41CB-8760-1ABB96FA0999}"/>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BB5A413-7C44-4DDB-900A-0347E2512CB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FDD478F8-C6C0-4400-B2A6-48D6A385538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D53A79FD-FCB3-4C3D-9D10-AC53F2777538}"/>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35A7B07B-011E-4EE5-AA84-B93098D00ABE}"/>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3EA5BD31-9BF3-41C9-B58F-EA7711AC0875}"/>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BF44024E-7C05-4761-9629-8BFD2CC2F34A}"/>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FD0C3F71-E476-49C3-91CA-0680630DF764}"/>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B85D10E8-6E3D-4A2C-867D-CB369BD3060D}"/>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58605037-97CD-4F1D-ACE3-C9F35C6C17EB}"/>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58C7FC32-92C0-4637-AEC8-D36F30CA36B3}"/>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7DB006E8-C2AF-4EAC-A29F-737A505DF056}"/>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8CF2246B-1CA3-4FB3-84A2-E7273F9B7CFA}"/>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0AFC0828-E6A4-4D0A-9737-2FE9811D0F10}"/>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9262DE0E-DD40-435C-8A7F-4049A58AB8F3}"/>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D86CB291-9ECF-4FAD-A27A-BC1809EA1114}"/>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EA046270-5CAC-43AD-BFDB-E045706AC4A5}"/>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F7940AAF-A29D-4BBC-8A34-DEF71D88E9E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2313300B-FD84-4286-8CD4-051DA56269D1}"/>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E0DF6259-4509-4063-A1B5-EB35D0114D76}"/>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B6C428CB-0A7F-4372-B13E-A51A9B926096}"/>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206AFDD9-F757-4C53-8698-0B5A7537DF9E}"/>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0366FC5F-38B0-41FE-AEF4-6D76977081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6027461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788EFA4E-9AF6-485D-887C-BA63A43E1FE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F8554AE7-A5AE-476B-A8B4-7156C70B96B6}"/>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018CA00C-2C3A-456C-A770-06C29538C6C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53DF4DAA-0EC0-4388-AE23-DB39E1734AF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CF93C23C-FE6D-4895-A7C1-CAF1EAD0D1B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C7ED7FCA-953A-426F-AA4E-1454C4438311}"/>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040AB983-5C53-406C-8389-7111EB2F046C}"/>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C29B3A7-3CBC-425F-9C10-EBAB08F8344B}"/>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14A7B9D9-7C6E-4EAA-9CD9-EEFA484E04D3}"/>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0AE0A381-350E-4D90-927B-E1CCA97587AD}"/>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D21D6755-3505-4558-894A-F94785404F7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25C0D88E-BEA6-44C9-A8BD-8060283F2168}"/>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820CE3B0-49C4-45EE-BF77-1404E6902D3A}"/>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497A6692-ED0F-4BBE-B899-07D2BB5A193D}"/>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43D72EAE-3C2B-4CEF-B8CC-A2535CEF535D}"/>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98DA1BA8-7392-4153-8666-1A180F8C4CB0}"/>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F35FC223-790F-4CB9-88CD-B3BEC449150B}"/>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4B4E64AD-F44E-479A-AF81-02159F46AA55}"/>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A78E046-E494-4E75-8013-3C41BDB9C53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997EFA5B-3DF4-4941-8DFA-831B2C22961E}"/>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B5D161F6-5AE6-4EAF-B8B3-CCC0ED82050D}"/>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5B5671BF-7AB4-418F-B29C-9AFCB9C11A80}"/>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70D82D02-AA98-4D5D-91AC-445B43C565A4}"/>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6471CF54-4B6A-40BA-B26A-DBA281AA40D9}"/>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D91E63A1-DBFB-4963-AD9D-EFCC89096C7E}"/>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2599E083-8C5B-427B-AA51-555FB38A6863}"/>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7F358BF0-E4BC-4533-A964-FFDC30B6876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387A767-D8DC-42DC-94BE-0470B26468B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8F013B36-E920-46FB-82E6-453352AFD5B5}"/>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B0813A29-BF8B-404F-975F-0E5AB9369750}"/>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6A2891FA-0198-4C7F-859B-92FC79DAEC63}"/>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F0B1176E-74EE-43C5-9A43-80A2E3369C7B}"/>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88FB9AAD-FCE6-4BC2-A055-8F9AEAA291C4}"/>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C20D99EB-7803-4F00-A607-8E4173CD7AC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30CFEBC2-A7D6-4CAF-9A07-6926BF08CD13}"/>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903003B1-E78B-4518-895B-F95EEC880FE3}"/>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8B3324E-D326-41DB-AE10-EF72E10BB1F4}"/>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C7DD7014-8AF8-4443-8627-BB16ACD0549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24359303-AE43-47FB-BC37-E44EE914A01D}"/>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612D6E93-BF37-412C-BD57-48F4EBF9C6AE}"/>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126FAE02-0EC0-4351-B8F6-93BC48B7322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DD98CED9-724A-43B6-84E7-0E98EBC3C027}"/>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C915797C-19A5-4C59-A97F-F4F38C4B16DA}"/>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1F3BED31-9F0E-460F-9E3D-D9E762591EA4}"/>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6892EBCE-86AD-44D9-8B32-B6A88525AC89}"/>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08C55EEB-CCC4-4DE5-8DBE-DFAF38824F48}"/>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535FFD75-BB16-432C-B8C4-14604707A78F}"/>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CE221E9C-EDE7-4D2A-98CC-5F95AEEA6DF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84E7DD4C-319F-4469-97A7-F3F235C2BEA8}"/>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8AAB38C8-BAB2-49B1-A52F-0FDED267EB5A}"/>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3A6035F9-BCD4-4E0B-ADDB-2E7846042B7B}"/>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A71AB456-4F2A-4E4B-89D4-A5872E8861FC}"/>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E35AAC57-91AF-462F-BAE3-18E0EBD02C8A}"/>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3668D160-81DF-4B46-9253-3AEF92A0205E}"/>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28B73825-5D16-435B-8141-910A428C495C}"/>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5DF23FE6-29D2-4791-80D8-F1D34D29D6F8}"/>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478E1BCF-9442-48DF-AA4D-B6A4506669AA}"/>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9F0E1DCA-2BD0-4C0E-A35C-4DCFC4D205D2}"/>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F45C5704-DC99-4CB0-9B2B-BFFE4ED82B5D}"/>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1C601073-ADE9-4B43-B3DC-00D4416D59A6}"/>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38C35009-2187-40AE-9940-0D7E9E8416FA}"/>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2C624430-5FA5-46C7-930B-E1A9ED562B82}"/>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72C165AE-2DCB-43F7-A278-94CA9DF2BD7F}"/>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800808F1-B506-4B2D-9CAF-BA6901A4E79F}"/>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71F94A84-12ED-453A-B69A-6F5F1A5060BE}"/>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D1927E9C-4251-4FFB-9C4E-EA0ED87BF0A6}"/>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F4EB123C-E31F-4E91-9A42-A5811BBD90C1}"/>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486BF667-C403-49DB-AEE6-2A689C4E6753}"/>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A47177BC-902C-469C-B83C-E70DDCFAB843}"/>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DE62F501-1CB2-472A-8B48-C3018D9690FB}"/>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A78CC68B-6A4B-41BA-BCFC-9099FF06CF96}"/>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DBE2CE8A-E95B-4C9D-9408-FB4152DAB55D}"/>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99C1738B-DF08-42B6-90A4-7FDE4F42CF00}"/>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A618C436-B244-4E32-AB9F-68D7A399C1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A9ED6C0D-912B-4F5A-A7EC-28A3B6B4CD5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4ABED202-2750-4F58-BCE5-A6AC063CA9D9}"/>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7A9D8D4B-141B-40AF-AE5A-2AF9987A101E}"/>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E2A744EF-9278-4242-A52F-2290FD81E243}"/>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B8E0DE5-BA9A-4BDD-952A-82452BC2DE0E}"/>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30FC1EA3-911E-4FB6-9463-FA3E5CB58CFF}"/>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7B592EF3-FBDF-4A5A-8297-E590C794948E}"/>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A38FF2E7-4294-460D-B2B7-FDBE38FEFF7A}"/>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FF1AD82B-D49B-4DBB-8C22-4B6D70D0415F}"/>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A2156AA4-3722-4EF2-BA8E-9A8D829915A1}"/>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20935261-F93E-44EC-BF0C-79E3ADFE9372}"/>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EA5B3F78-D221-458E-82A5-76571ECBF306}"/>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D40C8B15-5CB3-4591-A6F9-CE908EB7EA68}"/>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BDE8965B-16A3-46A9-B914-F49A6A4D26D8}"/>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38F1C136-7013-48F6-9C5B-E713FBF08AF1}"/>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56668D8-0608-401A-85D6-A2424EC3AB84}"/>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66182586-5A69-4182-A96E-6E2B19352947}"/>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24ADDCF1-3EB4-4303-BD12-6DBB11245FD4}"/>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98466CB5-DA3D-4C97-8E2F-78905BAD1B1F}"/>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0E0AB02E-A98D-4C29-BDCC-222282DF1161}"/>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87A0C04-D33C-4779-84D7-D90DECA63B7B}"/>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565EC1C4-24F5-49A9-A6D1-785370D33524}"/>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C7646E3B-EF2D-4E1B-A639-FC38F906723B}"/>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A721CE38-492D-4AF3-8CF3-95120E041790}"/>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48A19676-DDE4-410B-961D-C12D229D38E1}"/>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BC906FBD-C3C9-492F-A3E4-3EC6F5C24623}"/>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E3B7F06B-CFE2-451D-B324-47154FAFD6BC}"/>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7C5FEBA-67FD-40A8-B100-A14FA0C809F0}"/>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F3160B77-4CD0-42BB-BA87-990478B1DC3D}"/>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DE67BB7F-8B58-4F5F-89BB-DC013BD46370}"/>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AED57174-11DF-45CC-A6FD-A711178A40A5}"/>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59EB7D01-8132-4615-8AF1-4CF622BE213F}"/>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82499519-07BC-4CB5-A82E-65B9741CBC6C}"/>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D761FEF4-7CD2-449C-9013-EF1BE1AA78FB}"/>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213874B5-BC2C-46BB-A4E5-E5C89676AC23}"/>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E629C4A1-773E-4AA8-B186-3DEDA60BB51D}"/>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5D50A544-82BA-4D9C-AB68-2270DBADB42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F55786FB-1DE8-4162-B3C1-261A3A45003E}"/>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BCA7146C-81AF-47EC-B3D0-1B26A1FFC50A}"/>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4BFB5007-1000-498C-B5F0-0B92DBC3BDA1}"/>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B0624C11-AD1B-4B02-9C7A-5991EADB70B1}"/>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D5A06979-0A4E-40EB-A040-37464064589F}"/>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8EE7CFB0-F674-4991-8ADC-1FF1D939453E}"/>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2C932302-BE4E-4BA7-A173-FA6B14D32C1D}"/>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4BB791E1-1433-4D67-8231-8A4DAB17B034}"/>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B4C381-EB01-46EA-9034-B623364580B0}"/>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7396097D-CD91-48E9-8341-1FB4C275F67B}"/>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33EA11A3-1E4C-4F05-ABEA-72D7638DD8B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50EF3893-333E-4E25-BD3D-C9F9CA7FA363}"/>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031D269D-C9CF-4822-A997-284ECC4C5DE5}"/>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15859E3A-183A-4A75-ADAD-4A00ED0CB8F5}"/>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4A79C686-6C76-47CF-B845-65C08AF1F282}"/>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EDADE8F8-BCD9-4F29-9AB9-D9F37556890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5398B20E-EF9E-4910-9F69-BD036D7126E4}"/>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E8826189-F604-4B92-A8FF-8E5E2B576C7E}"/>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047F3439-FC8A-4BAC-AE88-A43CAA3BE640}"/>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A46F6790-7EB6-4981-9795-F47EB1F3F61E}"/>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ACAF5162-3290-4634-B4FD-3E72DA63FB95}"/>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882A07F1-AEBD-4415-A202-FF9336683C3E}"/>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AFA661C-7CC1-4492-B52C-B7901172578F}"/>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1FD4C36C-2ED3-449E-8D60-024F6AC452E6}"/>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08FC7E08-36A8-404B-B6A5-87AB0A14CCCB}"/>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E1DED038-8DA0-4CC2-A898-046E44DC3721}"/>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A5F7AC92-5070-4C46-B28E-FBF2F25905FA}"/>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B0468B59-CE48-4A5C-B15D-262830F5289B}"/>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65A78B57-594F-4D46-9B12-2CCC1A6F31E9}"/>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ED47545E-97BE-48E2-AC20-3A63B6527032}"/>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E15A6B50-FF86-41BD-BCF3-8791F8C427AE}"/>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1CB3035E-09E0-47F3-A0C9-DB7021E54EFC}"/>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AFD42274-C78D-4D20-9F3C-13B9698FD327}"/>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2FCD7AE0-D27B-4718-AF39-4DB0E6912DAB}"/>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9187FAE8-7578-4987-A4F8-FC81441305D7}"/>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68B45A36-AE6E-405F-90EA-1CD3D0D1124C}"/>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CD7565F3-A208-4A57-B0CF-29A290536DB1}"/>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3D6EE499-6C1A-4687-8DAF-60E85D212B78}"/>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73249E48-4CA6-4438-9063-08B92D60D850}"/>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1062F5F5-814F-47D3-AE45-0D584EBAD770}"/>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8A61F3BA-CF54-4AC8-8CE4-AB8C789CEE9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ED5546DB-6573-494E-B2F1-D68DB048BFA6}"/>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DDC37A14-D0A1-4F8A-9CD9-AB03DCB0FE36}"/>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EEEA6D2C-3035-4DE9-9BF1-4D4F1F18F50C}"/>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22B09845-1EDD-4717-BA1A-094480EF5CA0}"/>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4D64BB6C-DA2F-4A16-80EE-8A36684B29AB}"/>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C73F9740-66A1-4C87-A7AA-85382B0250BB}"/>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5EA3C97C-FC5B-43C3-B8BC-558D0E7D5F69}"/>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EAE76B37-0B3F-4891-98A5-735525CE47FA}"/>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44E31CA5-51E1-4EF6-A9FB-D00C83E93A21}"/>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BCD3301E-E48F-4E70-8CE8-2DFD4A8EE48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15841DB1-CD1C-4435-B832-652F144A7BFF}"/>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090964A8-65AF-4EBC-A3CB-DB0DDE3E6FC2}"/>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AF53F978-07BE-4009-884E-1ECD3C8DD0DF}"/>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C94E24BC-0B93-4A9D-835A-5585D06F5C7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B2BD1290-596B-415F-A847-7F8E0508EDA0}"/>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EF870015-A8AF-4FC0-8EBC-BBCFA4D7C8FA}"/>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E50CC7D-D61D-4E9A-996D-DB032820881D}"/>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073D6ED8-FB93-4752-88A7-EBAABCDDAB96}"/>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E5152B7B-31BB-476E-BD7B-D96DD721F817}"/>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7AEE0722-F4B5-4667-8886-4AB17E013CF6}"/>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70904AFF-27F3-4158-9D19-A9A0AA803AA5}"/>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BF669F59-7D45-4734-84F5-64ACE97A073D}"/>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2FE14D1E-7366-4032-9043-D329B3EF05E5}"/>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EDDB0DE-61C0-4C22-A1F6-60EFD9459D8B}"/>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1B205B8D-8BF6-4A9C-B391-37FCDB4A36B8}"/>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7D94CBE5-75D1-4FBE-AB98-5C8D8575A38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069EDDCF-D9A1-450A-9955-0199B91DE3EE}"/>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080BF8B6-0B1F-4404-8692-8C1E38ADF885}"/>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03320713-292D-427B-A0B8-945F64404B44}"/>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6DA69B79-2338-4D2D-B6E4-05040C7F415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71537DE-3FAA-484C-9C92-58FA2C25D32A}"/>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0231DA93-F729-4C76-B8C7-A931C8BCB9BE}"/>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36AB34C5-190A-4184-ACAA-995D348E91F8}"/>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CDE2D459-A042-49B1-A581-05EFF48D1D2B}"/>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5EAAD995-248B-402D-AFD5-96F537A835C7}"/>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CB039F62-7934-40EB-81E3-FDE80091EC23}"/>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4F2DF059-BD57-4D75-9711-8DC19CA0D843}"/>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2A0D2665-1CB0-4745-B90C-0E397F7038B7}"/>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DC2F729D-2C76-4B83-A459-78ED5ED99B69}"/>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749FE6A5-B4A7-453B-9A5D-6AAAAEC2F6B3}"/>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48F0B130-52D4-4B71-AA5B-F42362F41B36}"/>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298D72E1-0300-4918-B83C-C1E402CCF494}"/>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9704EF93-5019-4C15-8EC0-7F81E852D2FE}"/>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A28FCA91-6483-430D-8BD2-6560691A1F7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5CB443-EB22-4D63-83C3-AB11F8CE0356}"/>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B73E23BC-CC41-4FA4-ACA5-628C380AEED4}"/>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2D63D4BF-1C69-4C18-BB60-9E4E8C97E5C2}"/>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4FE16473-A087-4672-B68B-2C3C69D24F5F}"/>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DA9B2D01-E0C2-4985-85CE-B7E54FC6993E}"/>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EC0B92C4-D2D1-4F67-AEB2-1405C2E0331F}"/>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7936C15C-89A0-4DC0-B0B9-E70F3D0BE95B}"/>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73D6245A-945C-4DCA-B15B-9C6728564671}"/>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F4F0415F-86F2-43BD-9F0C-15CBA31F21EE}"/>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42339CA9-9341-48D3-BB9D-27248BA7409F}"/>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ABA2A7DC-D521-4E99-9E00-D70886145BE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86700A65-29CD-4EDB-970F-585DC21F7288}"/>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806F1440-B518-47A6-A128-EE12C7349E7E}"/>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A0FF2C51-7492-43E8-B505-D7F33EE497FE}"/>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D40F5CA2-95F7-409F-AEF1-AB366A567EBA}"/>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5F3B5917-5963-451C-8368-2A54F165F04A}"/>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6E60D9AD-95B5-4C47-A6C4-B85FB769867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0760BC9F-E9AD-4F44-9D2A-76CE55B44BEF}"/>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385CE9E5-4BA6-47FD-B192-812BC489A503}"/>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72C884E8-04CA-450C-97DD-80A36B7BA747}"/>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E91A18C0-0E41-43E8-A712-E35165C22164}"/>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7D49F185-C042-49FD-9C7E-DA89490E5EE0}"/>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1BF7C141-AA32-499C-8B7D-CD6307B455F3}"/>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E83DE495-282C-4EC1-9F28-CDE4BB31E85F}"/>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BD4CEFBF-EFF0-406A-BCFB-FE804C87478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E5ED759B-3E55-4621-89FD-600228807AC7}"/>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51BCECF6-9FE2-4F41-8C29-EB6070373489}"/>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04D9AE22-33EB-4416-91FD-34C74332695F}"/>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32EAA6EA-1D14-4D3E-99EE-A64BB5E60328}"/>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04FCB0E6-77AC-41B6-BA93-80C89B2DBD3E}"/>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A119C7E7-94CE-4E76-ABE8-5C0B5CA01762}"/>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E2F76194-24F5-4745-ABC5-F956818BB5AD}"/>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78E77810-35D0-4F32-A801-E016C6745FBF}"/>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C6453470-F67B-4FA9-9BBD-06E5E875C4B7}"/>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D9E39EAF-5BAB-45FF-B58E-5F3E8D1C07F0}"/>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A712CC55-AA13-4CFF-9749-97E587571163}"/>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033BB9C4-27E4-439E-8F2D-97EF423993BE}"/>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44F00EC0-558A-4F6F-AAC5-A505C6AFBD89}"/>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3E8215BF-E16D-402A-9C55-FDB0CBAF7EAE}"/>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55BE82AA-236B-4BF5-B414-ACF5E54719F4}"/>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0E84D515-D973-4051-A1C5-AA654450B40B}"/>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4FED9903-89BD-4A33-B9EF-8AD46BBCCE5C}"/>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5349D946-81A0-450B-B68C-7F936E66132F}"/>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BB0771A-DAB0-46A9-8B73-E114945DE076}"/>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810B12E9-4504-4517-853C-17BFB9506A93}"/>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C69A6181-B079-4940-8BE4-DFF2C2433EDC}"/>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9DF39572-DF71-41E2-84F8-0B60A4490A4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40162493-0D72-4BDF-A8A3-EC520C1686F1}"/>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54105B3-5347-456B-B032-8AEC1903690E}"/>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FEF2212F-3CC3-45E6-8E74-118AB416FCD7}"/>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5624808E-DBDA-4FFC-9DA6-BB99AF13E0CF}"/>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3596682B-26BE-4F2F-8CCF-98D4FFC69492}"/>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ABD2AE53-7609-4C91-85E5-FECA86127E85}"/>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F6B92CD3-9C9C-42D3-8FAF-26EC5B6DDAF7}"/>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54A953F5-EECB-4C7F-BB4F-03F6D441135B}"/>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18BA7EC2-63ED-4751-AAD8-C556288BAA35}"/>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738543BF-4953-431E-A153-99BAE1AFA39C}"/>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4F031685-9215-452D-B4D6-F8C193B3D9C4}"/>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3F95956B-56F1-4E1F-8769-4E17796F6167}"/>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D92BDE86-178F-408A-84A3-E0A5078A031A}"/>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209B45AA-53B5-4F7A-9957-509079A8A4DA}"/>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2FC6CA08-9D1D-42ED-98C0-1EE2C1BE499F}"/>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4BFCD8E8-1CCD-47AD-99F9-FDDDEAD87DB8}"/>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31EEDD7A-29F1-4F25-9DE3-371732ADC43A}"/>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8E39E10E-F1DB-4D75-BF78-58E6438EA5A2}"/>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C28E6510-19EF-4C96-A78E-F82277451B9C}"/>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6D92B297-3169-4116-8DA9-89E0261D12A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DE56F23B-BF7C-47A7-90FF-364E8B00B2F5}"/>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AE79408C-CB7A-416F-BE0F-A029736E5EAE}"/>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B6821C64-8A9A-4E21-B342-B3000F407C1D}"/>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DF057C91-07B2-4A6A-B92D-47797BB214CA}"/>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E41ABFF0-42E3-4A8A-AE8B-5C38DC26F202}"/>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29AFA91C-264F-4445-9F57-4C163AA242F7}"/>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A5B922D2-243C-4BB7-9DF8-0739AFF4CAA9}"/>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3C5C1378-8AD4-4B1E-8BAC-BCA819492500}"/>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926FC80-755D-4DBE-A86A-7D784F866C13}"/>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D29520CB-B331-4AC4-8AB5-8DFF8BFCCD3A}"/>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03B9ED2B-D36E-461F-8C87-2C06EBA796DC}"/>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84DA9C80-0560-46F8-801E-F06A558DFABF}"/>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9ED0E3E4-48D2-4FBA-9BF1-690E3735779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7C7EE43A-FC80-4F12-A807-DC1F993209F8}"/>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A5853246-908D-4C3E-8BED-7A87DB81598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CA007DFA-1EFC-4CFD-8BA2-A5DFE57CADDA}"/>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295418E4-CD32-4ECE-A0B9-6344A56D01FD}"/>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9C8E7DB5-18A7-4984-826D-5E5393A6822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85E1E6BF-A541-4119-9F45-BA7C397BFE9A}"/>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105480FE-961C-44DD-8351-702A17BC6109}"/>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4263A3B1-0087-4845-A22A-0F353229D879}"/>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5399081A-52DB-4981-9E67-C29FA8E9D897}"/>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05FCCD86-475A-454F-ACE8-F576319EC512}"/>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C939D403-26CD-4C2E-B4FA-888FBF0270CD}"/>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5505C0D1-DA69-42A2-BAC7-9389DEDE6A4A}"/>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ED12642E-F7B0-4130-8FEC-44E350D7D832}"/>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19300C66-BC30-4BDF-929D-862E643D3F4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70B45354-15B7-42C0-BD5C-872AE7191499}"/>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6F863FBC-D9E7-4CCE-83EA-DFB698947250}"/>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968CADDB-F434-479C-BF52-3D5DA58E7958}"/>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679A48A2-1C60-40C5-A280-676926E012E5}"/>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C2C904A6-1BFE-4A9D-9F7B-A82ABDFBF00F}"/>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5C47010-64CC-4E5A-9104-EB504C07F8ED}"/>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B4BBC143-6F78-498C-9FF0-45B1D9129B35}"/>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EB866F02-A225-4A83-9F79-35052228DD4E}"/>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0D27F4C-9683-45F4-8136-43C68C7248E9}"/>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DB5DBF9E-6B77-45AB-A706-C29A5C2962C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DB758E8E-D9CE-4273-9052-43E30EE84740}"/>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59ECB4CD-923E-427F-B68B-0D0D06C9CD32}"/>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B75E0FD2-21EB-4D34-8863-9595D48C8139}"/>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84784AD0-C445-43F4-BC60-CFE6E3615985}"/>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353C7137-9728-42AD-BF0F-0AC89354C355}"/>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5760CD59-D3C4-4C1D-ACCD-339490A78607}"/>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2A02400E-3DF3-4BD2-9571-F95A38150A6C}"/>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CF278785-2CD0-42D0-8FD1-F88FA035A92C}"/>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7339A264-A5D9-4D3E-8806-C527B621A8F2}"/>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F34FB6AA-AACF-4E62-9FF1-1C368E768660}"/>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E7D2A5C2-84DC-4806-89BB-542DE06AE45D}"/>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694DFA99-3C55-41BA-BD7B-1E6CA84187FC}"/>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77622628-37EE-4221-BE6D-8AC153CB47D9}"/>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F78FCED0-95E0-4E36-90C9-5BE0EFD13828}"/>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37F83B0B-D23C-4EBC-B368-ECB11818ADD8}"/>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A4BB6257-8574-4623-AA45-65AD614E2463}"/>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578A292A-3E0B-4305-872C-257918C21B44}"/>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0BD001EE-49DD-42A7-92C7-6337C8DE9884}"/>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C14AC542-194A-4EFD-8C8F-480F2322F118}"/>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1E215157-9B55-43EC-A02F-E7C20E388F63}"/>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99524F40-C74A-47FA-ACEC-7E082EF2D698}"/>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8B5305D2-6CD2-42BE-9CA5-16109145E3F8}"/>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2C97774D-CAF7-401A-A4D6-801159159B79}"/>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6137AC8D-5ECC-48EF-B956-8E1FB7761844}"/>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7BD667B-B61D-4A11-9709-723027996401}"/>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FFC942D4-8B8D-4A71-A1F3-C3C7CB0A6B2A}"/>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A31CA8BB-488E-4ABF-A54E-B3FE789C59F3}"/>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93DE1F70-3B8D-49DF-81E1-1FA0371B44EF}"/>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C5F15B4B-196B-4456-9BD0-97266CE89691}"/>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54672E9D-E47A-465D-BCAD-DEAC3F21B9AD}"/>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7A3DC2CA-D17F-4682-B217-1BFF87B462A5}"/>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87EF3A47-41E4-4C96-8A5F-616578CAA15C}"/>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AFB76439-2A61-40F2-AB2A-195E08E60A58}"/>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E96E24EE-2931-4AA8-BC64-4AB6A1A15B49}"/>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AACA1DA8-2C4F-459F-B470-ECDE4305E2FE}"/>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0F68D5C2-00FA-4CE3-BEF8-E7FCDF8CA59A}"/>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84A354F7-5EDB-4580-A1CE-849ED977FB7C}"/>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821392DB-4F30-42CD-8CBB-3F71BBF6E8FD}"/>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5959ADA2-7A81-46F8-82E3-8AC5BB407086}"/>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DF77462C-4B88-48FE-98D7-EBE80ACF16C3}"/>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444DDF1A-3C5D-4693-BDD9-EF1F6CB1AF34}"/>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6D52BF22-119C-4B6F-8AC5-E67E139697F2}"/>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C3294F11-95CF-4B12-9EB2-5EEBF166CD21}"/>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925FE8A4-D15D-4DC7-941E-A1530493CE84}"/>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AE0BAEFB-67C3-4C59-B520-F3A171C3ADF5}"/>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1AF3ECFE-2937-40D7-AD8A-BF41F63E28F7}"/>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8D1310EB-4F9D-4106-B4B9-068D6ACE2554}"/>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FAFF7F38-7639-4187-A9E3-07AECC4E4CF1}"/>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87B9B1E7-5DB8-474C-88D9-887CA4968D0A}"/>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0BF44CA5-BD01-4005-BB81-DDAC60694D37}"/>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4885FC75-08F7-430C-B81E-589F858AD375}"/>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FD44BA20-DC52-47E3-92D3-331EEB798FFA}"/>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46D6D9D5-0C4C-49F8-96C8-478D379BDDCE}"/>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2459E966-BD35-4DF0-9777-6ED9A37E32D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CF6BE620-DDF5-42BC-933F-AAC603C47788}"/>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3AD0A800-BC9A-4C9A-AD67-2B92518B9B0A}"/>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3B4C441F-5DD3-4DB9-BD36-3D6FCB6CBEA6}"/>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603012E3-292B-4F5A-BDD1-1B13DD7060C7}"/>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DF850F1D-8732-486D-9DB3-075BFAD985E1}"/>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6E5ADF04-821D-408C-A882-6AF3CBF29221}"/>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E2BE71AD-0E5E-454E-85A5-EDE1DE52C5E5}"/>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287E493-DCF5-4660-8CC9-BCE11642E496}"/>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2812CA2E-0212-43D1-A1DD-CCD79C56279C}"/>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5EDAD9A8-00A5-4AD4-88BB-96FD0F67527E}"/>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809ED0EA-324B-4360-9F23-115596DC33AA}"/>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F44C4C2C-2011-415A-85CA-EDD93CAED327}"/>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B38AC97C-5DA9-47FB-9F3F-4600B866C50B}"/>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C8CD99F0-1F7B-4DA9-9784-5A4E1A597EBC}"/>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BE130A04-29AA-4BFF-B248-9242C00DDB4C}"/>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54434E75-CA1E-44F7-80F4-B14C55623D8C}"/>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3AA8906B-D1A5-4EC8-841E-DED8F575E539}"/>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7D8FE20A-C17D-43E8-B1C7-00B317FE80AE}"/>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BA5247F-43AB-4213-B0D6-4B0A434E83FD}"/>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9EA45603-99EB-4C5F-8769-3E26AAF088B3}"/>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F425219F-0C2F-49F5-999D-EBDB75E34037}"/>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5D9B5792-1C60-419D-8403-2B917B2CEAE5}"/>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F85EB791-73BD-417C-8633-42876163F36D}"/>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5BA7B38C-FE1E-49FE-AE60-EA82284326F4}"/>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ADAA29FE-9FC5-406B-A079-2C04B7E2171E}"/>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1994E0AE-E929-4E78-9E06-C20BD68B393A}"/>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A402B438-B14C-4378-B8EB-1A650667B1C2}"/>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16D5340C-A340-46DC-B246-4ACAF820BD7B}"/>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E77B06A8-75AB-4351-9118-3041AFA94C27}"/>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087611A5-7DD6-4672-9BA9-2B92EEEC533D}"/>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8E65B52-6EFB-4EAF-935B-9B5BA76595C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94747745-7519-4263-A2FB-5F6D028514C4}"/>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1A54905D-C816-4CC9-884D-7494E8751026}"/>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F8020BBF-624F-4600-A251-6139DA157362}"/>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ABE72D6D-8A0E-4900-9000-BB91219407CF}"/>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E5A30391-ED78-44F8-BAB7-D0BECDF0BC3B}"/>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B158E72C-7421-404D-AF83-A1B7ADB241EE}"/>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58F6C8A7-63CF-4A73-BF90-923E6CB4FA78}"/>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F30F1E74-1DB0-4BE5-A454-229B727E3AC2}"/>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EE88F538-FBAC-4C1D-ABC6-046451C90B6E}"/>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30859EB-B04C-4554-A290-E1E6A6FFC0BE}"/>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180EC745-12C4-4F43-922F-C330B24FFA7A}"/>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7A6A00A6-EEB2-4F93-AF6C-EFD9A2D8CF40}"/>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44614C54-45E0-45DA-B0C8-63D8CD2E3A35}"/>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62715697-ED57-46C1-8855-FD8464D5BC99}"/>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E98719D9-6BB6-4ED7-A6B6-20A6DD8B5AD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AE14786A-13EB-4B55-9D88-A776279D4EE8}"/>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7F059AA9-7BCB-4E46-B0E6-5CE46DE195D1}"/>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228C8EDD-A45C-43EE-8F3D-79317E518AC0}"/>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47E0571F-0F85-42D9-AC19-7BBA314AE852}"/>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D551AFD4-3E26-41F1-9ADB-648FC531B28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5FF4C40A-2AE5-4CCF-8412-E0CF05FFD251}"/>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481DAEB7-BDF7-42A5-8ECC-F35A84A46F1C}"/>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50F3BCED-8ABB-4E6A-98B9-D952543B478F}"/>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B23D9FAC-8476-4ED4-B1F2-11D1DCFBA455}"/>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F85DC652-5BF2-4354-8477-8A26B6E5C291}"/>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EEC576F0-8069-4359-A184-E18752DAA132}"/>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DA36C957-16B6-4ADE-8E88-E012757EC3E3}"/>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A5169070-F424-4048-AB36-1EAE174D1CF9}"/>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91F80B12-E5D8-43D1-AC6A-71CE01704606}"/>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98ABAB14-6C3C-4533-8157-C93D098E4FC7}"/>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FABD14AF-D5C4-4A86-9D6A-4ABE041AC7EE}"/>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E621EC3A-91DD-4AB5-82CE-1ADC3FE3A3B1}"/>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25331A72-E213-4C11-84CC-E432852C5E7E}"/>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6BBE6608-92BB-4B33-8E42-CDA9A4FADBF7}"/>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2340FC5D-F148-4FCD-96A7-FABC654A2B22}"/>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4C1AD736-21B8-4565-BEBE-4178DD5EC8E2}"/>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24B7BC5-D4D7-46B8-931A-28A34FCB8DDF}"/>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4AA0039B-B4F8-4234-9368-A43EF5D15D95}"/>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06D4A531-1AD9-4E11-B1AD-A1C5F65C314F}"/>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9CBE1697-3908-4057-AF28-7905FA0C6EC4}"/>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54D05D88-5DFB-468E-BBA2-69790B000AAB}"/>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3D1F9B6D-9C32-4A19-88E7-354042A2B11F}"/>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850243B6-6108-4E94-A9AA-5EBD9E09D0F3}"/>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62E56CC1-F933-4E30-A025-D14E7FBFD1DD}"/>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03841351-F4A9-4F2C-A294-E4F0E78CDDC0}"/>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A7E84DED-FF1E-4B4E-A76E-72641B81AA3B}"/>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15A0AEDD-42A6-4885-9EC6-F68C8A759B51}"/>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E2C8B514-C0EF-43E8-B9A0-6CE9D3BD97C0}"/>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2DA4F5FE-56EF-42A5-AAE5-40968707EFB5}"/>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C6E9D691-F998-43FB-9EE3-568CCC272AB9}"/>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5DD9AEAA-07E2-4749-967F-63C4A0451814}"/>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568AC0A6-8927-4273-8FE4-058BB24E2A4F}"/>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D5EB23F7-475C-4E16-8C56-3F270E7638B8}"/>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18FA6FA5-F4B6-4616-B2CC-ACD9D6E490B4}"/>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C282D997-DC3B-483F-8DA2-75C10EC0C7D8}"/>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0F193EC7-8553-44ED-A0BA-2F40AEF0913F}"/>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61AAC3CE-82F2-426F-A1A3-7195F8C9DADE}"/>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729F2B9A-1A19-4A7D-AD16-89DC6AA1FBA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E49730A8-CC3B-428A-9BB2-D5F2CBFA6CC0}"/>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8F38E836-F5E6-447A-A9BD-39B2E6AE799B}"/>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B2FE7255-8B98-46D8-B24D-E08D45386D11}"/>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2BE4D99A-18FB-4ABA-A953-E5410ECAB791}"/>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60CF967D-D118-4649-9A1D-BFDAE1A658CD}"/>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66ECE217-64C3-491B-8016-9588030D50A9}"/>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2B33EFEA-3B3F-46D6-ADAB-A5FA54979BEA}"/>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484E807D-00CF-493E-94FC-DB087B3DDD5F}"/>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E562A6C9-820C-42AA-8EFF-15A3A20221C3}"/>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8CABC976-100C-4A13-BC3E-3FD54F6CF6F7}"/>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1AB9BD68-527F-48D0-A9BA-ED4CC29B6A32}"/>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0241B60C-D296-4CB7-B3D3-17522D306A29}"/>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3846F1E8-8B54-4301-B4D5-78A8A9852151}"/>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7BB015EB-38AE-45BE-ADE2-8A6317F4CFCB}"/>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439640BD-B669-43FB-9BDE-5BA5353C4ED0}"/>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C7D6BD2D-E3BA-4695-B1EB-3E41471DD179}"/>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CA6C8717-F62E-4C7B-A5CE-480DBE211EAC}"/>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C44B47BC-8240-4C9E-A63B-68B1B4F475C7}"/>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61546FF1-75E8-4678-BCC2-144C547C8D52}"/>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21A9A2C2-BBBD-4FA4-8092-FC73749D6FFD}"/>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F3EA3515-30B5-4633-8240-9635C3B4A22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925CFAF7-4880-4AFD-AA76-89A5ADD0D7B4}"/>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01E4E4BE-90B9-4275-9A53-D0E777709AB0}"/>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11BBE64-26B1-4322-93B7-B55DAE4B1A0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3399C00-8952-406A-954D-45EBD215EE71}"/>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C01D5102-57C7-4525-8DEB-4F5644110DF8}"/>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3E7869A8-7709-4F01-A38E-C6B47CC339CC}"/>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94517E59-218E-4943-8057-B6F8E60A6F67}"/>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1A2A319D-47C0-4A14-BF11-A19552B79C2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4A8E5D3F-3C91-44BE-9925-019A863E6781}"/>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6C0C2131-9F23-4B8D-AC2C-6BA79361C4D7}"/>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667F8EE1-66FE-4F7F-9E11-7F4EABA69D98}"/>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32C6FF48-4BD4-4E0A-A3A7-8CF11E3ADF59}"/>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77B7CB23-0115-40E1-AD04-A739E3B18FD9}"/>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07656F22-D162-4117-8CDB-002B360D8D3E}"/>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835C71E6-CA49-4E66-A6B9-FE00DE30983A}"/>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96623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792E21DB-1479-43ED-90FF-29DDEBED954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A6FAAC5F-E1AB-4F50-806A-039B25236EC9}"/>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8F311E69-B786-407F-AB92-B314106E37FC}"/>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77F60A2B-88FD-48A7-9F60-312F6DF7142C}"/>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F496963-F6A1-4C17-895C-9BB690C1386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2809F05E-3D5F-45A3-BF1D-6E72D85F2706}"/>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6DB14914-1650-41B3-8D24-E239A7496C46}"/>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C773BF2A-09FB-4385-9754-31267CEB01A7}"/>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51F2F070-4A7A-4040-9905-A5AC3DE0D75B}"/>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3A15D7F3-A5C6-4E03-AD15-88E00B048B40}"/>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11646753-036E-4D03-9813-AB60D13EEAD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4E931190-890B-484C-9371-B0F619670842}"/>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E4E7037B-FC12-410A-A61E-8521F187A29E}"/>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0A994488-FE04-4DA0-9EAB-EC658EABB6CC}"/>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6BFB0AFE-91CC-4709-9F6A-F7B0377E1165}"/>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BE4DD6B7-58DD-4391-B1E6-43945FD6DD57}"/>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9A06477E-5E7A-4708-BA9C-A2FF8D8E653D}"/>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BF9732B2-CE55-4097-A56B-E1141184D689}"/>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800A03D3-B1CA-4629-AFF8-51A0CDF0B0E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98DB0FD4-A5AA-49A3-B7EC-B3D09476139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3F5763C5-D8C4-45EC-88A5-666184BEA79B}"/>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094449B1-90DD-4520-AC9C-394160879454}"/>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E7F6F6B9-0309-43CD-A107-C92E611B36C8}"/>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145E7A2E-DAD9-434E-9651-CA2F8D309381}"/>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333224EE-32C4-40E4-B723-18465E500015}"/>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0D8EAEC0-8EF5-4854-B1DF-597C4178B36C}"/>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511562C-FD59-470C-9311-712739BBF4DA}"/>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FEABD79C-303D-4590-B388-2D0B200A2BA3}"/>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C37C34DA-56B7-4C65-B74C-B8094470CBF6}"/>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65C17F7-3853-4239-A74B-94FCF0B368C0}"/>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DB53693-EA67-4564-94AB-A611E7D607B3}"/>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65567863-9E9A-4642-BF6A-392E6424E594}"/>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B732339-66DB-42CE-A1C1-DD028DFD688E}"/>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3FC5D5DE-5C90-4A46-AF3C-332287449FC5}"/>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BFCFDFE4-9573-40C8-ABB6-2DB5201CB37B}"/>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B764E000-D16C-4592-83CC-EA7821490A22}"/>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52B59525-2697-44BE-9DF5-D92D830CAF8E}"/>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500D4A1D-0E16-4443-B670-C6CD61919090}"/>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3CF78BC8-B49D-4D87-8625-4C4430DE0E81}"/>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2093E72E-91EE-4548-B8B4-ED5C63291E5C}"/>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93EADE1A-6129-4E21-B6D5-45979E509522}"/>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35751DA7-E016-498A-ACD0-7EB7E198030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9B372E2-88FB-4DF0-B046-41965A261CFB}"/>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ABBAA32C-591B-4BE8-8CBA-B7C4EE1B5B1F}"/>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A01B1DBE-D894-4D70-B373-2B8CCE5AEF7A}"/>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E0358D9C-05EB-4F6B-804A-F9570B8AC5CD}"/>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CD69BF47-5419-4336-8DFB-F662E7BFB2E9}"/>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41C06758-E58C-4C66-9A37-B069B9DDCC7D}"/>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EDD4F07A-4BEB-455C-B61C-2349FE96D6A6}"/>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C70B6174-625E-4FEA-ABCC-510A994618C2}"/>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AFBD79CF-CB77-4255-AF56-C0A794B99CED}"/>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6E141E41-9A66-475F-A796-590291BB6458}"/>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5CEC35AF-3338-4A04-8DA4-A465A7A6B904}"/>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F534E8F8-78F3-474F-BF40-DAE4B4D9F846}"/>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D418BFCF-CF0C-4E07-8609-3309914B9472}"/>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3AE007E5-0D24-41A1-A427-8E6AC0CB11F2}"/>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3FB28407-1CBA-45B1-BEEE-C149277C8C4D}"/>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E8123AA3-E1CA-434C-97AC-636CA045DFE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635C3238-4040-410C-86FB-0612BC07711A}"/>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A11D3463-CB59-4AB3-AEB6-D361169CF3B0}"/>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F30DAD30-73A8-4860-9550-0AC48BC463A9}"/>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B2455608-8D5C-4F14-9F57-F4C8427262B6}"/>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70C71DD7-357C-4E70-B9AC-5EE1AFD1E249}"/>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59519C86-957A-46A6-9E9D-949F4217FCC7}"/>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AAB34295-9A00-452D-9DBC-3CB07EFD2B5E}"/>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DD69F74A-E85E-41B6-9C40-B345727B28D5}"/>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570D4C88-F746-40B5-94C5-997CEAE6A74C}"/>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8F1D2335-7875-4AF0-8F15-51D241AA2CAB}"/>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5DAB1196-D5CB-4172-8576-92A3C759C20C}"/>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97410E27-2BAD-4C1D-AB75-20C8A150937A}"/>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FD359C51-992C-47A5-BB00-068FCBC684A7}"/>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8D3D55B0-A2EA-46E1-8CFF-4C1EDBE82374}"/>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B4578914-0831-4E32-B5DF-3F2774D876CA}"/>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BA834565-C8BC-4AC6-8CE4-B8AEC7B4AA9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EC82A30F-4611-4C18-B77E-813D3217F6A4}"/>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63918B97-9EC0-4415-88D2-DD2BBDF2F353}"/>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B8838CA1-8502-4F06-A3D1-A97976705CBC}"/>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BC556DCF-2615-442C-9896-F424B92301D0}"/>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0BF3E5C3-46C8-4474-B2F7-EA82A7008192}"/>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C4239226-1C94-46CA-8AFE-9B3E926C3EC1}"/>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5C3C1690-068F-443F-AEE3-22D27A11F45A}"/>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B299C44E-83CA-4A86-87E8-C9AEFEAADC45}"/>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57D7F306-8A43-4DF3-82AA-8A5D7B6F23D4}"/>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3B4A0C5D-8EE8-495A-ACB2-A1B060B466BA}"/>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6C1F6A79-F4C3-4317-B765-40902E731737}"/>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68C21E32-1815-4341-A785-002CFBF36945}"/>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AC09A2C0-FD35-4FBE-A0C1-F40DCE5A4443}"/>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19DDC6AA-FA55-4301-A89C-8FD5B7E29CD8}"/>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14C208B9-ADC7-4E92-82E3-A093A46336AB}"/>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DB91660E-4465-4504-800F-2AB5161AE875}"/>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A8AFDBFA-C946-499C-BD88-6884FC0D8854}"/>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FA00CF5A-519E-4107-AC93-AE4916B9909E}"/>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4BC830AC-828E-42A2-AC22-3CDD61EE0272}"/>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B7D7D965-5392-438A-9D66-2484F3B24CD5}"/>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616ED53D-23C4-49EC-86C7-F63A2DF01819}"/>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5E344C47-DECA-42D9-9893-78AEA763AB21}"/>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659EF747-A9C7-4A4D-A90D-2A89B546F705}"/>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A8A80A66-3345-4B64-939B-5463D77D4245}"/>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A4915B13-EB6E-48DC-BE64-F7514AFF07E8}"/>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6707945-AA42-4060-829E-0A687D7039A6}"/>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24C47DE5-716C-442D-8866-0EE767E11E1D}"/>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4F787ADA-FC39-494B-95DD-7C14F37FC88A}"/>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2D736865-9770-49D9-BC86-B90E5FDB8E83}"/>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822147E7-E350-4317-9443-B7086797B81E}"/>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586A6846-3C89-4BF6-A980-E5EFDC0EE3BF}"/>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5A6C8AA9-AC8F-4FBB-A6C0-40E5D7E70694}"/>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0AA835CA-3807-4D76-959E-DACA17C93C84}"/>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D2EE6333-D95A-485E-AA42-3100899A5D46}"/>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04EABF49-8044-478C-8ED4-19530B022235}"/>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DC2A01B6-00BE-474A-BF36-99F50995F4D0}"/>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7C955EE0-FCCE-473E-845D-3048B161EBB2}"/>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E22ACEC3-C222-4B80-8E38-F85A62ACCEEE}"/>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780EFAC-B1EE-4CB4-AB44-2547BBB0594F}"/>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987B9416-0A41-460E-BC60-3CD0151F5AA2}"/>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CD043618-B94A-4BFD-9D70-6DE77CD80D1F}"/>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1BFDE8E2-B9D3-443C-8F90-B37C707D0074}"/>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D18B2210-84B1-410C-B09D-3667BD584888}"/>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F50AA579-51C2-477D-AE4A-B8E8C57F1AD4}"/>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B37D0D04-0800-4A56-823E-6869E38CC4F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2CC70A7B-FE45-4CF6-8412-B0D8C1E5914C}"/>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744AD3BC-41DC-4A49-9055-EA4B5A2D9363}"/>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D1053FC7-57DB-4FE3-8217-DF16D4811939}"/>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56DB91DF-68B4-495B-80BD-DB833D419DB4}"/>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508B6C44-1F66-44BC-A203-BFC537E5C7E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1246FE9D-DB82-4E3E-94EC-E75632B9279D}"/>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9EE2C23B-5241-4AE6-8BE2-663747B646B9}"/>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7C073377-C9B0-47B8-8E9B-4AAD7708C26B}"/>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41BD4347-BEC1-4AB8-B82B-E75F54E4DF1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36B443EB-ABE5-44A1-A92C-6D7561C140C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4BD6F42A-7E13-46D4-BC22-9BF1884003F1}"/>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82DC2FD8-EDFB-490A-9A75-4C9E30828353}"/>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295E90E9-780C-427B-BD52-F9F2607C7A90}"/>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8D8D7978-C25D-4808-ABD5-875CB95FAA87}"/>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4EE1F788-0EC3-4324-B1AF-7C58D34CF499}"/>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BFC0D857-096C-4568-B3F8-C28A4A5E4D54}"/>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23E7F0C6-4B99-4B51-A4B0-8947C0D53344}"/>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F4D82F87-B0B5-4322-B602-63083EBB3954}"/>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810AE377-2442-42AB-83A2-7817BF5BEFB9}"/>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2DAF0AA9-E923-4E68-AEF8-9C949A4FCC23}"/>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C6D369EF-312B-404F-948C-DFDB6FFDE13D}"/>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40CAE73B-3823-4299-9272-1498CF1BFCF5}"/>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C9C116E4-BD38-4B5F-8EF4-A30B82F74B1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2A6660A8-1629-490E-913D-6D465D149606}"/>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DEE11795-9C70-411C-B64C-B6A04C460931}"/>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52ACD28B-80DF-48F1-B265-7BE379F18E6B}"/>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D62F0FB5-A3F4-4D5A-8B29-6B001D5795CE}"/>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CF16CC96-FFCF-46B2-B6B4-20942B6BA9EB}"/>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39EDCE82-62C4-4991-B809-E1A6C23DBDA1}"/>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7F0FB49D-62E6-4B08-90A5-9A2C5886F581}"/>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33D5DCD8-3306-474E-8E9E-165C748AE4E6}"/>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50AADE7-017B-4F41-963E-482A190C2D28}"/>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AAB4EB40-F2D8-454B-8597-2E794386EF38}"/>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F7BDEADD-760D-4638-B3E0-EB95E47810D8}"/>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0C2FEC20-95D6-4AEA-A02D-BC93D78FF0C3}"/>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2CD2DFA9-10E3-42B2-BEC0-91173CBA6871}"/>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55B2C244-AAA3-414B-94B0-53A93CD8F58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40D44C87-7F90-476D-8EB0-DC157456C16A}"/>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2C055099-44A9-4505-8F0D-A82E1DA967E2}"/>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77D012DD-920E-453F-922C-5820E27ADFA7}"/>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B59CB2A6-3AE9-433E-B377-7BFE9547CF31}"/>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A1004F43-5CCA-4DF9-BB4B-CE9F46910C0F}"/>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E5CCE552-53D3-4870-B860-740DADDD35F9}"/>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211A7E74-F05B-4F53-9521-78453DE7D1BC}"/>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54677F6B-C619-41FA-83EE-52AE0C3261E4}"/>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73A8C837-0CEE-4268-9D17-27D4D218C574}"/>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B8B3C8D0-870C-41F9-A3C6-2653CDD2AEF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79618E38-0CD1-4A57-AB58-1FCCBB3A5D3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51C5D372-F6FA-47FA-B256-0D1C980794CE}"/>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C383AD50-AA43-4108-8AB5-2D4278DE06BF}"/>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55F34458-189A-4192-8967-180FD702A309}"/>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03F006B5-609D-4309-908B-C4939467C8DD}"/>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5F34C074-A657-4520-9652-299F6A0E3E7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214CCB05-5CD5-44B4-84EF-B6DE4C76E7F8}"/>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FF28B6FA-7E21-4C55-84F4-90D634739901}"/>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F47EBCDF-8C07-417A-8AA5-4EB9CF823D65}"/>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2F9F6B69-2588-4585-B772-9F4291891B5F}"/>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D6A7F446-FED6-4215-9882-2FC996FFB724}"/>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017D1379-1F43-4EC0-8C2F-800C1DDC692B}"/>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2853B1B5-586B-41BA-9779-891303AF803B}"/>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06EB9C9E-AF46-4173-A5B3-4FBAB54DE529}"/>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05BF2093-F215-4294-81B2-5731E9AF48F7}"/>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A7D4251A-9134-4924-B27D-EBF494A8E86F}"/>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CC09E7BB-DFA1-426C-B5DE-C37D4FC838AB}"/>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8226D76D-0F58-4B16-8EB2-28779F0F0C9F}"/>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8DF6F64B-5908-46CF-BC8E-D3C459B1D889}"/>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F3266482-5795-44C0-906C-BF13291A02C9}"/>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4B398084-496E-46B3-8669-09368B8BC348}"/>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C402173A-AD98-4A91-A35E-C5D1E25E0133}"/>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1B57585F-B921-4869-BB38-CC267C18BE5A}"/>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48A2DC34-54A7-4FD9-AC06-08E4786CE70C}"/>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835120B4-D66F-4F39-8C56-B8D0C4B7A897}"/>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B177A05F-1EB4-4287-9D03-8705B186194C}"/>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F78B2EDF-43E6-498D-925C-EA71D3D1C402}"/>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BAC5A6BC-AAD5-4079-8A63-FDA27950C228}"/>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4DF08880-F9C6-421E-8B07-964B6E88E51E}"/>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045EDEA2-F2B1-4D60-876F-A06DFAD6B054}"/>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B5395CBE-C3A4-45B7-AB3F-418285F0C0AD}"/>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A0ED5D00-A812-4552-A215-623CC20F5EAC}"/>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017913C4-3971-47C8-956D-86BF3E922540}"/>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6FEF59D5-E764-41D4-980C-DC6C8C29F754}"/>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B8BC5E3F-6C6F-457F-B5F2-4186901C2768}"/>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95732C27-F9E7-4CCF-9E07-E7C08847CF7C}"/>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22B67F10-CDB8-4EDF-87CB-60BE7363C704}"/>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A9376C18-EFB3-4497-80A8-F07A472C88D0}"/>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2325D915-33E1-4977-9FE1-909D7733159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B30FD1DD-CFD9-44DA-A37D-2A7E94E521A8}"/>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00A5C740-A001-46CA-BCA6-FED71D47A492}"/>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C80107AD-F101-419B-91AF-91ED25AD420E}"/>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3B2F55A1-9A12-4B4C-BC86-FADC6DD9D1B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E5B94434-B8E1-4961-ABAB-C4233C345FFE}"/>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E6B6DA1C-3582-4DAC-B252-E2CA18BB3D4F}"/>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565D7E30-6398-4324-9D10-6B0A1072E78C}"/>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458F84DB-DE7F-4FBE-8626-9E6FAAB95C24}"/>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FFD96BFB-8403-401C-AD25-900E00E8BB7B}"/>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DDA7E4AA-F32C-48D6-B3A2-905B8AD87C0D}"/>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517960F7-C5DF-4653-A370-C10DC7C1A299}"/>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D69AC9A2-52B7-406A-8407-E721945DBF7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8AA3B00C-F086-465A-A2E4-75A60DF8AF43}"/>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9E37475A-643C-4838-BF5F-CDB32122853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D6C5B466-F5AA-4C52-A162-0454ADE61D5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F9292949-BFCD-4CF6-B8BA-638474682C4B}"/>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2517D46-AF2B-4E61-AC09-46D7DEFB8A8A}"/>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EBAC71CD-E91A-4DA7-BD2E-312FF34ECDA1}"/>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5CE8E4FD-0AD6-4548-B9BD-3BE7F0CFF940}"/>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C876B6D1-9021-4016-94B0-39FFA5818C99}"/>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FB9DA274-A0FD-48B6-8876-2C26AAF6EA84}"/>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7BFF427B-FEF7-46E0-99F4-9F02B00693DE}"/>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AB369BDB-2447-4EB1-BCB3-328C0CD6DC4B}"/>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64B6015E-0D50-48F6-8F25-F583A9878E71}"/>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8293196D-1FAC-4987-8A6C-7D25DAB71A0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594CDD6-7C87-4046-91EC-821DCF73ADED}"/>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9D8156FB-45AC-498E-8422-ECE1BF873AE1}"/>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C197D63C-9E0B-4C9E-A426-673DE1E134B3}"/>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2A911BE2-34B2-4A30-AE8D-A54D80F8599F}"/>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73B147E0-BE4C-410B-9E6E-EC8217150278}"/>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BDE49108-12F0-4D12-8C9B-57F6F55BD7C6}"/>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BD494066-A40E-4BDC-94D7-2FD38AD009F0}"/>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E5EA43C-63A7-498C-BC1C-55B909D1AF6F}"/>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33632350-8373-47E5-95A5-002AD2F431D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FFD2369-5381-4E08-8F0A-44901499F037}"/>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521E7AFE-3EFC-4A24-8F6A-ED2A1A2E41DC}"/>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C41D6EAD-65BD-4595-B870-7258008C820A}"/>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1BD761DE-6684-4D28-95C3-DEC36F3DDF24}"/>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ED91A2B8-073C-49E0-8F44-2BD6E8D8D151}"/>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F55D1D19-FBCF-4C2F-8250-573449E58CBE}"/>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E7605753-1AAC-4904-9FAF-B1BE934E0E8F}"/>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9435DC01-7DB3-439D-A42A-47D529F6029B}"/>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098550DD-8465-4660-B0C9-63E20A42E055}"/>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C9C6582B-17D4-475D-8162-5F5439DC4BEA}"/>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C0EECB91-AF8A-4880-969F-C9B094DE6E20}"/>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39680E51-6AA5-4D31-A10C-D566CFDE2F92}"/>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10AF3402-7477-4852-A285-67BA796CBEE7}"/>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E33DAFD2-0D85-4AAA-B8F1-36F6F38B2CB1}"/>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BBB895FC-D6C7-4BCF-AC04-16EB3CBD82F6}"/>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045F02B-0809-4689-A50A-DFD6FC1F8F68}"/>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8348F26E-05B9-4AC2-A488-EF60B1234D52}"/>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005C51E6-CFE3-4C42-839C-325407DE87DA}"/>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EFA27CA-91EF-4B19-AB8B-0E349A1F86B7}"/>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A22763AB-BA77-4765-8556-E1F85678E3E1}"/>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EBED1D02-7288-4655-9C33-50535A7B6EB4}"/>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BCC40D8F-BA7D-4BA8-B6B5-87F321F4EF9F}"/>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30C64C9F-509C-42F3-9238-CCD6B19ED64D}"/>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192637AC-B89C-4AD8-B80D-F47A68D9215A}"/>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FD1FDB9A-48A8-489A-BEA1-714DD7F05AD3}"/>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D88E96A-01EF-4ECE-8FF7-F0ADEE3D25F6}"/>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1731BB52-EFBA-43A4-992B-E7CC99AFAC6A}"/>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41E3A37A-6371-4CC2-BC7B-419098AE3495}"/>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96CB7147-75B3-4ECD-A7AC-45DC2DC5191E}"/>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4E0B682C-09B4-49A8-9C26-DD75F9869123}"/>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978FAA39-80CE-4B71-9263-8AC1C8C50752}"/>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634A28AB-DA13-4869-BD64-3961A7407A4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1D6461EA-905E-4F99-BA53-DDF2E3EC7216}"/>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F9AAE561-A8F2-4921-8407-FCBA4E3D3348}"/>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E9F6E2C9-7D29-4EBA-A484-3AE527FCDDB0}"/>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B50B8062-FE9F-4CE8-BBD9-B7B9C4C6C913}"/>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9745462D-DFFE-4FE9-A5CA-BB3FEA603525}"/>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9C6DD379-D156-4A1A-9792-EF06902767A1}"/>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3F31998A-8F5E-409B-A3BB-70B26F643D54}"/>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77B9B660-8B73-4F5A-87A9-619FC97F9AA9}"/>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78EC9A09-70A7-4B87-A4CC-0E5D253E48F4}"/>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7C07285-3AF1-4FF2-AFAE-19F3290216E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21FB62D2-F12C-4D71-8350-71F11D090495}"/>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88BDDD8C-FEF1-4930-A8FF-BD02919DF5CE}"/>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22D5CE16-0971-4A4D-8CDC-4DE5139193A4}"/>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1260A6FB-D9A1-4388-B051-C6016BF0BB77}"/>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60C59963-312E-4225-8D8C-730FD02A70BB}"/>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6F451DB0-644E-40A3-B457-61629B614ADF}"/>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EE245489-B7F3-495E-B500-232412072CD8}"/>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7D12FE68-2C97-486A-868C-2643137942DE}"/>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A2794AEB-C870-4BF8-8EB6-960205EB87DB}"/>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879EE4CF-3420-43FF-9E3A-5F9C0443FD83}"/>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096B3899-C992-410C-863B-32B59DC5546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2D4F2E78-799E-498E-896A-2E959B980646}"/>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B805C48B-E806-45AC-B0D0-C652B35F5C83}"/>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27570C70-422E-42AF-A418-10C9BA5FEF60}"/>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60753E1E-BEDB-4B40-A99A-FA066967D431}"/>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BD2E351A-A4D4-42F2-A03C-047C08078BC2}"/>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2399CA4D-876F-43CF-B704-6ECCD449BB10}"/>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8981F403-42B5-4337-BA20-59FF577082C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478F1AFB-689B-473A-B5D2-76FD2E842108}"/>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E194CBBF-6E39-49B6-8892-82F2BAA5AFEB}"/>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8CA8E178-54A3-4931-8DC4-5606784BA1D9}"/>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F63549B7-030D-4E33-870D-AA29756BC2C5}"/>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42749B27-02DE-42CD-A2DC-0DEC5F384241}"/>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02E07C4F-0C7A-4EA5-9C42-AAA08130AD2B}"/>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18AEF2BE-EEDB-4AD3-A543-C9AD33122B4D}"/>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8C856E85-DCE3-4A6F-A299-64506DFB3238}"/>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D8960F9D-1F1E-4F8A-82E0-103559647043}"/>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AE299585-7B70-4083-B35A-AEB94D862653}"/>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456F9A76-735F-450F-B110-A72BC982DF00}"/>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66E5FC84-6CE6-4515-9929-119A4504BF1A}"/>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2D830493-A880-4CA9-A186-158B6D409573}"/>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E25B3B45-1998-4C7F-B2B4-85D0FA4FC66C}"/>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5DE15CDE-4930-4EFE-BC5C-0FC543283FA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5ED0BFAB-DE13-4A59-8590-8E9F6E8DBC9D}"/>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76E388C4-4033-4A86-B487-27E62B8B2B3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0A016208-69C4-4622-A519-A352397D352F}"/>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EE317109-B79E-4596-833D-18FE300B5592}"/>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1C1C711D-9C5B-4B81-B394-6E8F3348BA19}"/>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03D2FD97-68A7-42B7-91FE-BC1813F85CF4}"/>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18073096-732F-41AD-B2B6-AC361550AEBF}"/>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DB96E1A5-A72D-4C6E-8CE8-793619A0B9E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9BA6C8F4-3054-4CD6-A386-19C79FF3D6BF}"/>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37C05F6B-D1AC-4ACD-AC85-49555601E6E1}"/>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56BA6EA7-769F-4B9D-9F64-3646749B97F7}"/>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95B58E7E-2876-4231-8422-469160594C82}"/>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2791F0C-7DEA-4D23-884C-54427F02D554}"/>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262C0445-42CE-475E-BDC2-8261B418D3F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268DE2E9-04A8-4936-A586-47F1B55E601D}"/>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28607FFC-70CB-45EB-8E60-A58323E8BB65}"/>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C1858D6D-3CCC-4A97-90F5-5585D9175394}"/>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906240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