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4e123e628d497c" /><Relationship Type="http://schemas.openxmlformats.org/officeDocument/2006/relationships/extended-properties" Target="/docProps/app.xml" Id="R7186ff940aea4be0" /><Relationship Type="http://schemas.openxmlformats.org/officeDocument/2006/relationships/officeDocument" Target="/ppt/presentation.xml" Id="Ra08fa4d96a384f96" /></Relationships>
</file>

<file path=ppt/presentation.xml><?xml version="1.0" encoding="utf-8"?>
<p:presentation xmlns:p="http://schemas.openxmlformats.org/presentationml/2006/main">
  <p:sldMasterIdLst>
    <p:sldMasterId xmlns:r="http://schemas.openxmlformats.org/officeDocument/2006/relationships" id="2147483648" r:id="Rc1e98eb696014fc4"/>
  </p:sldMasterIdLst>
  <p:notesMasterIdLst>
    <p:notesMasterId xmlns:r="http://schemas.openxmlformats.org/officeDocument/2006/relationships" r:id="Rfaa7614fe901489a"/>
  </p:notesMasterIdLst>
  <p:sldIdLst>
    <p:sldId xmlns:r="http://schemas.openxmlformats.org/officeDocument/2006/relationships" id="256" r:id="R6b3b8cfb74a642f9"/>
    <p:sldId xmlns:r="http://schemas.openxmlformats.org/officeDocument/2006/relationships" id="257" r:id="R252affb76cd1405d"/>
    <p:sldId xmlns:r="http://schemas.openxmlformats.org/officeDocument/2006/relationships" id="258" r:id="R58e2c2163f2843dc"/>
    <p:sldId xmlns:r="http://schemas.openxmlformats.org/officeDocument/2006/relationships" id="259" r:id="R918e59e503544ff4"/>
    <p:sldId xmlns:r="http://schemas.openxmlformats.org/officeDocument/2006/relationships" id="260" r:id="R9fe0aedaecf1434d"/>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02047aef42243b8" /><Relationship Type="http://schemas.openxmlformats.org/officeDocument/2006/relationships/slideMaster" Target="/ppt/slideMasters/slideMaster1.xml" Id="Rc1e98eb696014fc4" /><Relationship Type="http://schemas.openxmlformats.org/officeDocument/2006/relationships/notesMaster" Target="/ppt/notesMasters/notesMaster1.xml" Id="Rfaa7614fe901489a" /><Relationship Type="http://schemas.openxmlformats.org/officeDocument/2006/relationships/presProps" Target="/ppt/presProps.xml" Id="R52f1602a9b714095" /><Relationship Type="http://schemas.openxmlformats.org/officeDocument/2006/relationships/tableStyles" Target="/ppt/tableStyles.xml" Id="Rf7329ab5268c434e" /><Relationship Type="http://schemas.openxmlformats.org/officeDocument/2006/relationships/slide" Target="/ppt/slides/slide1.xml" Id="R6b3b8cfb74a642f9" /><Relationship Type="http://schemas.openxmlformats.org/officeDocument/2006/relationships/slide" Target="/ppt/slides/slide2.xml" Id="R252affb76cd1405d" /><Relationship Type="http://schemas.openxmlformats.org/officeDocument/2006/relationships/slide" Target="/ppt/slides/slide3.xml" Id="R58e2c2163f2843dc" /><Relationship Type="http://schemas.openxmlformats.org/officeDocument/2006/relationships/slide" Target="/ppt/slides/slide4.xml" Id="R918e59e503544ff4" /><Relationship Type="http://schemas.openxmlformats.org/officeDocument/2006/relationships/slide" Target="/ppt/slides/slide5.xml" Id="R9fe0aedaecf143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8252f8c40243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c0f900f24c4abf" /><Relationship Type="http://schemas.openxmlformats.org/officeDocument/2006/relationships/notesMaster" Target="/ppt/notesMasters/notesMaster1.xml" Id="R9b4cf53b75164e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9978e34260414b" /><Relationship Type="http://schemas.openxmlformats.org/officeDocument/2006/relationships/notesMaster" Target="/ppt/notesMasters/notesMaster1.xml" Id="R388b9cf18d784f17"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bc24b34d914bc1" /><Relationship Type="http://schemas.openxmlformats.org/officeDocument/2006/relationships/notesMaster" Target="/ppt/notesMasters/notesMaster1.xml" Id="R78e1e4d2f3d949e0"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1c9d6eabf240bf" /><Relationship Type="http://schemas.openxmlformats.org/officeDocument/2006/relationships/notesMaster" Target="/ppt/notesMasters/notesMaster1.xml" Id="Re39977d3b89e48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f305c9b4e04ccb" /><Relationship Type="http://schemas.openxmlformats.org/officeDocument/2006/relationships/notesMaster" Target="/ppt/notesMasters/notesMaster1.xml" Id="R8f865b47c6cb406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요청 이해의 모델 주도와 코드 주도 완성</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모델의 다음 행동이 조회이면 도구 실행 후 근거를 받아 모델을 다시 호출한다. 이 순환은 필요한 만큼 반복하고 모델이 완성 의미나 확인 질문을 제안하면 검증 경로로 나간다.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Engine은 항목 검사와 조회 결과 반영을 코드 루프로 반복한다. 조회 결과를 코드만으로 처리할 수 있으면 LLM을 호출하지 않는다. 항목 의미 해석이 필요하면 요청 구조화기를 통해 부분 모델 호출을 하고 그 결과를 같은 코드 루프에 돌려준다.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A Module의 조회 출력은 kind=READ, tool_calls의 name/arguments다. task_retrieve(query=보고서,limit=5), context_retrieve(selector=INPUT_SELECTION)를 모델이 선택하고, 추가 대화 근거가 필요하면 다음 차례에 interaction_retrieve(query=보고서,limit=5)를 선택할 수 있다. 모든 도구를 매번 호출하지 않는다. interaction_retrieve는 Context Manager의 대화/실제 전달 읽기 view이며 Interaction Manager 마이크 직접 조회가 아니다.</a:t>
            </a:r>
          </a:p>
          <a:p xmlns:a="http://schemas.openxmlformats.org/drawingml/2006/main">
            <a:r>
              <a:t>B Module 이름은 요청 구조화기다. 초기 출력 RequestFrame의 고정 key는 schema_version, input_ref, goals, references, relations, constraints, unparsed_spans다. 예시 schema_version=1은 형식 버전이며 자료 변경 번호와 다르다. Input1은 현재 발화다. G1은 보고서 수정 목표, G2는 메일 초안 목표이며 아직 실제 Task가 아니다. report/table은 미해결 참조다. Engine이 RECENT_TASK/INPUT_SELECTION을 각각 같은 조회 도구로 바꾸고, USE_RESULT(G1,G2)와 FORBID_ACTION(scope=[G2],action=SEND)를 결합한다. 보고서를 수정한 뒤 생기는 결과를 초안에 사용하는 것이지 과거 결과를 이미 새 결과로 취급하지 않는다.</a:t>
            </a:r>
          </a:p>
          <a:p xmlns:a="http://schemas.openxmlformats.org/drawingml/2006/main">
            <a:r>
              <a:t>형식은 docs/architecture/12-decisions/decision-packages/contracts/dp41-request-frame-v1.schema.json, 전체 JSON과 조건부 항목 반환은 같은 위치의 dp41-output-examples.json을 따른다. 추가 key/알 수 없는 op/잘못된 참조는 거부하며 미해석 구간을 성공으로 누락하지 않는다. source_text는 원문 대응이며 그 대응이 뜻의 정답을 보장하지 않는다. 그림은 전체 JSON의 필드값을 축약한다. schema/예시 일관성 검사는 실행 Engine 구현이나 LLM 성공률 검증이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사용자 발화 → Interaction Manager → Request Controller → Request Interpreter 시작 경로를 간략히 표시하고 요청 해석을 확대했다. 위쪽 Request Interpreter 경계 안에는 Module 간 연결과 교환 데이터만 표시한다. 아래쪽 별도 실행 순서도에는 동작과 반복/종료 분기를 표시한다. 두 그림 영역 사이에는 실행 연결선이 없고, 순서도의 사각형/마름모는 동작/분기이며 Component나 Module이 아니다. 반복은 완성 의미 제안, 확인 질문 대기, 실패, 취소 또는 한도 도달에서 종료한다. 확인 질문의 실제 전달과 답변 뒤 새 해석은 공통 후속 경로다. 공통 음성 처리 내부,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반응성을 위한 VIA 지속 입력과 Response 전달 설계</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4c2206c5a24e7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5b7ef41d6541cb" /><Relationship Type="http://schemas.openxmlformats.org/officeDocument/2006/relationships/slideLayout" Target="/ppt/slideLayouts/slideLayout1.xml" Id="Re64ce684e0f34e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4ce684e0f34e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4665ac39fa74d00" /><Relationship Type="http://schemas.openxmlformats.org/officeDocument/2006/relationships/notesSlide" Target="/ppt/notesSlides/notesSlide1.xml" Id="R32964d3bced948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66d5fc457ad49d1" /><Relationship Type="http://schemas.openxmlformats.org/officeDocument/2006/relationships/notesSlide" Target="/ppt/notesSlides/notesSlide2.xml" Id="R5558b64c3b08408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b2490413372489a" /><Relationship Type="http://schemas.openxmlformats.org/officeDocument/2006/relationships/notesSlide" Target="/ppt/notesSlides/notesSlide3.xml" Id="Rf0815e1bc22c45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447b1dc45004920" /><Relationship Type="http://schemas.openxmlformats.org/officeDocument/2006/relationships/notesSlide" Target="/ppt/notesSlides/notesSlide4.xml" Id="R165df36c3933440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d644843f6bd4ab4" /><Relationship Type="http://schemas.openxmlformats.org/officeDocument/2006/relationships/notesSlide" Target="/ppt/notesSlides/notesSlide5.xml" Id="Rd0f7e84a40f9486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3" name="dp41-comparison / n1">
            <a:extLst xmlns:a="http://schemas.openxmlformats.org/drawingml/2006/main">
              <a:ext uri="{FF2B5EF4-FFF2-40B4-BE49-F238E27FC236}">
                <a16:creationId xmlns:a16="http://schemas.microsoft.com/office/drawing/2014/main" id="{57A1B3B5-A02A-4646-BC6D-5803BDAB5668}"/>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1F6E8F51-AE71-4A0A-A111-7BFB9A6A8141}"/>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D7332C71-D7F7-4AD1-854E-7C89AC35BBB3}"/>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AC446A31-B3D5-42DE-A868-26BEF59B756B}"/>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요청 이해의 모델 주도와 코드 주도 완성</a:t>
            </a:r>
          </a:p>
        </p:txBody>
      </p:sp>
      <p:sp>
        <p:nvSpPr>
          <p:cNvPr id="5" name="dp41-comparison / n5 / path">
            <a:extLst xmlns:a="http://schemas.openxmlformats.org/drawingml/2006/main">
              <a:ext uri="{FF2B5EF4-FFF2-40B4-BE49-F238E27FC236}">
                <a16:creationId xmlns:a16="http://schemas.microsoft.com/office/drawing/2014/main" id="{2F3B9E39-7161-4C4E-831B-CFA11C112604}"/>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B2924FF5-733E-43D2-957E-4D64F54809DF}"/>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입력 Input1: “이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CB9BA101-601B-4A2E-8733-C372576E1BEF}"/>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B56DD655-D374-4855-B79D-9099456173A9}"/>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0B4681FF-71F6-40D3-B765-5B2F592CF47E}"/>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C450A2FA-0F3D-471A-BCA1-6E2AA6FDD478}"/>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10B26DA9-7920-4A30-9CE2-622DB8AE5BAE}"/>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661F2810-337D-41BE-B092-C9E33F5293DD}"/>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FB54C814-7A04-4A36-8C65-FE40B0DECDE5}"/>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4B32F017-6DBB-420D-82CA-C619ACD7B609}"/>
              </a:ext>
            </a:extLst>
          </p:cNvPr>
          <p:cNvSpPr>
            <a:spLocks xmlns:a="http://schemas.openxmlformats.org/drawingml/2006/main" noGrp="1"/>
          </p:cNvSpPr>
          <p:nvPr/>
        </p:nvSpPr>
        <p:spPr>
          <a:xfrm xmlns:a="http://schemas.openxmlformats.org/drawingml/2006/main">
            <a:off x="400050" y="771525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공통 후속 처리: Request Controller가 현재성/권한을 검증하고 저장 후 채택한다. 이어 응답 또는 업무 위임을 진행한다.</a:t>
            </a:r>
          </a:p>
        </p:txBody>
      </p:sp>
      <p:sp>
        <p:nvSpPr>
          <p:cNvPr id="15" name="dp41-comparison / n15 / text 1">
            <a:extLst xmlns:a="http://schemas.openxmlformats.org/drawingml/2006/main">
              <a:ext uri="{FF2B5EF4-FFF2-40B4-BE49-F238E27FC236}">
                <a16:creationId xmlns:a16="http://schemas.microsoft.com/office/drawing/2014/main" id="{A52FD54E-3A1D-4FFA-BC07-9F51CCA30158}"/>
              </a:ext>
            </a:extLst>
          </p:cNvPr>
          <p:cNvSpPr>
            <a:spLocks xmlns:a="http://schemas.openxmlformats.org/drawingml/2006/main" noGrp="1"/>
          </p:cNvSpPr>
          <p:nvPr/>
        </p:nvSpPr>
        <p:spPr>
          <a:xfrm xmlns:a="http://schemas.openxmlformats.org/drawingml/2006/main">
            <a:off x="400050" y="800100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종료: 완성 의미 제안 / 확인 질문 대기 / 실패 / 취소 / 한도 도달. 질문 답변 뒤 다시 해석한다. 무한 반복을 허용하지 않는다.</a:t>
            </a:r>
          </a:p>
        </p:txBody>
      </p:sp>
      <p:sp>
        <p:nvSpPr>
          <p:cNvPr id="16" name="dp41-comparison / n16 / path">
            <a:extLst xmlns:a="http://schemas.openxmlformats.org/drawingml/2006/main">
              <a:ext uri="{FF2B5EF4-FFF2-40B4-BE49-F238E27FC236}">
                <a16:creationId xmlns:a16="http://schemas.microsoft.com/office/drawing/2014/main" id="{4F885B1A-53D7-47FE-A504-7CA5C7B15BFF}"/>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0F085C7C-1B41-4F98-A5C6-B74CD7EF0B8D}"/>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E51D2DA4-1DC3-4DF3-80BF-2C83FC8EB1B9}"/>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DE928223-F7F2-4793-8CDC-A5AAE0F8174A}"/>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D4CC35E7-BF9A-4AE3-A971-35C1FA0A163D}"/>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51FE88B1-9ABA-4471-81B4-D7B5E9710116}"/>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E9E23D9B-03FA-49AB-9A1C-6848A7A3EC90}"/>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A967188F-A0BD-4E9C-AA66-862F1706E351}"/>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9B2C6E22-EAD9-4FBB-A0A6-3D63314EBD4E}"/>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71632376-B1EB-411C-992F-A9687C03E636}"/>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3CAD3B3B-601E-4725-BF6D-1C27BA11A38F}"/>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5C9D7AA1-CB13-4D75-809F-8F5210550187}"/>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CEB14FB9-8908-4211-8EE3-7411264C3C59}"/>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EFEE536A-5EDB-4860-88A6-AA018A070C9C}"/>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872733D7-5D96-488B-96AB-AD875C09DDCE}"/>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66009BB6-2F92-4E6D-954B-976FC2E0539A}"/>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54AA47D5-E2AB-4D67-AB7B-2476865B87F5}"/>
              </a:ext>
            </a:extLst>
          </p:cNvPr>
          <p:cNvSpPr>
            <a:spLocks xmlns:a="http://schemas.openxmlformats.org/drawingml/2006/main" noGrp="1"/>
          </p:cNvSpPr>
          <p:nvPr/>
        </p:nvSpPr>
        <p:spPr>
          <a:xfrm xmlns:a="http://schemas.openxmlformats.org/drawingml/2006/main">
            <a:off x="381000" y="98298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미선정 / 미측정. B도 부분 의미 판단을 다시 호출할 수 있다. 새 관계의 지원 범위와 질문 비용을 함께 비교한다.</a:t>
            </a:r>
          </a:p>
        </p:txBody>
      </p:sp>
      <p:sp>
        <p:nvSpPr>
          <p:cNvPr id="33" name="dp41-comparison / n33 / text 1">
            <a:extLst xmlns:a="http://schemas.openxmlformats.org/drawingml/2006/main">
              <a:ext uri="{FF2B5EF4-FFF2-40B4-BE49-F238E27FC236}">
                <a16:creationId xmlns:a16="http://schemas.microsoft.com/office/drawing/2014/main" id="{569C28B5-9FAF-41E6-8F3C-4B9BD31FEEBD}"/>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A도 정해진 형식으로 출력 가능 / B도 추가 모델 호출 가능 / 코드로 연결했다고 의미가 항상 옳은 것은 아님 / 품질/비용은 측정 전 가설</a:t>
            </a:r>
          </a:p>
        </p:txBody>
      </p:sp>
      <p:sp>
        <p:nvSpPr>
          <p:cNvPr id="34" name="dp41-comparison / n34">
            <a:extLst xmlns:a="http://schemas.openxmlformats.org/drawingml/2006/main">
              <a:ext uri="{FF2B5EF4-FFF2-40B4-BE49-F238E27FC236}">
                <a16:creationId xmlns:a16="http://schemas.microsoft.com/office/drawing/2014/main" id="{C036A37A-B21D-452E-A261-27E4CD8C1DEE}"/>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5" name="dp41-comparison / n35 / text 1">
            <a:extLst xmlns:a="http://schemas.openxmlformats.org/drawingml/2006/main">
              <a:ext uri="{FF2B5EF4-FFF2-40B4-BE49-F238E27FC236}">
                <a16:creationId xmlns:a16="http://schemas.microsoft.com/office/drawing/2014/main" id="{0A887829-4BEC-4814-AE70-98870540F452}"/>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6" name="dp41-comparison / n36">
            <a:extLst xmlns:a="http://schemas.openxmlformats.org/drawingml/2006/main">
              <a:ext uri="{FF2B5EF4-FFF2-40B4-BE49-F238E27FC236}">
                <a16:creationId xmlns:a16="http://schemas.microsoft.com/office/drawing/2014/main" id="{6EBBAB68-052D-49E0-8246-0F59140E65DA}"/>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7" name="dp41-comparison / n37 / text 1">
            <a:extLst xmlns:a="http://schemas.openxmlformats.org/drawingml/2006/main">
              <a:ext uri="{FF2B5EF4-FFF2-40B4-BE49-F238E27FC236}">
                <a16:creationId xmlns:a16="http://schemas.microsoft.com/office/drawing/2014/main" id="{FA05CBE6-14BB-4D66-B94D-E749C7A3D681}"/>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8" name="dp41-comparison / n38 / text 1">
            <a:extLst xmlns:a="http://schemas.openxmlformats.org/drawingml/2006/main">
              <a:ext uri="{FF2B5EF4-FFF2-40B4-BE49-F238E27FC236}">
                <a16:creationId xmlns:a16="http://schemas.microsoft.com/office/drawing/2014/main" id="{E85EB85B-95BB-42A7-A4E6-E8681F6DEE07}"/>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9" name="dp41-comparison / n39">
            <a:extLst xmlns:a="http://schemas.openxmlformats.org/drawingml/2006/main">
              <a:ext uri="{FF2B5EF4-FFF2-40B4-BE49-F238E27FC236}">
                <a16:creationId xmlns:a16="http://schemas.microsoft.com/office/drawing/2014/main" id="{5B7DEAF0-F84C-449F-A310-B17BA37ABFA8}"/>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0" name="dp41-comparison / n40 / text 1">
            <a:extLst xmlns:a="http://schemas.openxmlformats.org/drawingml/2006/main">
              <a:ext uri="{FF2B5EF4-FFF2-40B4-BE49-F238E27FC236}">
                <a16:creationId xmlns:a16="http://schemas.microsoft.com/office/drawing/2014/main" id="{68E532D3-7764-4819-A0D4-742BD58B0029}"/>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1" name="dp41-comparison / n41 / text 1">
            <a:extLst xmlns:a="http://schemas.openxmlformats.org/drawingml/2006/main">
              <a:ext uri="{FF2B5EF4-FFF2-40B4-BE49-F238E27FC236}">
                <a16:creationId xmlns:a16="http://schemas.microsoft.com/office/drawing/2014/main" id="{695FA089-113A-4683-99B1-1E7BEEE5D97C}"/>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2" name="dp41-comparison / n42">
            <a:extLst xmlns:a="http://schemas.openxmlformats.org/drawingml/2006/main">
              <a:ext uri="{FF2B5EF4-FFF2-40B4-BE49-F238E27FC236}">
                <a16:creationId xmlns:a16="http://schemas.microsoft.com/office/drawing/2014/main" id="{B5E17B66-7BD7-4024-AD88-C4D071145A30}"/>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3" name="dp41-comparison / n42 / fold">
            <a:extLst xmlns:a="http://schemas.openxmlformats.org/drawingml/2006/main">
              <a:ext uri="{FF2B5EF4-FFF2-40B4-BE49-F238E27FC236}">
                <a16:creationId xmlns:a16="http://schemas.microsoft.com/office/drawing/2014/main" id="{140CB6B2-FCF6-43A5-89FC-764A929A0480}"/>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4" name="dp41-comparison / n43 / text 1">
            <a:extLst xmlns:a="http://schemas.openxmlformats.org/drawingml/2006/main">
              <a:ext uri="{FF2B5EF4-FFF2-40B4-BE49-F238E27FC236}">
                <a16:creationId xmlns:a16="http://schemas.microsoft.com/office/drawing/2014/main" id="{8549CE93-D109-4BFB-B52C-641D844FE915}"/>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5" name="dp41-comparison / n44 / text 1">
            <a:extLst xmlns:a="http://schemas.openxmlformats.org/drawingml/2006/main">
              <a:ext uri="{FF2B5EF4-FFF2-40B4-BE49-F238E27FC236}">
                <a16:creationId xmlns:a16="http://schemas.microsoft.com/office/drawing/2014/main" id="{154E3416-DD18-4131-882C-F9847E72F729}"/>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6" name="dp41-comparison / n45">
            <a:extLst xmlns:a="http://schemas.openxmlformats.org/drawingml/2006/main">
              <a:ext uri="{FF2B5EF4-FFF2-40B4-BE49-F238E27FC236}">
                <a16:creationId xmlns:a16="http://schemas.microsoft.com/office/drawing/2014/main" id="{DD69FA3B-782F-4709-A1DA-54D2442CB758}"/>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47" name="dp41-comparison / n46 / text 1">
            <a:extLst xmlns:a="http://schemas.openxmlformats.org/drawingml/2006/main">
              <a:ext uri="{FF2B5EF4-FFF2-40B4-BE49-F238E27FC236}">
                <a16:creationId xmlns:a16="http://schemas.microsoft.com/office/drawing/2014/main" id="{A1077E08-82A8-425B-82CF-17DD31C5CBD4}"/>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48" name="dp41-comparison / n47 / text 1">
            <a:extLst xmlns:a="http://schemas.openxmlformats.org/drawingml/2006/main">
              <a:ext uri="{FF2B5EF4-FFF2-40B4-BE49-F238E27FC236}">
                <a16:creationId xmlns:a16="http://schemas.microsoft.com/office/drawing/2014/main" id="{0A668521-D8A9-40EB-8E57-64C2D7AC8BE9}"/>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49" name="dp41-comparison / n48">
            <a:extLst xmlns:a="http://schemas.openxmlformats.org/drawingml/2006/main">
              <a:ext uri="{FF2B5EF4-FFF2-40B4-BE49-F238E27FC236}">
                <a16:creationId xmlns:a16="http://schemas.microsoft.com/office/drawing/2014/main" id="{4F12B602-197B-46CF-9E49-A1E7370FF07E}"/>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0" name="dp41-comparison / n49 / text 1">
            <a:extLst xmlns:a="http://schemas.openxmlformats.org/drawingml/2006/main">
              <a:ext uri="{FF2B5EF4-FFF2-40B4-BE49-F238E27FC236}">
                <a16:creationId xmlns:a16="http://schemas.microsoft.com/office/drawing/2014/main" id="{8C4C318B-6D7E-4A76-89CF-2F3F833DA903}"/>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1" name="dp41-comparison / n50 / text 1">
            <a:extLst xmlns:a="http://schemas.openxmlformats.org/drawingml/2006/main">
              <a:ext uri="{FF2B5EF4-FFF2-40B4-BE49-F238E27FC236}">
                <a16:creationId xmlns:a16="http://schemas.microsoft.com/office/drawing/2014/main" id="{28099927-C228-4297-82A4-A73D0D68E20C}"/>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2" name="dp41-comparison / n51 / path">
            <a:extLst xmlns:a="http://schemas.openxmlformats.org/drawingml/2006/main">
              <a:ext uri="{FF2B5EF4-FFF2-40B4-BE49-F238E27FC236}">
                <a16:creationId xmlns:a16="http://schemas.microsoft.com/office/drawing/2014/main" id="{59C84894-CFEA-40EC-ACD9-2D4824C435A7}"/>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3" name="dp41-comparison / n51 / arrow">
            <a:extLst xmlns:a="http://schemas.openxmlformats.org/drawingml/2006/main">
              <a:ext uri="{FF2B5EF4-FFF2-40B4-BE49-F238E27FC236}">
                <a16:creationId xmlns:a16="http://schemas.microsoft.com/office/drawing/2014/main" id="{B05CC794-E42D-4DA4-AA98-30F8A7B0AE79}"/>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4" name="dp41-comparison / n52 / text 1">
            <a:extLst xmlns:a="http://schemas.openxmlformats.org/drawingml/2006/main">
              <a:ext uri="{FF2B5EF4-FFF2-40B4-BE49-F238E27FC236}">
                <a16:creationId xmlns:a16="http://schemas.microsoft.com/office/drawing/2014/main" id="{9880461B-A691-4B5C-9ED9-E76DA7F90208}"/>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5" name="dp41-comparison / n53 / path">
            <a:extLst xmlns:a="http://schemas.openxmlformats.org/drawingml/2006/main">
              <a:ext uri="{FF2B5EF4-FFF2-40B4-BE49-F238E27FC236}">
                <a16:creationId xmlns:a16="http://schemas.microsoft.com/office/drawing/2014/main" id="{86A4F4AE-2693-42E6-A0AE-4955AAE9EB7D}"/>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6" name="dp41-comparison / n53 / arrow">
            <a:extLst xmlns:a="http://schemas.openxmlformats.org/drawingml/2006/main">
              <a:ext uri="{FF2B5EF4-FFF2-40B4-BE49-F238E27FC236}">
                <a16:creationId xmlns:a16="http://schemas.microsoft.com/office/drawing/2014/main" id="{22C36A3E-3209-451F-B22C-4D655777D7C3}"/>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7" name="dp41-comparison / n54 / text 1">
            <a:extLst xmlns:a="http://schemas.openxmlformats.org/drawingml/2006/main">
              <a:ext uri="{FF2B5EF4-FFF2-40B4-BE49-F238E27FC236}">
                <a16:creationId xmlns:a16="http://schemas.microsoft.com/office/drawing/2014/main" id="{58B39E94-FA9E-4CA6-9D22-74807CA7E51C}"/>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8" name="dp41-comparison / n55 / text 1">
            <a:extLst xmlns:a="http://schemas.openxmlformats.org/drawingml/2006/main">
              <a:ext uri="{FF2B5EF4-FFF2-40B4-BE49-F238E27FC236}">
                <a16:creationId xmlns:a16="http://schemas.microsoft.com/office/drawing/2014/main" id="{5A6E00EA-10DF-4C83-A503-CBF6BF8B711C}"/>
              </a:ext>
            </a:extLst>
          </p:cNvPr>
          <p:cNvSpPr>
            <a:spLocks xmlns:a="http://schemas.openxmlformats.org/drawingml/2006/main" noGrp="1"/>
          </p:cNvSpPr>
          <p:nvPr/>
        </p:nvSpPr>
        <p:spPr>
          <a:xfrm xmlns:a="http://schemas.openxmlformats.org/drawingml/2006/main">
            <a:off x="514350" y="68103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59" name="dp41-comparison / n56">
            <a:extLst xmlns:a="http://schemas.openxmlformats.org/drawingml/2006/main">
              <a:ext uri="{FF2B5EF4-FFF2-40B4-BE49-F238E27FC236}">
                <a16:creationId xmlns:a16="http://schemas.microsoft.com/office/drawing/2014/main" id="{522F1BE8-8146-48B4-87C0-8AF28CD08711}"/>
              </a:ext>
            </a:extLst>
          </p:cNvPr>
          <p:cNvSpPr>
            <a:spLocks xmlns:a="http://schemas.openxmlformats.org/drawingml/2006/main" noGrp="1"/>
          </p:cNvSpPr>
          <p:nvPr/>
        </p:nvSpPr>
        <p:spPr>
          <a:xfrm xmlns:a="http://schemas.openxmlformats.org/drawingml/2006/main">
            <a:off x="504825" y="6981825"/>
            <a:ext cx="285750" cy="1714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1-comparison / n57 / text 1">
            <a:extLst xmlns:a="http://schemas.openxmlformats.org/drawingml/2006/main">
              <a:ext uri="{FF2B5EF4-FFF2-40B4-BE49-F238E27FC236}">
                <a16:creationId xmlns:a16="http://schemas.microsoft.com/office/drawing/2014/main" id="{6AEFF0F8-54CD-4F02-A2FF-FDA582EE7D4C}"/>
              </a:ext>
            </a:extLst>
          </p:cNvPr>
          <p:cNvSpPr>
            <a:spLocks xmlns:a="http://schemas.openxmlformats.org/drawingml/2006/main" noGrp="1"/>
          </p:cNvSpPr>
          <p:nvPr/>
        </p:nvSpPr>
        <p:spPr>
          <a:xfrm xmlns:a="http://schemas.openxmlformats.org/drawingml/2006/main">
            <a:off x="590550" y="700563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1" name="dp41-comparison / n58 / text 1">
            <a:extLst xmlns:a="http://schemas.openxmlformats.org/drawingml/2006/main">
              <a:ext uri="{FF2B5EF4-FFF2-40B4-BE49-F238E27FC236}">
                <a16:creationId xmlns:a16="http://schemas.microsoft.com/office/drawing/2014/main" id="{A35A36EB-A6CB-4D2B-8653-3403EAA91ECD}"/>
              </a:ext>
            </a:extLst>
          </p:cNvPr>
          <p:cNvSpPr>
            <a:spLocks xmlns:a="http://schemas.openxmlformats.org/drawingml/2006/main" noGrp="1"/>
          </p:cNvSpPr>
          <p:nvPr/>
        </p:nvSpPr>
        <p:spPr>
          <a:xfrm xmlns:a="http://schemas.openxmlformats.org/drawingml/2006/main">
            <a:off x="847725" y="701040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62" name="dp41-comparison / n59">
            <a:extLst xmlns:a="http://schemas.openxmlformats.org/drawingml/2006/main">
              <a:ext uri="{FF2B5EF4-FFF2-40B4-BE49-F238E27FC236}">
                <a16:creationId xmlns:a16="http://schemas.microsoft.com/office/drawing/2014/main" id="{3927C3FD-5180-4020-949E-E32543198172}"/>
              </a:ext>
            </a:extLst>
          </p:cNvPr>
          <p:cNvSpPr>
            <a:spLocks xmlns:a="http://schemas.openxmlformats.org/drawingml/2006/main" noGrp="1"/>
          </p:cNvSpPr>
          <p:nvPr/>
        </p:nvSpPr>
        <p:spPr>
          <a:xfrm xmlns:a="http://schemas.openxmlformats.org/drawingml/2006/main">
            <a:off x="504825" y="7229475"/>
            <a:ext cx="285750" cy="1714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63" name="dp41-comparison / n60 / text 1">
            <a:extLst xmlns:a="http://schemas.openxmlformats.org/drawingml/2006/main">
              <a:ext uri="{FF2B5EF4-FFF2-40B4-BE49-F238E27FC236}">
                <a16:creationId xmlns:a16="http://schemas.microsoft.com/office/drawing/2014/main" id="{37E62757-9FF8-4A9F-97B6-0F99F4054F35}"/>
              </a:ext>
            </a:extLst>
          </p:cNvPr>
          <p:cNvSpPr>
            <a:spLocks xmlns:a="http://schemas.openxmlformats.org/drawingml/2006/main" noGrp="1"/>
          </p:cNvSpPr>
          <p:nvPr/>
        </p:nvSpPr>
        <p:spPr>
          <a:xfrm xmlns:a="http://schemas.openxmlformats.org/drawingml/2006/main">
            <a:off x="590550" y="725328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4" name="dp41-comparison / n61 / text 1">
            <a:extLst xmlns:a="http://schemas.openxmlformats.org/drawingml/2006/main">
              <a:ext uri="{FF2B5EF4-FFF2-40B4-BE49-F238E27FC236}">
                <a16:creationId xmlns:a16="http://schemas.microsoft.com/office/drawing/2014/main" id="{FCFF254D-DE7D-4DC1-A11E-2D85CCD9BCC4}"/>
              </a:ext>
            </a:extLst>
          </p:cNvPr>
          <p:cNvSpPr>
            <a:spLocks xmlns:a="http://schemas.openxmlformats.org/drawingml/2006/main" noGrp="1"/>
          </p:cNvSpPr>
          <p:nvPr/>
        </p:nvSpPr>
        <p:spPr>
          <a:xfrm xmlns:a="http://schemas.openxmlformats.org/drawingml/2006/main">
            <a:off x="847725" y="725805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65" name="dp41-comparison / n64">
            <a:extLst xmlns:a="http://schemas.openxmlformats.org/drawingml/2006/main">
              <a:ext uri="{FF2B5EF4-FFF2-40B4-BE49-F238E27FC236}">
                <a16:creationId xmlns:a16="http://schemas.microsoft.com/office/drawing/2014/main" id="{9F9F8317-E01B-4F7C-8C4E-818F81E2F69A}"/>
              </a:ext>
            </a:extLst>
          </p:cNvPr>
          <p:cNvSpPr>
            <a:spLocks xmlns:a="http://schemas.openxmlformats.org/drawingml/2006/main" noGrp="1"/>
          </p:cNvSpPr>
          <p:nvPr/>
        </p:nvSpPr>
        <p:spPr>
          <a:xfrm xmlns:a="http://schemas.openxmlformats.org/drawingml/2006/main">
            <a:off x="333375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6" name="dp41-comparison / n65 / text 1">
            <a:extLst xmlns:a="http://schemas.openxmlformats.org/drawingml/2006/main">
              <a:ext uri="{FF2B5EF4-FFF2-40B4-BE49-F238E27FC236}">
                <a16:creationId xmlns:a16="http://schemas.microsoft.com/office/drawing/2014/main" id="{719AD54A-F128-4491-BD42-1D4110135E7B}"/>
              </a:ext>
            </a:extLst>
          </p:cNvPr>
          <p:cNvSpPr>
            <a:spLocks xmlns:a="http://schemas.openxmlformats.org/drawingml/2006/main" noGrp="1"/>
          </p:cNvSpPr>
          <p:nvPr/>
        </p:nvSpPr>
        <p:spPr>
          <a:xfrm xmlns:a="http://schemas.openxmlformats.org/drawingml/2006/main">
            <a:off x="341947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7" name="dp41-comparison / n66">
            <a:extLst xmlns:a="http://schemas.openxmlformats.org/drawingml/2006/main">
              <a:ext uri="{FF2B5EF4-FFF2-40B4-BE49-F238E27FC236}">
                <a16:creationId xmlns:a16="http://schemas.microsoft.com/office/drawing/2014/main" id="{C6A99869-5B83-462D-B0DB-7007587D6300}"/>
              </a:ext>
            </a:extLst>
          </p:cNvPr>
          <p:cNvSpPr>
            <a:spLocks xmlns:a="http://schemas.openxmlformats.org/drawingml/2006/main" noGrp="1"/>
          </p:cNvSpPr>
          <p:nvPr/>
        </p:nvSpPr>
        <p:spPr>
          <a:xfrm xmlns:a="http://schemas.openxmlformats.org/drawingml/2006/main">
            <a:off x="604837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8" name="dp41-comparison / n67 / text 1">
            <a:extLst xmlns:a="http://schemas.openxmlformats.org/drawingml/2006/main">
              <a:ext uri="{FF2B5EF4-FFF2-40B4-BE49-F238E27FC236}">
                <a16:creationId xmlns:a16="http://schemas.microsoft.com/office/drawing/2014/main" id="{EB041BC7-20E3-4CA9-8658-D2DC344B6910}"/>
              </a:ext>
            </a:extLst>
          </p:cNvPr>
          <p:cNvSpPr>
            <a:spLocks xmlns:a="http://schemas.openxmlformats.org/drawingml/2006/main" noGrp="1"/>
          </p:cNvSpPr>
          <p:nvPr/>
        </p:nvSpPr>
        <p:spPr>
          <a:xfrm xmlns:a="http://schemas.openxmlformats.org/drawingml/2006/main">
            <a:off x="613410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69" name="dp41-comparison / n68 / path">
            <a:extLst xmlns:a="http://schemas.openxmlformats.org/drawingml/2006/main">
              <a:ext uri="{FF2B5EF4-FFF2-40B4-BE49-F238E27FC236}">
                <a16:creationId xmlns:a16="http://schemas.microsoft.com/office/drawing/2014/main" id="{18E4DD8A-B9CF-44D0-B3ED-C81545378C37}"/>
              </a:ext>
            </a:extLst>
          </p:cNvPr>
          <p:cNvSpPr>
            <a:spLocks xmlns:a="http://schemas.openxmlformats.org/drawingml/2006/main" noGrp="1"/>
          </p:cNvSpPr>
          <p:nvPr/>
        </p:nvSpPr>
        <p:spPr>
          <a:xfrm xmlns:a="http://schemas.openxmlformats.org/drawingml/2006/main">
            <a:off x="300037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70" name="dp41-comparison / n68 / arrow">
            <a:extLst xmlns:a="http://schemas.openxmlformats.org/drawingml/2006/main">
              <a:ext uri="{FF2B5EF4-FFF2-40B4-BE49-F238E27FC236}">
                <a16:creationId xmlns:a16="http://schemas.microsoft.com/office/drawing/2014/main" id="{22BB8455-B215-4113-8986-96A536EDBC74}"/>
              </a:ext>
            </a:extLst>
          </p:cNvPr>
          <p:cNvSpPr>
            <a:spLocks xmlns:a="http://schemas.openxmlformats.org/drawingml/2006/main" noGrp="1"/>
          </p:cNvSpPr>
          <p:nvPr/>
        </p:nvSpPr>
        <p:spPr>
          <a:xfrm xmlns:a="http://schemas.openxmlformats.org/drawingml/2006/main">
            <a:off x="326669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1" name="dp41-comparison / n69 / path">
            <a:extLst xmlns:a="http://schemas.openxmlformats.org/drawingml/2006/main">
              <a:ext uri="{FF2B5EF4-FFF2-40B4-BE49-F238E27FC236}">
                <a16:creationId xmlns:a16="http://schemas.microsoft.com/office/drawing/2014/main" id="{E9ED30FE-BAEA-470B-8B48-08AD7C34BC5F}"/>
              </a:ext>
            </a:extLst>
          </p:cNvPr>
          <p:cNvSpPr>
            <a:spLocks xmlns:a="http://schemas.openxmlformats.org/drawingml/2006/main" noGrp="1"/>
          </p:cNvSpPr>
          <p:nvPr/>
        </p:nvSpPr>
        <p:spPr>
          <a:xfrm xmlns:a="http://schemas.openxmlformats.org/drawingml/2006/main">
            <a:off x="561975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72" name="dp41-comparison / n69 / arrow">
            <a:extLst xmlns:a="http://schemas.openxmlformats.org/drawingml/2006/main">
              <a:ext uri="{FF2B5EF4-FFF2-40B4-BE49-F238E27FC236}">
                <a16:creationId xmlns:a16="http://schemas.microsoft.com/office/drawing/2014/main" id="{964A48F9-F644-40DC-84A3-B9B92A363FE1}"/>
              </a:ext>
            </a:extLst>
          </p:cNvPr>
          <p:cNvSpPr>
            <a:spLocks xmlns:a="http://schemas.openxmlformats.org/drawingml/2006/main" noGrp="1"/>
          </p:cNvSpPr>
          <p:nvPr/>
        </p:nvSpPr>
        <p:spPr>
          <a:xfrm xmlns:a="http://schemas.openxmlformats.org/drawingml/2006/main">
            <a:off x="598131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3" name="dp41-comparison / n70">
            <a:extLst xmlns:a="http://schemas.openxmlformats.org/drawingml/2006/main">
              <a:ext uri="{FF2B5EF4-FFF2-40B4-BE49-F238E27FC236}">
                <a16:creationId xmlns:a16="http://schemas.microsoft.com/office/drawing/2014/main" id="{2640B75A-850F-4BE1-890B-4098D8238771}"/>
              </a:ext>
            </a:extLst>
          </p:cNvPr>
          <p:cNvSpPr>
            <a:spLocks xmlns:a="http://schemas.openxmlformats.org/drawingml/2006/main" noGrp="1"/>
          </p:cNvSpPr>
          <p:nvPr/>
        </p:nvSpPr>
        <p:spPr>
          <a:xfrm xmlns:a="http://schemas.openxmlformats.org/drawingml/2006/main">
            <a:off x="1476375" y="3257550"/>
            <a:ext cx="7953375" cy="2571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4" name="dp41-comparison / n71 / text 1">
            <a:extLst xmlns:a="http://schemas.openxmlformats.org/drawingml/2006/main">
              <a:ext uri="{FF2B5EF4-FFF2-40B4-BE49-F238E27FC236}">
                <a16:creationId xmlns:a16="http://schemas.microsoft.com/office/drawing/2014/main" id="{F34E8306-7D42-40A7-BB4A-8F3275692F92}"/>
              </a:ext>
            </a:extLst>
          </p:cNvPr>
          <p:cNvSpPr>
            <a:spLocks xmlns:a="http://schemas.openxmlformats.org/drawingml/2006/main" noGrp="1"/>
          </p:cNvSpPr>
          <p:nvPr/>
        </p:nvSpPr>
        <p:spPr>
          <a:xfrm xmlns:a="http://schemas.openxmlformats.org/drawingml/2006/main">
            <a:off x="160020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75" name="dp41-comparison / n74 / path">
            <a:extLst xmlns:a="http://schemas.openxmlformats.org/drawingml/2006/main">
              <a:ext uri="{FF2B5EF4-FFF2-40B4-BE49-F238E27FC236}">
                <a16:creationId xmlns:a16="http://schemas.microsoft.com/office/drawing/2014/main" id="{B815EF6E-1288-42C8-973E-94CF133D8127}"/>
              </a:ext>
            </a:extLst>
          </p:cNvPr>
          <p:cNvSpPr>
            <a:spLocks xmlns:a="http://schemas.openxmlformats.org/drawingml/2006/main" noGrp="1"/>
          </p:cNvSpPr>
          <p:nvPr/>
        </p:nvSpPr>
        <p:spPr>
          <a:xfrm xmlns:a="http://schemas.openxmlformats.org/drawingml/2006/main">
            <a:off x="723900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76" name="dp41-comparison / n74 / arrow">
            <a:extLst xmlns:a="http://schemas.openxmlformats.org/drawingml/2006/main">
              <a:ext uri="{FF2B5EF4-FFF2-40B4-BE49-F238E27FC236}">
                <a16:creationId xmlns:a16="http://schemas.microsoft.com/office/drawing/2014/main" id="{3871CBE4-25EF-425C-B1FA-F5F6E891DCFF}"/>
              </a:ext>
            </a:extLst>
          </p:cNvPr>
          <p:cNvSpPr>
            <a:spLocks xmlns:a="http://schemas.openxmlformats.org/drawingml/2006/main" noGrp="1"/>
          </p:cNvSpPr>
          <p:nvPr/>
        </p:nvSpPr>
        <p:spPr>
          <a:xfrm xmlns:a="http://schemas.openxmlformats.org/drawingml/2006/main">
            <a:off x="722928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7" name="dp41-comparison / n77">
            <a:extLst xmlns:a="http://schemas.openxmlformats.org/drawingml/2006/main">
              <a:ext uri="{FF2B5EF4-FFF2-40B4-BE49-F238E27FC236}">
                <a16:creationId xmlns:a16="http://schemas.microsoft.com/office/drawing/2014/main" id="{A5362E75-4047-4990-8BCF-9213CCA44A04}"/>
              </a:ext>
            </a:extLst>
          </p:cNvPr>
          <p:cNvSpPr>
            <a:spLocks xmlns:a="http://schemas.openxmlformats.org/drawingml/2006/main" noGrp="1"/>
          </p:cNvSpPr>
          <p:nvPr/>
        </p:nvSpPr>
        <p:spPr>
          <a:xfrm xmlns:a="http://schemas.openxmlformats.org/drawingml/2006/main">
            <a:off x="166687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1-comparison / n78 / text 1">
            <a:extLst xmlns:a="http://schemas.openxmlformats.org/drawingml/2006/main">
              <a:ext uri="{FF2B5EF4-FFF2-40B4-BE49-F238E27FC236}">
                <a16:creationId xmlns:a16="http://schemas.microsoft.com/office/drawing/2014/main" id="{30E61F88-951A-4D70-98DF-CFE80C5E274F}"/>
              </a:ext>
            </a:extLst>
          </p:cNvPr>
          <p:cNvSpPr>
            <a:spLocks xmlns:a="http://schemas.openxmlformats.org/drawingml/2006/main" noGrp="1"/>
          </p:cNvSpPr>
          <p:nvPr/>
        </p:nvSpPr>
        <p:spPr>
          <a:xfrm xmlns:a="http://schemas.openxmlformats.org/drawingml/2006/main">
            <a:off x="175260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79" name="dp41-comparison / n81">
            <a:extLst xmlns:a="http://schemas.openxmlformats.org/drawingml/2006/main">
              <a:ext uri="{FF2B5EF4-FFF2-40B4-BE49-F238E27FC236}">
                <a16:creationId xmlns:a16="http://schemas.microsoft.com/office/drawing/2014/main" id="{BE86D03F-5BC9-4F35-BA17-C3D144AE254B}"/>
              </a:ext>
            </a:extLst>
          </p:cNvPr>
          <p:cNvSpPr>
            <a:spLocks xmlns:a="http://schemas.openxmlformats.org/drawingml/2006/main" noGrp="1"/>
          </p:cNvSpPr>
          <p:nvPr/>
        </p:nvSpPr>
        <p:spPr>
          <a:xfrm xmlns:a="http://schemas.openxmlformats.org/drawingml/2006/main">
            <a:off x="166687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80" name="dp41-comparison / n82 / text 1">
            <a:extLst xmlns:a="http://schemas.openxmlformats.org/drawingml/2006/main">
              <a:ext uri="{FF2B5EF4-FFF2-40B4-BE49-F238E27FC236}">
                <a16:creationId xmlns:a16="http://schemas.microsoft.com/office/drawing/2014/main" id="{CC00C96A-5605-4EF3-9197-83CA90AF1C74}"/>
              </a:ext>
            </a:extLst>
          </p:cNvPr>
          <p:cNvSpPr>
            <a:spLocks xmlns:a="http://schemas.openxmlformats.org/drawingml/2006/main" noGrp="1"/>
          </p:cNvSpPr>
          <p:nvPr/>
        </p:nvSpPr>
        <p:spPr>
          <a:xfrm xmlns:a="http://schemas.openxmlformats.org/drawingml/2006/main">
            <a:off x="175260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모델 주도 해석 제어기</a:t>
            </a:r>
          </a:p>
        </p:txBody>
      </p:sp>
      <p:sp>
        <p:nvSpPr>
          <p:cNvPr id="81" name="dp41-comparison / n83">
            <a:extLst xmlns:a="http://schemas.openxmlformats.org/drawingml/2006/main">
              <a:ext uri="{FF2B5EF4-FFF2-40B4-BE49-F238E27FC236}">
                <a16:creationId xmlns:a16="http://schemas.microsoft.com/office/drawing/2014/main" id="{2BD6AD57-FECB-4DF3-A683-CE356407519B}"/>
              </a:ext>
            </a:extLst>
          </p:cNvPr>
          <p:cNvSpPr>
            <a:spLocks xmlns:a="http://schemas.openxmlformats.org/drawingml/2006/main" noGrp="1"/>
          </p:cNvSpPr>
          <p:nvPr/>
        </p:nvSpPr>
        <p:spPr>
          <a:xfrm xmlns:a="http://schemas.openxmlformats.org/drawingml/2006/main">
            <a:off x="762000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82" name="dp41-comparison / n84 / text 1">
            <a:extLst xmlns:a="http://schemas.openxmlformats.org/drawingml/2006/main">
              <a:ext uri="{FF2B5EF4-FFF2-40B4-BE49-F238E27FC236}">
                <a16:creationId xmlns:a16="http://schemas.microsoft.com/office/drawing/2014/main" id="{84B757A3-4E3A-4171-ABAD-AB76439403B2}"/>
              </a:ext>
            </a:extLst>
          </p:cNvPr>
          <p:cNvSpPr>
            <a:spLocks xmlns:a="http://schemas.openxmlformats.org/drawingml/2006/main" noGrp="1"/>
          </p:cNvSpPr>
          <p:nvPr/>
        </p:nvSpPr>
        <p:spPr>
          <a:xfrm xmlns:a="http://schemas.openxmlformats.org/drawingml/2006/main">
            <a:off x="770572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83" name="dp41-comparison / n85">
            <a:extLst xmlns:a="http://schemas.openxmlformats.org/drawingml/2006/main">
              <a:ext uri="{FF2B5EF4-FFF2-40B4-BE49-F238E27FC236}">
                <a16:creationId xmlns:a16="http://schemas.microsoft.com/office/drawing/2014/main" id="{AF1A0FB7-97B7-46F1-A57F-0F1ACF00505C}"/>
              </a:ext>
            </a:extLst>
          </p:cNvPr>
          <p:cNvSpPr>
            <a:spLocks xmlns:a="http://schemas.openxmlformats.org/drawingml/2006/main" noGrp="1"/>
          </p:cNvSpPr>
          <p:nvPr/>
        </p:nvSpPr>
        <p:spPr>
          <a:xfrm xmlns:a="http://schemas.openxmlformats.org/drawingml/2006/main">
            <a:off x="7334250" y="5429250"/>
            <a:ext cx="190500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84" name="dp41-comparison / n86 / text 1">
            <a:extLst xmlns:a="http://schemas.openxmlformats.org/drawingml/2006/main">
              <a:ext uri="{FF2B5EF4-FFF2-40B4-BE49-F238E27FC236}">
                <a16:creationId xmlns:a16="http://schemas.microsoft.com/office/drawing/2014/main" id="{DA2D3C15-0092-410A-855D-E6531FCCA9A9}"/>
              </a:ext>
            </a:extLst>
          </p:cNvPr>
          <p:cNvSpPr>
            <a:spLocks xmlns:a="http://schemas.openxmlformats.org/drawingml/2006/main" noGrp="1"/>
          </p:cNvSpPr>
          <p:nvPr/>
        </p:nvSpPr>
        <p:spPr>
          <a:xfrm xmlns:a="http://schemas.openxmlformats.org/drawingml/2006/main">
            <a:off x="7419975" y="5476399"/>
            <a:ext cx="17335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85" name="dp41-comparison / n87 / path">
            <a:extLst xmlns:a="http://schemas.openxmlformats.org/drawingml/2006/main">
              <a:ext uri="{FF2B5EF4-FFF2-40B4-BE49-F238E27FC236}">
                <a16:creationId xmlns:a16="http://schemas.microsoft.com/office/drawing/2014/main" id="{073F6D02-0FEF-4139-874E-2F552C600BC4}"/>
              </a:ext>
            </a:extLst>
          </p:cNvPr>
          <p:cNvSpPr>
            <a:spLocks xmlns:a="http://schemas.openxmlformats.org/drawingml/2006/main" noGrp="1"/>
          </p:cNvSpPr>
          <p:nvPr/>
        </p:nvSpPr>
        <p:spPr>
          <a:xfrm xmlns:a="http://schemas.openxmlformats.org/drawingml/2006/main">
            <a:off x="4000500" y="3762375"/>
            <a:ext cx="3619500" cy="953"/>
          </a:xfrm>
          <a:custGeom xmlns:a="http://schemas.openxmlformats.org/drawingml/2006/main">
            <a:pathLst>
              <a:path w="3619500" h="953">
                <a:moveTo>
                  <a:pt x="0" y="0"/>
                </a:moveTo>
                <a:lnTo>
                  <a:pt x="3619500" y="0"/>
                </a:lnTo>
              </a:path>
            </a:pathLst>
          </a:custGeom>
          <a:noFill xmlns:a="http://schemas.openxmlformats.org/drawingml/2006/main"/>
          <a:ln xmlns:a="http://schemas.openxmlformats.org/drawingml/2006/main" w="10478">
            <a:solidFill>
              <a:srgbClr val="000000"/>
            </a:solidFill>
            <a:prstDash val="solid"/>
          </a:ln>
        </p:spPr>
      </p:sp>
      <p:sp>
        <p:nvSpPr>
          <p:cNvPr id="86" name="dp41-comparison / n87 / arrow">
            <a:extLst xmlns:a="http://schemas.openxmlformats.org/drawingml/2006/main">
              <a:ext uri="{FF2B5EF4-FFF2-40B4-BE49-F238E27FC236}">
                <a16:creationId xmlns:a16="http://schemas.microsoft.com/office/drawing/2014/main" id="{CF959AE8-367D-4613-A885-6E111430A567}"/>
              </a:ext>
            </a:extLst>
          </p:cNvPr>
          <p:cNvSpPr>
            <a:spLocks xmlns:a="http://schemas.openxmlformats.org/drawingml/2006/main" noGrp="1"/>
          </p:cNvSpPr>
          <p:nvPr/>
        </p:nvSpPr>
        <p:spPr>
          <a:xfrm xmlns:a="http://schemas.openxmlformats.org/drawingml/2006/main">
            <a:off x="755294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1-comparison / n90 / path">
            <a:extLst xmlns:a="http://schemas.openxmlformats.org/drawingml/2006/main">
              <a:ext uri="{FF2B5EF4-FFF2-40B4-BE49-F238E27FC236}">
                <a16:creationId xmlns:a16="http://schemas.microsoft.com/office/drawing/2014/main" id="{96C387F5-3710-4225-AECB-9595DE621324}"/>
              </a:ext>
            </a:extLst>
          </p:cNvPr>
          <p:cNvSpPr>
            <a:spLocks xmlns:a="http://schemas.openxmlformats.org/drawingml/2006/main" noGrp="1"/>
          </p:cNvSpPr>
          <p:nvPr/>
        </p:nvSpPr>
        <p:spPr>
          <a:xfrm xmlns:a="http://schemas.openxmlformats.org/drawingml/2006/main">
            <a:off x="2833688" y="4010025"/>
            <a:ext cx="5595938" cy="66675"/>
          </a:xfrm>
          <a:custGeom xmlns:a="http://schemas.openxmlformats.org/drawingml/2006/main">
            <a:pathLst>
              <a:path w="5595938" h="66675">
                <a:moveTo>
                  <a:pt x="5595938" y="0"/>
                </a:moveTo>
                <a:lnTo>
                  <a:pt x="5595938" y="66675"/>
                </a:lnTo>
                <a:lnTo>
                  <a:pt x="0" y="66675"/>
                </a:lnTo>
                <a:lnTo>
                  <a:pt x="0" y="0"/>
                </a:lnTo>
              </a:path>
            </a:pathLst>
          </a:custGeom>
          <a:noFill xmlns:a="http://schemas.openxmlformats.org/drawingml/2006/main"/>
          <a:ln xmlns:a="http://schemas.openxmlformats.org/drawingml/2006/main" w="10478">
            <a:solidFill>
              <a:srgbClr val="000000"/>
            </a:solidFill>
            <a:prstDash val="dash"/>
          </a:ln>
        </p:spPr>
      </p:sp>
      <p:sp>
        <p:nvSpPr>
          <p:cNvPr id="88" name="dp41-comparison / n90 / arrow">
            <a:extLst xmlns:a="http://schemas.openxmlformats.org/drawingml/2006/main">
              <a:ext uri="{FF2B5EF4-FFF2-40B4-BE49-F238E27FC236}">
                <a16:creationId xmlns:a16="http://schemas.microsoft.com/office/drawing/2014/main" id="{6F681451-79C2-4000-8092-97CDB19C564F}"/>
              </a:ext>
            </a:extLst>
          </p:cNvPr>
          <p:cNvSpPr>
            <a:spLocks xmlns:a="http://schemas.openxmlformats.org/drawingml/2006/main" noGrp="1"/>
          </p:cNvSpPr>
          <p:nvPr/>
        </p:nvSpPr>
        <p:spPr>
          <a:xfrm xmlns:a="http://schemas.openxmlformats.org/drawingml/2006/main">
            <a:off x="2800160" y="4010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9" name="dp41-comparison / n95 / path">
            <a:extLst xmlns:a="http://schemas.openxmlformats.org/drawingml/2006/main">
              <a:ext uri="{FF2B5EF4-FFF2-40B4-BE49-F238E27FC236}">
                <a16:creationId xmlns:a16="http://schemas.microsoft.com/office/drawing/2014/main" id="{646BFCBC-851B-4D4C-8404-9D887C573A0B}"/>
              </a:ext>
            </a:extLst>
          </p:cNvPr>
          <p:cNvSpPr>
            <a:spLocks xmlns:a="http://schemas.openxmlformats.org/drawingml/2006/main" noGrp="1"/>
          </p:cNvSpPr>
          <p:nvPr/>
        </p:nvSpPr>
        <p:spPr>
          <a:xfrm xmlns:a="http://schemas.openxmlformats.org/drawingml/2006/main">
            <a:off x="1571625" y="3838575"/>
            <a:ext cx="5762625" cy="1952625"/>
          </a:xfrm>
          <a:custGeom xmlns:a="http://schemas.openxmlformats.org/drawingml/2006/main">
            <a:pathLst>
              <a:path w="5762625" h="1952625">
                <a:moveTo>
                  <a:pt x="95250" y="0"/>
                </a:moveTo>
                <a:lnTo>
                  <a:pt x="0" y="0"/>
                </a:lnTo>
                <a:lnTo>
                  <a:pt x="0" y="1952625"/>
                </a:lnTo>
                <a:lnTo>
                  <a:pt x="5667375" y="1952625"/>
                </a:lnTo>
                <a:lnTo>
                  <a:pt x="5667375" y="1743075"/>
                </a:lnTo>
                <a:lnTo>
                  <a:pt x="5762625" y="1743075"/>
                </a:lnTo>
              </a:path>
            </a:pathLst>
          </a:custGeom>
          <a:noFill xmlns:a="http://schemas.openxmlformats.org/drawingml/2006/main"/>
          <a:ln xmlns:a="http://schemas.openxmlformats.org/drawingml/2006/main" w="10478">
            <a:solidFill>
              <a:srgbClr val="000000"/>
            </a:solidFill>
            <a:prstDash val="solid"/>
          </a:ln>
        </p:spPr>
      </p:sp>
      <p:sp>
        <p:nvSpPr>
          <p:cNvPr id="90" name="dp41-comparison / n95 / arrow">
            <a:extLst xmlns:a="http://schemas.openxmlformats.org/drawingml/2006/main">
              <a:ext uri="{FF2B5EF4-FFF2-40B4-BE49-F238E27FC236}">
                <a16:creationId xmlns:a16="http://schemas.microsoft.com/office/drawing/2014/main" id="{4C7B1FB5-705A-4E3C-827C-DDE086E93082}"/>
              </a:ext>
            </a:extLst>
          </p:cNvPr>
          <p:cNvSpPr>
            <a:spLocks xmlns:a="http://schemas.openxmlformats.org/drawingml/2006/main" noGrp="1"/>
          </p:cNvSpPr>
          <p:nvPr/>
        </p:nvSpPr>
        <p:spPr>
          <a:xfrm xmlns:a="http://schemas.openxmlformats.org/drawingml/2006/main">
            <a:off x="7267194" y="55481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1" name="dp41-comparison / n104">
            <a:extLst xmlns:a="http://schemas.openxmlformats.org/drawingml/2006/main">
              <a:ext uri="{FF2B5EF4-FFF2-40B4-BE49-F238E27FC236}">
                <a16:creationId xmlns:a16="http://schemas.microsoft.com/office/drawing/2014/main" id="{AC535086-4683-48C5-A737-56955D3A0B4E}"/>
              </a:ext>
            </a:extLst>
          </p:cNvPr>
          <p:cNvSpPr>
            <a:spLocks xmlns:a="http://schemas.openxmlformats.org/drawingml/2006/main" noGrp="1"/>
          </p:cNvSpPr>
          <p:nvPr/>
        </p:nvSpPr>
        <p:spPr>
          <a:xfrm xmlns:a="http://schemas.openxmlformats.org/drawingml/2006/main">
            <a:off x="4362450"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2" name="dp41-comparison / n105 / text 1">
            <a:extLst xmlns:a="http://schemas.openxmlformats.org/drawingml/2006/main">
              <a:ext uri="{FF2B5EF4-FFF2-40B4-BE49-F238E27FC236}">
                <a16:creationId xmlns:a16="http://schemas.microsoft.com/office/drawing/2014/main" id="{C0C6E747-A187-43FA-8EEF-0AD5B2B1AC90}"/>
              </a:ext>
            </a:extLst>
          </p:cNvPr>
          <p:cNvSpPr>
            <a:spLocks xmlns:a="http://schemas.openxmlformats.org/drawingml/2006/main" noGrp="1"/>
          </p:cNvSpPr>
          <p:nvPr/>
        </p:nvSpPr>
        <p:spPr>
          <a:xfrm xmlns:a="http://schemas.openxmlformats.org/drawingml/2006/main">
            <a:off x="4448175"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93" name="dp41-comparison / n106 / path">
            <a:extLst xmlns:a="http://schemas.openxmlformats.org/drawingml/2006/main">
              <a:ext uri="{FF2B5EF4-FFF2-40B4-BE49-F238E27FC236}">
                <a16:creationId xmlns:a16="http://schemas.microsoft.com/office/drawing/2014/main" id="{34710075-7AC8-467E-B104-1811F4E18658}"/>
              </a:ext>
            </a:extLst>
          </p:cNvPr>
          <p:cNvSpPr>
            <a:spLocks xmlns:a="http://schemas.openxmlformats.org/drawingml/2006/main" noGrp="1"/>
          </p:cNvSpPr>
          <p:nvPr/>
        </p:nvSpPr>
        <p:spPr>
          <a:xfrm xmlns:a="http://schemas.openxmlformats.org/drawingml/2006/main">
            <a:off x="5457825" y="3771900"/>
            <a:ext cx="4010025" cy="2247900"/>
          </a:xfrm>
          <a:custGeom xmlns:a="http://schemas.openxmlformats.org/drawingml/2006/main">
            <a:pathLst>
              <a:path w="4010025" h="2247900">
                <a:moveTo>
                  <a:pt x="3781425" y="0"/>
                </a:moveTo>
                <a:lnTo>
                  <a:pt x="4010025" y="0"/>
                </a:lnTo>
                <a:lnTo>
                  <a:pt x="4010025" y="2105025"/>
                </a:lnTo>
                <a:lnTo>
                  <a:pt x="0" y="2105025"/>
                </a:lnTo>
                <a:lnTo>
                  <a:pt x="0" y="2247900"/>
                </a:lnTo>
              </a:path>
            </a:pathLst>
          </a:custGeom>
          <a:noFill xmlns:a="http://schemas.openxmlformats.org/drawingml/2006/main"/>
          <a:ln xmlns:a="http://schemas.openxmlformats.org/drawingml/2006/main" w="10478">
            <a:solidFill>
              <a:srgbClr val="000000"/>
            </a:solidFill>
            <a:prstDash val="solid"/>
          </a:ln>
        </p:spPr>
      </p:sp>
      <p:sp>
        <p:nvSpPr>
          <p:cNvPr id="94" name="dp41-comparison / n106 / arrow">
            <a:extLst xmlns:a="http://schemas.openxmlformats.org/drawingml/2006/main">
              <a:ext uri="{FF2B5EF4-FFF2-40B4-BE49-F238E27FC236}">
                <a16:creationId xmlns:a16="http://schemas.microsoft.com/office/drawing/2014/main" id="{41EEDD8D-360A-4EEF-830A-73EEA3224318}"/>
              </a:ext>
            </a:extLst>
          </p:cNvPr>
          <p:cNvSpPr>
            <a:spLocks xmlns:a="http://schemas.openxmlformats.org/drawingml/2006/main" noGrp="1"/>
          </p:cNvSpPr>
          <p:nvPr/>
        </p:nvSpPr>
        <p:spPr>
          <a:xfrm xmlns:a="http://schemas.openxmlformats.org/drawingml/2006/main">
            <a:off x="5424297"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5" name="dp41-comparison / n107 / path">
            <a:extLst xmlns:a="http://schemas.openxmlformats.org/drawingml/2006/main">
              <a:ext uri="{FF2B5EF4-FFF2-40B4-BE49-F238E27FC236}">
                <a16:creationId xmlns:a16="http://schemas.microsoft.com/office/drawing/2014/main" id="{AC3332A4-95D8-41E4-BACD-29CF37C65551}"/>
              </a:ext>
            </a:extLst>
          </p:cNvPr>
          <p:cNvSpPr>
            <a:spLocks xmlns:a="http://schemas.openxmlformats.org/drawingml/2006/main" noGrp="1"/>
          </p:cNvSpPr>
          <p:nvPr/>
        </p:nvSpPr>
        <p:spPr>
          <a:xfrm xmlns:a="http://schemas.openxmlformats.org/drawingml/2006/main">
            <a:off x="5543550" y="3914775"/>
            <a:ext cx="3848100" cy="2105025"/>
          </a:xfrm>
          <a:custGeom xmlns:a="http://schemas.openxmlformats.org/drawingml/2006/main">
            <a:pathLst>
              <a:path w="3848100" h="2105025">
                <a:moveTo>
                  <a:pt x="0" y="2105025"/>
                </a:moveTo>
                <a:lnTo>
                  <a:pt x="0" y="2000250"/>
                </a:lnTo>
                <a:lnTo>
                  <a:pt x="3848100" y="20002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96" name="dp41-comparison / n107 / arrow">
            <a:extLst xmlns:a="http://schemas.openxmlformats.org/drawingml/2006/main">
              <a:ext uri="{FF2B5EF4-FFF2-40B4-BE49-F238E27FC236}">
                <a16:creationId xmlns:a16="http://schemas.microsoft.com/office/drawing/2014/main" id="{12858CFA-CFF7-44A5-A97F-CFB4EAFEB85E}"/>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7" name="dp41-comparison / n108">
            <a:extLst xmlns:a="http://schemas.openxmlformats.org/drawingml/2006/main">
              <a:ext uri="{FF2B5EF4-FFF2-40B4-BE49-F238E27FC236}">
                <a16:creationId xmlns:a16="http://schemas.microsoft.com/office/drawing/2014/main" id="{C4F6D2AD-7C87-4E32-A5F5-B45F12074C6E}"/>
              </a:ext>
            </a:extLst>
          </p:cNvPr>
          <p:cNvSpPr>
            <a:spLocks xmlns:a="http://schemas.openxmlformats.org/drawingml/2006/main" noGrp="1"/>
          </p:cNvSpPr>
          <p:nvPr/>
        </p:nvSpPr>
        <p:spPr>
          <a:xfrm xmlns:a="http://schemas.openxmlformats.org/drawingml/2006/main">
            <a:off x="7096125"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8" name="dp41-comparison / n109 / text 1">
            <a:extLst xmlns:a="http://schemas.openxmlformats.org/drawingml/2006/main">
              <a:ext uri="{FF2B5EF4-FFF2-40B4-BE49-F238E27FC236}">
                <a16:creationId xmlns:a16="http://schemas.microsoft.com/office/drawing/2014/main" id="{6952527C-92FB-4F4F-937F-E45AFCBCEA82}"/>
              </a:ext>
            </a:extLst>
          </p:cNvPr>
          <p:cNvSpPr>
            <a:spLocks xmlns:a="http://schemas.openxmlformats.org/drawingml/2006/main" noGrp="1"/>
          </p:cNvSpPr>
          <p:nvPr/>
        </p:nvSpPr>
        <p:spPr>
          <a:xfrm xmlns:a="http://schemas.openxmlformats.org/drawingml/2006/main">
            <a:off x="7181850"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99" name="dp41-comparison / n110 / path">
            <a:extLst xmlns:a="http://schemas.openxmlformats.org/drawingml/2006/main">
              <a:ext uri="{FF2B5EF4-FFF2-40B4-BE49-F238E27FC236}">
                <a16:creationId xmlns:a16="http://schemas.microsoft.com/office/drawing/2014/main" id="{E154A2A5-1E7A-41C1-AAE7-54D1A54ACA36}"/>
              </a:ext>
            </a:extLst>
          </p:cNvPr>
          <p:cNvSpPr>
            <a:spLocks xmlns:a="http://schemas.openxmlformats.org/drawingml/2006/main" noGrp="1"/>
          </p:cNvSpPr>
          <p:nvPr/>
        </p:nvSpPr>
        <p:spPr>
          <a:xfrm xmlns:a="http://schemas.openxmlformats.org/drawingml/2006/main">
            <a:off x="8191500" y="3771900"/>
            <a:ext cx="1276350" cy="2247900"/>
          </a:xfrm>
          <a:custGeom xmlns:a="http://schemas.openxmlformats.org/drawingml/2006/main">
            <a:pathLst>
              <a:path w="1276350" h="2247900">
                <a:moveTo>
                  <a:pt x="1047750" y="0"/>
                </a:moveTo>
                <a:lnTo>
                  <a:pt x="1276350" y="0"/>
                </a:lnTo>
                <a:lnTo>
                  <a:pt x="1276350" y="2152650"/>
                </a:lnTo>
                <a:lnTo>
                  <a:pt x="0" y="2152650"/>
                </a:lnTo>
                <a:lnTo>
                  <a:pt x="0" y="2247900"/>
                </a:lnTo>
              </a:path>
            </a:pathLst>
          </a:custGeom>
          <a:noFill xmlns:a="http://schemas.openxmlformats.org/drawingml/2006/main"/>
          <a:ln xmlns:a="http://schemas.openxmlformats.org/drawingml/2006/main" w="10478">
            <a:solidFill>
              <a:srgbClr val="000000"/>
            </a:solidFill>
            <a:prstDash val="solid"/>
          </a:ln>
        </p:spPr>
      </p:sp>
      <p:sp>
        <p:nvSpPr>
          <p:cNvPr id="100" name="dp41-comparison / n110 / arrow">
            <a:extLst xmlns:a="http://schemas.openxmlformats.org/drawingml/2006/main">
              <a:ext uri="{FF2B5EF4-FFF2-40B4-BE49-F238E27FC236}">
                <a16:creationId xmlns:a16="http://schemas.microsoft.com/office/drawing/2014/main" id="{E2B86888-410A-4478-B968-35463C93A7C2}"/>
              </a:ext>
            </a:extLst>
          </p:cNvPr>
          <p:cNvSpPr>
            <a:spLocks xmlns:a="http://schemas.openxmlformats.org/drawingml/2006/main" noGrp="1"/>
          </p:cNvSpPr>
          <p:nvPr/>
        </p:nvSpPr>
        <p:spPr>
          <a:xfrm xmlns:a="http://schemas.openxmlformats.org/drawingml/2006/main">
            <a:off x="8157972"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1" name="dp41-comparison / n111 / path">
            <a:extLst xmlns:a="http://schemas.openxmlformats.org/drawingml/2006/main">
              <a:ext uri="{FF2B5EF4-FFF2-40B4-BE49-F238E27FC236}">
                <a16:creationId xmlns:a16="http://schemas.microsoft.com/office/drawing/2014/main" id="{2B9FAAEE-4A2A-4503-944C-6A2D949F6F5F}"/>
              </a:ext>
            </a:extLst>
          </p:cNvPr>
          <p:cNvSpPr>
            <a:spLocks xmlns:a="http://schemas.openxmlformats.org/drawingml/2006/main" noGrp="1"/>
          </p:cNvSpPr>
          <p:nvPr/>
        </p:nvSpPr>
        <p:spPr>
          <a:xfrm xmlns:a="http://schemas.openxmlformats.org/drawingml/2006/main">
            <a:off x="8277225" y="3914775"/>
            <a:ext cx="1114425" cy="2105025"/>
          </a:xfrm>
          <a:custGeom xmlns:a="http://schemas.openxmlformats.org/drawingml/2006/main">
            <a:pathLst>
              <a:path w="1114425" h="2105025">
                <a:moveTo>
                  <a:pt x="0" y="2105025"/>
                </a:moveTo>
                <a:lnTo>
                  <a:pt x="0" y="2047875"/>
                </a:lnTo>
                <a:lnTo>
                  <a:pt x="1114425" y="20478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102" name="dp41-comparison / n111 / arrow">
            <a:extLst xmlns:a="http://schemas.openxmlformats.org/drawingml/2006/main">
              <a:ext uri="{FF2B5EF4-FFF2-40B4-BE49-F238E27FC236}">
                <a16:creationId xmlns:a16="http://schemas.microsoft.com/office/drawing/2014/main" id="{2D107DF3-ECC6-4DEF-893E-D0C20983F5B0}"/>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3" name="dp41-comparison / n114 / path">
            <a:extLst xmlns:a="http://schemas.openxmlformats.org/drawingml/2006/main">
              <a:ext uri="{FF2B5EF4-FFF2-40B4-BE49-F238E27FC236}">
                <a16:creationId xmlns:a16="http://schemas.microsoft.com/office/drawing/2014/main" id="{097F23E0-BD86-46FE-A5D9-ACC09B9660FE}"/>
              </a:ext>
            </a:extLst>
          </p:cNvPr>
          <p:cNvSpPr>
            <a:spLocks xmlns:a="http://schemas.openxmlformats.org/drawingml/2006/main" noGrp="1"/>
          </p:cNvSpPr>
          <p:nvPr/>
        </p:nvSpPr>
        <p:spPr>
          <a:xfrm xmlns:a="http://schemas.openxmlformats.org/drawingml/2006/main">
            <a:off x="152400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04" name="dp41-comparison / n114 / arrow">
            <a:extLst xmlns:a="http://schemas.openxmlformats.org/drawingml/2006/main">
              <a:ext uri="{FF2B5EF4-FFF2-40B4-BE49-F238E27FC236}">
                <a16:creationId xmlns:a16="http://schemas.microsoft.com/office/drawing/2014/main" id="{9CED5455-4B00-4119-994A-75D0E3C1E977}"/>
              </a:ext>
            </a:extLst>
          </p:cNvPr>
          <p:cNvSpPr>
            <a:spLocks xmlns:a="http://schemas.openxmlformats.org/drawingml/2006/main" noGrp="1"/>
          </p:cNvSpPr>
          <p:nvPr/>
        </p:nvSpPr>
        <p:spPr>
          <a:xfrm xmlns:a="http://schemas.openxmlformats.org/drawingml/2006/main">
            <a:off x="159981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5" name="dp41-comparison / n115 / path">
            <a:extLst xmlns:a="http://schemas.openxmlformats.org/drawingml/2006/main">
              <a:ext uri="{FF2B5EF4-FFF2-40B4-BE49-F238E27FC236}">
                <a16:creationId xmlns:a16="http://schemas.microsoft.com/office/drawing/2014/main" id="{C795FC44-269E-4040-B486-93FD6175BAD2}"/>
              </a:ext>
            </a:extLst>
          </p:cNvPr>
          <p:cNvSpPr>
            <a:spLocks xmlns:a="http://schemas.openxmlformats.org/drawingml/2006/main" noGrp="1"/>
          </p:cNvSpPr>
          <p:nvPr/>
        </p:nvSpPr>
        <p:spPr>
          <a:xfrm xmlns:a="http://schemas.openxmlformats.org/drawingml/2006/main">
            <a:off x="142875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106" name="dp41-comparison / n115 / arrow">
            <a:extLst xmlns:a="http://schemas.openxmlformats.org/drawingml/2006/main">
              <a:ext uri="{FF2B5EF4-FFF2-40B4-BE49-F238E27FC236}">
                <a16:creationId xmlns:a16="http://schemas.microsoft.com/office/drawing/2014/main" id="{8F7CE55A-1B9D-4295-9DE4-DF3D247990B5}"/>
              </a:ext>
            </a:extLst>
          </p:cNvPr>
          <p:cNvSpPr>
            <a:spLocks xmlns:a="http://schemas.openxmlformats.org/drawingml/2006/main" noGrp="1"/>
          </p:cNvSpPr>
          <p:nvPr/>
        </p:nvSpPr>
        <p:spPr>
          <a:xfrm xmlns:a="http://schemas.openxmlformats.org/drawingml/2006/main">
            <a:off x="159981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7" name="dp41-comparison / n116 / path">
            <a:extLst xmlns:a="http://schemas.openxmlformats.org/drawingml/2006/main">
              <a:ext uri="{FF2B5EF4-FFF2-40B4-BE49-F238E27FC236}">
                <a16:creationId xmlns:a16="http://schemas.microsoft.com/office/drawing/2014/main" id="{3532FFA9-7925-4DE3-A984-2BB3EC22BAEE}"/>
              </a:ext>
            </a:extLst>
          </p:cNvPr>
          <p:cNvSpPr>
            <a:spLocks xmlns:a="http://schemas.openxmlformats.org/drawingml/2006/main" noGrp="1"/>
          </p:cNvSpPr>
          <p:nvPr/>
        </p:nvSpPr>
        <p:spPr>
          <a:xfrm xmlns:a="http://schemas.openxmlformats.org/drawingml/2006/main">
            <a:off x="1476375" y="63436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108" name="dp41-comparison / n119">
            <a:extLst xmlns:a="http://schemas.openxmlformats.org/drawingml/2006/main">
              <a:ext uri="{FF2B5EF4-FFF2-40B4-BE49-F238E27FC236}">
                <a16:creationId xmlns:a16="http://schemas.microsoft.com/office/drawing/2014/main" id="{5AE71989-78F0-42B8-8C88-0C7A89ED0F10}"/>
              </a:ext>
            </a:extLst>
          </p:cNvPr>
          <p:cNvSpPr>
            <a:spLocks xmlns:a="http://schemas.openxmlformats.org/drawingml/2006/main" noGrp="1"/>
          </p:cNvSpPr>
          <p:nvPr/>
        </p:nvSpPr>
        <p:spPr>
          <a:xfrm xmlns:a="http://schemas.openxmlformats.org/drawingml/2006/main">
            <a:off x="1666875" y="66389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9" name="dp41-comparison / n120 / text 1">
            <a:extLst xmlns:a="http://schemas.openxmlformats.org/drawingml/2006/main">
              <a:ext uri="{FF2B5EF4-FFF2-40B4-BE49-F238E27FC236}">
                <a16:creationId xmlns:a16="http://schemas.microsoft.com/office/drawing/2014/main" id="{00D10E39-6868-4E8F-8BF3-67F9634B8C41}"/>
              </a:ext>
            </a:extLst>
          </p:cNvPr>
          <p:cNvSpPr>
            <a:spLocks xmlns:a="http://schemas.openxmlformats.org/drawingml/2006/main" noGrp="1"/>
          </p:cNvSpPr>
          <p:nvPr/>
        </p:nvSpPr>
        <p:spPr>
          <a:xfrm xmlns:a="http://schemas.openxmlformats.org/drawingml/2006/main">
            <a:off x="1752600" y="66794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다음 행동 판단</a:t>
            </a:r>
          </a:p>
        </p:txBody>
      </p:sp>
      <p:sp>
        <p:nvSpPr>
          <p:cNvPr id="110" name="dp41-comparison / n121">
            <a:extLst xmlns:a="http://schemas.openxmlformats.org/drawingml/2006/main">
              <a:ext uri="{FF2B5EF4-FFF2-40B4-BE49-F238E27FC236}">
                <a16:creationId xmlns:a16="http://schemas.microsoft.com/office/drawing/2014/main" id="{16E577E8-061F-4C00-A893-A47DA08AB79B}"/>
              </a:ext>
            </a:extLst>
          </p:cNvPr>
          <p:cNvSpPr>
            <a:spLocks xmlns:a="http://schemas.openxmlformats.org/drawingml/2006/main" noGrp="1"/>
          </p:cNvSpPr>
          <p:nvPr/>
        </p:nvSpPr>
        <p:spPr>
          <a:xfrm xmlns:a="http://schemas.openxmlformats.org/drawingml/2006/main">
            <a:off x="4048125" y="6572250"/>
            <a:ext cx="142875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111" name="dp41-comparison / n122 / text 1">
            <a:extLst xmlns:a="http://schemas.openxmlformats.org/drawingml/2006/main">
              <a:ext uri="{FF2B5EF4-FFF2-40B4-BE49-F238E27FC236}">
                <a16:creationId xmlns:a16="http://schemas.microsoft.com/office/drawing/2014/main" id="{75E16E91-3923-423D-B80F-5584A769BF8A}"/>
              </a:ext>
            </a:extLst>
          </p:cNvPr>
          <p:cNvSpPr>
            <a:spLocks xmlns:a="http://schemas.openxmlformats.org/drawingml/2006/main" noGrp="1"/>
          </p:cNvSpPr>
          <p:nvPr/>
        </p:nvSpPr>
        <p:spPr>
          <a:xfrm xmlns:a="http://schemas.openxmlformats.org/drawingml/2006/main">
            <a:off x="4133850" y="6679406"/>
            <a:ext cx="1257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행동?</a:t>
            </a:r>
          </a:p>
        </p:txBody>
      </p:sp>
      <p:sp>
        <p:nvSpPr>
          <p:cNvPr id="112" name="dp41-comparison / n123">
            <a:extLst xmlns:a="http://schemas.openxmlformats.org/drawingml/2006/main">
              <a:ext uri="{FF2B5EF4-FFF2-40B4-BE49-F238E27FC236}">
                <a16:creationId xmlns:a16="http://schemas.microsoft.com/office/drawing/2014/main" id="{225A00BC-9525-44A8-A09C-C2C22FA321F7}"/>
              </a:ext>
            </a:extLst>
          </p:cNvPr>
          <p:cNvSpPr>
            <a:spLocks xmlns:a="http://schemas.openxmlformats.org/drawingml/2006/main" noGrp="1"/>
          </p:cNvSpPr>
          <p:nvPr/>
        </p:nvSpPr>
        <p:spPr>
          <a:xfrm xmlns:a="http://schemas.openxmlformats.org/drawingml/2006/main">
            <a:off x="6429375" y="6638925"/>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3" name="dp41-comparison / n124 / text 1">
            <a:extLst xmlns:a="http://schemas.openxmlformats.org/drawingml/2006/main">
              <a:ext uri="{FF2B5EF4-FFF2-40B4-BE49-F238E27FC236}">
                <a16:creationId xmlns:a16="http://schemas.microsoft.com/office/drawing/2014/main" id="{45FD93CF-F795-4200-89D1-09427B827DBE}"/>
              </a:ext>
            </a:extLst>
          </p:cNvPr>
          <p:cNvSpPr>
            <a:spLocks xmlns:a="http://schemas.openxmlformats.org/drawingml/2006/main" noGrp="1"/>
          </p:cNvSpPr>
          <p:nvPr/>
        </p:nvSpPr>
        <p:spPr>
          <a:xfrm xmlns:a="http://schemas.openxmlformats.org/drawingml/2006/main">
            <a:off x="6515100" y="6679406"/>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지정한 자료 조회</a:t>
            </a:r>
          </a:p>
        </p:txBody>
      </p:sp>
      <p:sp>
        <p:nvSpPr>
          <p:cNvPr id="114" name="dp41-comparison / n125">
            <a:extLst xmlns:a="http://schemas.openxmlformats.org/drawingml/2006/main">
              <a:ext uri="{FF2B5EF4-FFF2-40B4-BE49-F238E27FC236}">
                <a16:creationId xmlns:a16="http://schemas.microsoft.com/office/drawing/2014/main" id="{44621FBA-CBEC-4150-A4E4-BDC5A3D0CB16}"/>
              </a:ext>
            </a:extLst>
          </p:cNvPr>
          <p:cNvSpPr>
            <a:spLocks xmlns:a="http://schemas.openxmlformats.org/drawingml/2006/main" noGrp="1"/>
          </p:cNvSpPr>
          <p:nvPr/>
        </p:nvSpPr>
        <p:spPr>
          <a:xfrm xmlns:a="http://schemas.openxmlformats.org/drawingml/2006/main">
            <a:off x="6953250" y="7229475"/>
            <a:ext cx="2238375"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5" name="dp41-comparison / n126 / text 1">
            <a:extLst xmlns:a="http://schemas.openxmlformats.org/drawingml/2006/main">
              <a:ext uri="{FF2B5EF4-FFF2-40B4-BE49-F238E27FC236}">
                <a16:creationId xmlns:a16="http://schemas.microsoft.com/office/drawing/2014/main" id="{3B503696-AED4-4DEC-B010-F06E8800D765}"/>
              </a:ext>
            </a:extLst>
          </p:cNvPr>
          <p:cNvSpPr>
            <a:spLocks xmlns:a="http://schemas.openxmlformats.org/drawingml/2006/main" noGrp="1"/>
          </p:cNvSpPr>
          <p:nvPr/>
        </p:nvSpPr>
        <p:spPr>
          <a:xfrm xmlns:a="http://schemas.openxmlformats.org/drawingml/2006/main">
            <a:off x="7038975" y="727471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의미 / 질문 제안</a:t>
            </a:r>
          </a:p>
        </p:txBody>
      </p:sp>
      <p:sp>
        <p:nvSpPr>
          <p:cNvPr id="116" name="dp41-comparison / n127 / path">
            <a:extLst xmlns:a="http://schemas.openxmlformats.org/drawingml/2006/main">
              <a:ext uri="{FF2B5EF4-FFF2-40B4-BE49-F238E27FC236}">
                <a16:creationId xmlns:a16="http://schemas.microsoft.com/office/drawing/2014/main" id="{8709CDF4-91EC-409D-9452-5A3CAEBBDD60}"/>
              </a:ext>
            </a:extLst>
          </p:cNvPr>
          <p:cNvSpPr>
            <a:spLocks xmlns:a="http://schemas.openxmlformats.org/drawingml/2006/main" noGrp="1"/>
          </p:cNvSpPr>
          <p:nvPr/>
        </p:nvSpPr>
        <p:spPr>
          <a:xfrm xmlns:a="http://schemas.openxmlformats.org/drawingml/2006/main">
            <a:off x="3381375" y="67722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117" name="dp41-comparison / n127 / arrow">
            <a:extLst xmlns:a="http://schemas.openxmlformats.org/drawingml/2006/main">
              <a:ext uri="{FF2B5EF4-FFF2-40B4-BE49-F238E27FC236}">
                <a16:creationId xmlns:a16="http://schemas.microsoft.com/office/drawing/2014/main" id="{233F8632-D529-4385-8757-1D80F165C629}"/>
              </a:ext>
            </a:extLst>
          </p:cNvPr>
          <p:cNvSpPr>
            <a:spLocks xmlns:a="http://schemas.openxmlformats.org/drawingml/2006/main" noGrp="1"/>
          </p:cNvSpPr>
          <p:nvPr/>
        </p:nvSpPr>
        <p:spPr>
          <a:xfrm xmlns:a="http://schemas.openxmlformats.org/drawingml/2006/main">
            <a:off x="3981069"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8" name="dp41-comparison / n128 / path">
            <a:extLst xmlns:a="http://schemas.openxmlformats.org/drawingml/2006/main">
              <a:ext uri="{FF2B5EF4-FFF2-40B4-BE49-F238E27FC236}">
                <a16:creationId xmlns:a16="http://schemas.microsoft.com/office/drawing/2014/main" id="{77D0476E-7A29-4C80-8B88-11D790B455BD}"/>
              </a:ext>
            </a:extLst>
          </p:cNvPr>
          <p:cNvSpPr>
            <a:spLocks xmlns:a="http://schemas.openxmlformats.org/drawingml/2006/main" noGrp="1"/>
          </p:cNvSpPr>
          <p:nvPr/>
        </p:nvSpPr>
        <p:spPr>
          <a:xfrm xmlns:a="http://schemas.openxmlformats.org/drawingml/2006/main">
            <a:off x="5476875" y="6772275"/>
            <a:ext cx="952500" cy="953"/>
          </a:xfrm>
          <a:custGeom xmlns:a="http://schemas.openxmlformats.org/drawingml/2006/main">
            <a:pathLst>
              <a:path w="952500" h="953">
                <a:moveTo>
                  <a:pt x="0" y="0"/>
                </a:moveTo>
                <a:lnTo>
                  <a:pt x="952500" y="0"/>
                </a:lnTo>
              </a:path>
            </a:pathLst>
          </a:custGeom>
          <a:noFill xmlns:a="http://schemas.openxmlformats.org/drawingml/2006/main"/>
          <a:ln xmlns:a="http://schemas.openxmlformats.org/drawingml/2006/main" w="10478">
            <a:solidFill>
              <a:srgbClr val="000000"/>
            </a:solidFill>
            <a:prstDash val="solid"/>
          </a:ln>
        </p:spPr>
      </p:sp>
      <p:sp>
        <p:nvSpPr>
          <p:cNvPr id="119" name="dp41-comparison / n128 / arrow">
            <a:extLst xmlns:a="http://schemas.openxmlformats.org/drawingml/2006/main">
              <a:ext uri="{FF2B5EF4-FFF2-40B4-BE49-F238E27FC236}">
                <a16:creationId xmlns:a16="http://schemas.microsoft.com/office/drawing/2014/main" id="{9153FBD9-210C-47E3-A169-F3DAB44B5C60}"/>
              </a:ext>
            </a:extLst>
          </p:cNvPr>
          <p:cNvSpPr>
            <a:spLocks xmlns:a="http://schemas.openxmlformats.org/drawingml/2006/main" noGrp="1"/>
          </p:cNvSpPr>
          <p:nvPr/>
        </p:nvSpPr>
        <p:spPr>
          <a:xfrm xmlns:a="http://schemas.openxmlformats.org/drawingml/2006/main">
            <a:off x="6362319"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0" name="dp41-comparison / n131 / path">
            <a:extLst xmlns:a="http://schemas.openxmlformats.org/drawingml/2006/main">
              <a:ext uri="{FF2B5EF4-FFF2-40B4-BE49-F238E27FC236}">
                <a16:creationId xmlns:a16="http://schemas.microsoft.com/office/drawing/2014/main" id="{750DFE64-D1C2-44CB-B822-43C545358644}"/>
              </a:ext>
            </a:extLst>
          </p:cNvPr>
          <p:cNvSpPr>
            <a:spLocks xmlns:a="http://schemas.openxmlformats.org/drawingml/2006/main" noGrp="1"/>
          </p:cNvSpPr>
          <p:nvPr/>
        </p:nvSpPr>
        <p:spPr>
          <a:xfrm xmlns:a="http://schemas.openxmlformats.org/drawingml/2006/main">
            <a:off x="2524125" y="6905625"/>
            <a:ext cx="4953000" cy="152400"/>
          </a:xfrm>
          <a:custGeom xmlns:a="http://schemas.openxmlformats.org/drawingml/2006/main">
            <a:pathLst>
              <a:path w="4953000" h="152400">
                <a:moveTo>
                  <a:pt x="4953000" y="0"/>
                </a:moveTo>
                <a:lnTo>
                  <a:pt x="4953000"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121" name="dp41-comparison / n131 / arrow">
            <a:extLst xmlns:a="http://schemas.openxmlformats.org/drawingml/2006/main">
              <a:ext uri="{FF2B5EF4-FFF2-40B4-BE49-F238E27FC236}">
                <a16:creationId xmlns:a16="http://schemas.microsoft.com/office/drawing/2014/main" id="{E5D34ED1-E032-4B6C-92BB-838DB3C9B39B}"/>
              </a:ext>
            </a:extLst>
          </p:cNvPr>
          <p:cNvSpPr>
            <a:spLocks xmlns:a="http://schemas.openxmlformats.org/drawingml/2006/main" noGrp="1"/>
          </p:cNvSpPr>
          <p:nvPr/>
        </p:nvSpPr>
        <p:spPr>
          <a:xfrm xmlns:a="http://schemas.openxmlformats.org/drawingml/2006/main">
            <a:off x="2490597" y="6905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22" name="dp41-comparison / n134 / path">
            <a:extLst xmlns:a="http://schemas.openxmlformats.org/drawingml/2006/main">
              <a:ext uri="{FF2B5EF4-FFF2-40B4-BE49-F238E27FC236}">
                <a16:creationId xmlns:a16="http://schemas.microsoft.com/office/drawing/2014/main" id="{5DB62F24-545B-4B42-B89C-B8857B337C7D}"/>
              </a:ext>
            </a:extLst>
          </p:cNvPr>
          <p:cNvSpPr>
            <a:spLocks xmlns:a="http://schemas.openxmlformats.org/drawingml/2006/main" noGrp="1"/>
          </p:cNvSpPr>
          <p:nvPr/>
        </p:nvSpPr>
        <p:spPr>
          <a:xfrm xmlns:a="http://schemas.openxmlformats.org/drawingml/2006/main">
            <a:off x="4762500" y="6972300"/>
            <a:ext cx="2190750" cy="395288"/>
          </a:xfrm>
          <a:custGeom xmlns:a="http://schemas.openxmlformats.org/drawingml/2006/main">
            <a:pathLst>
              <a:path w="2190750" h="395288">
                <a:moveTo>
                  <a:pt x="0" y="0"/>
                </a:moveTo>
                <a:lnTo>
                  <a:pt x="0" y="395288"/>
                </a:lnTo>
                <a:lnTo>
                  <a:pt x="2190750" y="395288"/>
                </a:lnTo>
              </a:path>
            </a:pathLst>
          </a:custGeom>
          <a:noFill xmlns:a="http://schemas.openxmlformats.org/drawingml/2006/main"/>
          <a:ln xmlns:a="http://schemas.openxmlformats.org/drawingml/2006/main" w="10478">
            <a:solidFill>
              <a:srgbClr val="000000"/>
            </a:solidFill>
            <a:prstDash val="solid"/>
          </a:ln>
        </p:spPr>
      </p:sp>
      <p:sp>
        <p:nvSpPr>
          <p:cNvPr id="123" name="dp41-comparison / n134 / arrow">
            <a:extLst xmlns:a="http://schemas.openxmlformats.org/drawingml/2006/main">
              <a:ext uri="{FF2B5EF4-FFF2-40B4-BE49-F238E27FC236}">
                <a16:creationId xmlns:a16="http://schemas.microsoft.com/office/drawing/2014/main" id="{48294FBE-8BA7-492E-A0F7-59EBC64D97EE}"/>
              </a:ext>
            </a:extLst>
          </p:cNvPr>
          <p:cNvSpPr>
            <a:spLocks xmlns:a="http://schemas.openxmlformats.org/drawingml/2006/main" noGrp="1"/>
          </p:cNvSpPr>
          <p:nvPr/>
        </p:nvSpPr>
        <p:spPr>
          <a:xfrm xmlns:a="http://schemas.openxmlformats.org/drawingml/2006/main">
            <a:off x="6886194" y="73340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4" name="dp41-comparison / n62">
            <a:extLst xmlns:a="http://schemas.openxmlformats.org/drawingml/2006/main">
              <a:ext uri="{FF2B5EF4-FFF2-40B4-BE49-F238E27FC236}">
                <a16:creationId xmlns:a16="http://schemas.microsoft.com/office/drawing/2014/main" id="{63E045D7-2E46-4E1B-A57C-D507E8BB7BE9}"/>
              </a:ext>
            </a:extLst>
          </p:cNvPr>
          <p:cNvSpPr>
            <a:spLocks xmlns:a="http://schemas.openxmlformats.org/drawingml/2006/main" noGrp="1"/>
          </p:cNvSpPr>
          <p:nvPr/>
        </p:nvSpPr>
        <p:spPr>
          <a:xfrm xmlns:a="http://schemas.openxmlformats.org/drawingml/2006/main">
            <a:off x="157162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5" name="dp41-comparison / n62 / fold">
            <a:extLst xmlns:a="http://schemas.openxmlformats.org/drawingml/2006/main">
              <a:ext uri="{FF2B5EF4-FFF2-40B4-BE49-F238E27FC236}">
                <a16:creationId xmlns:a16="http://schemas.microsoft.com/office/drawing/2014/main" id="{D13E9214-8815-4085-817D-6FD8E635D67B}"/>
              </a:ext>
            </a:extLst>
          </p:cNvPr>
          <p:cNvSpPr>
            <a:spLocks xmlns:a="http://schemas.openxmlformats.org/drawingml/2006/main" noGrp="1"/>
          </p:cNvSpPr>
          <p:nvPr/>
        </p:nvSpPr>
        <p:spPr>
          <a:xfrm xmlns:a="http://schemas.openxmlformats.org/drawingml/2006/main">
            <a:off x="282892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6" name="dp41-comparison / n63 / text 1">
            <a:extLst xmlns:a="http://schemas.openxmlformats.org/drawingml/2006/main">
              <a:ext uri="{FF2B5EF4-FFF2-40B4-BE49-F238E27FC236}">
                <a16:creationId xmlns:a16="http://schemas.microsoft.com/office/drawing/2014/main" id="{D8F62592-2967-4FF7-829E-76EF9FFE5384}"/>
              </a:ext>
            </a:extLst>
          </p:cNvPr>
          <p:cNvSpPr>
            <a:spLocks xmlns:a="http://schemas.openxmlformats.org/drawingml/2006/main" noGrp="1"/>
          </p:cNvSpPr>
          <p:nvPr/>
        </p:nvSpPr>
        <p:spPr>
          <a:xfrm xmlns:a="http://schemas.openxmlformats.org/drawingml/2006/main">
            <a:off x="166687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27" name="dp41-comparison / n72">
            <a:extLst xmlns:a="http://schemas.openxmlformats.org/drawingml/2006/main">
              <a:ext uri="{FF2B5EF4-FFF2-40B4-BE49-F238E27FC236}">
                <a16:creationId xmlns:a16="http://schemas.microsoft.com/office/drawing/2014/main" id="{BB97B239-E462-4447-B304-7E630D7D269A}"/>
              </a:ext>
            </a:extLst>
          </p:cNvPr>
          <p:cNvSpPr>
            <a:spLocks xmlns:a="http://schemas.openxmlformats.org/drawingml/2006/main" noGrp="1"/>
          </p:cNvSpPr>
          <p:nvPr/>
        </p:nvSpPr>
        <p:spPr>
          <a:xfrm xmlns:a="http://schemas.openxmlformats.org/drawingml/2006/main">
            <a:off x="736282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8" name="dp41-comparison / n73 / text 1">
            <a:extLst xmlns:a="http://schemas.openxmlformats.org/drawingml/2006/main">
              <a:ext uri="{FF2B5EF4-FFF2-40B4-BE49-F238E27FC236}">
                <a16:creationId xmlns:a16="http://schemas.microsoft.com/office/drawing/2014/main" id="{2E9B2F76-A409-4278-9289-3660AEE0C149}"/>
              </a:ext>
            </a:extLst>
          </p:cNvPr>
          <p:cNvSpPr>
            <a:spLocks xmlns:a="http://schemas.openxmlformats.org/drawingml/2006/main" noGrp="1"/>
          </p:cNvSpPr>
          <p:nvPr/>
        </p:nvSpPr>
        <p:spPr>
          <a:xfrm xmlns:a="http://schemas.openxmlformats.org/drawingml/2006/main">
            <a:off x="738187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129" name="dp41-comparison / n75">
            <a:extLst xmlns:a="http://schemas.openxmlformats.org/drawingml/2006/main">
              <a:ext uri="{FF2B5EF4-FFF2-40B4-BE49-F238E27FC236}">
                <a16:creationId xmlns:a16="http://schemas.microsoft.com/office/drawing/2014/main" id="{8855406F-290B-4FE2-B96E-7A6699D83E84}"/>
              </a:ext>
            </a:extLst>
          </p:cNvPr>
          <p:cNvSpPr>
            <a:spLocks xmlns:a="http://schemas.openxmlformats.org/drawingml/2006/main" noGrp="1"/>
          </p:cNvSpPr>
          <p:nvPr/>
        </p:nvSpPr>
        <p:spPr>
          <a:xfrm xmlns:a="http://schemas.openxmlformats.org/drawingml/2006/main">
            <a:off x="741045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0" name="dp41-comparison / n76 / text 1">
            <a:extLst xmlns:a="http://schemas.openxmlformats.org/drawingml/2006/main">
              <a:ext uri="{FF2B5EF4-FFF2-40B4-BE49-F238E27FC236}">
                <a16:creationId xmlns:a16="http://schemas.microsoft.com/office/drawing/2014/main" id="{00D43D0B-7645-45EE-B5CE-92DCA47D2B7E}"/>
              </a:ext>
            </a:extLst>
          </p:cNvPr>
          <p:cNvSpPr>
            <a:spLocks xmlns:a="http://schemas.openxmlformats.org/drawingml/2006/main" noGrp="1"/>
          </p:cNvSpPr>
          <p:nvPr/>
        </p:nvSpPr>
        <p:spPr>
          <a:xfrm xmlns:a="http://schemas.openxmlformats.org/drawingml/2006/main">
            <a:off x="742950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131" name="dp41-comparison / n79">
            <a:extLst xmlns:a="http://schemas.openxmlformats.org/drawingml/2006/main">
              <a:ext uri="{FF2B5EF4-FFF2-40B4-BE49-F238E27FC236}">
                <a16:creationId xmlns:a16="http://schemas.microsoft.com/office/drawing/2014/main" id="{9F224368-44DC-43E6-8FB6-E049EEAD4531}"/>
              </a:ext>
            </a:extLst>
          </p:cNvPr>
          <p:cNvSpPr>
            <a:spLocks xmlns:a="http://schemas.openxmlformats.org/drawingml/2006/main" noGrp="1"/>
          </p:cNvSpPr>
          <p:nvPr/>
        </p:nvSpPr>
        <p:spPr>
          <a:xfrm xmlns:a="http://schemas.openxmlformats.org/drawingml/2006/main">
            <a:off x="424815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2" name="dp41-comparison / n80 / text 1">
            <a:extLst xmlns:a="http://schemas.openxmlformats.org/drawingml/2006/main">
              <a:ext uri="{FF2B5EF4-FFF2-40B4-BE49-F238E27FC236}">
                <a16:creationId xmlns:a16="http://schemas.microsoft.com/office/drawing/2014/main" id="{88175948-2449-494C-976A-3E962CC889D4}"/>
              </a:ext>
            </a:extLst>
          </p:cNvPr>
          <p:cNvSpPr>
            <a:spLocks xmlns:a="http://schemas.openxmlformats.org/drawingml/2006/main" noGrp="1"/>
          </p:cNvSpPr>
          <p:nvPr/>
        </p:nvSpPr>
        <p:spPr>
          <a:xfrm xmlns:a="http://schemas.openxmlformats.org/drawingml/2006/main">
            <a:off x="426720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133" name="dp41-comparison / n88">
            <a:extLst xmlns:a="http://schemas.openxmlformats.org/drawingml/2006/main">
              <a:ext uri="{FF2B5EF4-FFF2-40B4-BE49-F238E27FC236}">
                <a16:creationId xmlns:a16="http://schemas.microsoft.com/office/drawing/2014/main" id="{F8ACF62B-7854-4D72-A1C1-E07F557BA0E2}"/>
              </a:ext>
            </a:extLst>
          </p:cNvPr>
          <p:cNvSpPr>
            <a:spLocks xmlns:a="http://schemas.openxmlformats.org/drawingml/2006/main" noGrp="1"/>
          </p:cNvSpPr>
          <p:nvPr/>
        </p:nvSpPr>
        <p:spPr>
          <a:xfrm xmlns:a="http://schemas.openxmlformats.org/drawingml/2006/main">
            <a:off x="4267200" y="3562350"/>
            <a:ext cx="19591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4" name="dp41-comparison / n89 / text 1">
            <a:extLst xmlns:a="http://schemas.openxmlformats.org/drawingml/2006/main">
              <a:ext uri="{FF2B5EF4-FFF2-40B4-BE49-F238E27FC236}">
                <a16:creationId xmlns:a16="http://schemas.microsoft.com/office/drawing/2014/main" id="{356561E4-95FC-42BD-B865-63690B40C1DA}"/>
              </a:ext>
            </a:extLst>
          </p:cNvPr>
          <p:cNvSpPr>
            <a:spLocks xmlns:a="http://schemas.openxmlformats.org/drawingml/2006/main" noGrp="1"/>
          </p:cNvSpPr>
          <p:nvPr/>
        </p:nvSpPr>
        <p:spPr>
          <a:xfrm xmlns:a="http://schemas.openxmlformats.org/drawingml/2006/main">
            <a:off x="4286250" y="35718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① 모델이 선택한 tool_calls</a:t>
            </a:r>
          </a:p>
        </p:txBody>
      </p:sp>
      <p:sp>
        <p:nvSpPr>
          <p:cNvPr id="135" name="dp41-comparison / n91">
            <a:extLst xmlns:a="http://schemas.openxmlformats.org/drawingml/2006/main">
              <a:ext uri="{FF2B5EF4-FFF2-40B4-BE49-F238E27FC236}">
                <a16:creationId xmlns:a16="http://schemas.microsoft.com/office/drawing/2014/main" id="{B2909077-DB27-4BD5-86FC-B233C4C376F7}"/>
              </a:ext>
            </a:extLst>
          </p:cNvPr>
          <p:cNvSpPr>
            <a:spLocks xmlns:a="http://schemas.openxmlformats.org/drawingml/2006/main" noGrp="1"/>
          </p:cNvSpPr>
          <p:nvPr/>
        </p:nvSpPr>
        <p:spPr>
          <a:xfrm xmlns:a="http://schemas.openxmlformats.org/drawingml/2006/main">
            <a:off x="4267200" y="3876675"/>
            <a:ext cx="22433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6" name="dp41-comparison / n92 / text 1">
            <a:extLst xmlns:a="http://schemas.openxmlformats.org/drawingml/2006/main">
              <a:ext uri="{FF2B5EF4-FFF2-40B4-BE49-F238E27FC236}">
                <a16:creationId xmlns:a16="http://schemas.microsoft.com/office/drawing/2014/main" id="{A8F212C9-7A4F-4E8F-BD1A-0C48F22ABC2A}"/>
              </a:ext>
            </a:extLst>
          </p:cNvPr>
          <p:cNvSpPr>
            <a:spLocks xmlns:a="http://schemas.openxmlformats.org/drawingml/2006/main" noGrp="1"/>
          </p:cNvSpPr>
          <p:nvPr/>
        </p:nvSpPr>
        <p:spPr>
          <a:xfrm xmlns:a="http://schemas.openxmlformats.org/drawingml/2006/main">
            <a:off x="4286250" y="3886200"/>
            <a:ext cx="3143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② 근거로 모델 재호출 → 다시 ① (반복)</a:t>
            </a:r>
          </a:p>
        </p:txBody>
      </p:sp>
      <p:sp>
        <p:nvSpPr>
          <p:cNvPr id="137" name="dp41-comparison / n93">
            <a:extLst xmlns:a="http://schemas.openxmlformats.org/drawingml/2006/main">
              <a:ext uri="{FF2B5EF4-FFF2-40B4-BE49-F238E27FC236}">
                <a16:creationId xmlns:a16="http://schemas.microsoft.com/office/drawing/2014/main" id="{61AB9209-C30F-48AE-91D2-373A758D3DAD}"/>
              </a:ext>
            </a:extLst>
          </p:cNvPr>
          <p:cNvSpPr>
            <a:spLocks xmlns:a="http://schemas.openxmlformats.org/drawingml/2006/main" noGrp="1"/>
          </p:cNvSpPr>
          <p:nvPr/>
        </p:nvSpPr>
        <p:spPr>
          <a:xfrm xmlns:a="http://schemas.openxmlformats.org/drawingml/2006/main">
            <a:off x="1666875" y="4143375"/>
            <a:ext cx="5476875" cy="1219200"/>
          </a:xfrm>
          <a:custGeom xmlns:a="http://schemas.openxmlformats.org/drawingml/2006/main">
            <a:pathLst>
              <a:path w="5476875" h="1219200">
                <a:moveTo>
                  <a:pt x="0" y="0"/>
                </a:moveTo>
                <a:lnTo>
                  <a:pt x="5305425" y="0"/>
                </a:lnTo>
                <a:lnTo>
                  <a:pt x="5476875" y="171450"/>
                </a:lnTo>
                <a:lnTo>
                  <a:pt x="5476875" y="1219200"/>
                </a:lnTo>
                <a:lnTo>
                  <a:pt x="0" y="12192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8" name="dp41-comparison / n93 / fold">
            <a:extLst xmlns:a="http://schemas.openxmlformats.org/drawingml/2006/main">
              <a:ext uri="{FF2B5EF4-FFF2-40B4-BE49-F238E27FC236}">
                <a16:creationId xmlns:a16="http://schemas.microsoft.com/office/drawing/2014/main" id="{AF42A935-DCAC-4F1E-B833-19037AD552C0}"/>
              </a:ext>
            </a:extLst>
          </p:cNvPr>
          <p:cNvSpPr>
            <a:spLocks xmlns:a="http://schemas.openxmlformats.org/drawingml/2006/main" noGrp="1"/>
          </p:cNvSpPr>
          <p:nvPr/>
        </p:nvSpPr>
        <p:spPr>
          <a:xfrm xmlns:a="http://schemas.openxmlformats.org/drawingml/2006/main">
            <a:off x="69723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9" name="dp41-comparison / n94 / text 1">
            <a:extLst xmlns:a="http://schemas.openxmlformats.org/drawingml/2006/main">
              <a:ext uri="{FF2B5EF4-FFF2-40B4-BE49-F238E27FC236}">
                <a16:creationId xmlns:a16="http://schemas.microsoft.com/office/drawing/2014/main" id="{4A3A7FB8-3792-435A-AB41-C991FA68B7DC}"/>
              </a:ext>
            </a:extLst>
          </p:cNvPr>
          <p:cNvSpPr>
            <a:spLocks xmlns:a="http://schemas.openxmlformats.org/drawingml/2006/main" noGrp="1"/>
          </p:cNvSpPr>
          <p:nvPr/>
        </p:nvSpPr>
        <p:spPr>
          <a:xfrm xmlns:a="http://schemas.openxmlformats.org/drawingml/2006/main">
            <a:off x="1762125" y="420052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모델 출력: ReadRequest — 실제 tool call 예시</a:t>
            </a:r>
          </a:p>
        </p:txBody>
      </p:sp>
      <p:sp>
        <p:nvSpPr>
          <p:cNvPr id="140" name="dp41-comparison / n94 / text 2">
            <a:extLst xmlns:a="http://schemas.openxmlformats.org/drawingml/2006/main">
              <a:ext uri="{FF2B5EF4-FFF2-40B4-BE49-F238E27FC236}">
                <a16:creationId xmlns:a16="http://schemas.microsoft.com/office/drawing/2014/main" id="{E301F650-6BDB-4283-9413-0512F2D2FFC8}"/>
              </a:ext>
            </a:extLst>
          </p:cNvPr>
          <p:cNvSpPr>
            <a:spLocks xmlns:a="http://schemas.openxmlformats.org/drawingml/2006/main" noGrp="1"/>
          </p:cNvSpPr>
          <p:nvPr/>
        </p:nvSpPr>
        <p:spPr>
          <a:xfrm xmlns:a="http://schemas.openxmlformats.org/drawingml/2006/main">
            <a:off x="1762125" y="434911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tool_calls: [{name:"task_retrieve",</a:t>
            </a:r>
          </a:p>
        </p:txBody>
      </p:sp>
      <p:sp>
        <p:nvSpPr>
          <p:cNvPr id="141" name="dp41-comparison / n94 / text 3">
            <a:extLst xmlns:a="http://schemas.openxmlformats.org/drawingml/2006/main">
              <a:ext uri="{FF2B5EF4-FFF2-40B4-BE49-F238E27FC236}">
                <a16:creationId xmlns:a16="http://schemas.microsoft.com/office/drawing/2014/main" id="{BBC187DB-1914-477E-A99F-9CD6C2C48414}"/>
              </a:ext>
            </a:extLst>
          </p:cNvPr>
          <p:cNvSpPr>
            <a:spLocks xmlns:a="http://schemas.openxmlformats.org/drawingml/2006/main" noGrp="1"/>
          </p:cNvSpPr>
          <p:nvPr/>
        </p:nvSpPr>
        <p:spPr>
          <a:xfrm xmlns:a="http://schemas.openxmlformats.org/drawingml/2006/main">
            <a:off x="1762125" y="449770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arguments:{query:"보고서", limit:5}},</a:t>
            </a:r>
          </a:p>
        </p:txBody>
      </p:sp>
      <p:sp>
        <p:nvSpPr>
          <p:cNvPr id="142" name="dp41-comparison / n94 / text 4">
            <a:extLst xmlns:a="http://schemas.openxmlformats.org/drawingml/2006/main">
              <a:ext uri="{FF2B5EF4-FFF2-40B4-BE49-F238E27FC236}">
                <a16:creationId xmlns:a16="http://schemas.microsoft.com/office/drawing/2014/main" id="{88CDE6D4-5BBD-4FBF-A2DB-ECC7A055FE2C}"/>
              </a:ext>
            </a:extLst>
          </p:cNvPr>
          <p:cNvSpPr>
            <a:spLocks xmlns:a="http://schemas.openxmlformats.org/drawingml/2006/main" noGrp="1"/>
          </p:cNvSpPr>
          <p:nvPr/>
        </p:nvSpPr>
        <p:spPr>
          <a:xfrm xmlns:a="http://schemas.openxmlformats.org/drawingml/2006/main">
            <a:off x="1762125" y="464629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{name:"context_retrieve",</a:t>
            </a:r>
          </a:p>
        </p:txBody>
      </p:sp>
      <p:sp>
        <p:nvSpPr>
          <p:cNvPr id="143" name="dp41-comparison / n94 / text 5">
            <a:extLst xmlns:a="http://schemas.openxmlformats.org/drawingml/2006/main">
              <a:ext uri="{FF2B5EF4-FFF2-40B4-BE49-F238E27FC236}">
                <a16:creationId xmlns:a16="http://schemas.microsoft.com/office/drawing/2014/main" id="{E032A75A-EDA4-4F81-8514-08D5D43699C5}"/>
              </a:ext>
            </a:extLst>
          </p:cNvPr>
          <p:cNvSpPr>
            <a:spLocks xmlns:a="http://schemas.openxmlformats.org/drawingml/2006/main" noGrp="1"/>
          </p:cNvSpPr>
          <p:nvPr/>
        </p:nvSpPr>
        <p:spPr>
          <a:xfrm xmlns:a="http://schemas.openxmlformats.org/drawingml/2006/main">
            <a:off x="1762125" y="479488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arguments:{selector:"INPUT_SELECTION"}}]</a:t>
            </a:r>
          </a:p>
        </p:txBody>
      </p:sp>
      <p:sp>
        <p:nvSpPr>
          <p:cNvPr id="144" name="dp41-comparison / n94 / text 6">
            <a:extLst xmlns:a="http://schemas.openxmlformats.org/drawingml/2006/main">
              <a:ext uri="{FF2B5EF4-FFF2-40B4-BE49-F238E27FC236}">
                <a16:creationId xmlns:a16="http://schemas.microsoft.com/office/drawing/2014/main" id="{BB431D57-B675-4E67-A493-2D41FDF8B664}"/>
              </a:ext>
            </a:extLst>
          </p:cNvPr>
          <p:cNvSpPr>
            <a:spLocks xmlns:a="http://schemas.openxmlformats.org/drawingml/2006/main" noGrp="1"/>
          </p:cNvSpPr>
          <p:nvPr/>
        </p:nvSpPr>
        <p:spPr>
          <a:xfrm xmlns:a="http://schemas.openxmlformats.org/drawingml/2006/main">
            <a:off x="1762125" y="494347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추가 근거가 필요하면 다음 모델 호출에서:</a:t>
            </a:r>
          </a:p>
        </p:txBody>
      </p:sp>
      <p:sp>
        <p:nvSpPr>
          <p:cNvPr id="145" name="dp41-comparison / n94 / text 7">
            <a:extLst xmlns:a="http://schemas.openxmlformats.org/drawingml/2006/main">
              <a:ext uri="{FF2B5EF4-FFF2-40B4-BE49-F238E27FC236}">
                <a16:creationId xmlns:a16="http://schemas.microsoft.com/office/drawing/2014/main" id="{7628BBBD-8302-468D-B1FA-BABB3F1AC73B}"/>
              </a:ext>
            </a:extLst>
          </p:cNvPr>
          <p:cNvSpPr>
            <a:spLocks xmlns:a="http://schemas.openxmlformats.org/drawingml/2006/main" noGrp="1"/>
          </p:cNvSpPr>
          <p:nvPr/>
        </p:nvSpPr>
        <p:spPr>
          <a:xfrm xmlns:a="http://schemas.openxmlformats.org/drawingml/2006/main">
            <a:off x="1762125" y="509206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interaction_retrieve(query="보고서", limit=5)</a:t>
            </a:r>
          </a:p>
        </p:txBody>
      </p:sp>
      <p:sp>
        <p:nvSpPr>
          <p:cNvPr id="146" name="dp41-comparison / n96">
            <a:extLst xmlns:a="http://schemas.openxmlformats.org/drawingml/2006/main">
              <a:ext uri="{FF2B5EF4-FFF2-40B4-BE49-F238E27FC236}">
                <a16:creationId xmlns:a16="http://schemas.microsoft.com/office/drawing/2014/main" id="{76BA1DB7-2CA9-4E7F-A355-EADE6DE7E589}"/>
              </a:ext>
            </a:extLst>
          </p:cNvPr>
          <p:cNvSpPr>
            <a:spLocks xmlns:a="http://schemas.openxmlformats.org/drawingml/2006/main" noGrp="1"/>
          </p:cNvSpPr>
          <p:nvPr/>
        </p:nvSpPr>
        <p:spPr>
          <a:xfrm xmlns:a="http://schemas.openxmlformats.org/drawingml/2006/main">
            <a:off x="7524750" y="4143375"/>
            <a:ext cx="1714500" cy="523875"/>
          </a:xfrm>
          <a:custGeom xmlns:a="http://schemas.openxmlformats.org/drawingml/2006/main">
            <a:pathLst>
              <a:path w="1714500" h="523875">
                <a:moveTo>
                  <a:pt x="0" y="0"/>
                </a:moveTo>
                <a:lnTo>
                  <a:pt x="1543050" y="0"/>
                </a:lnTo>
                <a:lnTo>
                  <a:pt x="1714500" y="171450"/>
                </a:lnTo>
                <a:lnTo>
                  <a:pt x="1714500" y="523875"/>
                </a:lnTo>
                <a:lnTo>
                  <a:pt x="0" y="5238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47" name="dp41-comparison / n96 / fold">
            <a:extLst xmlns:a="http://schemas.openxmlformats.org/drawingml/2006/main">
              <a:ext uri="{FF2B5EF4-FFF2-40B4-BE49-F238E27FC236}">
                <a16:creationId xmlns:a16="http://schemas.microsoft.com/office/drawing/2014/main" id="{A65D4DDD-6B43-4FE7-B9D7-EA86AF9F1D0A}"/>
              </a:ext>
            </a:extLst>
          </p:cNvPr>
          <p:cNvSpPr>
            <a:spLocks xmlns:a="http://schemas.openxmlformats.org/drawingml/2006/main" noGrp="1"/>
          </p:cNvSpPr>
          <p:nvPr/>
        </p:nvSpPr>
        <p:spPr>
          <a:xfrm xmlns:a="http://schemas.openxmlformats.org/drawingml/2006/main">
            <a:off x="90678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48" name="dp41-comparison / n97 / text 1">
            <a:extLst xmlns:a="http://schemas.openxmlformats.org/drawingml/2006/main">
              <a:ext uri="{FF2B5EF4-FFF2-40B4-BE49-F238E27FC236}">
                <a16:creationId xmlns:a16="http://schemas.microsoft.com/office/drawing/2014/main" id="{78470D59-32A8-4527-B8B0-C06F9663710C}"/>
              </a:ext>
            </a:extLst>
          </p:cNvPr>
          <p:cNvSpPr>
            <a:spLocks xmlns:a="http://schemas.openxmlformats.org/drawingml/2006/main" noGrp="1"/>
          </p:cNvSpPr>
          <p:nvPr/>
        </p:nvSpPr>
        <p:spPr>
          <a:xfrm xmlns:a="http://schemas.openxmlformats.org/drawingml/2006/main">
            <a:off x="7620000" y="420052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도구 조회 결과</a:t>
            </a:r>
          </a:p>
        </p:txBody>
      </p:sp>
      <p:sp>
        <p:nvSpPr>
          <p:cNvPr id="149" name="dp41-comparison / n97 / text 2">
            <a:extLst xmlns:a="http://schemas.openxmlformats.org/drawingml/2006/main">
              <a:ext uri="{FF2B5EF4-FFF2-40B4-BE49-F238E27FC236}">
                <a16:creationId xmlns:a16="http://schemas.microsoft.com/office/drawing/2014/main" id="{B44F155D-E26A-42BB-AAA5-5F8456CB5625}"/>
              </a:ext>
            </a:extLst>
          </p:cNvPr>
          <p:cNvSpPr>
            <a:spLocks xmlns:a="http://schemas.openxmlformats.org/drawingml/2006/main" noGrp="1"/>
          </p:cNvSpPr>
          <p:nvPr/>
        </p:nvSpPr>
        <p:spPr>
          <a:xfrm xmlns:a="http://schemas.openxmlformats.org/drawingml/2006/main">
            <a:off x="7620000" y="433768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Task1 / Task2</a:t>
            </a:r>
          </a:p>
        </p:txBody>
      </p:sp>
      <p:sp>
        <p:nvSpPr>
          <p:cNvPr id="150" name="dp41-comparison / n97 / text 3">
            <a:extLst xmlns:a="http://schemas.openxmlformats.org/drawingml/2006/main">
              <a:ext uri="{FF2B5EF4-FFF2-40B4-BE49-F238E27FC236}">
                <a16:creationId xmlns:a16="http://schemas.microsoft.com/office/drawing/2014/main" id="{B23F98C3-4260-484C-8360-258093B6DD5E}"/>
              </a:ext>
            </a:extLst>
          </p:cNvPr>
          <p:cNvSpPr>
            <a:spLocks xmlns:a="http://schemas.openxmlformats.org/drawingml/2006/main" noGrp="1"/>
          </p:cNvSpPr>
          <p:nvPr/>
        </p:nvSpPr>
        <p:spPr>
          <a:xfrm xmlns:a="http://schemas.openxmlformats.org/drawingml/2006/main">
            <a:off x="7620000" y="447484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선택한 표</a:t>
            </a:r>
          </a:p>
        </p:txBody>
      </p:sp>
      <p:sp>
        <p:nvSpPr>
          <p:cNvPr id="151" name="dp41-comparison / n98">
            <a:extLst xmlns:a="http://schemas.openxmlformats.org/drawingml/2006/main">
              <a:ext uri="{FF2B5EF4-FFF2-40B4-BE49-F238E27FC236}">
                <a16:creationId xmlns:a16="http://schemas.microsoft.com/office/drawing/2014/main" id="{7A9FA23D-4D50-449E-AF8C-0190C30747E1}"/>
              </a:ext>
            </a:extLst>
          </p:cNvPr>
          <p:cNvSpPr>
            <a:spLocks xmlns:a="http://schemas.openxmlformats.org/drawingml/2006/main" noGrp="1"/>
          </p:cNvSpPr>
          <p:nvPr/>
        </p:nvSpPr>
        <p:spPr>
          <a:xfrm xmlns:a="http://schemas.openxmlformats.org/drawingml/2006/main">
            <a:off x="7505700" y="4724400"/>
            <a:ext cx="96088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1-comparison / n99 / text 1">
            <a:extLst xmlns:a="http://schemas.openxmlformats.org/drawingml/2006/main">
              <a:ext uri="{FF2B5EF4-FFF2-40B4-BE49-F238E27FC236}">
                <a16:creationId xmlns:a16="http://schemas.microsoft.com/office/drawing/2014/main" id="{43E50768-DF99-4A02-A4B8-EF6E20792927}"/>
              </a:ext>
            </a:extLst>
          </p:cNvPr>
          <p:cNvSpPr>
            <a:spLocks xmlns:a="http://schemas.openxmlformats.org/drawingml/2006/main" noGrp="1"/>
          </p:cNvSpPr>
          <p:nvPr/>
        </p:nvSpPr>
        <p:spPr>
          <a:xfrm xmlns:a="http://schemas.openxmlformats.org/drawingml/2006/main">
            <a:off x="7524750" y="473392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반복 주체: 모델</a:t>
            </a:r>
          </a:p>
        </p:txBody>
      </p:sp>
      <p:sp>
        <p:nvSpPr>
          <p:cNvPr id="153" name="dp41-comparison / n100">
            <a:extLst xmlns:a="http://schemas.openxmlformats.org/drawingml/2006/main">
              <a:ext uri="{FF2B5EF4-FFF2-40B4-BE49-F238E27FC236}">
                <a16:creationId xmlns:a16="http://schemas.microsoft.com/office/drawing/2014/main" id="{A6BA9BC9-0D77-4377-A88B-51B93F7B800D}"/>
              </a:ext>
            </a:extLst>
          </p:cNvPr>
          <p:cNvSpPr>
            <a:spLocks xmlns:a="http://schemas.openxmlformats.org/drawingml/2006/main" noGrp="1"/>
          </p:cNvSpPr>
          <p:nvPr/>
        </p:nvSpPr>
        <p:spPr>
          <a:xfrm xmlns:a="http://schemas.openxmlformats.org/drawingml/2006/main">
            <a:off x="7505700" y="4933950"/>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1-comparison / n101 / text 1">
            <a:extLst xmlns:a="http://schemas.openxmlformats.org/drawingml/2006/main">
              <a:ext uri="{FF2B5EF4-FFF2-40B4-BE49-F238E27FC236}">
                <a16:creationId xmlns:a16="http://schemas.microsoft.com/office/drawing/2014/main" id="{8204F947-AC06-44E4-9DDA-A10378825F6B}"/>
              </a:ext>
            </a:extLst>
          </p:cNvPr>
          <p:cNvSpPr>
            <a:spLocks xmlns:a="http://schemas.openxmlformats.org/drawingml/2006/main" noGrp="1"/>
          </p:cNvSpPr>
          <p:nvPr/>
        </p:nvSpPr>
        <p:spPr>
          <a:xfrm xmlns:a="http://schemas.openxmlformats.org/drawingml/2006/main">
            <a:off x="7524750" y="494347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근거 반영 → 다음 조회</a:t>
            </a:r>
          </a:p>
        </p:txBody>
      </p:sp>
      <p:sp>
        <p:nvSpPr>
          <p:cNvPr id="155" name="dp41-comparison / n102">
            <a:extLst xmlns:a="http://schemas.openxmlformats.org/drawingml/2006/main">
              <a:ext uri="{FF2B5EF4-FFF2-40B4-BE49-F238E27FC236}">
                <a16:creationId xmlns:a16="http://schemas.microsoft.com/office/drawing/2014/main" id="{C78EE188-A80F-4124-A693-66D284564522}"/>
              </a:ext>
            </a:extLst>
          </p:cNvPr>
          <p:cNvSpPr>
            <a:spLocks xmlns:a="http://schemas.openxmlformats.org/drawingml/2006/main" noGrp="1"/>
          </p:cNvSpPr>
          <p:nvPr/>
        </p:nvSpPr>
        <p:spPr>
          <a:xfrm xmlns:a="http://schemas.openxmlformats.org/drawingml/2006/main">
            <a:off x="1666875" y="5419725"/>
            <a:ext cx="5476875" cy="352425"/>
          </a:xfrm>
          <a:custGeom xmlns:a="http://schemas.openxmlformats.org/drawingml/2006/main">
            <a:pathLst>
              <a:path w="5476875" h="352425">
                <a:moveTo>
                  <a:pt x="0" y="0"/>
                </a:moveTo>
                <a:lnTo>
                  <a:pt x="5305425" y="0"/>
                </a:lnTo>
                <a:lnTo>
                  <a:pt x="5476875" y="171450"/>
                </a:lnTo>
                <a:lnTo>
                  <a:pt x="5476875" y="352425"/>
                </a:lnTo>
                <a:lnTo>
                  <a:pt x="0" y="3524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6" name="dp41-comparison / n102 / fold">
            <a:extLst xmlns:a="http://schemas.openxmlformats.org/drawingml/2006/main">
              <a:ext uri="{FF2B5EF4-FFF2-40B4-BE49-F238E27FC236}">
                <a16:creationId xmlns:a16="http://schemas.microsoft.com/office/drawing/2014/main" id="{C0F3FA52-DC19-4E5E-B218-88069A76BC42}"/>
              </a:ext>
            </a:extLst>
          </p:cNvPr>
          <p:cNvSpPr>
            <a:spLocks xmlns:a="http://schemas.openxmlformats.org/drawingml/2006/main" noGrp="1"/>
          </p:cNvSpPr>
          <p:nvPr/>
        </p:nvSpPr>
        <p:spPr>
          <a:xfrm xmlns:a="http://schemas.openxmlformats.org/drawingml/2006/main">
            <a:off x="6972300" y="5419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57" name="dp41-comparison / n103 / text 1">
            <a:extLst xmlns:a="http://schemas.openxmlformats.org/drawingml/2006/main">
              <a:ext uri="{FF2B5EF4-FFF2-40B4-BE49-F238E27FC236}">
                <a16:creationId xmlns:a16="http://schemas.microsoft.com/office/drawing/2014/main" id="{563D5FBC-49A3-43DA-8196-CC005C605D99}"/>
              </a:ext>
            </a:extLst>
          </p:cNvPr>
          <p:cNvSpPr>
            <a:spLocks xmlns:a="http://schemas.openxmlformats.org/drawingml/2006/main" noGrp="1"/>
          </p:cNvSpPr>
          <p:nvPr/>
        </p:nvSpPr>
        <p:spPr>
          <a:xfrm xmlns:a="http://schemas.openxmlformats.org/drawingml/2006/main">
            <a:off x="1762125" y="547687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최종 MeaningProposal (사용자 확인 뒤): Task1 보고서에 표 추가</a:t>
            </a:r>
          </a:p>
        </p:txBody>
      </p:sp>
      <p:sp>
        <p:nvSpPr>
          <p:cNvPr id="158" name="dp41-comparison / n103 / text 2">
            <a:extLst xmlns:a="http://schemas.openxmlformats.org/drawingml/2006/main">
              <a:ext uri="{FF2B5EF4-FFF2-40B4-BE49-F238E27FC236}">
                <a16:creationId xmlns:a16="http://schemas.microsoft.com/office/drawing/2014/main" id="{0388BB11-0F41-42EB-8445-C8AEF541663B}"/>
              </a:ext>
            </a:extLst>
          </p:cNvPr>
          <p:cNvSpPr>
            <a:spLocks xmlns:a="http://schemas.openxmlformats.org/drawingml/2006/main" noGrp="1"/>
          </p:cNvSpPr>
          <p:nvPr/>
        </p:nvSpPr>
        <p:spPr>
          <a:xfrm xmlns:a="http://schemas.openxmlformats.org/drawingml/2006/main">
            <a:off x="1762125" y="561403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메일 초안 / SEND 금지 유지</a:t>
            </a:r>
          </a:p>
        </p:txBody>
      </p:sp>
      <p:sp>
        <p:nvSpPr>
          <p:cNvPr id="159" name="dp41-comparison / n112">
            <a:extLst xmlns:a="http://schemas.openxmlformats.org/drawingml/2006/main">
              <a:ext uri="{FF2B5EF4-FFF2-40B4-BE49-F238E27FC236}">
                <a16:creationId xmlns:a16="http://schemas.microsoft.com/office/drawing/2014/main" id="{F7783B52-C765-4F21-AA3B-AFCF41BBCA3F}"/>
              </a:ext>
            </a:extLst>
          </p:cNvPr>
          <p:cNvSpPr>
            <a:spLocks xmlns:a="http://schemas.openxmlformats.org/drawingml/2006/main" noGrp="1"/>
          </p:cNvSpPr>
          <p:nvPr/>
        </p:nvSpPr>
        <p:spPr>
          <a:xfrm xmlns:a="http://schemas.openxmlformats.org/drawingml/2006/main">
            <a:off x="1647825" y="6038850"/>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1-comparison / n113 / text 1">
            <a:extLst xmlns:a="http://schemas.openxmlformats.org/drawingml/2006/main">
              <a:ext uri="{FF2B5EF4-FFF2-40B4-BE49-F238E27FC236}">
                <a16:creationId xmlns:a16="http://schemas.microsoft.com/office/drawing/2014/main" id="{9988E592-7337-49E9-80BB-254BF6E23C4F}"/>
              </a:ext>
            </a:extLst>
          </p:cNvPr>
          <p:cNvSpPr>
            <a:spLocks xmlns:a="http://schemas.openxmlformats.org/drawingml/2006/main" noGrp="1"/>
          </p:cNvSpPr>
          <p:nvPr/>
        </p:nvSpPr>
        <p:spPr>
          <a:xfrm xmlns:a="http://schemas.openxmlformats.org/drawingml/2006/main">
            <a:off x="1666875" y="6048375"/>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161" name="dp41-comparison / n117">
            <a:extLst xmlns:a="http://schemas.openxmlformats.org/drawingml/2006/main">
              <a:ext uri="{FF2B5EF4-FFF2-40B4-BE49-F238E27FC236}">
                <a16:creationId xmlns:a16="http://schemas.microsoft.com/office/drawing/2014/main" id="{D27D7F72-E061-45E0-9108-19057B8C9248}"/>
              </a:ext>
            </a:extLst>
          </p:cNvPr>
          <p:cNvSpPr>
            <a:spLocks xmlns:a="http://schemas.openxmlformats.org/drawingml/2006/main" noGrp="1"/>
          </p:cNvSpPr>
          <p:nvPr/>
        </p:nvSpPr>
        <p:spPr>
          <a:xfrm xmlns:a="http://schemas.openxmlformats.org/drawingml/2006/main">
            <a:off x="1647825" y="63627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1-comparison / n118 / text 1">
            <a:extLst xmlns:a="http://schemas.openxmlformats.org/drawingml/2006/main">
              <a:ext uri="{FF2B5EF4-FFF2-40B4-BE49-F238E27FC236}">
                <a16:creationId xmlns:a16="http://schemas.microsoft.com/office/drawing/2014/main" id="{D5082171-4D09-4020-8431-476F505B8A96}"/>
              </a:ext>
            </a:extLst>
          </p:cNvPr>
          <p:cNvSpPr>
            <a:spLocks xmlns:a="http://schemas.openxmlformats.org/drawingml/2006/main" noGrp="1"/>
          </p:cNvSpPr>
          <p:nvPr/>
        </p:nvSpPr>
        <p:spPr>
          <a:xfrm xmlns:a="http://schemas.openxmlformats.org/drawingml/2006/main">
            <a:off x="1666875" y="63722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163" name="dp41-comparison / n129">
            <a:extLst xmlns:a="http://schemas.openxmlformats.org/drawingml/2006/main">
              <a:ext uri="{FF2B5EF4-FFF2-40B4-BE49-F238E27FC236}">
                <a16:creationId xmlns:a16="http://schemas.microsoft.com/office/drawing/2014/main" id="{15DE7506-2E1C-483A-AC29-F927B62D032C}"/>
              </a:ext>
            </a:extLst>
          </p:cNvPr>
          <p:cNvSpPr>
            <a:spLocks xmlns:a="http://schemas.openxmlformats.org/drawingml/2006/main" noGrp="1"/>
          </p:cNvSpPr>
          <p:nvPr/>
        </p:nvSpPr>
        <p:spPr>
          <a:xfrm xmlns:a="http://schemas.openxmlformats.org/drawingml/2006/main">
            <a:off x="5600700" y="6600825"/>
            <a:ext cx="34290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4" name="dp41-comparison / n130 / text 1">
            <a:extLst xmlns:a="http://schemas.openxmlformats.org/drawingml/2006/main">
              <a:ext uri="{FF2B5EF4-FFF2-40B4-BE49-F238E27FC236}">
                <a16:creationId xmlns:a16="http://schemas.microsoft.com/office/drawing/2014/main" id="{2D17211B-3933-4BA9-92FD-25DB2E67AC1E}"/>
              </a:ext>
            </a:extLst>
          </p:cNvPr>
          <p:cNvSpPr>
            <a:spLocks xmlns:a="http://schemas.openxmlformats.org/drawingml/2006/main" noGrp="1"/>
          </p:cNvSpPr>
          <p:nvPr/>
        </p:nvSpPr>
        <p:spPr>
          <a:xfrm xmlns:a="http://schemas.openxmlformats.org/drawingml/2006/main">
            <a:off x="5619750" y="6610350"/>
            <a:ext cx="666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a:t>
            </a:r>
          </a:p>
        </p:txBody>
      </p:sp>
      <p:sp>
        <p:nvSpPr>
          <p:cNvPr id="165" name="dp41-comparison / n132">
            <a:extLst xmlns:a="http://schemas.openxmlformats.org/drawingml/2006/main">
              <a:ext uri="{FF2B5EF4-FFF2-40B4-BE49-F238E27FC236}">
                <a16:creationId xmlns:a16="http://schemas.microsoft.com/office/drawing/2014/main" id="{2A904BA9-D00F-4ED4-885A-BA558AA062E4}"/>
              </a:ext>
            </a:extLst>
          </p:cNvPr>
          <p:cNvSpPr>
            <a:spLocks xmlns:a="http://schemas.openxmlformats.org/drawingml/2006/main" noGrp="1"/>
          </p:cNvSpPr>
          <p:nvPr/>
        </p:nvSpPr>
        <p:spPr>
          <a:xfrm xmlns:a="http://schemas.openxmlformats.org/drawingml/2006/main">
            <a:off x="2962275" y="6867525"/>
            <a:ext cx="27512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1-comparison / n133 / text 1">
            <a:extLst xmlns:a="http://schemas.openxmlformats.org/drawingml/2006/main">
              <a:ext uri="{FF2B5EF4-FFF2-40B4-BE49-F238E27FC236}">
                <a16:creationId xmlns:a16="http://schemas.microsoft.com/office/drawing/2014/main" id="{36ED7DC5-E7E3-4568-9CBF-0A8983BD1CDC}"/>
              </a:ext>
            </a:extLst>
          </p:cNvPr>
          <p:cNvSpPr>
            <a:spLocks xmlns:a="http://schemas.openxmlformats.org/drawingml/2006/main" noGrp="1"/>
          </p:cNvSpPr>
          <p:nvPr/>
        </p:nvSpPr>
        <p:spPr>
          <a:xfrm xmlns:a="http://schemas.openxmlformats.org/drawingml/2006/main">
            <a:off x="2981325" y="6877050"/>
            <a:ext cx="381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근거를 받아 모델 재호출 / 필요하면 반복</a:t>
            </a:r>
          </a:p>
        </p:txBody>
      </p:sp>
      <p:sp>
        <p:nvSpPr>
          <p:cNvPr id="167" name="dp41-comparison / n135">
            <a:extLst xmlns:a="http://schemas.openxmlformats.org/drawingml/2006/main">
              <a:ext uri="{FF2B5EF4-FFF2-40B4-BE49-F238E27FC236}">
                <a16:creationId xmlns:a16="http://schemas.microsoft.com/office/drawing/2014/main" id="{50168386-74CC-48E9-8BCB-2FB8F6C6AC08}"/>
              </a:ext>
            </a:extLst>
          </p:cNvPr>
          <p:cNvSpPr>
            <a:spLocks xmlns:a="http://schemas.openxmlformats.org/drawingml/2006/main" noGrp="1"/>
          </p:cNvSpPr>
          <p:nvPr/>
        </p:nvSpPr>
        <p:spPr>
          <a:xfrm xmlns:a="http://schemas.openxmlformats.org/drawingml/2006/main">
            <a:off x="4933950" y="7181850"/>
            <a:ext cx="14258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1-comparison / n136 / text 1">
            <a:extLst xmlns:a="http://schemas.openxmlformats.org/drawingml/2006/main">
              <a:ext uri="{FF2B5EF4-FFF2-40B4-BE49-F238E27FC236}">
                <a16:creationId xmlns:a16="http://schemas.microsoft.com/office/drawing/2014/main" id="{BC9D589B-B1A3-48D5-89E6-BF5BEFBE607C}"/>
              </a:ext>
            </a:extLst>
          </p:cNvPr>
          <p:cNvSpPr>
            <a:spLocks xmlns:a="http://schemas.openxmlformats.org/drawingml/2006/main" noGrp="1"/>
          </p:cNvSpPr>
          <p:nvPr/>
        </p:nvSpPr>
        <p:spPr>
          <a:xfrm xmlns:a="http://schemas.openxmlformats.org/drawingml/2006/main">
            <a:off x="4953000" y="7191375"/>
            <a:ext cx="1905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완성 / 확인 질문 필요</a:t>
            </a:r>
          </a:p>
        </p:txBody>
      </p:sp>
      <p:sp>
        <p:nvSpPr>
          <p:cNvPr id="169" name="dp41-comparison / n139">
            <a:extLst xmlns:a="http://schemas.openxmlformats.org/drawingml/2006/main">
              <a:ext uri="{FF2B5EF4-FFF2-40B4-BE49-F238E27FC236}">
                <a16:creationId xmlns:a16="http://schemas.microsoft.com/office/drawing/2014/main" id="{73159142-6382-4FEA-AF38-CFFBD498DA80}"/>
              </a:ext>
            </a:extLst>
          </p:cNvPr>
          <p:cNvSpPr>
            <a:spLocks xmlns:a="http://schemas.openxmlformats.org/drawingml/2006/main" noGrp="1"/>
          </p:cNvSpPr>
          <p:nvPr/>
        </p:nvSpPr>
        <p:spPr>
          <a:xfrm xmlns:a="http://schemas.openxmlformats.org/drawingml/2006/main">
            <a:off x="1162050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1-comparison / n140 / text 1">
            <a:extLst xmlns:a="http://schemas.openxmlformats.org/drawingml/2006/main">
              <a:ext uri="{FF2B5EF4-FFF2-40B4-BE49-F238E27FC236}">
                <a16:creationId xmlns:a16="http://schemas.microsoft.com/office/drawing/2014/main" id="{0DA5384A-6A1D-48B0-AED9-D15387C577C6}"/>
              </a:ext>
            </a:extLst>
          </p:cNvPr>
          <p:cNvSpPr>
            <a:spLocks xmlns:a="http://schemas.openxmlformats.org/drawingml/2006/main" noGrp="1"/>
          </p:cNvSpPr>
          <p:nvPr/>
        </p:nvSpPr>
        <p:spPr>
          <a:xfrm xmlns:a="http://schemas.openxmlformats.org/drawingml/2006/main">
            <a:off x="1170622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71" name="dp41-comparison / n141">
            <a:extLst xmlns:a="http://schemas.openxmlformats.org/drawingml/2006/main">
              <a:ext uri="{FF2B5EF4-FFF2-40B4-BE49-F238E27FC236}">
                <a16:creationId xmlns:a16="http://schemas.microsoft.com/office/drawing/2014/main" id="{30281246-F3B1-455A-803C-7F107245CAE8}"/>
              </a:ext>
            </a:extLst>
          </p:cNvPr>
          <p:cNvSpPr>
            <a:spLocks xmlns:a="http://schemas.openxmlformats.org/drawingml/2006/main" noGrp="1"/>
          </p:cNvSpPr>
          <p:nvPr/>
        </p:nvSpPr>
        <p:spPr>
          <a:xfrm xmlns:a="http://schemas.openxmlformats.org/drawingml/2006/main">
            <a:off x="1433512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2" name="dp41-comparison / n142 / text 1">
            <a:extLst xmlns:a="http://schemas.openxmlformats.org/drawingml/2006/main">
              <a:ext uri="{FF2B5EF4-FFF2-40B4-BE49-F238E27FC236}">
                <a16:creationId xmlns:a16="http://schemas.microsoft.com/office/drawing/2014/main" id="{5B7D25C2-AAA9-4ED6-9460-C5A48D9AE6A4}"/>
              </a:ext>
            </a:extLst>
          </p:cNvPr>
          <p:cNvSpPr>
            <a:spLocks xmlns:a="http://schemas.openxmlformats.org/drawingml/2006/main" noGrp="1"/>
          </p:cNvSpPr>
          <p:nvPr/>
        </p:nvSpPr>
        <p:spPr>
          <a:xfrm xmlns:a="http://schemas.openxmlformats.org/drawingml/2006/main">
            <a:off x="1442085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173" name="dp41-comparison / n143 / path">
            <a:extLst xmlns:a="http://schemas.openxmlformats.org/drawingml/2006/main">
              <a:ext uri="{FF2B5EF4-FFF2-40B4-BE49-F238E27FC236}">
                <a16:creationId xmlns:a16="http://schemas.microsoft.com/office/drawing/2014/main" id="{008473BE-376E-4BDD-8F4B-ED4A004BB98A}"/>
              </a:ext>
            </a:extLst>
          </p:cNvPr>
          <p:cNvSpPr>
            <a:spLocks xmlns:a="http://schemas.openxmlformats.org/drawingml/2006/main" noGrp="1"/>
          </p:cNvSpPr>
          <p:nvPr/>
        </p:nvSpPr>
        <p:spPr>
          <a:xfrm xmlns:a="http://schemas.openxmlformats.org/drawingml/2006/main">
            <a:off x="1128712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74" name="dp41-comparison / n143 / arrow">
            <a:extLst xmlns:a="http://schemas.openxmlformats.org/drawingml/2006/main">
              <a:ext uri="{FF2B5EF4-FFF2-40B4-BE49-F238E27FC236}">
                <a16:creationId xmlns:a16="http://schemas.microsoft.com/office/drawing/2014/main" id="{9AA677FE-0F07-4740-8F67-E5BB8B423A4C}"/>
              </a:ext>
            </a:extLst>
          </p:cNvPr>
          <p:cNvSpPr>
            <a:spLocks xmlns:a="http://schemas.openxmlformats.org/drawingml/2006/main" noGrp="1"/>
          </p:cNvSpPr>
          <p:nvPr/>
        </p:nvSpPr>
        <p:spPr>
          <a:xfrm xmlns:a="http://schemas.openxmlformats.org/drawingml/2006/main">
            <a:off x="1155344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5" name="dp41-comparison / n144 / path">
            <a:extLst xmlns:a="http://schemas.openxmlformats.org/drawingml/2006/main">
              <a:ext uri="{FF2B5EF4-FFF2-40B4-BE49-F238E27FC236}">
                <a16:creationId xmlns:a16="http://schemas.microsoft.com/office/drawing/2014/main" id="{C2F7389A-29D4-4929-A0F8-0FD9C44AB1E5}"/>
              </a:ext>
            </a:extLst>
          </p:cNvPr>
          <p:cNvSpPr>
            <a:spLocks xmlns:a="http://schemas.openxmlformats.org/drawingml/2006/main" noGrp="1"/>
          </p:cNvSpPr>
          <p:nvPr/>
        </p:nvSpPr>
        <p:spPr>
          <a:xfrm xmlns:a="http://schemas.openxmlformats.org/drawingml/2006/main">
            <a:off x="1390650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76" name="dp41-comparison / n144 / arrow">
            <a:extLst xmlns:a="http://schemas.openxmlformats.org/drawingml/2006/main">
              <a:ext uri="{FF2B5EF4-FFF2-40B4-BE49-F238E27FC236}">
                <a16:creationId xmlns:a16="http://schemas.microsoft.com/office/drawing/2014/main" id="{85E45EA8-55AA-49B2-902D-0D46422C4DC6}"/>
              </a:ext>
            </a:extLst>
          </p:cNvPr>
          <p:cNvSpPr>
            <a:spLocks xmlns:a="http://schemas.openxmlformats.org/drawingml/2006/main" noGrp="1"/>
          </p:cNvSpPr>
          <p:nvPr/>
        </p:nvSpPr>
        <p:spPr>
          <a:xfrm xmlns:a="http://schemas.openxmlformats.org/drawingml/2006/main">
            <a:off x="1426806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7" name="dp41-comparison / n145">
            <a:extLst xmlns:a="http://schemas.openxmlformats.org/drawingml/2006/main">
              <a:ext uri="{FF2B5EF4-FFF2-40B4-BE49-F238E27FC236}">
                <a16:creationId xmlns:a16="http://schemas.microsoft.com/office/drawing/2014/main" id="{CE4E1344-DB79-4F03-84FA-FF6F29BFFC9D}"/>
              </a:ext>
            </a:extLst>
          </p:cNvPr>
          <p:cNvSpPr>
            <a:spLocks xmlns:a="http://schemas.openxmlformats.org/drawingml/2006/main" noGrp="1"/>
          </p:cNvSpPr>
          <p:nvPr/>
        </p:nvSpPr>
        <p:spPr>
          <a:xfrm xmlns:a="http://schemas.openxmlformats.org/drawingml/2006/main">
            <a:off x="9763125" y="3257550"/>
            <a:ext cx="7953375" cy="2571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8" name="dp41-comparison / n146 / text 1">
            <a:extLst xmlns:a="http://schemas.openxmlformats.org/drawingml/2006/main">
              <a:ext uri="{FF2B5EF4-FFF2-40B4-BE49-F238E27FC236}">
                <a16:creationId xmlns:a16="http://schemas.microsoft.com/office/drawing/2014/main" id="{1018AAB0-4288-4DF5-ADAC-DA33A7CFE1D2}"/>
              </a:ext>
            </a:extLst>
          </p:cNvPr>
          <p:cNvSpPr>
            <a:spLocks xmlns:a="http://schemas.openxmlformats.org/drawingml/2006/main" noGrp="1"/>
          </p:cNvSpPr>
          <p:nvPr/>
        </p:nvSpPr>
        <p:spPr>
          <a:xfrm xmlns:a="http://schemas.openxmlformats.org/drawingml/2006/main">
            <a:off x="988695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79" name="dp41-comparison / n149 / path">
            <a:extLst xmlns:a="http://schemas.openxmlformats.org/drawingml/2006/main">
              <a:ext uri="{FF2B5EF4-FFF2-40B4-BE49-F238E27FC236}">
                <a16:creationId xmlns:a16="http://schemas.microsoft.com/office/drawing/2014/main" id="{5DA68B80-AF4B-4A73-9EAD-670F46312669}"/>
              </a:ext>
            </a:extLst>
          </p:cNvPr>
          <p:cNvSpPr>
            <a:spLocks xmlns:a="http://schemas.openxmlformats.org/drawingml/2006/main" noGrp="1"/>
          </p:cNvSpPr>
          <p:nvPr/>
        </p:nvSpPr>
        <p:spPr>
          <a:xfrm xmlns:a="http://schemas.openxmlformats.org/drawingml/2006/main">
            <a:off x="1552575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180" name="dp41-comparison / n149 / arrow">
            <a:extLst xmlns:a="http://schemas.openxmlformats.org/drawingml/2006/main">
              <a:ext uri="{FF2B5EF4-FFF2-40B4-BE49-F238E27FC236}">
                <a16:creationId xmlns:a16="http://schemas.microsoft.com/office/drawing/2014/main" id="{1CF55FDB-E6CC-4DF0-8137-36908C44B3B5}"/>
              </a:ext>
            </a:extLst>
          </p:cNvPr>
          <p:cNvSpPr>
            <a:spLocks xmlns:a="http://schemas.openxmlformats.org/drawingml/2006/main" noGrp="1"/>
          </p:cNvSpPr>
          <p:nvPr/>
        </p:nvSpPr>
        <p:spPr>
          <a:xfrm xmlns:a="http://schemas.openxmlformats.org/drawingml/2006/main">
            <a:off x="1551603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1-comparison / n152">
            <a:extLst xmlns:a="http://schemas.openxmlformats.org/drawingml/2006/main">
              <a:ext uri="{FF2B5EF4-FFF2-40B4-BE49-F238E27FC236}">
                <a16:creationId xmlns:a16="http://schemas.microsoft.com/office/drawing/2014/main" id="{A9D58508-BD5F-4D58-8397-9CF7F3BF9188}"/>
              </a:ext>
            </a:extLst>
          </p:cNvPr>
          <p:cNvSpPr>
            <a:spLocks xmlns:a="http://schemas.openxmlformats.org/drawingml/2006/main" noGrp="1"/>
          </p:cNvSpPr>
          <p:nvPr/>
        </p:nvSpPr>
        <p:spPr>
          <a:xfrm xmlns:a="http://schemas.openxmlformats.org/drawingml/2006/main">
            <a:off x="995362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82" name="dp41-comparison / n153 / text 1">
            <a:extLst xmlns:a="http://schemas.openxmlformats.org/drawingml/2006/main">
              <a:ext uri="{FF2B5EF4-FFF2-40B4-BE49-F238E27FC236}">
                <a16:creationId xmlns:a16="http://schemas.microsoft.com/office/drawing/2014/main" id="{091240E7-FE5C-4EFA-8372-76CB839983F0}"/>
              </a:ext>
            </a:extLst>
          </p:cNvPr>
          <p:cNvSpPr>
            <a:spLocks xmlns:a="http://schemas.openxmlformats.org/drawingml/2006/main" noGrp="1"/>
          </p:cNvSpPr>
          <p:nvPr/>
        </p:nvSpPr>
        <p:spPr>
          <a:xfrm xmlns:a="http://schemas.openxmlformats.org/drawingml/2006/main">
            <a:off x="1003935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83" name="dp41-comparison / n156">
            <a:extLst xmlns:a="http://schemas.openxmlformats.org/drawingml/2006/main">
              <a:ext uri="{FF2B5EF4-FFF2-40B4-BE49-F238E27FC236}">
                <a16:creationId xmlns:a16="http://schemas.microsoft.com/office/drawing/2014/main" id="{030B8B00-DE4B-40D5-AA04-F3DEE05D7B7F}"/>
              </a:ext>
            </a:extLst>
          </p:cNvPr>
          <p:cNvSpPr>
            <a:spLocks xmlns:a="http://schemas.openxmlformats.org/drawingml/2006/main" noGrp="1"/>
          </p:cNvSpPr>
          <p:nvPr/>
        </p:nvSpPr>
        <p:spPr>
          <a:xfrm xmlns:a="http://schemas.openxmlformats.org/drawingml/2006/main">
            <a:off x="995362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84" name="dp41-comparison / n157 / text 1">
            <a:extLst xmlns:a="http://schemas.openxmlformats.org/drawingml/2006/main">
              <a:ext uri="{FF2B5EF4-FFF2-40B4-BE49-F238E27FC236}">
                <a16:creationId xmlns:a16="http://schemas.microsoft.com/office/drawing/2014/main" id="{5E240BA0-3847-4A6A-8D97-0AA15C0773A1}"/>
              </a:ext>
            </a:extLst>
          </p:cNvPr>
          <p:cNvSpPr>
            <a:spLocks xmlns:a="http://schemas.openxmlformats.org/drawingml/2006/main" noGrp="1"/>
          </p:cNvSpPr>
          <p:nvPr/>
        </p:nvSpPr>
        <p:spPr>
          <a:xfrm xmlns:a="http://schemas.openxmlformats.org/drawingml/2006/main">
            <a:off x="1003935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요청 구조화기</a:t>
            </a:r>
          </a:p>
        </p:txBody>
      </p:sp>
      <p:sp>
        <p:nvSpPr>
          <p:cNvPr id="185" name="dp41-comparison / n158">
            <a:extLst xmlns:a="http://schemas.openxmlformats.org/drawingml/2006/main">
              <a:ext uri="{FF2B5EF4-FFF2-40B4-BE49-F238E27FC236}">
                <a16:creationId xmlns:a16="http://schemas.microsoft.com/office/drawing/2014/main" id="{B0D176AA-E71C-42A7-8B19-4CAED6B944B5}"/>
              </a:ext>
            </a:extLst>
          </p:cNvPr>
          <p:cNvSpPr>
            <a:spLocks xmlns:a="http://schemas.openxmlformats.org/drawingml/2006/main" noGrp="1"/>
          </p:cNvSpPr>
          <p:nvPr/>
        </p:nvSpPr>
        <p:spPr>
          <a:xfrm xmlns:a="http://schemas.openxmlformats.org/drawingml/2006/main">
            <a:off x="1590675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186" name="dp41-comparison / n159 / text 1">
            <a:extLst xmlns:a="http://schemas.openxmlformats.org/drawingml/2006/main">
              <a:ext uri="{FF2B5EF4-FFF2-40B4-BE49-F238E27FC236}">
                <a16:creationId xmlns:a16="http://schemas.microsoft.com/office/drawing/2014/main" id="{E0D60B11-F85F-49D1-A736-63CF17339697}"/>
              </a:ext>
            </a:extLst>
          </p:cNvPr>
          <p:cNvSpPr>
            <a:spLocks xmlns:a="http://schemas.openxmlformats.org/drawingml/2006/main" noGrp="1"/>
          </p:cNvSpPr>
          <p:nvPr/>
        </p:nvSpPr>
        <p:spPr>
          <a:xfrm xmlns:a="http://schemas.openxmlformats.org/drawingml/2006/main">
            <a:off x="1599247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187" name="dp41-comparison / n160">
            <a:extLst xmlns:a="http://schemas.openxmlformats.org/drawingml/2006/main">
              <a:ext uri="{FF2B5EF4-FFF2-40B4-BE49-F238E27FC236}">
                <a16:creationId xmlns:a16="http://schemas.microsoft.com/office/drawing/2014/main" id="{0BB6837E-4372-45C1-AA2E-6ECBF0BFDDEC}"/>
              </a:ext>
            </a:extLst>
          </p:cNvPr>
          <p:cNvSpPr>
            <a:spLocks xmlns:a="http://schemas.openxmlformats.org/drawingml/2006/main" noGrp="1"/>
          </p:cNvSpPr>
          <p:nvPr/>
        </p:nvSpPr>
        <p:spPr>
          <a:xfrm xmlns:a="http://schemas.openxmlformats.org/drawingml/2006/main">
            <a:off x="15621000" y="5429250"/>
            <a:ext cx="190500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188" name="dp41-comparison / n161 / text 1">
            <a:extLst xmlns:a="http://schemas.openxmlformats.org/drawingml/2006/main">
              <a:ext uri="{FF2B5EF4-FFF2-40B4-BE49-F238E27FC236}">
                <a16:creationId xmlns:a16="http://schemas.microsoft.com/office/drawing/2014/main" id="{CE774D25-1202-455A-A1E7-14A011075EC4}"/>
              </a:ext>
            </a:extLst>
          </p:cNvPr>
          <p:cNvSpPr>
            <a:spLocks xmlns:a="http://schemas.openxmlformats.org/drawingml/2006/main" noGrp="1"/>
          </p:cNvSpPr>
          <p:nvPr/>
        </p:nvSpPr>
        <p:spPr>
          <a:xfrm xmlns:a="http://schemas.openxmlformats.org/drawingml/2006/main">
            <a:off x="15706725" y="5476399"/>
            <a:ext cx="17335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189" name="dp41-comparison / n162">
            <a:extLst xmlns:a="http://schemas.openxmlformats.org/drawingml/2006/main">
              <a:ext uri="{FF2B5EF4-FFF2-40B4-BE49-F238E27FC236}">
                <a16:creationId xmlns:a16="http://schemas.microsoft.com/office/drawing/2014/main" id="{173EF771-360F-4C50-AA31-50DBDB275793}"/>
              </a:ext>
            </a:extLst>
          </p:cNvPr>
          <p:cNvSpPr>
            <a:spLocks xmlns:a="http://schemas.openxmlformats.org/drawingml/2006/main" noGrp="1"/>
          </p:cNvSpPr>
          <p:nvPr/>
        </p:nvSpPr>
        <p:spPr>
          <a:xfrm xmlns:a="http://schemas.openxmlformats.org/drawingml/2006/main">
            <a:off x="12715875" y="3667125"/>
            <a:ext cx="2857500"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90" name="dp41-comparison / n163 / text 1">
            <a:extLst xmlns:a="http://schemas.openxmlformats.org/drawingml/2006/main">
              <a:ext uri="{FF2B5EF4-FFF2-40B4-BE49-F238E27FC236}">
                <a16:creationId xmlns:a16="http://schemas.microsoft.com/office/drawing/2014/main" id="{503A942B-F687-48A7-8576-A9BBF7541BE1}"/>
              </a:ext>
            </a:extLst>
          </p:cNvPr>
          <p:cNvSpPr>
            <a:spLocks xmlns:a="http://schemas.openxmlformats.org/drawingml/2006/main" noGrp="1"/>
          </p:cNvSpPr>
          <p:nvPr/>
        </p:nvSpPr>
        <p:spPr>
          <a:xfrm xmlns:a="http://schemas.openxmlformats.org/drawingml/2006/main">
            <a:off x="12801600" y="37333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Resolution Engine</a:t>
            </a:r>
          </a:p>
        </p:txBody>
      </p:sp>
      <p:sp>
        <p:nvSpPr>
          <p:cNvPr id="191" name="dp41-comparison / n164 / path">
            <a:extLst xmlns:a="http://schemas.openxmlformats.org/drawingml/2006/main">
              <a:ext uri="{FF2B5EF4-FFF2-40B4-BE49-F238E27FC236}">
                <a16:creationId xmlns:a16="http://schemas.microsoft.com/office/drawing/2014/main" id="{13086E60-BBBE-4F27-A996-B62FAC9F4DE0}"/>
              </a:ext>
            </a:extLst>
          </p:cNvPr>
          <p:cNvSpPr>
            <a:spLocks xmlns:a="http://schemas.openxmlformats.org/drawingml/2006/main" noGrp="1"/>
          </p:cNvSpPr>
          <p:nvPr/>
        </p:nvSpPr>
        <p:spPr>
          <a:xfrm xmlns:a="http://schemas.openxmlformats.org/drawingml/2006/main">
            <a:off x="12287250" y="37623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92" name="dp41-comparison / n164 / arrow">
            <a:extLst xmlns:a="http://schemas.openxmlformats.org/drawingml/2006/main">
              <a:ext uri="{FF2B5EF4-FFF2-40B4-BE49-F238E27FC236}">
                <a16:creationId xmlns:a16="http://schemas.microsoft.com/office/drawing/2014/main" id="{344E92DF-6687-434B-9DD8-892383E143BA}"/>
              </a:ext>
            </a:extLst>
          </p:cNvPr>
          <p:cNvSpPr>
            <a:spLocks xmlns:a="http://schemas.openxmlformats.org/drawingml/2006/main" noGrp="1"/>
          </p:cNvSpPr>
          <p:nvPr/>
        </p:nvSpPr>
        <p:spPr>
          <a:xfrm xmlns:a="http://schemas.openxmlformats.org/drawingml/2006/main">
            <a:off x="12648819"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3" name="dp41-comparison / n165 / path">
            <a:extLst xmlns:a="http://schemas.openxmlformats.org/drawingml/2006/main">
              <a:ext uri="{FF2B5EF4-FFF2-40B4-BE49-F238E27FC236}">
                <a16:creationId xmlns:a16="http://schemas.microsoft.com/office/drawing/2014/main" id="{0F983429-9841-49FB-A34D-FEE24E88BCB0}"/>
              </a:ext>
            </a:extLst>
          </p:cNvPr>
          <p:cNvSpPr>
            <a:spLocks xmlns:a="http://schemas.openxmlformats.org/drawingml/2006/main" noGrp="1"/>
          </p:cNvSpPr>
          <p:nvPr/>
        </p:nvSpPr>
        <p:spPr>
          <a:xfrm xmlns:a="http://schemas.openxmlformats.org/drawingml/2006/main">
            <a:off x="12287250" y="3914775"/>
            <a:ext cx="428625" cy="142875"/>
          </a:xfrm>
          <a:custGeom xmlns:a="http://schemas.openxmlformats.org/drawingml/2006/main">
            <a:pathLst>
              <a:path w="428625" h="142875">
                <a:moveTo>
                  <a:pt x="428625" y="0"/>
                </a:moveTo>
                <a:lnTo>
                  <a:pt x="285750" y="0"/>
                </a:lnTo>
                <a:lnTo>
                  <a:pt x="285750" y="142875"/>
                </a:lnTo>
                <a:lnTo>
                  <a:pt x="114300" y="142875"/>
                </a:lnTo>
                <a:lnTo>
                  <a:pt x="114300" y="0"/>
                </a:lnTo>
                <a:lnTo>
                  <a:pt x="0" y="0"/>
                </a:lnTo>
              </a:path>
            </a:pathLst>
          </a:custGeom>
          <a:noFill xmlns:a="http://schemas.openxmlformats.org/drawingml/2006/main"/>
          <a:ln xmlns:a="http://schemas.openxmlformats.org/drawingml/2006/main" w="10478">
            <a:solidFill>
              <a:srgbClr val="000000"/>
            </a:solidFill>
            <a:prstDash val="solid"/>
          </a:ln>
        </p:spPr>
      </p:sp>
      <p:sp>
        <p:nvSpPr>
          <p:cNvPr id="194" name="dp41-comparison / n165 / arrow">
            <a:extLst xmlns:a="http://schemas.openxmlformats.org/drawingml/2006/main">
              <a:ext uri="{FF2B5EF4-FFF2-40B4-BE49-F238E27FC236}">
                <a16:creationId xmlns:a16="http://schemas.microsoft.com/office/drawing/2014/main" id="{004FD70E-65AD-4B22-BB02-B1D3DCE3E2F6}"/>
              </a:ext>
            </a:extLst>
          </p:cNvPr>
          <p:cNvSpPr>
            <a:spLocks xmlns:a="http://schemas.openxmlformats.org/drawingml/2006/main" noGrp="1"/>
          </p:cNvSpPr>
          <p:nvPr/>
        </p:nvSpPr>
        <p:spPr>
          <a:xfrm xmlns:a="http://schemas.openxmlformats.org/drawingml/2006/main">
            <a:off x="12287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95" name="dp41-comparison / n168 / path">
            <a:extLst xmlns:a="http://schemas.openxmlformats.org/drawingml/2006/main">
              <a:ext uri="{FF2B5EF4-FFF2-40B4-BE49-F238E27FC236}">
                <a16:creationId xmlns:a16="http://schemas.microsoft.com/office/drawing/2014/main" id="{044F7F09-AD49-441B-A3BB-7345BD37D860}"/>
              </a:ext>
            </a:extLst>
          </p:cNvPr>
          <p:cNvSpPr>
            <a:spLocks xmlns:a="http://schemas.openxmlformats.org/drawingml/2006/main" noGrp="1"/>
          </p:cNvSpPr>
          <p:nvPr/>
        </p:nvSpPr>
        <p:spPr>
          <a:xfrm xmlns:a="http://schemas.openxmlformats.org/drawingml/2006/main">
            <a:off x="15573375" y="376237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96" name="dp41-comparison / n168 / arrow">
            <a:extLst xmlns:a="http://schemas.openxmlformats.org/drawingml/2006/main">
              <a:ext uri="{FF2B5EF4-FFF2-40B4-BE49-F238E27FC236}">
                <a16:creationId xmlns:a16="http://schemas.microsoft.com/office/drawing/2014/main" id="{B0FC1B09-77D4-4133-AEE6-3DB34333BBCD}"/>
              </a:ext>
            </a:extLst>
          </p:cNvPr>
          <p:cNvSpPr>
            <a:spLocks xmlns:a="http://schemas.openxmlformats.org/drawingml/2006/main" noGrp="1"/>
          </p:cNvSpPr>
          <p:nvPr/>
        </p:nvSpPr>
        <p:spPr>
          <a:xfrm xmlns:a="http://schemas.openxmlformats.org/drawingml/2006/main">
            <a:off x="1583969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7" name="dp41-comparison / n169 / path">
            <a:extLst xmlns:a="http://schemas.openxmlformats.org/drawingml/2006/main">
              <a:ext uri="{FF2B5EF4-FFF2-40B4-BE49-F238E27FC236}">
                <a16:creationId xmlns:a16="http://schemas.microsoft.com/office/drawing/2014/main" id="{A4CD0723-A106-4082-B8BA-EA9CB8A2E94F}"/>
              </a:ext>
            </a:extLst>
          </p:cNvPr>
          <p:cNvSpPr>
            <a:spLocks xmlns:a="http://schemas.openxmlformats.org/drawingml/2006/main" noGrp="1"/>
          </p:cNvSpPr>
          <p:nvPr/>
        </p:nvSpPr>
        <p:spPr>
          <a:xfrm xmlns:a="http://schemas.openxmlformats.org/drawingml/2006/main">
            <a:off x="14144625" y="4010025"/>
            <a:ext cx="2571750" cy="66675"/>
          </a:xfrm>
          <a:custGeom xmlns:a="http://schemas.openxmlformats.org/drawingml/2006/main">
            <a:pathLst>
              <a:path w="2571750" h="66675">
                <a:moveTo>
                  <a:pt x="2571750" y="0"/>
                </a:moveTo>
                <a:lnTo>
                  <a:pt x="2571750" y="66675"/>
                </a:lnTo>
                <a:lnTo>
                  <a:pt x="0" y="66675"/>
                </a:lnTo>
                <a:lnTo>
                  <a:pt x="0" y="0"/>
                </a:lnTo>
              </a:path>
            </a:pathLst>
          </a:custGeom>
          <a:noFill xmlns:a="http://schemas.openxmlformats.org/drawingml/2006/main"/>
          <a:ln xmlns:a="http://schemas.openxmlformats.org/drawingml/2006/main" w="10478">
            <a:solidFill>
              <a:srgbClr val="000000"/>
            </a:solidFill>
            <a:prstDash val="dash"/>
          </a:ln>
        </p:spPr>
      </p:sp>
      <p:sp>
        <p:nvSpPr>
          <p:cNvPr id="198" name="dp41-comparison / n169 / arrow">
            <a:extLst xmlns:a="http://schemas.openxmlformats.org/drawingml/2006/main">
              <a:ext uri="{FF2B5EF4-FFF2-40B4-BE49-F238E27FC236}">
                <a16:creationId xmlns:a16="http://schemas.microsoft.com/office/drawing/2014/main" id="{667DDFFB-E270-49BE-8AE1-CDE360D53DCB}"/>
              </a:ext>
            </a:extLst>
          </p:cNvPr>
          <p:cNvSpPr>
            <a:spLocks xmlns:a="http://schemas.openxmlformats.org/drawingml/2006/main" noGrp="1"/>
          </p:cNvSpPr>
          <p:nvPr/>
        </p:nvSpPr>
        <p:spPr>
          <a:xfrm xmlns:a="http://schemas.openxmlformats.org/drawingml/2006/main">
            <a:off x="14111097" y="4010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9" name="dp41-comparison / n174 / path">
            <a:extLst xmlns:a="http://schemas.openxmlformats.org/drawingml/2006/main">
              <a:ext uri="{FF2B5EF4-FFF2-40B4-BE49-F238E27FC236}">
                <a16:creationId xmlns:a16="http://schemas.microsoft.com/office/drawing/2014/main" id="{0DE7D442-E5CB-4435-8222-E1F2D460D408}"/>
              </a:ext>
            </a:extLst>
          </p:cNvPr>
          <p:cNvSpPr>
            <a:spLocks xmlns:a="http://schemas.openxmlformats.org/drawingml/2006/main" noGrp="1"/>
          </p:cNvSpPr>
          <p:nvPr/>
        </p:nvSpPr>
        <p:spPr>
          <a:xfrm xmlns:a="http://schemas.openxmlformats.org/drawingml/2006/main">
            <a:off x="14144625" y="4010025"/>
            <a:ext cx="2428875" cy="1419225"/>
          </a:xfrm>
          <a:custGeom xmlns:a="http://schemas.openxmlformats.org/drawingml/2006/main">
            <a:pathLst>
              <a:path w="2428875" h="1419225">
                <a:moveTo>
                  <a:pt x="0" y="0"/>
                </a:moveTo>
                <a:lnTo>
                  <a:pt x="0" y="19050"/>
                </a:lnTo>
                <a:lnTo>
                  <a:pt x="1524000" y="19050"/>
                </a:lnTo>
                <a:lnTo>
                  <a:pt x="1524000" y="1352550"/>
                </a:lnTo>
                <a:lnTo>
                  <a:pt x="2428875" y="1352550"/>
                </a:lnTo>
                <a:lnTo>
                  <a:pt x="2428875" y="1419225"/>
                </a:lnTo>
              </a:path>
            </a:pathLst>
          </a:custGeom>
          <a:noFill xmlns:a="http://schemas.openxmlformats.org/drawingml/2006/main"/>
          <a:ln xmlns:a="http://schemas.openxmlformats.org/drawingml/2006/main" w="10478">
            <a:solidFill>
              <a:srgbClr val="000000"/>
            </a:solidFill>
            <a:prstDash val="solid"/>
          </a:ln>
        </p:spPr>
      </p:sp>
      <p:sp>
        <p:nvSpPr>
          <p:cNvPr id="200" name="dp41-comparison / n174 / arrow">
            <a:extLst xmlns:a="http://schemas.openxmlformats.org/drawingml/2006/main">
              <a:ext uri="{FF2B5EF4-FFF2-40B4-BE49-F238E27FC236}">
                <a16:creationId xmlns:a16="http://schemas.microsoft.com/office/drawing/2014/main" id="{A8C354D6-22E0-4C9C-9277-D1DFCAE5B5E9}"/>
              </a:ext>
            </a:extLst>
          </p:cNvPr>
          <p:cNvSpPr>
            <a:spLocks xmlns:a="http://schemas.openxmlformats.org/drawingml/2006/main" noGrp="1"/>
          </p:cNvSpPr>
          <p:nvPr/>
        </p:nvSpPr>
        <p:spPr>
          <a:xfrm xmlns:a="http://schemas.openxmlformats.org/drawingml/2006/main">
            <a:off x="16539972" y="53621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1" name="dp41-comparison / n183">
            <a:extLst xmlns:a="http://schemas.openxmlformats.org/drawingml/2006/main">
              <a:ext uri="{FF2B5EF4-FFF2-40B4-BE49-F238E27FC236}">
                <a16:creationId xmlns:a16="http://schemas.microsoft.com/office/drawing/2014/main" id="{35355501-095A-41CA-ACF2-2736410DF8F5}"/>
              </a:ext>
            </a:extLst>
          </p:cNvPr>
          <p:cNvSpPr>
            <a:spLocks xmlns:a="http://schemas.openxmlformats.org/drawingml/2006/main" noGrp="1"/>
          </p:cNvSpPr>
          <p:nvPr/>
        </p:nvSpPr>
        <p:spPr>
          <a:xfrm xmlns:a="http://schemas.openxmlformats.org/drawingml/2006/main">
            <a:off x="12649200"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2" name="dp41-comparison / n184 / text 1">
            <a:extLst xmlns:a="http://schemas.openxmlformats.org/drawingml/2006/main">
              <a:ext uri="{FF2B5EF4-FFF2-40B4-BE49-F238E27FC236}">
                <a16:creationId xmlns:a16="http://schemas.microsoft.com/office/drawing/2014/main" id="{43C13E13-E7C9-48FE-8559-80776DC4A1CE}"/>
              </a:ext>
            </a:extLst>
          </p:cNvPr>
          <p:cNvSpPr>
            <a:spLocks xmlns:a="http://schemas.openxmlformats.org/drawingml/2006/main" noGrp="1"/>
          </p:cNvSpPr>
          <p:nvPr/>
        </p:nvSpPr>
        <p:spPr>
          <a:xfrm xmlns:a="http://schemas.openxmlformats.org/drawingml/2006/main">
            <a:off x="12734925"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203" name="dp41-comparison / n185 / path">
            <a:extLst xmlns:a="http://schemas.openxmlformats.org/drawingml/2006/main">
              <a:ext uri="{FF2B5EF4-FFF2-40B4-BE49-F238E27FC236}">
                <a16:creationId xmlns:a16="http://schemas.microsoft.com/office/drawing/2014/main" id="{9F552DB0-4FA1-428F-AD87-16B97F2C24AA}"/>
              </a:ext>
            </a:extLst>
          </p:cNvPr>
          <p:cNvSpPr>
            <a:spLocks xmlns:a="http://schemas.openxmlformats.org/drawingml/2006/main" noGrp="1"/>
          </p:cNvSpPr>
          <p:nvPr/>
        </p:nvSpPr>
        <p:spPr>
          <a:xfrm xmlns:a="http://schemas.openxmlformats.org/drawingml/2006/main">
            <a:off x="13744575" y="3771900"/>
            <a:ext cx="4010025" cy="2247900"/>
          </a:xfrm>
          <a:custGeom xmlns:a="http://schemas.openxmlformats.org/drawingml/2006/main">
            <a:pathLst>
              <a:path w="4010025" h="2247900">
                <a:moveTo>
                  <a:pt x="3781425" y="0"/>
                </a:moveTo>
                <a:lnTo>
                  <a:pt x="4010025" y="0"/>
                </a:lnTo>
                <a:lnTo>
                  <a:pt x="4010025" y="2105025"/>
                </a:lnTo>
                <a:lnTo>
                  <a:pt x="0" y="2105025"/>
                </a:lnTo>
                <a:lnTo>
                  <a:pt x="0" y="2247900"/>
                </a:lnTo>
              </a:path>
            </a:pathLst>
          </a:custGeom>
          <a:noFill xmlns:a="http://schemas.openxmlformats.org/drawingml/2006/main"/>
          <a:ln xmlns:a="http://schemas.openxmlformats.org/drawingml/2006/main" w="10478">
            <a:solidFill>
              <a:srgbClr val="000000"/>
            </a:solidFill>
            <a:prstDash val="solid"/>
          </a:ln>
        </p:spPr>
      </p:sp>
      <p:sp>
        <p:nvSpPr>
          <p:cNvPr id="204" name="dp41-comparison / n185 / arrow">
            <a:extLst xmlns:a="http://schemas.openxmlformats.org/drawingml/2006/main">
              <a:ext uri="{FF2B5EF4-FFF2-40B4-BE49-F238E27FC236}">
                <a16:creationId xmlns:a16="http://schemas.microsoft.com/office/drawing/2014/main" id="{4262CAD4-363F-43A3-B379-AE328B857CEC}"/>
              </a:ext>
            </a:extLst>
          </p:cNvPr>
          <p:cNvSpPr>
            <a:spLocks xmlns:a="http://schemas.openxmlformats.org/drawingml/2006/main" noGrp="1"/>
          </p:cNvSpPr>
          <p:nvPr/>
        </p:nvSpPr>
        <p:spPr>
          <a:xfrm xmlns:a="http://schemas.openxmlformats.org/drawingml/2006/main">
            <a:off x="13711047"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5" name="dp41-comparison / n186 / path">
            <a:extLst xmlns:a="http://schemas.openxmlformats.org/drawingml/2006/main">
              <a:ext uri="{FF2B5EF4-FFF2-40B4-BE49-F238E27FC236}">
                <a16:creationId xmlns:a16="http://schemas.microsoft.com/office/drawing/2014/main" id="{89D45628-BA6B-4701-A86D-F04F785A551A}"/>
              </a:ext>
            </a:extLst>
          </p:cNvPr>
          <p:cNvSpPr>
            <a:spLocks xmlns:a="http://schemas.openxmlformats.org/drawingml/2006/main" noGrp="1"/>
          </p:cNvSpPr>
          <p:nvPr/>
        </p:nvSpPr>
        <p:spPr>
          <a:xfrm xmlns:a="http://schemas.openxmlformats.org/drawingml/2006/main">
            <a:off x="13830300" y="3914775"/>
            <a:ext cx="3848100" cy="2105025"/>
          </a:xfrm>
          <a:custGeom xmlns:a="http://schemas.openxmlformats.org/drawingml/2006/main">
            <a:pathLst>
              <a:path w="3848100" h="2105025">
                <a:moveTo>
                  <a:pt x="0" y="2105025"/>
                </a:moveTo>
                <a:lnTo>
                  <a:pt x="0" y="2000250"/>
                </a:lnTo>
                <a:lnTo>
                  <a:pt x="3848100" y="20002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206" name="dp41-comparison / n186 / arrow">
            <a:extLst xmlns:a="http://schemas.openxmlformats.org/drawingml/2006/main">
              <a:ext uri="{FF2B5EF4-FFF2-40B4-BE49-F238E27FC236}">
                <a16:creationId xmlns:a16="http://schemas.microsoft.com/office/drawing/2014/main" id="{EEB9B874-BE34-4F68-9962-D49A96AD0C12}"/>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7" name="dp41-comparison / n187">
            <a:extLst xmlns:a="http://schemas.openxmlformats.org/drawingml/2006/main">
              <a:ext uri="{FF2B5EF4-FFF2-40B4-BE49-F238E27FC236}">
                <a16:creationId xmlns:a16="http://schemas.microsoft.com/office/drawing/2014/main" id="{BEA7D25A-0523-4B5F-A7B4-29A568986B2B}"/>
              </a:ext>
            </a:extLst>
          </p:cNvPr>
          <p:cNvSpPr>
            <a:spLocks xmlns:a="http://schemas.openxmlformats.org/drawingml/2006/main" noGrp="1"/>
          </p:cNvSpPr>
          <p:nvPr/>
        </p:nvSpPr>
        <p:spPr>
          <a:xfrm xmlns:a="http://schemas.openxmlformats.org/drawingml/2006/main">
            <a:off x="15382875"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8" name="dp41-comparison / n188 / text 1">
            <a:extLst xmlns:a="http://schemas.openxmlformats.org/drawingml/2006/main">
              <a:ext uri="{FF2B5EF4-FFF2-40B4-BE49-F238E27FC236}">
                <a16:creationId xmlns:a16="http://schemas.microsoft.com/office/drawing/2014/main" id="{6425947B-ACB7-4F8C-9D6A-ED3E5E0098C8}"/>
              </a:ext>
            </a:extLst>
          </p:cNvPr>
          <p:cNvSpPr>
            <a:spLocks xmlns:a="http://schemas.openxmlformats.org/drawingml/2006/main" noGrp="1"/>
          </p:cNvSpPr>
          <p:nvPr/>
        </p:nvSpPr>
        <p:spPr>
          <a:xfrm xmlns:a="http://schemas.openxmlformats.org/drawingml/2006/main">
            <a:off x="15468600"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209" name="dp41-comparison / n189 / path">
            <a:extLst xmlns:a="http://schemas.openxmlformats.org/drawingml/2006/main">
              <a:ext uri="{FF2B5EF4-FFF2-40B4-BE49-F238E27FC236}">
                <a16:creationId xmlns:a16="http://schemas.microsoft.com/office/drawing/2014/main" id="{A72A518C-DB06-4008-84AC-65AC5C1BBB00}"/>
              </a:ext>
            </a:extLst>
          </p:cNvPr>
          <p:cNvSpPr>
            <a:spLocks xmlns:a="http://schemas.openxmlformats.org/drawingml/2006/main" noGrp="1"/>
          </p:cNvSpPr>
          <p:nvPr/>
        </p:nvSpPr>
        <p:spPr>
          <a:xfrm xmlns:a="http://schemas.openxmlformats.org/drawingml/2006/main">
            <a:off x="16478250" y="3771900"/>
            <a:ext cx="1276350" cy="2247900"/>
          </a:xfrm>
          <a:custGeom xmlns:a="http://schemas.openxmlformats.org/drawingml/2006/main">
            <a:pathLst>
              <a:path w="1276350" h="2247900">
                <a:moveTo>
                  <a:pt x="1047750" y="0"/>
                </a:moveTo>
                <a:lnTo>
                  <a:pt x="1276350" y="0"/>
                </a:lnTo>
                <a:lnTo>
                  <a:pt x="1276350" y="2152650"/>
                </a:lnTo>
                <a:lnTo>
                  <a:pt x="0" y="2152650"/>
                </a:lnTo>
                <a:lnTo>
                  <a:pt x="0" y="2247900"/>
                </a:lnTo>
              </a:path>
            </a:pathLst>
          </a:custGeom>
          <a:noFill xmlns:a="http://schemas.openxmlformats.org/drawingml/2006/main"/>
          <a:ln xmlns:a="http://schemas.openxmlformats.org/drawingml/2006/main" w="10478">
            <a:solidFill>
              <a:srgbClr val="000000"/>
            </a:solidFill>
            <a:prstDash val="solid"/>
          </a:ln>
        </p:spPr>
      </p:sp>
      <p:sp>
        <p:nvSpPr>
          <p:cNvPr id="210" name="dp41-comparison / n189 / arrow">
            <a:extLst xmlns:a="http://schemas.openxmlformats.org/drawingml/2006/main">
              <a:ext uri="{FF2B5EF4-FFF2-40B4-BE49-F238E27FC236}">
                <a16:creationId xmlns:a16="http://schemas.microsoft.com/office/drawing/2014/main" id="{D8FE55AF-92AD-4E7B-BFF4-FCC77381E9EF}"/>
              </a:ext>
            </a:extLst>
          </p:cNvPr>
          <p:cNvSpPr>
            <a:spLocks xmlns:a="http://schemas.openxmlformats.org/drawingml/2006/main" noGrp="1"/>
          </p:cNvSpPr>
          <p:nvPr/>
        </p:nvSpPr>
        <p:spPr>
          <a:xfrm xmlns:a="http://schemas.openxmlformats.org/drawingml/2006/main">
            <a:off x="16444722"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11" name="dp41-comparison / n190 / path">
            <a:extLst xmlns:a="http://schemas.openxmlformats.org/drawingml/2006/main">
              <a:ext uri="{FF2B5EF4-FFF2-40B4-BE49-F238E27FC236}">
                <a16:creationId xmlns:a16="http://schemas.microsoft.com/office/drawing/2014/main" id="{E21B1EBE-6209-43A0-BF94-5E138962D672}"/>
              </a:ext>
            </a:extLst>
          </p:cNvPr>
          <p:cNvSpPr>
            <a:spLocks xmlns:a="http://schemas.openxmlformats.org/drawingml/2006/main" noGrp="1"/>
          </p:cNvSpPr>
          <p:nvPr/>
        </p:nvSpPr>
        <p:spPr>
          <a:xfrm xmlns:a="http://schemas.openxmlformats.org/drawingml/2006/main">
            <a:off x="16563975" y="3914775"/>
            <a:ext cx="1114425" cy="2105025"/>
          </a:xfrm>
          <a:custGeom xmlns:a="http://schemas.openxmlformats.org/drawingml/2006/main">
            <a:pathLst>
              <a:path w="1114425" h="2105025">
                <a:moveTo>
                  <a:pt x="0" y="2105025"/>
                </a:moveTo>
                <a:lnTo>
                  <a:pt x="0" y="2047875"/>
                </a:lnTo>
                <a:lnTo>
                  <a:pt x="1114425" y="20478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212" name="dp41-comparison / n190 / arrow">
            <a:extLst xmlns:a="http://schemas.openxmlformats.org/drawingml/2006/main">
              <a:ext uri="{FF2B5EF4-FFF2-40B4-BE49-F238E27FC236}">
                <a16:creationId xmlns:a16="http://schemas.microsoft.com/office/drawing/2014/main" id="{17EBCD49-17C8-41FE-B712-E7DF24CD9249}"/>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13" name="dp41-comparison / n193 / path">
            <a:extLst xmlns:a="http://schemas.openxmlformats.org/drawingml/2006/main">
              <a:ext uri="{FF2B5EF4-FFF2-40B4-BE49-F238E27FC236}">
                <a16:creationId xmlns:a16="http://schemas.microsoft.com/office/drawing/2014/main" id="{F56F581B-E9A4-4D2A-A1FC-561609D8F43A}"/>
              </a:ext>
            </a:extLst>
          </p:cNvPr>
          <p:cNvSpPr>
            <a:spLocks xmlns:a="http://schemas.openxmlformats.org/drawingml/2006/main" noGrp="1"/>
          </p:cNvSpPr>
          <p:nvPr/>
        </p:nvSpPr>
        <p:spPr>
          <a:xfrm xmlns:a="http://schemas.openxmlformats.org/drawingml/2006/main">
            <a:off x="981075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214" name="dp41-comparison / n193 / arrow">
            <a:extLst xmlns:a="http://schemas.openxmlformats.org/drawingml/2006/main">
              <a:ext uri="{FF2B5EF4-FFF2-40B4-BE49-F238E27FC236}">
                <a16:creationId xmlns:a16="http://schemas.microsoft.com/office/drawing/2014/main" id="{91184975-D24E-44AE-B91B-8D21E2B9C964}"/>
              </a:ext>
            </a:extLst>
          </p:cNvPr>
          <p:cNvSpPr>
            <a:spLocks xmlns:a="http://schemas.openxmlformats.org/drawingml/2006/main" noGrp="1"/>
          </p:cNvSpPr>
          <p:nvPr/>
        </p:nvSpPr>
        <p:spPr>
          <a:xfrm xmlns:a="http://schemas.openxmlformats.org/drawingml/2006/main">
            <a:off x="988656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5" name="dp41-comparison / n194 / path">
            <a:extLst xmlns:a="http://schemas.openxmlformats.org/drawingml/2006/main">
              <a:ext uri="{FF2B5EF4-FFF2-40B4-BE49-F238E27FC236}">
                <a16:creationId xmlns:a16="http://schemas.microsoft.com/office/drawing/2014/main" id="{B6E437F6-BA73-4E25-8C5A-4BE698954EA6}"/>
              </a:ext>
            </a:extLst>
          </p:cNvPr>
          <p:cNvSpPr>
            <a:spLocks xmlns:a="http://schemas.openxmlformats.org/drawingml/2006/main" noGrp="1"/>
          </p:cNvSpPr>
          <p:nvPr/>
        </p:nvSpPr>
        <p:spPr>
          <a:xfrm xmlns:a="http://schemas.openxmlformats.org/drawingml/2006/main">
            <a:off x="971550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216" name="dp41-comparison / n194 / arrow">
            <a:extLst xmlns:a="http://schemas.openxmlformats.org/drawingml/2006/main">
              <a:ext uri="{FF2B5EF4-FFF2-40B4-BE49-F238E27FC236}">
                <a16:creationId xmlns:a16="http://schemas.microsoft.com/office/drawing/2014/main" id="{8008180E-124F-4C81-85D3-5687C5829669}"/>
              </a:ext>
            </a:extLst>
          </p:cNvPr>
          <p:cNvSpPr>
            <a:spLocks xmlns:a="http://schemas.openxmlformats.org/drawingml/2006/main" noGrp="1"/>
          </p:cNvSpPr>
          <p:nvPr/>
        </p:nvSpPr>
        <p:spPr>
          <a:xfrm xmlns:a="http://schemas.openxmlformats.org/drawingml/2006/main">
            <a:off x="988656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7" name="dp41-comparison / n195 / path">
            <a:extLst xmlns:a="http://schemas.openxmlformats.org/drawingml/2006/main">
              <a:ext uri="{FF2B5EF4-FFF2-40B4-BE49-F238E27FC236}">
                <a16:creationId xmlns:a16="http://schemas.microsoft.com/office/drawing/2014/main" id="{BBC065B5-CA9D-42C8-8A36-7EE9C5ACDE76}"/>
              </a:ext>
            </a:extLst>
          </p:cNvPr>
          <p:cNvSpPr>
            <a:spLocks xmlns:a="http://schemas.openxmlformats.org/drawingml/2006/main" noGrp="1"/>
          </p:cNvSpPr>
          <p:nvPr/>
        </p:nvSpPr>
        <p:spPr>
          <a:xfrm xmlns:a="http://schemas.openxmlformats.org/drawingml/2006/main">
            <a:off x="9763125" y="63436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218" name="dp41-comparison / n198">
            <a:extLst xmlns:a="http://schemas.openxmlformats.org/drawingml/2006/main">
              <a:ext uri="{FF2B5EF4-FFF2-40B4-BE49-F238E27FC236}">
                <a16:creationId xmlns:a16="http://schemas.microsoft.com/office/drawing/2014/main" id="{C14EA5E9-E30A-48E2-BBB7-FC066492E8F9}"/>
              </a:ext>
            </a:extLst>
          </p:cNvPr>
          <p:cNvSpPr>
            <a:spLocks xmlns:a="http://schemas.openxmlformats.org/drawingml/2006/main" noGrp="1"/>
          </p:cNvSpPr>
          <p:nvPr/>
        </p:nvSpPr>
        <p:spPr>
          <a:xfrm xmlns:a="http://schemas.openxmlformats.org/drawingml/2006/main">
            <a:off x="9858375" y="6638925"/>
            <a:ext cx="1619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9" name="dp41-comparison / n199 / text 1">
            <a:extLst xmlns:a="http://schemas.openxmlformats.org/drawingml/2006/main">
              <a:ext uri="{FF2B5EF4-FFF2-40B4-BE49-F238E27FC236}">
                <a16:creationId xmlns:a16="http://schemas.microsoft.com/office/drawing/2014/main" id="{688BBE5C-25E7-4EBD-9E03-D40482AACE2E}"/>
              </a:ext>
            </a:extLst>
          </p:cNvPr>
          <p:cNvSpPr>
            <a:spLocks xmlns:a="http://schemas.openxmlformats.org/drawingml/2006/main" noGrp="1"/>
          </p:cNvSpPr>
          <p:nvPr/>
        </p:nvSpPr>
        <p:spPr>
          <a:xfrm xmlns:a="http://schemas.openxmlformats.org/drawingml/2006/main">
            <a:off x="9944100" y="66794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요청 틀 생산</a:t>
            </a:r>
          </a:p>
        </p:txBody>
      </p:sp>
      <p:sp>
        <p:nvSpPr>
          <p:cNvPr id="220" name="dp41-comparison / n200">
            <a:extLst xmlns:a="http://schemas.openxmlformats.org/drawingml/2006/main">
              <a:ext uri="{FF2B5EF4-FFF2-40B4-BE49-F238E27FC236}">
                <a16:creationId xmlns:a16="http://schemas.microsoft.com/office/drawing/2014/main" id="{A7A93BEF-3B0A-4681-A1B9-8F19DFD57AB7}"/>
              </a:ext>
            </a:extLst>
          </p:cNvPr>
          <p:cNvSpPr>
            <a:spLocks xmlns:a="http://schemas.openxmlformats.org/drawingml/2006/main" noGrp="1"/>
          </p:cNvSpPr>
          <p:nvPr/>
        </p:nvSpPr>
        <p:spPr>
          <a:xfrm xmlns:a="http://schemas.openxmlformats.org/drawingml/2006/main">
            <a:off x="11906250" y="6638925"/>
            <a:ext cx="1476375"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1" name="dp41-comparison / n201 / text 1">
            <a:extLst xmlns:a="http://schemas.openxmlformats.org/drawingml/2006/main">
              <a:ext uri="{FF2B5EF4-FFF2-40B4-BE49-F238E27FC236}">
                <a16:creationId xmlns:a16="http://schemas.microsoft.com/office/drawing/2014/main" id="{4FD124E7-8A3B-4BFB-A6C0-76FFD15A0397}"/>
              </a:ext>
            </a:extLst>
          </p:cNvPr>
          <p:cNvSpPr>
            <a:spLocks xmlns:a="http://schemas.openxmlformats.org/drawingml/2006/main" noGrp="1"/>
          </p:cNvSpPr>
          <p:nvPr/>
        </p:nvSpPr>
        <p:spPr>
          <a:xfrm xmlns:a="http://schemas.openxmlformats.org/drawingml/2006/main">
            <a:off x="11991975" y="6679406"/>
            <a:ext cx="1304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항목 검사</a:t>
            </a:r>
          </a:p>
        </p:txBody>
      </p:sp>
      <p:sp>
        <p:nvSpPr>
          <p:cNvPr id="222" name="dp41-comparison / n202">
            <a:extLst xmlns:a="http://schemas.openxmlformats.org/drawingml/2006/main">
              <a:ext uri="{FF2B5EF4-FFF2-40B4-BE49-F238E27FC236}">
                <a16:creationId xmlns:a16="http://schemas.microsoft.com/office/drawing/2014/main" id="{D97C0DD1-E904-45E5-A4CF-C667A4665DF5}"/>
              </a:ext>
            </a:extLst>
          </p:cNvPr>
          <p:cNvSpPr>
            <a:spLocks xmlns:a="http://schemas.openxmlformats.org/drawingml/2006/main" noGrp="1"/>
          </p:cNvSpPr>
          <p:nvPr/>
        </p:nvSpPr>
        <p:spPr>
          <a:xfrm xmlns:a="http://schemas.openxmlformats.org/drawingml/2006/main">
            <a:off x="13811250" y="6572250"/>
            <a:ext cx="133350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223" name="dp41-comparison / n203 / text 1">
            <a:extLst xmlns:a="http://schemas.openxmlformats.org/drawingml/2006/main">
              <a:ext uri="{FF2B5EF4-FFF2-40B4-BE49-F238E27FC236}">
                <a16:creationId xmlns:a16="http://schemas.microsoft.com/office/drawing/2014/main" id="{87878C61-E977-418D-9245-DCA01F3CDA46}"/>
              </a:ext>
            </a:extLst>
          </p:cNvPr>
          <p:cNvSpPr>
            <a:spLocks xmlns:a="http://schemas.openxmlformats.org/drawingml/2006/main" noGrp="1"/>
          </p:cNvSpPr>
          <p:nvPr/>
        </p:nvSpPr>
        <p:spPr>
          <a:xfrm xmlns:a="http://schemas.openxmlformats.org/drawingml/2006/main">
            <a:off x="13896975" y="6679406"/>
            <a:ext cx="1162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처리?</a:t>
            </a:r>
          </a:p>
        </p:txBody>
      </p:sp>
      <p:sp>
        <p:nvSpPr>
          <p:cNvPr id="224" name="dp41-comparison / n204">
            <a:extLst xmlns:a="http://schemas.openxmlformats.org/drawingml/2006/main">
              <a:ext uri="{FF2B5EF4-FFF2-40B4-BE49-F238E27FC236}">
                <a16:creationId xmlns:a16="http://schemas.microsoft.com/office/drawing/2014/main" id="{AE3DC6D3-ED72-4E9C-9B3B-0AD82F47E9D0}"/>
              </a:ext>
            </a:extLst>
          </p:cNvPr>
          <p:cNvSpPr>
            <a:spLocks xmlns:a="http://schemas.openxmlformats.org/drawingml/2006/main" noGrp="1"/>
          </p:cNvSpPr>
          <p:nvPr/>
        </p:nvSpPr>
        <p:spPr>
          <a:xfrm xmlns:a="http://schemas.openxmlformats.org/drawingml/2006/main">
            <a:off x="15811500" y="66389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5" name="dp41-comparison / n205 / text 1">
            <a:extLst xmlns:a="http://schemas.openxmlformats.org/drawingml/2006/main">
              <a:ext uri="{FF2B5EF4-FFF2-40B4-BE49-F238E27FC236}">
                <a16:creationId xmlns:a16="http://schemas.microsoft.com/office/drawing/2014/main" id="{5D57B96B-DD72-498E-96D8-8F249103B71D}"/>
              </a:ext>
            </a:extLst>
          </p:cNvPr>
          <p:cNvSpPr>
            <a:spLocks xmlns:a="http://schemas.openxmlformats.org/drawingml/2006/main" noGrp="1"/>
          </p:cNvSpPr>
          <p:nvPr/>
        </p:nvSpPr>
        <p:spPr>
          <a:xfrm xmlns:a="http://schemas.openxmlformats.org/drawingml/2006/main">
            <a:off x="15897225" y="66794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자료 조회</a:t>
            </a:r>
          </a:p>
        </p:txBody>
      </p:sp>
      <p:sp>
        <p:nvSpPr>
          <p:cNvPr id="226" name="dp41-comparison / n206">
            <a:extLst xmlns:a="http://schemas.openxmlformats.org/drawingml/2006/main">
              <a:ext uri="{FF2B5EF4-FFF2-40B4-BE49-F238E27FC236}">
                <a16:creationId xmlns:a16="http://schemas.microsoft.com/office/drawing/2014/main" id="{70F5F1A4-EF9E-41A6-9994-F879A97299CB}"/>
              </a:ext>
            </a:extLst>
          </p:cNvPr>
          <p:cNvSpPr>
            <a:spLocks xmlns:a="http://schemas.openxmlformats.org/drawingml/2006/main" noGrp="1"/>
          </p:cNvSpPr>
          <p:nvPr/>
        </p:nvSpPr>
        <p:spPr>
          <a:xfrm xmlns:a="http://schemas.openxmlformats.org/drawingml/2006/main">
            <a:off x="9953625" y="7229475"/>
            <a:ext cx="20955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7" name="dp41-comparison / n207 / text 1">
            <a:extLst xmlns:a="http://schemas.openxmlformats.org/drawingml/2006/main">
              <a:ext uri="{FF2B5EF4-FFF2-40B4-BE49-F238E27FC236}">
                <a16:creationId xmlns:a16="http://schemas.microsoft.com/office/drawing/2014/main" id="{52051074-AF10-4FE8-B104-66288F52AFF6}"/>
              </a:ext>
            </a:extLst>
          </p:cNvPr>
          <p:cNvSpPr>
            <a:spLocks xmlns:a="http://schemas.openxmlformats.org/drawingml/2006/main" noGrp="1"/>
          </p:cNvSpPr>
          <p:nvPr/>
        </p:nvSpPr>
        <p:spPr>
          <a:xfrm xmlns:a="http://schemas.openxmlformats.org/drawingml/2006/main">
            <a:off x="10039350" y="7274719"/>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특정 항목 해석</a:t>
            </a:r>
          </a:p>
        </p:txBody>
      </p:sp>
      <p:sp>
        <p:nvSpPr>
          <p:cNvPr id="228" name="dp41-comparison / n208">
            <a:extLst xmlns:a="http://schemas.openxmlformats.org/drawingml/2006/main">
              <a:ext uri="{FF2B5EF4-FFF2-40B4-BE49-F238E27FC236}">
                <a16:creationId xmlns:a16="http://schemas.microsoft.com/office/drawing/2014/main" id="{1B284331-A6A7-42D5-B7F5-101E1CE084A6}"/>
              </a:ext>
            </a:extLst>
          </p:cNvPr>
          <p:cNvSpPr>
            <a:spLocks xmlns:a="http://schemas.openxmlformats.org/drawingml/2006/main" noGrp="1"/>
          </p:cNvSpPr>
          <p:nvPr/>
        </p:nvSpPr>
        <p:spPr>
          <a:xfrm xmlns:a="http://schemas.openxmlformats.org/drawingml/2006/main">
            <a:off x="15621000" y="7229475"/>
            <a:ext cx="19050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9" name="dp41-comparison / n209 / text 1">
            <a:extLst xmlns:a="http://schemas.openxmlformats.org/drawingml/2006/main">
              <a:ext uri="{FF2B5EF4-FFF2-40B4-BE49-F238E27FC236}">
                <a16:creationId xmlns:a16="http://schemas.microsoft.com/office/drawing/2014/main" id="{95625B07-8CF7-473C-A257-250A91673C61}"/>
              </a:ext>
            </a:extLst>
          </p:cNvPr>
          <p:cNvSpPr>
            <a:spLocks xmlns:a="http://schemas.openxmlformats.org/drawingml/2006/main" noGrp="1"/>
          </p:cNvSpPr>
          <p:nvPr/>
        </p:nvSpPr>
        <p:spPr>
          <a:xfrm xmlns:a="http://schemas.openxmlformats.org/drawingml/2006/main">
            <a:off x="15706725" y="7274719"/>
            <a:ext cx="1733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의미 / 질문 제안</a:t>
            </a:r>
          </a:p>
        </p:txBody>
      </p:sp>
      <p:sp>
        <p:nvSpPr>
          <p:cNvPr id="230" name="dp41-comparison / n210 / path">
            <a:extLst xmlns:a="http://schemas.openxmlformats.org/drawingml/2006/main">
              <a:ext uri="{FF2B5EF4-FFF2-40B4-BE49-F238E27FC236}">
                <a16:creationId xmlns:a16="http://schemas.microsoft.com/office/drawing/2014/main" id="{7B7CC84D-D298-455C-BFD3-72A3D68F46C7}"/>
              </a:ext>
            </a:extLst>
          </p:cNvPr>
          <p:cNvSpPr>
            <a:spLocks xmlns:a="http://schemas.openxmlformats.org/drawingml/2006/main" noGrp="1"/>
          </p:cNvSpPr>
          <p:nvPr/>
        </p:nvSpPr>
        <p:spPr>
          <a:xfrm xmlns:a="http://schemas.openxmlformats.org/drawingml/2006/main">
            <a:off x="11477625" y="67722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31" name="dp41-comparison / n210 / arrow">
            <a:extLst xmlns:a="http://schemas.openxmlformats.org/drawingml/2006/main">
              <a:ext uri="{FF2B5EF4-FFF2-40B4-BE49-F238E27FC236}">
                <a16:creationId xmlns:a16="http://schemas.microsoft.com/office/drawing/2014/main" id="{349FB1A6-BC4E-4796-9182-FF645FB01680}"/>
              </a:ext>
            </a:extLst>
          </p:cNvPr>
          <p:cNvSpPr>
            <a:spLocks xmlns:a="http://schemas.openxmlformats.org/drawingml/2006/main" noGrp="1"/>
          </p:cNvSpPr>
          <p:nvPr/>
        </p:nvSpPr>
        <p:spPr>
          <a:xfrm xmlns:a="http://schemas.openxmlformats.org/drawingml/2006/main">
            <a:off x="1183919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2" name="dp41-comparison / n211 / path">
            <a:extLst xmlns:a="http://schemas.openxmlformats.org/drawingml/2006/main">
              <a:ext uri="{FF2B5EF4-FFF2-40B4-BE49-F238E27FC236}">
                <a16:creationId xmlns:a16="http://schemas.microsoft.com/office/drawing/2014/main" id="{8B43EE34-658B-4AB3-8345-55602D12CFEE}"/>
              </a:ext>
            </a:extLst>
          </p:cNvPr>
          <p:cNvSpPr>
            <a:spLocks xmlns:a="http://schemas.openxmlformats.org/drawingml/2006/main" noGrp="1"/>
          </p:cNvSpPr>
          <p:nvPr/>
        </p:nvSpPr>
        <p:spPr>
          <a:xfrm xmlns:a="http://schemas.openxmlformats.org/drawingml/2006/main">
            <a:off x="13382625" y="67722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33" name="dp41-comparison / n211 / arrow">
            <a:extLst xmlns:a="http://schemas.openxmlformats.org/drawingml/2006/main">
              <a:ext uri="{FF2B5EF4-FFF2-40B4-BE49-F238E27FC236}">
                <a16:creationId xmlns:a16="http://schemas.microsoft.com/office/drawing/2014/main" id="{453FF06D-D08D-42F7-86D8-F2FE6A816981}"/>
              </a:ext>
            </a:extLst>
          </p:cNvPr>
          <p:cNvSpPr>
            <a:spLocks xmlns:a="http://schemas.openxmlformats.org/drawingml/2006/main" noGrp="1"/>
          </p:cNvSpPr>
          <p:nvPr/>
        </p:nvSpPr>
        <p:spPr>
          <a:xfrm xmlns:a="http://schemas.openxmlformats.org/drawingml/2006/main">
            <a:off x="1374419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4" name="dp41-comparison / n212 / path">
            <a:extLst xmlns:a="http://schemas.openxmlformats.org/drawingml/2006/main">
              <a:ext uri="{FF2B5EF4-FFF2-40B4-BE49-F238E27FC236}">
                <a16:creationId xmlns:a16="http://schemas.microsoft.com/office/drawing/2014/main" id="{86465418-4FA5-4112-B2F3-CC52AC7C3B32}"/>
              </a:ext>
            </a:extLst>
          </p:cNvPr>
          <p:cNvSpPr>
            <a:spLocks xmlns:a="http://schemas.openxmlformats.org/drawingml/2006/main" noGrp="1"/>
          </p:cNvSpPr>
          <p:nvPr/>
        </p:nvSpPr>
        <p:spPr>
          <a:xfrm xmlns:a="http://schemas.openxmlformats.org/drawingml/2006/main">
            <a:off x="15144750" y="67722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235" name="dp41-comparison / n212 / arrow">
            <a:extLst xmlns:a="http://schemas.openxmlformats.org/drawingml/2006/main">
              <a:ext uri="{FF2B5EF4-FFF2-40B4-BE49-F238E27FC236}">
                <a16:creationId xmlns:a16="http://schemas.microsoft.com/office/drawing/2014/main" id="{4E6145E1-D664-47CC-A79A-86308F7E000D}"/>
              </a:ext>
            </a:extLst>
          </p:cNvPr>
          <p:cNvSpPr>
            <a:spLocks xmlns:a="http://schemas.openxmlformats.org/drawingml/2006/main" noGrp="1"/>
          </p:cNvSpPr>
          <p:nvPr/>
        </p:nvSpPr>
        <p:spPr>
          <a:xfrm xmlns:a="http://schemas.openxmlformats.org/drawingml/2006/main">
            <a:off x="1574444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6" name="dp41-comparison / n215 / path">
            <a:extLst xmlns:a="http://schemas.openxmlformats.org/drawingml/2006/main">
              <a:ext uri="{FF2B5EF4-FFF2-40B4-BE49-F238E27FC236}">
                <a16:creationId xmlns:a16="http://schemas.microsoft.com/office/drawing/2014/main" id="{9610F539-E2AD-41E0-A466-C6ABA7DC7E73}"/>
              </a:ext>
            </a:extLst>
          </p:cNvPr>
          <p:cNvSpPr>
            <a:spLocks xmlns:a="http://schemas.openxmlformats.org/drawingml/2006/main" noGrp="1"/>
          </p:cNvSpPr>
          <p:nvPr/>
        </p:nvSpPr>
        <p:spPr>
          <a:xfrm xmlns:a="http://schemas.openxmlformats.org/drawingml/2006/main">
            <a:off x="12644438" y="6905625"/>
            <a:ext cx="4024313" cy="152400"/>
          </a:xfrm>
          <a:custGeom xmlns:a="http://schemas.openxmlformats.org/drawingml/2006/main">
            <a:pathLst>
              <a:path w="4024313" h="152400">
                <a:moveTo>
                  <a:pt x="4024313" y="0"/>
                </a:moveTo>
                <a:lnTo>
                  <a:pt x="4024313"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237" name="dp41-comparison / n215 / arrow">
            <a:extLst xmlns:a="http://schemas.openxmlformats.org/drawingml/2006/main">
              <a:ext uri="{FF2B5EF4-FFF2-40B4-BE49-F238E27FC236}">
                <a16:creationId xmlns:a16="http://schemas.microsoft.com/office/drawing/2014/main" id="{4B0C75C0-B77C-4BCC-8B17-23FE03478F7B}"/>
              </a:ext>
            </a:extLst>
          </p:cNvPr>
          <p:cNvSpPr>
            <a:spLocks xmlns:a="http://schemas.openxmlformats.org/drawingml/2006/main" noGrp="1"/>
          </p:cNvSpPr>
          <p:nvPr/>
        </p:nvSpPr>
        <p:spPr>
          <a:xfrm xmlns:a="http://schemas.openxmlformats.org/drawingml/2006/main">
            <a:off x="12610910" y="6905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38" name="dp41-comparison / n218 / path">
            <a:extLst xmlns:a="http://schemas.openxmlformats.org/drawingml/2006/main">
              <a:ext uri="{FF2B5EF4-FFF2-40B4-BE49-F238E27FC236}">
                <a16:creationId xmlns:a16="http://schemas.microsoft.com/office/drawing/2014/main" id="{783B8A53-8377-4E9A-A4C7-1DCBDEB7FADC}"/>
              </a:ext>
            </a:extLst>
          </p:cNvPr>
          <p:cNvSpPr>
            <a:spLocks xmlns:a="http://schemas.openxmlformats.org/drawingml/2006/main" noGrp="1"/>
          </p:cNvSpPr>
          <p:nvPr/>
        </p:nvSpPr>
        <p:spPr>
          <a:xfrm xmlns:a="http://schemas.openxmlformats.org/drawingml/2006/main">
            <a:off x="12049125" y="6972300"/>
            <a:ext cx="2428875" cy="395288"/>
          </a:xfrm>
          <a:custGeom xmlns:a="http://schemas.openxmlformats.org/drawingml/2006/main">
            <a:pathLst>
              <a:path w="2428875" h="395288">
                <a:moveTo>
                  <a:pt x="2428875" y="0"/>
                </a:moveTo>
                <a:lnTo>
                  <a:pt x="2428875" y="190500"/>
                </a:lnTo>
                <a:lnTo>
                  <a:pt x="142875" y="190500"/>
                </a:lnTo>
                <a:lnTo>
                  <a:pt x="142875" y="395288"/>
                </a:lnTo>
                <a:lnTo>
                  <a:pt x="0" y="395288"/>
                </a:lnTo>
              </a:path>
            </a:pathLst>
          </a:custGeom>
          <a:noFill xmlns:a="http://schemas.openxmlformats.org/drawingml/2006/main"/>
          <a:ln xmlns:a="http://schemas.openxmlformats.org/drawingml/2006/main" w="10478">
            <a:solidFill>
              <a:srgbClr val="000000"/>
            </a:solidFill>
            <a:prstDash val="solid"/>
          </a:ln>
        </p:spPr>
      </p:sp>
      <p:sp>
        <p:nvSpPr>
          <p:cNvPr id="239" name="dp41-comparison / n218 / arrow">
            <a:extLst xmlns:a="http://schemas.openxmlformats.org/drawingml/2006/main">
              <a:ext uri="{FF2B5EF4-FFF2-40B4-BE49-F238E27FC236}">
                <a16:creationId xmlns:a16="http://schemas.microsoft.com/office/drawing/2014/main" id="{82A998D7-BFD7-4460-A5A7-8F36D62B097E}"/>
              </a:ext>
            </a:extLst>
          </p:cNvPr>
          <p:cNvSpPr>
            <a:spLocks xmlns:a="http://schemas.openxmlformats.org/drawingml/2006/main" noGrp="1"/>
          </p:cNvSpPr>
          <p:nvPr/>
        </p:nvSpPr>
        <p:spPr>
          <a:xfrm xmlns:a="http://schemas.openxmlformats.org/drawingml/2006/main">
            <a:off x="12049125" y="73340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0" name="dp41-comparison / n221 / path">
            <a:extLst xmlns:a="http://schemas.openxmlformats.org/drawingml/2006/main">
              <a:ext uri="{FF2B5EF4-FFF2-40B4-BE49-F238E27FC236}">
                <a16:creationId xmlns:a16="http://schemas.microsoft.com/office/drawing/2014/main" id="{ECABED5D-B16E-40BE-AE0A-8B1870547484}"/>
              </a:ext>
            </a:extLst>
          </p:cNvPr>
          <p:cNvSpPr>
            <a:spLocks xmlns:a="http://schemas.openxmlformats.org/drawingml/2006/main" noGrp="1"/>
          </p:cNvSpPr>
          <p:nvPr/>
        </p:nvSpPr>
        <p:spPr>
          <a:xfrm xmlns:a="http://schemas.openxmlformats.org/drawingml/2006/main">
            <a:off x="11001375" y="7058025"/>
            <a:ext cx="1643063" cy="171450"/>
          </a:xfrm>
          <a:custGeom xmlns:a="http://schemas.openxmlformats.org/drawingml/2006/main">
            <a:pathLst>
              <a:path w="1643063" h="171450">
                <a:moveTo>
                  <a:pt x="0" y="171450"/>
                </a:moveTo>
                <a:lnTo>
                  <a:pt x="0" y="76200"/>
                </a:lnTo>
                <a:lnTo>
                  <a:pt x="1643063" y="76200"/>
                </a:lnTo>
                <a:lnTo>
                  <a:pt x="1643063" y="0"/>
                </a:lnTo>
              </a:path>
            </a:pathLst>
          </a:custGeom>
          <a:noFill xmlns:a="http://schemas.openxmlformats.org/drawingml/2006/main"/>
          <a:ln xmlns:a="http://schemas.openxmlformats.org/drawingml/2006/main" w="10478">
            <a:solidFill>
              <a:srgbClr val="000000"/>
            </a:solidFill>
            <a:prstDash val="solid"/>
          </a:ln>
        </p:spPr>
      </p:sp>
      <p:sp>
        <p:nvSpPr>
          <p:cNvPr id="241" name="dp41-comparison / n224 / path">
            <a:extLst xmlns:a="http://schemas.openxmlformats.org/drawingml/2006/main">
              <a:ext uri="{FF2B5EF4-FFF2-40B4-BE49-F238E27FC236}">
                <a16:creationId xmlns:a16="http://schemas.microsoft.com/office/drawing/2014/main" id="{D10BECBD-BFF2-42CF-94F9-3F33C6F0EEA1}"/>
              </a:ext>
            </a:extLst>
          </p:cNvPr>
          <p:cNvSpPr>
            <a:spLocks xmlns:a="http://schemas.openxmlformats.org/drawingml/2006/main" noGrp="1"/>
          </p:cNvSpPr>
          <p:nvPr/>
        </p:nvSpPr>
        <p:spPr>
          <a:xfrm xmlns:a="http://schemas.openxmlformats.org/drawingml/2006/main">
            <a:off x="14478000" y="6972300"/>
            <a:ext cx="1143000" cy="395288"/>
          </a:xfrm>
          <a:custGeom xmlns:a="http://schemas.openxmlformats.org/drawingml/2006/main">
            <a:pathLst>
              <a:path w="1143000" h="395288">
                <a:moveTo>
                  <a:pt x="0" y="0"/>
                </a:moveTo>
                <a:lnTo>
                  <a:pt x="0" y="395288"/>
                </a:lnTo>
                <a:lnTo>
                  <a:pt x="1143000" y="395288"/>
                </a:lnTo>
              </a:path>
            </a:pathLst>
          </a:custGeom>
          <a:noFill xmlns:a="http://schemas.openxmlformats.org/drawingml/2006/main"/>
          <a:ln xmlns:a="http://schemas.openxmlformats.org/drawingml/2006/main" w="10478">
            <a:solidFill>
              <a:srgbClr val="000000"/>
            </a:solidFill>
            <a:prstDash val="solid"/>
          </a:ln>
        </p:spPr>
      </p:sp>
      <p:sp>
        <p:nvSpPr>
          <p:cNvPr id="242" name="dp41-comparison / n224 / arrow">
            <a:extLst xmlns:a="http://schemas.openxmlformats.org/drawingml/2006/main">
              <a:ext uri="{FF2B5EF4-FFF2-40B4-BE49-F238E27FC236}">
                <a16:creationId xmlns:a16="http://schemas.microsoft.com/office/drawing/2014/main" id="{0004B26B-D50D-47C3-BC91-2DB6E348275A}"/>
              </a:ext>
            </a:extLst>
          </p:cNvPr>
          <p:cNvSpPr>
            <a:spLocks xmlns:a="http://schemas.openxmlformats.org/drawingml/2006/main" noGrp="1"/>
          </p:cNvSpPr>
          <p:nvPr/>
        </p:nvSpPr>
        <p:spPr>
          <a:xfrm xmlns:a="http://schemas.openxmlformats.org/drawingml/2006/main">
            <a:off x="15553944" y="73340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3" name="dp41-comparison / n137">
            <a:extLst xmlns:a="http://schemas.openxmlformats.org/drawingml/2006/main">
              <a:ext uri="{FF2B5EF4-FFF2-40B4-BE49-F238E27FC236}">
                <a16:creationId xmlns:a16="http://schemas.microsoft.com/office/drawing/2014/main" id="{4E30E79B-D031-4766-878D-966A94FBB758}"/>
              </a:ext>
            </a:extLst>
          </p:cNvPr>
          <p:cNvSpPr>
            <a:spLocks xmlns:a="http://schemas.openxmlformats.org/drawingml/2006/main" noGrp="1"/>
          </p:cNvSpPr>
          <p:nvPr/>
        </p:nvSpPr>
        <p:spPr>
          <a:xfrm xmlns:a="http://schemas.openxmlformats.org/drawingml/2006/main">
            <a:off x="985837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44" name="dp41-comparison / n137 / fold">
            <a:extLst xmlns:a="http://schemas.openxmlformats.org/drawingml/2006/main">
              <a:ext uri="{FF2B5EF4-FFF2-40B4-BE49-F238E27FC236}">
                <a16:creationId xmlns:a16="http://schemas.microsoft.com/office/drawing/2014/main" id="{F21343D6-E8F1-4895-92F3-2B257A9C8F62}"/>
              </a:ext>
            </a:extLst>
          </p:cNvPr>
          <p:cNvSpPr>
            <a:spLocks xmlns:a="http://schemas.openxmlformats.org/drawingml/2006/main" noGrp="1"/>
          </p:cNvSpPr>
          <p:nvPr/>
        </p:nvSpPr>
        <p:spPr>
          <a:xfrm xmlns:a="http://schemas.openxmlformats.org/drawingml/2006/main">
            <a:off x="1111567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45" name="dp41-comparison / n138 / text 1">
            <a:extLst xmlns:a="http://schemas.openxmlformats.org/drawingml/2006/main">
              <a:ext uri="{FF2B5EF4-FFF2-40B4-BE49-F238E27FC236}">
                <a16:creationId xmlns:a16="http://schemas.microsoft.com/office/drawing/2014/main" id="{9CFFB1A8-155A-4B26-AA08-6DBE83B5F3F0}"/>
              </a:ext>
            </a:extLst>
          </p:cNvPr>
          <p:cNvSpPr>
            <a:spLocks xmlns:a="http://schemas.openxmlformats.org/drawingml/2006/main" noGrp="1"/>
          </p:cNvSpPr>
          <p:nvPr/>
        </p:nvSpPr>
        <p:spPr>
          <a:xfrm xmlns:a="http://schemas.openxmlformats.org/drawingml/2006/main">
            <a:off x="995362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246" name="dp41-comparison / n147">
            <a:extLst xmlns:a="http://schemas.openxmlformats.org/drawingml/2006/main">
              <a:ext uri="{FF2B5EF4-FFF2-40B4-BE49-F238E27FC236}">
                <a16:creationId xmlns:a16="http://schemas.microsoft.com/office/drawing/2014/main" id="{A46648A5-7CF9-4A00-B88F-9E7216CBDBE8}"/>
              </a:ext>
            </a:extLst>
          </p:cNvPr>
          <p:cNvSpPr>
            <a:spLocks xmlns:a="http://schemas.openxmlformats.org/drawingml/2006/main" noGrp="1"/>
          </p:cNvSpPr>
          <p:nvPr/>
        </p:nvSpPr>
        <p:spPr>
          <a:xfrm xmlns:a="http://schemas.openxmlformats.org/drawingml/2006/main">
            <a:off x="1564957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1-comparison / n148 / text 1">
            <a:extLst xmlns:a="http://schemas.openxmlformats.org/drawingml/2006/main">
              <a:ext uri="{FF2B5EF4-FFF2-40B4-BE49-F238E27FC236}">
                <a16:creationId xmlns:a16="http://schemas.microsoft.com/office/drawing/2014/main" id="{D73CABB7-5A22-41AA-B848-3DD1F3D3C65A}"/>
              </a:ext>
            </a:extLst>
          </p:cNvPr>
          <p:cNvSpPr>
            <a:spLocks xmlns:a="http://schemas.openxmlformats.org/drawingml/2006/main" noGrp="1"/>
          </p:cNvSpPr>
          <p:nvPr/>
        </p:nvSpPr>
        <p:spPr>
          <a:xfrm xmlns:a="http://schemas.openxmlformats.org/drawingml/2006/main">
            <a:off x="1566862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248" name="dp41-comparison / n150">
            <a:extLst xmlns:a="http://schemas.openxmlformats.org/drawingml/2006/main">
              <a:ext uri="{FF2B5EF4-FFF2-40B4-BE49-F238E27FC236}">
                <a16:creationId xmlns:a16="http://schemas.microsoft.com/office/drawing/2014/main" id="{54181040-F264-4879-8CDB-CB4CF253B58C}"/>
              </a:ext>
            </a:extLst>
          </p:cNvPr>
          <p:cNvSpPr>
            <a:spLocks xmlns:a="http://schemas.openxmlformats.org/drawingml/2006/main" noGrp="1"/>
          </p:cNvSpPr>
          <p:nvPr/>
        </p:nvSpPr>
        <p:spPr>
          <a:xfrm xmlns:a="http://schemas.openxmlformats.org/drawingml/2006/main">
            <a:off x="1569720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1-comparison / n151 / text 1">
            <a:extLst xmlns:a="http://schemas.openxmlformats.org/drawingml/2006/main">
              <a:ext uri="{FF2B5EF4-FFF2-40B4-BE49-F238E27FC236}">
                <a16:creationId xmlns:a16="http://schemas.microsoft.com/office/drawing/2014/main" id="{84844043-B34B-4ACB-B7A6-F4E0D0D0D8E9}"/>
              </a:ext>
            </a:extLst>
          </p:cNvPr>
          <p:cNvSpPr>
            <a:spLocks xmlns:a="http://schemas.openxmlformats.org/drawingml/2006/main" noGrp="1"/>
          </p:cNvSpPr>
          <p:nvPr/>
        </p:nvSpPr>
        <p:spPr>
          <a:xfrm xmlns:a="http://schemas.openxmlformats.org/drawingml/2006/main">
            <a:off x="1571625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250" name="dp41-comparison / n154">
            <a:extLst xmlns:a="http://schemas.openxmlformats.org/drawingml/2006/main">
              <a:ext uri="{FF2B5EF4-FFF2-40B4-BE49-F238E27FC236}">
                <a16:creationId xmlns:a16="http://schemas.microsoft.com/office/drawing/2014/main" id="{3C643D83-69A0-48B0-9AAC-E7D58A30615F}"/>
              </a:ext>
            </a:extLst>
          </p:cNvPr>
          <p:cNvSpPr>
            <a:spLocks xmlns:a="http://schemas.openxmlformats.org/drawingml/2006/main" noGrp="1"/>
          </p:cNvSpPr>
          <p:nvPr/>
        </p:nvSpPr>
        <p:spPr>
          <a:xfrm xmlns:a="http://schemas.openxmlformats.org/drawingml/2006/main">
            <a:off x="1253490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1" name="dp41-comparison / n155 / text 1">
            <a:extLst xmlns:a="http://schemas.openxmlformats.org/drawingml/2006/main">
              <a:ext uri="{FF2B5EF4-FFF2-40B4-BE49-F238E27FC236}">
                <a16:creationId xmlns:a16="http://schemas.microsoft.com/office/drawing/2014/main" id="{C5864417-8C3D-4AFE-A734-F007D8B5C25F}"/>
              </a:ext>
            </a:extLst>
          </p:cNvPr>
          <p:cNvSpPr>
            <a:spLocks xmlns:a="http://schemas.openxmlformats.org/drawingml/2006/main" noGrp="1"/>
          </p:cNvSpPr>
          <p:nvPr/>
        </p:nvSpPr>
        <p:spPr>
          <a:xfrm xmlns:a="http://schemas.openxmlformats.org/drawingml/2006/main">
            <a:off x="1255395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252" name="dp41-comparison / n166">
            <a:extLst xmlns:a="http://schemas.openxmlformats.org/drawingml/2006/main">
              <a:ext uri="{FF2B5EF4-FFF2-40B4-BE49-F238E27FC236}">
                <a16:creationId xmlns:a16="http://schemas.microsoft.com/office/drawing/2014/main" id="{BDB51207-59B3-4590-A7FB-15DCC0703E50}"/>
              </a:ext>
            </a:extLst>
          </p:cNvPr>
          <p:cNvSpPr>
            <a:spLocks xmlns:a="http://schemas.openxmlformats.org/drawingml/2006/main" noGrp="1"/>
          </p:cNvSpPr>
          <p:nvPr/>
        </p:nvSpPr>
        <p:spPr>
          <a:xfrm xmlns:a="http://schemas.openxmlformats.org/drawingml/2006/main">
            <a:off x="12506325" y="3467100"/>
            <a:ext cx="204006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3" name="dp41-comparison / n167 / text 1">
            <a:extLst xmlns:a="http://schemas.openxmlformats.org/drawingml/2006/main">
              <a:ext uri="{FF2B5EF4-FFF2-40B4-BE49-F238E27FC236}">
                <a16:creationId xmlns:a16="http://schemas.microsoft.com/office/drawing/2014/main" id="{DB7FAE6B-5F1C-427B-9A61-6897E654CFEE}"/>
              </a:ext>
            </a:extLst>
          </p:cNvPr>
          <p:cNvSpPr>
            <a:spLocks xmlns:a="http://schemas.openxmlformats.org/drawingml/2006/main" noGrp="1"/>
          </p:cNvSpPr>
          <p:nvPr/>
        </p:nvSpPr>
        <p:spPr>
          <a:xfrm xmlns:a="http://schemas.openxmlformats.org/drawingml/2006/main">
            <a:off x="12525375" y="3476625"/>
            <a:ext cx="3190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RequestFrame / 부분 해석 결과</a:t>
            </a:r>
          </a:p>
        </p:txBody>
      </p:sp>
      <p:sp>
        <p:nvSpPr>
          <p:cNvPr id="254" name="dp41-comparison / n170">
            <a:extLst xmlns:a="http://schemas.openxmlformats.org/drawingml/2006/main">
              <a:ext uri="{FF2B5EF4-FFF2-40B4-BE49-F238E27FC236}">
                <a16:creationId xmlns:a16="http://schemas.microsoft.com/office/drawing/2014/main" id="{41E4E346-4EE1-4326-9E74-2AF29BA4F593}"/>
              </a:ext>
            </a:extLst>
          </p:cNvPr>
          <p:cNvSpPr>
            <a:spLocks xmlns:a="http://schemas.openxmlformats.org/drawingml/2006/main" noGrp="1"/>
          </p:cNvSpPr>
          <p:nvPr/>
        </p:nvSpPr>
        <p:spPr>
          <a:xfrm xmlns:a="http://schemas.openxmlformats.org/drawingml/2006/main">
            <a:off x="15716250" y="3467100"/>
            <a:ext cx="110642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5" name="dp41-comparison / n171 / text 1">
            <a:extLst xmlns:a="http://schemas.openxmlformats.org/drawingml/2006/main">
              <a:ext uri="{FF2B5EF4-FFF2-40B4-BE49-F238E27FC236}">
                <a16:creationId xmlns:a16="http://schemas.microsoft.com/office/drawing/2014/main" id="{82C7C78A-67C6-498E-8EDA-66BC3316D8B0}"/>
              </a:ext>
            </a:extLst>
          </p:cNvPr>
          <p:cNvSpPr>
            <a:spLocks xmlns:a="http://schemas.openxmlformats.org/drawingml/2006/main" noGrp="1"/>
          </p:cNvSpPr>
          <p:nvPr/>
        </p:nvSpPr>
        <p:spPr>
          <a:xfrm xmlns:a="http://schemas.openxmlformats.org/drawingml/2006/main">
            <a:off x="15735300" y="3476625"/>
            <a:ext cx="18573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 / 근거 반환</a:t>
            </a:r>
          </a:p>
        </p:txBody>
      </p:sp>
      <p:sp>
        <p:nvSpPr>
          <p:cNvPr id="256" name="dp41-comparison / n172">
            <a:extLst xmlns:a="http://schemas.openxmlformats.org/drawingml/2006/main">
              <a:ext uri="{FF2B5EF4-FFF2-40B4-BE49-F238E27FC236}">
                <a16:creationId xmlns:a16="http://schemas.microsoft.com/office/drawing/2014/main" id="{5340ED8F-6CC3-412C-8648-3883C3455BD6}"/>
              </a:ext>
            </a:extLst>
          </p:cNvPr>
          <p:cNvSpPr>
            <a:spLocks xmlns:a="http://schemas.openxmlformats.org/drawingml/2006/main" noGrp="1"/>
          </p:cNvSpPr>
          <p:nvPr/>
        </p:nvSpPr>
        <p:spPr>
          <a:xfrm xmlns:a="http://schemas.openxmlformats.org/drawingml/2006/main">
            <a:off x="9953625" y="4143375"/>
            <a:ext cx="5476875" cy="1219200"/>
          </a:xfrm>
          <a:custGeom xmlns:a="http://schemas.openxmlformats.org/drawingml/2006/main">
            <a:pathLst>
              <a:path w="5476875" h="1219200">
                <a:moveTo>
                  <a:pt x="0" y="0"/>
                </a:moveTo>
                <a:lnTo>
                  <a:pt x="5305425" y="0"/>
                </a:lnTo>
                <a:lnTo>
                  <a:pt x="5476875" y="171450"/>
                </a:lnTo>
                <a:lnTo>
                  <a:pt x="5476875" y="1219200"/>
                </a:lnTo>
                <a:lnTo>
                  <a:pt x="0" y="12192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57" name="dp41-comparison / n172 / fold">
            <a:extLst xmlns:a="http://schemas.openxmlformats.org/drawingml/2006/main">
              <a:ext uri="{FF2B5EF4-FFF2-40B4-BE49-F238E27FC236}">
                <a16:creationId xmlns:a16="http://schemas.microsoft.com/office/drawing/2014/main" id="{79AF3B00-0DDF-490E-9311-AC60EDAFB3BE}"/>
              </a:ext>
            </a:extLst>
          </p:cNvPr>
          <p:cNvSpPr>
            <a:spLocks xmlns:a="http://schemas.openxmlformats.org/drawingml/2006/main" noGrp="1"/>
          </p:cNvSpPr>
          <p:nvPr/>
        </p:nvSpPr>
        <p:spPr>
          <a:xfrm xmlns:a="http://schemas.openxmlformats.org/drawingml/2006/main">
            <a:off x="152590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58" name="dp41-comparison / n173 / text 1">
            <a:extLst xmlns:a="http://schemas.openxmlformats.org/drawingml/2006/main">
              <a:ext uri="{FF2B5EF4-FFF2-40B4-BE49-F238E27FC236}">
                <a16:creationId xmlns:a16="http://schemas.microsoft.com/office/drawing/2014/main" id="{30AD34E9-B184-4F9C-841E-B7C47E4E67C4}"/>
              </a:ext>
            </a:extLst>
          </p:cNvPr>
          <p:cNvSpPr>
            <a:spLocks xmlns:a="http://schemas.openxmlformats.org/drawingml/2006/main" noGrp="1"/>
          </p:cNvSpPr>
          <p:nvPr/>
        </p:nvSpPr>
        <p:spPr>
          <a:xfrm xmlns:a="http://schemas.openxmlformats.org/drawingml/2006/main">
            <a:off x="10048875" y="420052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모델 출력: RequestFrame — 고정 필드 / 값 축약</a:t>
            </a:r>
          </a:p>
        </p:txBody>
      </p:sp>
      <p:sp>
        <p:nvSpPr>
          <p:cNvPr id="259" name="dp41-comparison / n173 / text 2">
            <a:extLst xmlns:a="http://schemas.openxmlformats.org/drawingml/2006/main">
              <a:ext uri="{FF2B5EF4-FFF2-40B4-BE49-F238E27FC236}">
                <a16:creationId xmlns:a16="http://schemas.microsoft.com/office/drawing/2014/main" id="{B51F32DF-AF24-4598-9002-F297A0FEED36}"/>
              </a:ext>
            </a:extLst>
          </p:cNvPr>
          <p:cNvSpPr>
            <a:spLocks xmlns:a="http://schemas.openxmlformats.org/drawingml/2006/main" noGrp="1"/>
          </p:cNvSpPr>
          <p:nvPr/>
        </p:nvSpPr>
        <p:spPr>
          <a:xfrm xmlns:a="http://schemas.openxmlformats.org/drawingml/2006/main">
            <a:off x="10048875" y="433197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schema_version:1, input_ref:Input1</a:t>
            </a:r>
          </a:p>
        </p:txBody>
      </p:sp>
      <p:sp>
        <p:nvSpPr>
          <p:cNvPr id="260" name="dp41-comparison / n173 / text 3">
            <a:extLst xmlns:a="http://schemas.openxmlformats.org/drawingml/2006/main">
              <a:ext uri="{FF2B5EF4-FFF2-40B4-BE49-F238E27FC236}">
                <a16:creationId xmlns:a16="http://schemas.microsoft.com/office/drawing/2014/main" id="{560C28C6-74BE-472D-AE42-CBE27E90B634}"/>
              </a:ext>
            </a:extLst>
          </p:cNvPr>
          <p:cNvSpPr>
            <a:spLocks xmlns:a="http://schemas.openxmlformats.org/drawingml/2006/main" noGrp="1"/>
          </p:cNvSpPr>
          <p:nvPr/>
        </p:nvSpPr>
        <p:spPr>
          <a:xfrm xmlns:a="http://schemas.openxmlformats.org/drawingml/2006/main">
            <a:off x="10048875" y="446341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goals: G1=UPDATE_TASK(report,table), G2=NEW_TASK(메일 초안)</a:t>
            </a:r>
          </a:p>
        </p:txBody>
      </p:sp>
      <p:sp>
        <p:nvSpPr>
          <p:cNvPr id="261" name="dp41-comparison / n173 / text 4">
            <a:extLst xmlns:a="http://schemas.openxmlformats.org/drawingml/2006/main">
              <a:ext uri="{FF2B5EF4-FFF2-40B4-BE49-F238E27FC236}">
                <a16:creationId xmlns:a16="http://schemas.microsoft.com/office/drawing/2014/main" id="{18D1F114-5A7F-43D4-A7C0-C5DBEF6789D4}"/>
              </a:ext>
            </a:extLst>
          </p:cNvPr>
          <p:cNvSpPr>
            <a:spLocks xmlns:a="http://schemas.openxmlformats.org/drawingml/2006/main" noGrp="1"/>
          </p:cNvSpPr>
          <p:nvPr/>
        </p:nvSpPr>
        <p:spPr>
          <a:xfrm xmlns:a="http://schemas.openxmlformats.org/drawingml/2006/main">
            <a:off x="10048875" y="459486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references: report=RECENT_TASK("보고서"), table=INPUT_SELECTION</a:t>
            </a:r>
          </a:p>
        </p:txBody>
      </p:sp>
      <p:sp>
        <p:nvSpPr>
          <p:cNvPr id="262" name="dp41-comparison / n173 / text 5">
            <a:extLst xmlns:a="http://schemas.openxmlformats.org/drawingml/2006/main">
              <a:ext uri="{FF2B5EF4-FFF2-40B4-BE49-F238E27FC236}">
                <a16:creationId xmlns:a16="http://schemas.microsoft.com/office/drawing/2014/main" id="{6D944190-3F71-4F5E-9A8E-C2E7BB3F671D}"/>
              </a:ext>
            </a:extLst>
          </p:cNvPr>
          <p:cNvSpPr>
            <a:spLocks xmlns:a="http://schemas.openxmlformats.org/drawingml/2006/main" noGrp="1"/>
          </p:cNvSpPr>
          <p:nvPr/>
        </p:nvSpPr>
        <p:spPr>
          <a:xfrm xmlns:a="http://schemas.openxmlformats.org/drawingml/2006/main">
            <a:off x="10048875" y="472630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relations: USE_RESULT(G1 → G2)</a:t>
            </a:r>
          </a:p>
        </p:txBody>
      </p:sp>
      <p:sp>
        <p:nvSpPr>
          <p:cNvPr id="263" name="dp41-comparison / n173 / text 6">
            <a:extLst xmlns:a="http://schemas.openxmlformats.org/drawingml/2006/main">
              <a:ext uri="{FF2B5EF4-FFF2-40B4-BE49-F238E27FC236}">
                <a16:creationId xmlns:a16="http://schemas.microsoft.com/office/drawing/2014/main" id="{0FFE173A-8621-4950-A6BE-8A725C59B32F}"/>
              </a:ext>
            </a:extLst>
          </p:cNvPr>
          <p:cNvSpPr>
            <a:spLocks xmlns:a="http://schemas.openxmlformats.org/drawingml/2006/main" noGrp="1"/>
          </p:cNvSpPr>
          <p:nvPr/>
        </p:nvSpPr>
        <p:spPr>
          <a:xfrm xmlns:a="http://schemas.openxmlformats.org/drawingml/2006/main">
            <a:off x="10048875" y="485775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constraints: FORBID_ACTION(scope=[G2], action=SEND)</a:t>
            </a:r>
          </a:p>
        </p:txBody>
      </p:sp>
      <p:sp>
        <p:nvSpPr>
          <p:cNvPr id="264" name="dp41-comparison / n173 / text 7">
            <a:extLst xmlns:a="http://schemas.openxmlformats.org/drawingml/2006/main">
              <a:ext uri="{FF2B5EF4-FFF2-40B4-BE49-F238E27FC236}">
                <a16:creationId xmlns:a16="http://schemas.microsoft.com/office/drawing/2014/main" id="{198FE77B-C569-4FAF-AE6B-6F9D1B65B09F}"/>
              </a:ext>
            </a:extLst>
          </p:cNvPr>
          <p:cNvSpPr>
            <a:spLocks xmlns:a="http://schemas.openxmlformats.org/drawingml/2006/main" noGrp="1"/>
          </p:cNvSpPr>
          <p:nvPr/>
        </p:nvSpPr>
        <p:spPr>
          <a:xfrm xmlns:a="http://schemas.openxmlformats.org/drawingml/2006/main">
            <a:off x="10048875" y="498919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unparsed_spans:[]  (미해석 구간)</a:t>
            </a:r>
          </a:p>
        </p:txBody>
      </p:sp>
      <p:sp>
        <p:nvSpPr>
          <p:cNvPr id="265" name="dp41-comparison / n173 / text 8">
            <a:extLst xmlns:a="http://schemas.openxmlformats.org/drawingml/2006/main">
              <a:ext uri="{FF2B5EF4-FFF2-40B4-BE49-F238E27FC236}">
                <a16:creationId xmlns:a16="http://schemas.microsoft.com/office/drawing/2014/main" id="{AD7C2118-09C6-4AEE-A6F0-C1DF149B33A7}"/>
              </a:ext>
            </a:extLst>
          </p:cNvPr>
          <p:cNvSpPr>
            <a:spLocks xmlns:a="http://schemas.openxmlformats.org/drawingml/2006/main" noGrp="1"/>
          </p:cNvSpPr>
          <p:nvPr/>
        </p:nvSpPr>
        <p:spPr>
          <a:xfrm xmlns:a="http://schemas.openxmlformats.org/drawingml/2006/main">
            <a:off x="10048875" y="512064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G1=보고서 수정 / G2=메일 초안; 실제 Task ID는 아직 미정</a:t>
            </a:r>
          </a:p>
        </p:txBody>
      </p:sp>
      <p:sp>
        <p:nvSpPr>
          <p:cNvPr id="266" name="dp41-comparison / n175">
            <a:extLst xmlns:a="http://schemas.openxmlformats.org/drawingml/2006/main">
              <a:ext uri="{FF2B5EF4-FFF2-40B4-BE49-F238E27FC236}">
                <a16:creationId xmlns:a16="http://schemas.microsoft.com/office/drawing/2014/main" id="{5198A0E9-1443-4083-B06E-C45591193705}"/>
              </a:ext>
            </a:extLst>
          </p:cNvPr>
          <p:cNvSpPr>
            <a:spLocks xmlns:a="http://schemas.openxmlformats.org/drawingml/2006/main" noGrp="1"/>
          </p:cNvSpPr>
          <p:nvPr/>
        </p:nvSpPr>
        <p:spPr>
          <a:xfrm xmlns:a="http://schemas.openxmlformats.org/drawingml/2006/main">
            <a:off x="15811500" y="4143375"/>
            <a:ext cx="1714500" cy="523875"/>
          </a:xfrm>
          <a:custGeom xmlns:a="http://schemas.openxmlformats.org/drawingml/2006/main">
            <a:pathLst>
              <a:path w="1714500" h="523875">
                <a:moveTo>
                  <a:pt x="0" y="0"/>
                </a:moveTo>
                <a:lnTo>
                  <a:pt x="1543050" y="0"/>
                </a:lnTo>
                <a:lnTo>
                  <a:pt x="1714500" y="171450"/>
                </a:lnTo>
                <a:lnTo>
                  <a:pt x="1714500" y="523875"/>
                </a:lnTo>
                <a:lnTo>
                  <a:pt x="0" y="5238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67" name="dp41-comparison / n175 / fold">
            <a:extLst xmlns:a="http://schemas.openxmlformats.org/drawingml/2006/main">
              <a:ext uri="{FF2B5EF4-FFF2-40B4-BE49-F238E27FC236}">
                <a16:creationId xmlns:a16="http://schemas.microsoft.com/office/drawing/2014/main" id="{A7E886F9-B5C5-4B33-8A8C-4E3831B7C025}"/>
              </a:ext>
            </a:extLst>
          </p:cNvPr>
          <p:cNvSpPr>
            <a:spLocks xmlns:a="http://schemas.openxmlformats.org/drawingml/2006/main" noGrp="1"/>
          </p:cNvSpPr>
          <p:nvPr/>
        </p:nvSpPr>
        <p:spPr>
          <a:xfrm xmlns:a="http://schemas.openxmlformats.org/drawingml/2006/main">
            <a:off x="173545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68" name="dp41-comparison / n176 / text 1">
            <a:extLst xmlns:a="http://schemas.openxmlformats.org/drawingml/2006/main">
              <a:ext uri="{FF2B5EF4-FFF2-40B4-BE49-F238E27FC236}">
                <a16:creationId xmlns:a16="http://schemas.microsoft.com/office/drawing/2014/main" id="{E6BC042B-0F15-42BE-93F8-FE4BD356E740}"/>
              </a:ext>
            </a:extLst>
          </p:cNvPr>
          <p:cNvSpPr>
            <a:spLocks xmlns:a="http://schemas.openxmlformats.org/drawingml/2006/main" noGrp="1"/>
          </p:cNvSpPr>
          <p:nvPr/>
        </p:nvSpPr>
        <p:spPr>
          <a:xfrm xmlns:a="http://schemas.openxmlformats.org/drawingml/2006/main">
            <a:off x="15906750" y="420052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도구 조회 결과</a:t>
            </a:r>
          </a:p>
        </p:txBody>
      </p:sp>
      <p:sp>
        <p:nvSpPr>
          <p:cNvPr id="269" name="dp41-comparison / n176 / text 2">
            <a:extLst xmlns:a="http://schemas.openxmlformats.org/drawingml/2006/main">
              <a:ext uri="{FF2B5EF4-FFF2-40B4-BE49-F238E27FC236}">
                <a16:creationId xmlns:a16="http://schemas.microsoft.com/office/drawing/2014/main" id="{C7E65A8F-D7FD-4985-A485-CEAC9ACA55B5}"/>
              </a:ext>
            </a:extLst>
          </p:cNvPr>
          <p:cNvSpPr>
            <a:spLocks xmlns:a="http://schemas.openxmlformats.org/drawingml/2006/main" noGrp="1"/>
          </p:cNvSpPr>
          <p:nvPr/>
        </p:nvSpPr>
        <p:spPr>
          <a:xfrm xmlns:a="http://schemas.openxmlformats.org/drawingml/2006/main">
            <a:off x="15906750" y="433768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Task1 / Task2</a:t>
            </a:r>
          </a:p>
        </p:txBody>
      </p:sp>
      <p:sp>
        <p:nvSpPr>
          <p:cNvPr id="270" name="dp41-comparison / n176 / text 3">
            <a:extLst xmlns:a="http://schemas.openxmlformats.org/drawingml/2006/main">
              <a:ext uri="{FF2B5EF4-FFF2-40B4-BE49-F238E27FC236}">
                <a16:creationId xmlns:a16="http://schemas.microsoft.com/office/drawing/2014/main" id="{BEDF18DD-4195-491F-9A60-CAE75AE353E0}"/>
              </a:ext>
            </a:extLst>
          </p:cNvPr>
          <p:cNvSpPr>
            <a:spLocks xmlns:a="http://schemas.openxmlformats.org/drawingml/2006/main" noGrp="1"/>
          </p:cNvSpPr>
          <p:nvPr/>
        </p:nvSpPr>
        <p:spPr>
          <a:xfrm xmlns:a="http://schemas.openxmlformats.org/drawingml/2006/main">
            <a:off x="15906750" y="447484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선택한 표</a:t>
            </a:r>
          </a:p>
        </p:txBody>
      </p:sp>
      <p:sp>
        <p:nvSpPr>
          <p:cNvPr id="271" name="dp41-comparison / n177">
            <a:extLst xmlns:a="http://schemas.openxmlformats.org/drawingml/2006/main">
              <a:ext uri="{FF2B5EF4-FFF2-40B4-BE49-F238E27FC236}">
                <a16:creationId xmlns:a16="http://schemas.microsoft.com/office/drawing/2014/main" id="{0AC21907-AD6A-4FC4-8329-00714B41D24E}"/>
              </a:ext>
            </a:extLst>
          </p:cNvPr>
          <p:cNvSpPr>
            <a:spLocks xmlns:a="http://schemas.openxmlformats.org/drawingml/2006/main" noGrp="1"/>
          </p:cNvSpPr>
          <p:nvPr/>
        </p:nvSpPr>
        <p:spPr>
          <a:xfrm xmlns:a="http://schemas.openxmlformats.org/drawingml/2006/main">
            <a:off x="15792450" y="4724400"/>
            <a:ext cx="14249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2" name="dp41-comparison / n178 / text 1">
            <a:extLst xmlns:a="http://schemas.openxmlformats.org/drawingml/2006/main">
              <a:ext uri="{FF2B5EF4-FFF2-40B4-BE49-F238E27FC236}">
                <a16:creationId xmlns:a16="http://schemas.microsoft.com/office/drawing/2014/main" id="{846BD444-0F88-45E5-BDCD-B3FA0C8F2E37}"/>
              </a:ext>
            </a:extLst>
          </p:cNvPr>
          <p:cNvSpPr>
            <a:spLocks xmlns:a="http://schemas.openxmlformats.org/drawingml/2006/main" noGrp="1"/>
          </p:cNvSpPr>
          <p:nvPr/>
        </p:nvSpPr>
        <p:spPr>
          <a:xfrm xmlns:a="http://schemas.openxmlformats.org/drawingml/2006/main">
            <a:off x="15811500" y="473392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반복 주체: Engine 코드</a:t>
            </a:r>
          </a:p>
        </p:txBody>
      </p:sp>
      <p:sp>
        <p:nvSpPr>
          <p:cNvPr id="273" name="dp41-comparison / n179">
            <a:extLst xmlns:a="http://schemas.openxmlformats.org/drawingml/2006/main">
              <a:ext uri="{FF2B5EF4-FFF2-40B4-BE49-F238E27FC236}">
                <a16:creationId xmlns:a16="http://schemas.microsoft.com/office/drawing/2014/main" id="{6F43C12D-41E1-4AED-B61D-B85D2C90DF21}"/>
              </a:ext>
            </a:extLst>
          </p:cNvPr>
          <p:cNvSpPr>
            <a:spLocks xmlns:a="http://schemas.openxmlformats.org/drawingml/2006/main" noGrp="1"/>
          </p:cNvSpPr>
          <p:nvPr/>
        </p:nvSpPr>
        <p:spPr>
          <a:xfrm xmlns:a="http://schemas.openxmlformats.org/drawingml/2006/main">
            <a:off x="15792450" y="4933950"/>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4" name="dp41-comparison / n180 / text 1">
            <a:extLst xmlns:a="http://schemas.openxmlformats.org/drawingml/2006/main">
              <a:ext uri="{FF2B5EF4-FFF2-40B4-BE49-F238E27FC236}">
                <a16:creationId xmlns:a16="http://schemas.microsoft.com/office/drawing/2014/main" id="{4F443B98-E6DD-4072-9C48-02566B52A095}"/>
              </a:ext>
            </a:extLst>
          </p:cNvPr>
          <p:cNvSpPr>
            <a:spLocks xmlns:a="http://schemas.openxmlformats.org/drawingml/2006/main" noGrp="1"/>
          </p:cNvSpPr>
          <p:nvPr/>
        </p:nvSpPr>
        <p:spPr>
          <a:xfrm xmlns:a="http://schemas.openxmlformats.org/drawingml/2006/main">
            <a:off x="15811500" y="494347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근거 반영 → 다음 항목</a:t>
            </a:r>
          </a:p>
        </p:txBody>
      </p:sp>
      <p:sp>
        <p:nvSpPr>
          <p:cNvPr id="275" name="dp41-comparison / n181">
            <a:extLst xmlns:a="http://schemas.openxmlformats.org/drawingml/2006/main">
              <a:ext uri="{FF2B5EF4-FFF2-40B4-BE49-F238E27FC236}">
                <a16:creationId xmlns:a16="http://schemas.microsoft.com/office/drawing/2014/main" id="{F6A6CB6C-A92C-4922-9108-744F99BF195F}"/>
              </a:ext>
            </a:extLst>
          </p:cNvPr>
          <p:cNvSpPr>
            <a:spLocks xmlns:a="http://schemas.openxmlformats.org/drawingml/2006/main" noGrp="1"/>
          </p:cNvSpPr>
          <p:nvPr/>
        </p:nvSpPr>
        <p:spPr>
          <a:xfrm xmlns:a="http://schemas.openxmlformats.org/drawingml/2006/main">
            <a:off x="9953625" y="5419725"/>
            <a:ext cx="5476875" cy="352425"/>
          </a:xfrm>
          <a:custGeom xmlns:a="http://schemas.openxmlformats.org/drawingml/2006/main">
            <a:pathLst>
              <a:path w="5476875" h="352425">
                <a:moveTo>
                  <a:pt x="0" y="0"/>
                </a:moveTo>
                <a:lnTo>
                  <a:pt x="5305425" y="0"/>
                </a:lnTo>
                <a:lnTo>
                  <a:pt x="5476875" y="171450"/>
                </a:lnTo>
                <a:lnTo>
                  <a:pt x="5476875" y="352425"/>
                </a:lnTo>
                <a:lnTo>
                  <a:pt x="0" y="3524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76" name="dp41-comparison / n181 / fold">
            <a:extLst xmlns:a="http://schemas.openxmlformats.org/drawingml/2006/main">
              <a:ext uri="{FF2B5EF4-FFF2-40B4-BE49-F238E27FC236}">
                <a16:creationId xmlns:a16="http://schemas.microsoft.com/office/drawing/2014/main" id="{A0E89990-2D43-411A-BB09-F0F6D798347C}"/>
              </a:ext>
            </a:extLst>
          </p:cNvPr>
          <p:cNvSpPr>
            <a:spLocks xmlns:a="http://schemas.openxmlformats.org/drawingml/2006/main" noGrp="1"/>
          </p:cNvSpPr>
          <p:nvPr/>
        </p:nvSpPr>
        <p:spPr>
          <a:xfrm xmlns:a="http://schemas.openxmlformats.org/drawingml/2006/main">
            <a:off x="15259050" y="5419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77" name="dp41-comparison / n182 / text 1">
            <a:extLst xmlns:a="http://schemas.openxmlformats.org/drawingml/2006/main">
              <a:ext uri="{FF2B5EF4-FFF2-40B4-BE49-F238E27FC236}">
                <a16:creationId xmlns:a16="http://schemas.microsoft.com/office/drawing/2014/main" id="{CAAEC3B1-0FC6-44FA-B00E-48473E43AA83}"/>
              </a:ext>
            </a:extLst>
          </p:cNvPr>
          <p:cNvSpPr>
            <a:spLocks xmlns:a="http://schemas.openxmlformats.org/drawingml/2006/main" noGrp="1"/>
          </p:cNvSpPr>
          <p:nvPr/>
        </p:nvSpPr>
        <p:spPr>
          <a:xfrm xmlns:a="http://schemas.openxmlformats.org/drawingml/2006/main">
            <a:off x="10048875" y="547687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최종 MeaningProposal (사용자 확인 뒤): Task1 보고서에 표 추가</a:t>
            </a:r>
          </a:p>
        </p:txBody>
      </p:sp>
      <p:sp>
        <p:nvSpPr>
          <p:cNvPr id="278" name="dp41-comparison / n182 / text 2">
            <a:extLst xmlns:a="http://schemas.openxmlformats.org/drawingml/2006/main">
              <a:ext uri="{FF2B5EF4-FFF2-40B4-BE49-F238E27FC236}">
                <a16:creationId xmlns:a16="http://schemas.microsoft.com/office/drawing/2014/main" id="{34002BE9-491B-4236-BA2A-6BAC6AA43957}"/>
              </a:ext>
            </a:extLst>
          </p:cNvPr>
          <p:cNvSpPr>
            <a:spLocks xmlns:a="http://schemas.openxmlformats.org/drawingml/2006/main" noGrp="1"/>
          </p:cNvSpPr>
          <p:nvPr/>
        </p:nvSpPr>
        <p:spPr>
          <a:xfrm xmlns:a="http://schemas.openxmlformats.org/drawingml/2006/main">
            <a:off x="10048875" y="561403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메일 초안 / SEND 금지 유지</a:t>
            </a:r>
          </a:p>
        </p:txBody>
      </p:sp>
      <p:sp>
        <p:nvSpPr>
          <p:cNvPr id="279" name="dp41-comparison / n191">
            <a:extLst xmlns:a="http://schemas.openxmlformats.org/drawingml/2006/main">
              <a:ext uri="{FF2B5EF4-FFF2-40B4-BE49-F238E27FC236}">
                <a16:creationId xmlns:a16="http://schemas.microsoft.com/office/drawing/2014/main" id="{EB4E4D17-96EE-4B8B-9577-FFC4AA0CA572}"/>
              </a:ext>
            </a:extLst>
          </p:cNvPr>
          <p:cNvSpPr>
            <a:spLocks xmlns:a="http://schemas.openxmlformats.org/drawingml/2006/main" noGrp="1"/>
          </p:cNvSpPr>
          <p:nvPr/>
        </p:nvSpPr>
        <p:spPr>
          <a:xfrm xmlns:a="http://schemas.openxmlformats.org/drawingml/2006/main">
            <a:off x="9934575" y="6038850"/>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0" name="dp41-comparison / n192 / text 1">
            <a:extLst xmlns:a="http://schemas.openxmlformats.org/drawingml/2006/main">
              <a:ext uri="{FF2B5EF4-FFF2-40B4-BE49-F238E27FC236}">
                <a16:creationId xmlns:a16="http://schemas.microsoft.com/office/drawing/2014/main" id="{8237E76D-FC32-46A6-98EA-C6DD68328E60}"/>
              </a:ext>
            </a:extLst>
          </p:cNvPr>
          <p:cNvSpPr>
            <a:spLocks xmlns:a="http://schemas.openxmlformats.org/drawingml/2006/main" noGrp="1"/>
          </p:cNvSpPr>
          <p:nvPr/>
        </p:nvSpPr>
        <p:spPr>
          <a:xfrm xmlns:a="http://schemas.openxmlformats.org/drawingml/2006/main">
            <a:off x="9953625" y="6048375"/>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281" name="dp41-comparison / n196">
            <a:extLst xmlns:a="http://schemas.openxmlformats.org/drawingml/2006/main">
              <a:ext uri="{FF2B5EF4-FFF2-40B4-BE49-F238E27FC236}">
                <a16:creationId xmlns:a16="http://schemas.microsoft.com/office/drawing/2014/main" id="{F41620A7-5ACA-4D8F-934C-6AA414A889EB}"/>
              </a:ext>
            </a:extLst>
          </p:cNvPr>
          <p:cNvSpPr>
            <a:spLocks xmlns:a="http://schemas.openxmlformats.org/drawingml/2006/main" noGrp="1"/>
          </p:cNvSpPr>
          <p:nvPr/>
        </p:nvSpPr>
        <p:spPr>
          <a:xfrm xmlns:a="http://schemas.openxmlformats.org/drawingml/2006/main">
            <a:off x="9934575" y="63627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1-comparison / n197 / text 1">
            <a:extLst xmlns:a="http://schemas.openxmlformats.org/drawingml/2006/main">
              <a:ext uri="{FF2B5EF4-FFF2-40B4-BE49-F238E27FC236}">
                <a16:creationId xmlns:a16="http://schemas.microsoft.com/office/drawing/2014/main" id="{05EB4BD1-31D6-4571-9D46-64F7DBC9960A}"/>
              </a:ext>
            </a:extLst>
          </p:cNvPr>
          <p:cNvSpPr>
            <a:spLocks xmlns:a="http://schemas.openxmlformats.org/drawingml/2006/main" noGrp="1"/>
          </p:cNvSpPr>
          <p:nvPr/>
        </p:nvSpPr>
        <p:spPr>
          <a:xfrm xmlns:a="http://schemas.openxmlformats.org/drawingml/2006/main">
            <a:off x="9953625" y="63722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283" name="dp41-comparison / n213">
            <a:extLst xmlns:a="http://schemas.openxmlformats.org/drawingml/2006/main">
              <a:ext uri="{FF2B5EF4-FFF2-40B4-BE49-F238E27FC236}">
                <a16:creationId xmlns:a16="http://schemas.microsoft.com/office/drawing/2014/main" id="{C60F83EC-731E-4B8F-BDAC-AADF9E515155}"/>
              </a:ext>
            </a:extLst>
          </p:cNvPr>
          <p:cNvSpPr>
            <a:spLocks xmlns:a="http://schemas.openxmlformats.org/drawingml/2006/main" noGrp="1"/>
          </p:cNvSpPr>
          <p:nvPr/>
        </p:nvSpPr>
        <p:spPr>
          <a:xfrm xmlns:a="http://schemas.openxmlformats.org/drawingml/2006/main">
            <a:off x="15230475" y="6600825"/>
            <a:ext cx="32385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4" name="dp41-comparison / n214 / text 1">
            <a:extLst xmlns:a="http://schemas.openxmlformats.org/drawingml/2006/main">
              <a:ext uri="{FF2B5EF4-FFF2-40B4-BE49-F238E27FC236}">
                <a16:creationId xmlns:a16="http://schemas.microsoft.com/office/drawing/2014/main" id="{3DF37FFF-9629-479F-98BC-3F1DAEE2C711}"/>
              </a:ext>
            </a:extLst>
          </p:cNvPr>
          <p:cNvSpPr>
            <a:spLocks xmlns:a="http://schemas.openxmlformats.org/drawingml/2006/main" noGrp="1"/>
          </p:cNvSpPr>
          <p:nvPr/>
        </p:nvSpPr>
        <p:spPr>
          <a:xfrm xmlns:a="http://schemas.openxmlformats.org/drawingml/2006/main">
            <a:off x="15249525" y="6610350"/>
            <a:ext cx="523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a:t>
            </a:r>
          </a:p>
        </p:txBody>
      </p:sp>
      <p:sp>
        <p:nvSpPr>
          <p:cNvPr id="285" name="dp41-comparison / n216">
            <a:extLst xmlns:a="http://schemas.openxmlformats.org/drawingml/2006/main">
              <a:ext uri="{FF2B5EF4-FFF2-40B4-BE49-F238E27FC236}">
                <a16:creationId xmlns:a16="http://schemas.microsoft.com/office/drawing/2014/main" id="{6B710342-901F-4EC6-9250-5AA679B314C5}"/>
              </a:ext>
            </a:extLst>
          </p:cNvPr>
          <p:cNvSpPr>
            <a:spLocks xmlns:a="http://schemas.openxmlformats.org/drawingml/2006/main" noGrp="1"/>
          </p:cNvSpPr>
          <p:nvPr/>
        </p:nvSpPr>
        <p:spPr>
          <a:xfrm xmlns:a="http://schemas.openxmlformats.org/drawingml/2006/main">
            <a:off x="15316200" y="7067550"/>
            <a:ext cx="17131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6" name="dp41-comparison / n217 / text 1">
            <a:extLst xmlns:a="http://schemas.openxmlformats.org/drawingml/2006/main">
              <a:ext uri="{FF2B5EF4-FFF2-40B4-BE49-F238E27FC236}">
                <a16:creationId xmlns:a16="http://schemas.microsoft.com/office/drawing/2014/main" id="{62C01E8D-2A8D-4F9B-9CDA-B6F7EB0DC6DF}"/>
              </a:ext>
            </a:extLst>
          </p:cNvPr>
          <p:cNvSpPr>
            <a:spLocks xmlns:a="http://schemas.openxmlformats.org/drawingml/2006/main" noGrp="1"/>
          </p:cNvSpPr>
          <p:nvPr/>
        </p:nvSpPr>
        <p:spPr>
          <a:xfrm xmlns:a="http://schemas.openxmlformats.org/drawingml/2006/main">
            <a:off x="15335250" y="7077075"/>
            <a:ext cx="20955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코드 검사 반복 (LLM 없이)</a:t>
            </a:r>
          </a:p>
        </p:txBody>
      </p:sp>
      <p:sp>
        <p:nvSpPr>
          <p:cNvPr id="287" name="dp41-comparison / n219">
            <a:extLst xmlns:a="http://schemas.openxmlformats.org/drawingml/2006/main">
              <a:ext uri="{FF2B5EF4-FFF2-40B4-BE49-F238E27FC236}">
                <a16:creationId xmlns:a16="http://schemas.microsoft.com/office/drawing/2014/main" id="{181FC0E3-1685-421C-88BD-63C45236DC86}"/>
              </a:ext>
            </a:extLst>
          </p:cNvPr>
          <p:cNvSpPr>
            <a:spLocks xmlns:a="http://schemas.openxmlformats.org/drawingml/2006/main" noGrp="1"/>
          </p:cNvSpPr>
          <p:nvPr/>
        </p:nvSpPr>
        <p:spPr>
          <a:xfrm xmlns:a="http://schemas.openxmlformats.org/drawingml/2006/main">
            <a:off x="12325350" y="7181850"/>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8" name="dp41-comparison / n220 / text 1">
            <a:extLst xmlns:a="http://schemas.openxmlformats.org/drawingml/2006/main">
              <a:ext uri="{FF2B5EF4-FFF2-40B4-BE49-F238E27FC236}">
                <a16:creationId xmlns:a16="http://schemas.microsoft.com/office/drawing/2014/main" id="{603270DE-B8E3-453B-BB8D-12EE8AE799D1}"/>
              </a:ext>
            </a:extLst>
          </p:cNvPr>
          <p:cNvSpPr>
            <a:spLocks xmlns:a="http://schemas.openxmlformats.org/drawingml/2006/main" noGrp="1"/>
          </p:cNvSpPr>
          <p:nvPr/>
        </p:nvSpPr>
        <p:spPr>
          <a:xfrm xmlns:a="http://schemas.openxmlformats.org/drawingml/2006/main">
            <a:off x="12344400" y="7191375"/>
            <a:ext cx="2114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의미 해석이 필요한 항목</a:t>
            </a:r>
          </a:p>
        </p:txBody>
      </p:sp>
      <p:sp>
        <p:nvSpPr>
          <p:cNvPr id="289" name="dp41-comparison / n222">
            <a:extLst xmlns:a="http://schemas.openxmlformats.org/drawingml/2006/main">
              <a:ext uri="{FF2B5EF4-FFF2-40B4-BE49-F238E27FC236}">
                <a16:creationId xmlns:a16="http://schemas.microsoft.com/office/drawing/2014/main" id="{044D00FE-1193-4CCB-BD71-BAE2A51D5B06}"/>
              </a:ext>
            </a:extLst>
          </p:cNvPr>
          <p:cNvSpPr>
            <a:spLocks xmlns:a="http://schemas.openxmlformats.org/drawingml/2006/main" noGrp="1"/>
          </p:cNvSpPr>
          <p:nvPr/>
        </p:nvSpPr>
        <p:spPr>
          <a:xfrm xmlns:a="http://schemas.openxmlformats.org/drawingml/2006/main">
            <a:off x="9934575" y="6943725"/>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0" name="dp41-comparison / n223 / text 1">
            <a:extLst xmlns:a="http://schemas.openxmlformats.org/drawingml/2006/main">
              <a:ext uri="{FF2B5EF4-FFF2-40B4-BE49-F238E27FC236}">
                <a16:creationId xmlns:a16="http://schemas.microsoft.com/office/drawing/2014/main" id="{0B06A49F-9C14-45AF-98FE-F8DB7747850B}"/>
              </a:ext>
            </a:extLst>
          </p:cNvPr>
          <p:cNvSpPr>
            <a:spLocks xmlns:a="http://schemas.openxmlformats.org/drawingml/2006/main" noGrp="1"/>
          </p:cNvSpPr>
          <p:nvPr/>
        </p:nvSpPr>
        <p:spPr>
          <a:xfrm xmlns:a="http://schemas.openxmlformats.org/drawingml/2006/main">
            <a:off x="9953625" y="6953250"/>
            <a:ext cx="2381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부분 결과를 코드에 반환</a:t>
            </a:r>
          </a:p>
        </p:txBody>
      </p:sp>
      <p:sp>
        <p:nvSpPr>
          <p:cNvPr id="291" name="dp41-comparison / n225">
            <a:extLst xmlns:a="http://schemas.openxmlformats.org/drawingml/2006/main">
              <a:ext uri="{FF2B5EF4-FFF2-40B4-BE49-F238E27FC236}">
                <a16:creationId xmlns:a16="http://schemas.microsoft.com/office/drawing/2014/main" id="{9BE8C889-786B-40EA-8707-87CB49BC3353}"/>
              </a:ext>
            </a:extLst>
          </p:cNvPr>
          <p:cNvSpPr>
            <a:spLocks xmlns:a="http://schemas.openxmlformats.org/drawingml/2006/main" noGrp="1"/>
          </p:cNvSpPr>
          <p:nvPr/>
        </p:nvSpPr>
        <p:spPr>
          <a:xfrm xmlns:a="http://schemas.openxmlformats.org/drawingml/2006/main">
            <a:off x="14573250" y="7181850"/>
            <a:ext cx="51244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2" name="dp41-comparison / n226 / text 1">
            <a:extLst xmlns:a="http://schemas.openxmlformats.org/drawingml/2006/main">
              <a:ext uri="{FF2B5EF4-FFF2-40B4-BE49-F238E27FC236}">
                <a16:creationId xmlns:a16="http://schemas.microsoft.com/office/drawing/2014/main" id="{7E80DDC9-12F7-42D0-A980-C9DD0D95FE8E}"/>
              </a:ext>
            </a:extLst>
          </p:cNvPr>
          <p:cNvSpPr>
            <a:spLocks xmlns:a="http://schemas.openxmlformats.org/drawingml/2006/main" noGrp="1"/>
          </p:cNvSpPr>
          <p:nvPr/>
        </p:nvSpPr>
        <p:spPr>
          <a:xfrm xmlns:a="http://schemas.openxmlformats.org/drawingml/2006/main">
            <a:off x="14592300" y="7191375"/>
            <a:ext cx="685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완성/질문</a:t>
            </a:r>
          </a:p>
        </p:txBody>
      </p:sp>
    </p:spTree>
    <p:extLst>
      <p:ext uri="{BB962C8B-B14F-4D97-AF65-F5344CB8AC3E}">
        <p14:creationId xmlns:p14="http://schemas.microsoft.com/office/powerpoint/2010/main" val="11321765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2" name="dp42-comparison / n1">
            <a:extLst xmlns:a="http://schemas.openxmlformats.org/drawingml/2006/main">
              <a:ext uri="{FF2B5EF4-FFF2-40B4-BE49-F238E27FC236}">
                <a16:creationId xmlns:a16="http://schemas.microsoft.com/office/drawing/2014/main" id="{B143EC32-AD64-4941-A474-8967842CFEF5}"/>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9E36D998-1A4D-44A2-96D5-A7671BC47540}"/>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52406263-D6F9-4132-A224-05956DEDA30E}"/>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E67D9C56-DB30-42DA-8A78-4F78233E0DF4}"/>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변경 용이성을 위한 VIA Conversation과 Task 관리 설계</a:t>
            </a:r>
          </a:p>
        </p:txBody>
      </p:sp>
      <p:sp>
        <p:nvSpPr>
          <p:cNvPr id="5" name="dp42-comparison / n5 / path">
            <a:extLst xmlns:a="http://schemas.openxmlformats.org/drawingml/2006/main">
              <a:ext uri="{FF2B5EF4-FFF2-40B4-BE49-F238E27FC236}">
                <a16:creationId xmlns:a16="http://schemas.microsoft.com/office/drawing/2014/main" id="{AC32A705-9070-4106-B605-4311A4D1F21C}"/>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E9E22C7D-6826-4D88-8C34-E46915B9D9C3}"/>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질문 Q1을 실제 제시(P1) → “상반기로” 답변(u2) → 접수와 실제 전달 확인</a:t>
            </a:r>
          </a:p>
        </p:txBody>
      </p:sp>
      <p:sp>
        <p:nvSpPr>
          <p:cNvPr id="7" name="dp42-comparison / n7 / text 1">
            <a:extLst xmlns:a="http://schemas.openxmlformats.org/drawingml/2006/main">
              <a:ext uri="{FF2B5EF4-FFF2-40B4-BE49-F238E27FC236}">
                <a16:creationId xmlns:a16="http://schemas.microsoft.com/office/drawing/2014/main" id="{68ECB9BD-9C45-4AEE-ABA1-CEEB1041B030}"/>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2-comparison / n8">
            <a:extLst xmlns:a="http://schemas.openxmlformats.org/drawingml/2006/main">
              <a:ext uri="{FF2B5EF4-FFF2-40B4-BE49-F238E27FC236}">
                <a16:creationId xmlns:a16="http://schemas.microsoft.com/office/drawing/2014/main" id="{7ED127E5-C765-48A2-BBC6-EF5C84B92240}"/>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97575AFA-8EF6-4D1C-9863-0DC7420C8615}"/>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2-comparison / n10">
            <a:extLst xmlns:a="http://schemas.openxmlformats.org/drawingml/2006/main">
              <a:ext uri="{FF2B5EF4-FFF2-40B4-BE49-F238E27FC236}">
                <a16:creationId xmlns:a16="http://schemas.microsoft.com/office/drawing/2014/main" id="{5C2260E3-F02A-42E6-AA90-CC0DFD1CBCC4}"/>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2-comparison / n11 / text 1">
            <a:extLst xmlns:a="http://schemas.openxmlformats.org/drawingml/2006/main">
              <a:ext uri="{FF2B5EF4-FFF2-40B4-BE49-F238E27FC236}">
                <a16:creationId xmlns:a16="http://schemas.microsoft.com/office/drawing/2014/main" id="{11AD9089-4CF7-4047-999C-A8BC19FA235A}"/>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2-comparison / n12">
            <a:extLst xmlns:a="http://schemas.openxmlformats.org/drawingml/2006/main">
              <a:ext uri="{FF2B5EF4-FFF2-40B4-BE49-F238E27FC236}">
                <a16:creationId xmlns:a16="http://schemas.microsoft.com/office/drawing/2014/main" id="{9E51A6D6-ABE2-4F42-942A-D6B8271CB7E3}"/>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AFB8890B-79DE-4902-83EF-AD63CEAA2427}"/>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2-comparison / n14">
            <a:extLst xmlns:a="http://schemas.openxmlformats.org/drawingml/2006/main">
              <a:ext uri="{FF2B5EF4-FFF2-40B4-BE49-F238E27FC236}">
                <a16:creationId xmlns:a16="http://schemas.microsoft.com/office/drawing/2014/main" id="{5630FEE5-126C-440C-AD9E-A0B73278A726}"/>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2-comparison / n15 / text 1">
            <a:extLst xmlns:a="http://schemas.openxmlformats.org/drawingml/2006/main">
              <a:ext uri="{FF2B5EF4-FFF2-40B4-BE49-F238E27FC236}">
                <a16:creationId xmlns:a16="http://schemas.microsoft.com/office/drawing/2014/main" id="{20BD91F4-79EB-4AD8-AF41-8B50B0EA9989}"/>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2-comparison / n16">
            <a:extLst xmlns:a="http://schemas.openxmlformats.org/drawingml/2006/main">
              <a:ext uri="{FF2B5EF4-FFF2-40B4-BE49-F238E27FC236}">
                <a16:creationId xmlns:a16="http://schemas.microsoft.com/office/drawing/2014/main" id="{46030384-AFE6-44A4-BB45-92A45FC788B4}"/>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comparison / n17 / text 1">
            <a:extLst xmlns:a="http://schemas.openxmlformats.org/drawingml/2006/main">
              <a:ext uri="{FF2B5EF4-FFF2-40B4-BE49-F238E27FC236}">
                <a16:creationId xmlns:a16="http://schemas.microsoft.com/office/drawing/2014/main" id="{8BBC22ED-A910-45DE-A595-6608226055F3}"/>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2-comparison / n17 / text 2">
            <a:extLst xmlns:a="http://schemas.openxmlformats.org/drawingml/2006/main">
              <a:ext uri="{FF2B5EF4-FFF2-40B4-BE49-F238E27FC236}">
                <a16:creationId xmlns:a16="http://schemas.microsoft.com/office/drawing/2014/main" id="{5169599E-FA57-4616-927E-5900523C6F6B}"/>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2-comparison / n18 / path">
            <a:extLst xmlns:a="http://schemas.openxmlformats.org/drawingml/2006/main">
              <a:ext uri="{FF2B5EF4-FFF2-40B4-BE49-F238E27FC236}">
                <a16:creationId xmlns:a16="http://schemas.microsoft.com/office/drawing/2014/main" id="{2E007D6B-2D5C-4C7F-B214-9B0D6B863DDE}"/>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2-comparison / n19 / path">
            <a:extLst xmlns:a="http://schemas.openxmlformats.org/drawingml/2006/main">
              <a:ext uri="{FF2B5EF4-FFF2-40B4-BE49-F238E27FC236}">
                <a16:creationId xmlns:a16="http://schemas.microsoft.com/office/drawing/2014/main" id="{1B5EC84B-3282-4176-A374-1E4A85F27005}"/>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2-comparison / n20 / text 1">
            <a:extLst xmlns:a="http://schemas.openxmlformats.org/drawingml/2006/main">
              <a:ext uri="{FF2B5EF4-FFF2-40B4-BE49-F238E27FC236}">
                <a16:creationId xmlns:a16="http://schemas.microsoft.com/office/drawing/2014/main" id="{6B3BB866-3811-454D-8C8A-C1D869EC1E81}"/>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모듈형 통합 VIA Core</a:t>
            </a:r>
          </a:p>
        </p:txBody>
      </p:sp>
      <p:sp>
        <p:nvSpPr>
          <p:cNvPr id="22" name="dp42-comparison / n21 / text 1">
            <a:extLst xmlns:a="http://schemas.openxmlformats.org/drawingml/2006/main">
              <a:ext uri="{FF2B5EF4-FFF2-40B4-BE49-F238E27FC236}">
                <a16:creationId xmlns:a16="http://schemas.microsoft.com/office/drawing/2014/main" id="{B26D25E7-DD5F-4422-A6F6-CD3592ED3B57}"/>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상태의 공동 확정으로 평균 VIA 처리시간 3.2 s (요청 완료 신속성 ↑)</a:t>
            </a:r>
          </a:p>
        </p:txBody>
      </p:sp>
      <p:sp>
        <p:nvSpPr>
          <p:cNvPr id="23" name="dp42-comparison / n22 / text 1">
            <a:extLst xmlns:a="http://schemas.openxmlformats.org/drawingml/2006/main">
              <a:ext uri="{FF2B5EF4-FFF2-40B4-BE49-F238E27FC236}">
                <a16:creationId xmlns:a16="http://schemas.microsoft.com/office/drawing/2014/main" id="{3A398B2C-D144-48CC-B6BD-33530C59E638}"/>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추가 서비스 heap 축소로 전체 메모리 13.2 GB (메모리 효율성 ↑)</a:t>
            </a:r>
          </a:p>
        </p:txBody>
      </p:sp>
      <p:sp>
        <p:nvSpPr>
          <p:cNvPr id="24" name="dp42-comparison / n23 / text 1">
            <a:extLst xmlns:a="http://schemas.openxmlformats.org/drawingml/2006/main">
              <a:ext uri="{FF2B5EF4-FFF2-40B4-BE49-F238E27FC236}">
                <a16:creationId xmlns:a16="http://schemas.microsoft.com/office/drawing/2014/main" id="{53C9E903-46E6-4B68-8C9A-4A2A443EDB5E}"/>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공동 저장과 복구 경로의 변경 전파, 평균 4.0개 (변경 용이성 ↓)</a:t>
            </a:r>
          </a:p>
        </p:txBody>
      </p:sp>
      <p:sp>
        <p:nvSpPr>
          <p:cNvPr id="25" name="dp42-comparison / n24 / text 1">
            <a:extLst xmlns:a="http://schemas.openxmlformats.org/drawingml/2006/main">
              <a:ext uri="{FF2B5EF4-FFF2-40B4-BE49-F238E27FC236}">
                <a16:creationId xmlns:a16="http://schemas.microsoft.com/office/drawing/2014/main" id="{DBA9B1D4-0145-4DB4-A02C-34D4298832E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26" name="dp42-comparison / n25 / text 1">
            <a:extLst xmlns:a="http://schemas.openxmlformats.org/drawingml/2006/main">
              <a:ext uri="{FF2B5EF4-FFF2-40B4-BE49-F238E27FC236}">
                <a16:creationId xmlns:a16="http://schemas.microsoft.com/office/drawing/2014/main" id="{90DE9F6E-ED21-46D4-8721-FD655445C2DE}"/>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2-comparison / n26 / text 1">
            <a:extLst xmlns:a="http://schemas.openxmlformats.org/drawingml/2006/main">
              <a:ext uri="{FF2B5EF4-FFF2-40B4-BE49-F238E27FC236}">
                <a16:creationId xmlns:a16="http://schemas.microsoft.com/office/drawing/2014/main" id="{2D0577CD-E23C-4CA3-BC54-3120152A4A5A}"/>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3.2 s</a:t>
            </a:r>
          </a:p>
        </p:txBody>
      </p:sp>
      <p:sp>
        <p:nvSpPr>
          <p:cNvPr id="28" name="dp42-comparison / n27 / text 1">
            <a:extLst xmlns:a="http://schemas.openxmlformats.org/drawingml/2006/main">
              <a:ext uri="{FF2B5EF4-FFF2-40B4-BE49-F238E27FC236}">
                <a16:creationId xmlns:a16="http://schemas.microsoft.com/office/drawing/2014/main" id="{19E25904-EB0A-4ED3-BB79-4BBE86EC5684}"/>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29" name="dp42-comparison / n28 / text 1">
            <a:extLst xmlns:a="http://schemas.openxmlformats.org/drawingml/2006/main">
              <a:ext uri="{FF2B5EF4-FFF2-40B4-BE49-F238E27FC236}">
                <a16:creationId xmlns:a16="http://schemas.microsoft.com/office/drawing/2014/main" id="{E940D386-F35F-44BD-A358-8CCAC6B1B197}"/>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0" name="dp42-comparison / n29 / text 1">
            <a:extLst xmlns:a="http://schemas.openxmlformats.org/drawingml/2006/main">
              <a:ext uri="{FF2B5EF4-FFF2-40B4-BE49-F238E27FC236}">
                <a16:creationId xmlns:a16="http://schemas.microsoft.com/office/drawing/2014/main" id="{71FC680A-CA55-4538-A4E6-51D3D48BF57A}"/>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2-comparison / n30 / text 1">
            <a:extLst xmlns:a="http://schemas.openxmlformats.org/drawingml/2006/main">
              <a:ext uri="{FF2B5EF4-FFF2-40B4-BE49-F238E27FC236}">
                <a16:creationId xmlns:a16="http://schemas.microsoft.com/office/drawing/2014/main" id="{A6F4E3C1-EA53-4897-9070-ED2094F2AD15}"/>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2" name="dp42-comparison / n31 / text 1">
            <a:extLst xmlns:a="http://schemas.openxmlformats.org/drawingml/2006/main">
              <a:ext uri="{FF2B5EF4-FFF2-40B4-BE49-F238E27FC236}">
                <a16:creationId xmlns:a16="http://schemas.microsoft.com/office/drawing/2014/main" id="{4A5872E6-46D7-4E07-BC74-51E3764AE8B0}"/>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3" name="dp42-comparison / n32 / text 1">
            <a:extLst xmlns:a="http://schemas.openxmlformats.org/drawingml/2006/main">
              <a:ext uri="{FF2B5EF4-FFF2-40B4-BE49-F238E27FC236}">
                <a16:creationId xmlns:a16="http://schemas.microsoft.com/office/drawing/2014/main" id="{10B6BA80-5FA0-476A-9FF0-A3FFF827279F}"/>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4" name="dp42-comparison / n33 / text 1">
            <a:extLst xmlns:a="http://schemas.openxmlformats.org/drawingml/2006/main">
              <a:ext uri="{FF2B5EF4-FFF2-40B4-BE49-F238E27FC236}">
                <a16:creationId xmlns:a16="http://schemas.microsoft.com/office/drawing/2014/main" id="{CB1458B9-0DB0-4ADB-BBC7-A022A08AD87A}"/>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2-comparison / n34 / text 1">
            <a:extLst xmlns:a="http://schemas.openxmlformats.org/drawingml/2006/main">
              <a:ext uri="{FF2B5EF4-FFF2-40B4-BE49-F238E27FC236}">
                <a16:creationId xmlns:a16="http://schemas.microsoft.com/office/drawing/2014/main" id="{9DCF37CA-9F6A-4D8F-9969-B917C68B93D0}"/>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13.2 GB</a:t>
            </a:r>
          </a:p>
        </p:txBody>
      </p:sp>
      <p:sp>
        <p:nvSpPr>
          <p:cNvPr id="36" name="dp42-comparison / n35 / text 1">
            <a:extLst xmlns:a="http://schemas.openxmlformats.org/drawingml/2006/main">
              <a:ext uri="{FF2B5EF4-FFF2-40B4-BE49-F238E27FC236}">
                <a16:creationId xmlns:a16="http://schemas.microsoft.com/office/drawing/2014/main" id="{F9AA5419-F53B-476B-955F-A353430183FB}"/>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7" name="dp42-comparison / n36 / text 1">
            <a:extLst xmlns:a="http://schemas.openxmlformats.org/drawingml/2006/main">
              <a:ext uri="{FF2B5EF4-FFF2-40B4-BE49-F238E27FC236}">
                <a16:creationId xmlns:a16="http://schemas.microsoft.com/office/drawing/2014/main" id="{CD8AF13F-1662-4AC1-9FF9-0FB96DCA2918}"/>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B 독립 대화 서비스와 업무 서비스</a:t>
            </a:r>
          </a:p>
        </p:txBody>
      </p:sp>
      <p:sp>
        <p:nvSpPr>
          <p:cNvPr id="38" name="dp42-comparison / n37 / text 1">
            <a:extLst xmlns:a="http://schemas.openxmlformats.org/drawingml/2006/main">
              <a:ext uri="{FF2B5EF4-FFF2-40B4-BE49-F238E27FC236}">
                <a16:creationId xmlns:a16="http://schemas.microsoft.com/office/drawing/2014/main" id="{A783EB20-30CC-4B8F-A8EE-3D6FC51FDFE3}"/>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업무 상태와 실행 경계의 독립 변경, 평균 2.5개 (변경 용이성 ↑)</a:t>
            </a:r>
          </a:p>
        </p:txBody>
      </p:sp>
      <p:sp>
        <p:nvSpPr>
          <p:cNvPr id="39" name="dp42-comparison / n38 / text 1">
            <a:extLst xmlns:a="http://schemas.openxmlformats.org/drawingml/2006/main">
              <a:ext uri="{FF2B5EF4-FFF2-40B4-BE49-F238E27FC236}">
                <a16:creationId xmlns:a16="http://schemas.microsoft.com/office/drawing/2014/main" id="{DFFD015B-27FB-4E15-913A-9C4A3D70E533}"/>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명령 접수와 대화 반영의 왕복으로 평균 VIA 처리시간 3.8 s (요청 완료 신속성 ↓)</a:t>
            </a:r>
          </a:p>
        </p:txBody>
      </p:sp>
      <p:sp>
        <p:nvSpPr>
          <p:cNvPr id="40" name="dp42-comparison / n39 / text 1">
            <a:extLst xmlns:a="http://schemas.openxmlformats.org/drawingml/2006/main">
              <a:ext uri="{FF2B5EF4-FFF2-40B4-BE49-F238E27FC236}">
                <a16:creationId xmlns:a16="http://schemas.microsoft.com/office/drawing/2014/main" id="{BA332338-0015-4EF7-823B-BF9199EC13FB}"/>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별도 heap과 대기열로 전체 메모리 13.6 GB (메모리 효율성 ↓)</a:t>
            </a:r>
          </a:p>
        </p:txBody>
      </p:sp>
      <p:sp>
        <p:nvSpPr>
          <p:cNvPr id="41" name="dp42-comparison / n40 / text 1">
            <a:extLst xmlns:a="http://schemas.openxmlformats.org/drawingml/2006/main">
              <a:ext uri="{FF2B5EF4-FFF2-40B4-BE49-F238E27FC236}">
                <a16:creationId xmlns:a16="http://schemas.microsoft.com/office/drawing/2014/main" id="{799DF59C-4644-4CA9-AAB6-C678A6D48B63}"/>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2" name="dp42-comparison / n41 / text 1">
            <a:extLst xmlns:a="http://schemas.openxmlformats.org/drawingml/2006/main">
              <a:ext uri="{FF2B5EF4-FFF2-40B4-BE49-F238E27FC236}">
                <a16:creationId xmlns:a16="http://schemas.microsoft.com/office/drawing/2014/main" id="{434CC4EA-A9DF-4C4B-BA4B-411752CFE718}"/>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2-comparison / n42 / text 1">
            <a:extLst xmlns:a="http://schemas.openxmlformats.org/drawingml/2006/main">
              <a:ext uri="{FF2B5EF4-FFF2-40B4-BE49-F238E27FC236}">
                <a16:creationId xmlns:a16="http://schemas.microsoft.com/office/drawing/2014/main" id="{8E65CC1C-C885-44D4-A784-2982C1229DBC}"/>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3.8 s</a:t>
            </a:r>
          </a:p>
        </p:txBody>
      </p:sp>
      <p:sp>
        <p:nvSpPr>
          <p:cNvPr id="44" name="dp42-comparison / n43 / text 1">
            <a:extLst xmlns:a="http://schemas.openxmlformats.org/drawingml/2006/main">
              <a:ext uri="{FF2B5EF4-FFF2-40B4-BE49-F238E27FC236}">
                <a16:creationId xmlns:a16="http://schemas.microsoft.com/office/drawing/2014/main" id="{1EEDAEB5-8D7E-4A6E-A51A-4D579470D22E}"/>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5" name="dp42-comparison / n44 / text 1">
            <a:extLst xmlns:a="http://schemas.openxmlformats.org/drawingml/2006/main">
              <a:ext uri="{FF2B5EF4-FFF2-40B4-BE49-F238E27FC236}">
                <a16:creationId xmlns:a16="http://schemas.microsoft.com/office/drawing/2014/main" id="{F09CAF21-2DAA-4D9C-BB11-B34672683EA2}"/>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6" name="dp42-comparison / n45 / text 1">
            <a:extLst xmlns:a="http://schemas.openxmlformats.org/drawingml/2006/main">
              <a:ext uri="{FF2B5EF4-FFF2-40B4-BE49-F238E27FC236}">
                <a16:creationId xmlns:a16="http://schemas.microsoft.com/office/drawing/2014/main" id="{84A5BAD5-9F0D-4A9E-B5A1-45F585FAA788}"/>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2-comparison / n46 / text 1">
            <a:extLst xmlns:a="http://schemas.openxmlformats.org/drawingml/2006/main">
              <a:ext uri="{FF2B5EF4-FFF2-40B4-BE49-F238E27FC236}">
                <a16:creationId xmlns:a16="http://schemas.microsoft.com/office/drawing/2014/main" id="{72202D50-2E5A-4FE1-A2EB-8348AECA7711}"/>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48" name="dp42-comparison / n47 / text 1">
            <a:extLst xmlns:a="http://schemas.openxmlformats.org/drawingml/2006/main">
              <a:ext uri="{FF2B5EF4-FFF2-40B4-BE49-F238E27FC236}">
                <a16:creationId xmlns:a16="http://schemas.microsoft.com/office/drawing/2014/main" id="{493E14AE-F269-4006-B118-DA992C3DF4B4}"/>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49" name="dp42-comparison / n48 / text 1">
            <a:extLst xmlns:a="http://schemas.openxmlformats.org/drawingml/2006/main">
              <a:ext uri="{FF2B5EF4-FFF2-40B4-BE49-F238E27FC236}">
                <a16:creationId xmlns:a16="http://schemas.microsoft.com/office/drawing/2014/main" id="{7A723758-0658-4C0C-A767-3D94FBF64265}"/>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0" name="dp42-comparison / n49 / text 1">
            <a:extLst xmlns:a="http://schemas.openxmlformats.org/drawingml/2006/main">
              <a:ext uri="{FF2B5EF4-FFF2-40B4-BE49-F238E27FC236}">
                <a16:creationId xmlns:a16="http://schemas.microsoft.com/office/drawing/2014/main" id="{56FC975B-2C52-413D-A5A3-BF1DFA89DD1B}"/>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2-comparison / n50 / text 1">
            <a:extLst xmlns:a="http://schemas.openxmlformats.org/drawingml/2006/main">
              <a:ext uri="{FF2B5EF4-FFF2-40B4-BE49-F238E27FC236}">
                <a16:creationId xmlns:a16="http://schemas.microsoft.com/office/drawing/2014/main" id="{F59B9EC7-E653-469C-80D8-30D1F20E7214}"/>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13.6 GB</a:t>
            </a:r>
          </a:p>
        </p:txBody>
      </p:sp>
      <p:sp>
        <p:nvSpPr>
          <p:cNvPr id="52" name="dp42-comparison / n51 / text 1">
            <a:extLst xmlns:a="http://schemas.openxmlformats.org/drawingml/2006/main">
              <a:ext uri="{FF2B5EF4-FFF2-40B4-BE49-F238E27FC236}">
                <a16:creationId xmlns:a16="http://schemas.microsoft.com/office/drawing/2014/main" id="{7F627B55-CC1F-4B22-8A61-6115807111C1}"/>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3" name="dp42-comparison / n52 / text 1">
            <a:extLst xmlns:a="http://schemas.openxmlformats.org/drawingml/2006/main">
              <a:ext uri="{FF2B5EF4-FFF2-40B4-BE49-F238E27FC236}">
                <a16:creationId xmlns:a16="http://schemas.microsoft.com/office/drawing/2014/main" id="{3FB9D12E-EDC6-4909-864D-C73AFA123E82}"/>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업무 저장과 실행 수명의 독립 변경 / 일반 Agent adapter 변경은 제외</a:t>
            </a:r>
          </a:p>
        </p:txBody>
      </p:sp>
      <p:sp>
        <p:nvSpPr>
          <p:cNvPr id="54" name="dp42-comparison / n53 / text 1">
            <a:extLst xmlns:a="http://schemas.openxmlformats.org/drawingml/2006/main">
              <a:ext uri="{FF2B5EF4-FFF2-40B4-BE49-F238E27FC236}">
                <a16:creationId xmlns:a16="http://schemas.microsoft.com/office/drawing/2014/main" id="{5227BB83-3F22-413E-89E7-C69DCCC471B0}"/>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2-comparison / n54">
            <a:extLst xmlns:a="http://schemas.openxmlformats.org/drawingml/2006/main">
              <a:ext uri="{FF2B5EF4-FFF2-40B4-BE49-F238E27FC236}">
                <a16:creationId xmlns:a16="http://schemas.microsoft.com/office/drawing/2014/main" id="{2886DC95-3923-46E4-A352-3739AB9A20F8}"/>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6" name="dp42-comparison / n55 / text 1">
            <a:extLst xmlns:a="http://schemas.openxmlformats.org/drawingml/2006/main">
              <a:ext uri="{FF2B5EF4-FFF2-40B4-BE49-F238E27FC236}">
                <a16:creationId xmlns:a16="http://schemas.microsoft.com/office/drawing/2014/main" id="{CBAE31DE-EEC4-44F2-B7BD-45C8D5C0C1B8}"/>
              </a:ext>
            </a:extLst>
          </p:cNvPr>
          <p:cNvSpPr>
            <a:spLocks xmlns:a="http://schemas.openxmlformats.org/drawingml/2006/main" noGrp="1"/>
          </p:cNvSpPr>
          <p:nvPr/>
        </p:nvSpPr>
        <p:spPr>
          <a:xfrm xmlns:a="http://schemas.openxmlformats.org/drawingml/2006/main">
            <a:off x="466725" y="2781300"/>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57" name="dp42-comparison / n56">
            <a:extLst xmlns:a="http://schemas.openxmlformats.org/drawingml/2006/main">
              <a:ext uri="{FF2B5EF4-FFF2-40B4-BE49-F238E27FC236}">
                <a16:creationId xmlns:a16="http://schemas.microsoft.com/office/drawing/2014/main" id="{6681262B-3B30-4BD5-9D95-5A5D3794F2B3}"/>
              </a:ext>
            </a:extLst>
          </p:cNvPr>
          <p:cNvSpPr>
            <a:spLocks xmlns:a="http://schemas.openxmlformats.org/drawingml/2006/main" noGrp="1"/>
          </p:cNvSpPr>
          <p:nvPr/>
        </p:nvSpPr>
        <p:spPr>
          <a:xfrm xmlns:a="http://schemas.openxmlformats.org/drawingml/2006/main">
            <a:off x="504825" y="298132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8" name="dp42-comparison / n57 / text 1">
            <a:extLst xmlns:a="http://schemas.openxmlformats.org/drawingml/2006/main">
              <a:ext uri="{FF2B5EF4-FFF2-40B4-BE49-F238E27FC236}">
                <a16:creationId xmlns:a16="http://schemas.microsoft.com/office/drawing/2014/main" id="{206E935F-6FAF-4C5D-84A4-019559818FC5}"/>
              </a:ext>
            </a:extLst>
          </p:cNvPr>
          <p:cNvSpPr>
            <a:spLocks xmlns:a="http://schemas.openxmlformats.org/drawingml/2006/main" noGrp="1"/>
          </p:cNvSpPr>
          <p:nvPr/>
        </p:nvSpPr>
        <p:spPr>
          <a:xfrm xmlns:a="http://schemas.openxmlformats.org/drawingml/2006/main">
            <a:off x="590550" y="30480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59" name="dp42-comparison / n58 / text 1">
            <a:extLst xmlns:a="http://schemas.openxmlformats.org/drawingml/2006/main">
              <a:ext uri="{FF2B5EF4-FFF2-40B4-BE49-F238E27FC236}">
                <a16:creationId xmlns:a16="http://schemas.microsoft.com/office/drawing/2014/main" id="{6C8E4D3B-8707-4719-A98E-D805234F92A0}"/>
              </a:ext>
            </a:extLst>
          </p:cNvPr>
          <p:cNvSpPr>
            <a:spLocks xmlns:a="http://schemas.openxmlformats.org/drawingml/2006/main" noGrp="1"/>
          </p:cNvSpPr>
          <p:nvPr/>
        </p:nvSpPr>
        <p:spPr>
          <a:xfrm xmlns:a="http://schemas.openxmlformats.org/drawingml/2006/main">
            <a:off x="514350" y="32956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60" name="dp42-comparison / n59">
            <a:extLst xmlns:a="http://schemas.openxmlformats.org/drawingml/2006/main">
              <a:ext uri="{FF2B5EF4-FFF2-40B4-BE49-F238E27FC236}">
                <a16:creationId xmlns:a16="http://schemas.microsoft.com/office/drawing/2014/main" id="{CAAC3E57-380E-462A-8A8B-69F832E8890C}"/>
              </a:ext>
            </a:extLst>
          </p:cNvPr>
          <p:cNvSpPr>
            <a:spLocks xmlns:a="http://schemas.openxmlformats.org/drawingml/2006/main" noGrp="1"/>
          </p:cNvSpPr>
          <p:nvPr/>
        </p:nvSpPr>
        <p:spPr>
          <a:xfrm xmlns:a="http://schemas.openxmlformats.org/drawingml/2006/main">
            <a:off x="504825" y="35242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61" name="dp42-comparison / n60 / text 1">
            <a:extLst xmlns:a="http://schemas.openxmlformats.org/drawingml/2006/main">
              <a:ext uri="{FF2B5EF4-FFF2-40B4-BE49-F238E27FC236}">
                <a16:creationId xmlns:a16="http://schemas.microsoft.com/office/drawing/2014/main" id="{7C06E257-3096-4AAA-8DAC-78A2512E563E}"/>
              </a:ext>
            </a:extLst>
          </p:cNvPr>
          <p:cNvSpPr>
            <a:spLocks xmlns:a="http://schemas.openxmlformats.org/drawingml/2006/main" noGrp="1"/>
          </p:cNvSpPr>
          <p:nvPr/>
        </p:nvSpPr>
        <p:spPr>
          <a:xfrm xmlns:a="http://schemas.openxmlformats.org/drawingml/2006/main">
            <a:off x="590550" y="35909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2" name="dp42-comparison / n61 / text 1">
            <a:extLst xmlns:a="http://schemas.openxmlformats.org/drawingml/2006/main">
              <a:ext uri="{FF2B5EF4-FFF2-40B4-BE49-F238E27FC236}">
                <a16:creationId xmlns:a16="http://schemas.microsoft.com/office/drawing/2014/main" id="{4D057A58-0E05-41AC-A652-B2D935B74563}"/>
              </a:ext>
            </a:extLst>
          </p:cNvPr>
          <p:cNvSpPr>
            <a:spLocks xmlns:a="http://schemas.openxmlformats.org/drawingml/2006/main" noGrp="1"/>
          </p:cNvSpPr>
          <p:nvPr/>
        </p:nvSpPr>
        <p:spPr>
          <a:xfrm xmlns:a="http://schemas.openxmlformats.org/drawingml/2006/main">
            <a:off x="514350" y="38385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63" name="dp42-comparison / n62">
            <a:extLst xmlns:a="http://schemas.openxmlformats.org/drawingml/2006/main">
              <a:ext uri="{FF2B5EF4-FFF2-40B4-BE49-F238E27FC236}">
                <a16:creationId xmlns:a16="http://schemas.microsoft.com/office/drawing/2014/main" id="{8064AE38-01FB-478F-A0E4-113E61CCE33D}"/>
              </a:ext>
            </a:extLst>
          </p:cNvPr>
          <p:cNvSpPr>
            <a:spLocks xmlns:a="http://schemas.openxmlformats.org/drawingml/2006/main" noGrp="1"/>
          </p:cNvSpPr>
          <p:nvPr/>
        </p:nvSpPr>
        <p:spPr>
          <a:xfrm xmlns:a="http://schemas.openxmlformats.org/drawingml/2006/main">
            <a:off x="504825" y="454342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3 / text 1">
            <a:extLst xmlns:a="http://schemas.openxmlformats.org/drawingml/2006/main">
              <a:ext uri="{FF2B5EF4-FFF2-40B4-BE49-F238E27FC236}">
                <a16:creationId xmlns:a16="http://schemas.microsoft.com/office/drawing/2014/main" id="{F1E1507F-8956-4806-97FD-37A80CD80959}"/>
              </a:ext>
            </a:extLst>
          </p:cNvPr>
          <p:cNvSpPr>
            <a:spLocks xmlns:a="http://schemas.openxmlformats.org/drawingml/2006/main" noGrp="1"/>
          </p:cNvSpPr>
          <p:nvPr/>
        </p:nvSpPr>
        <p:spPr>
          <a:xfrm xmlns:a="http://schemas.openxmlformats.org/drawingml/2006/main">
            <a:off x="590550" y="4629150"/>
            <a:ext cx="5334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State</a:t>
            </a:r>
          </a:p>
        </p:txBody>
      </p:sp>
      <p:sp>
        <p:nvSpPr>
          <p:cNvPr id="65" name="dp42-comparison / n64 / text 1">
            <a:extLst xmlns:a="http://schemas.openxmlformats.org/drawingml/2006/main">
              <a:ext uri="{FF2B5EF4-FFF2-40B4-BE49-F238E27FC236}">
                <a16:creationId xmlns:a16="http://schemas.microsoft.com/office/drawing/2014/main" id="{D9D2D01F-0799-4565-9BA7-6833A57BFF0F}"/>
              </a:ext>
            </a:extLst>
          </p:cNvPr>
          <p:cNvSpPr>
            <a:spLocks xmlns:a="http://schemas.openxmlformats.org/drawingml/2006/main" noGrp="1"/>
          </p:cNvSpPr>
          <p:nvPr/>
        </p:nvSpPr>
        <p:spPr>
          <a:xfrm xmlns:a="http://schemas.openxmlformats.org/drawingml/2006/main">
            <a:off x="514350" y="48577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저장 상태</a:t>
            </a:r>
          </a:p>
        </p:txBody>
      </p:sp>
      <p:sp>
        <p:nvSpPr>
          <p:cNvPr id="66" name="dp42-comparison / n65">
            <a:extLst xmlns:a="http://schemas.openxmlformats.org/drawingml/2006/main">
              <a:ext uri="{FF2B5EF4-FFF2-40B4-BE49-F238E27FC236}">
                <a16:creationId xmlns:a16="http://schemas.microsoft.com/office/drawing/2014/main" id="{D8929019-5CA7-4ED7-8E94-A0E2547F965C}"/>
              </a:ext>
            </a:extLst>
          </p:cNvPr>
          <p:cNvSpPr>
            <a:spLocks xmlns:a="http://schemas.openxmlformats.org/drawingml/2006/main" noGrp="1"/>
          </p:cNvSpPr>
          <p:nvPr/>
        </p:nvSpPr>
        <p:spPr>
          <a:xfrm xmlns:a="http://schemas.openxmlformats.org/drawingml/2006/main">
            <a:off x="504825" y="60102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2-comparison / n66 / text 1">
            <a:extLst xmlns:a="http://schemas.openxmlformats.org/drawingml/2006/main">
              <a:ext uri="{FF2B5EF4-FFF2-40B4-BE49-F238E27FC236}">
                <a16:creationId xmlns:a16="http://schemas.microsoft.com/office/drawing/2014/main" id="{0A0FB929-BBAA-4664-9366-7EA1A917A2BE}"/>
              </a:ext>
            </a:extLst>
          </p:cNvPr>
          <p:cNvSpPr>
            <a:spLocks xmlns:a="http://schemas.openxmlformats.org/drawingml/2006/main" noGrp="1"/>
          </p:cNvSpPr>
          <p:nvPr/>
        </p:nvSpPr>
        <p:spPr>
          <a:xfrm xmlns:a="http://schemas.openxmlformats.org/drawingml/2006/main">
            <a:off x="590550" y="60769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8" name="dp42-comparison / n67 / text 1">
            <a:extLst xmlns:a="http://schemas.openxmlformats.org/drawingml/2006/main">
              <a:ext uri="{FF2B5EF4-FFF2-40B4-BE49-F238E27FC236}">
                <a16:creationId xmlns:a16="http://schemas.microsoft.com/office/drawing/2014/main" id="{740574FF-EA53-4F0A-9C86-4E9B4B31C028}"/>
              </a:ext>
            </a:extLst>
          </p:cNvPr>
          <p:cNvSpPr>
            <a:spLocks xmlns:a="http://schemas.openxmlformats.org/drawingml/2006/main" noGrp="1"/>
          </p:cNvSpPr>
          <p:nvPr/>
        </p:nvSpPr>
        <p:spPr>
          <a:xfrm xmlns:a="http://schemas.openxmlformats.org/drawingml/2006/main">
            <a:off x="514350" y="63246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흰색 / 검정</a:t>
            </a:r>
          </a:p>
        </p:txBody>
      </p:sp>
      <p:sp>
        <p:nvSpPr>
          <p:cNvPr id="69" name="dp42-comparison / n68">
            <a:extLst xmlns:a="http://schemas.openxmlformats.org/drawingml/2006/main">
              <a:ext uri="{FF2B5EF4-FFF2-40B4-BE49-F238E27FC236}">
                <a16:creationId xmlns:a16="http://schemas.microsoft.com/office/drawing/2014/main" id="{B5D195DC-0BC9-4099-B658-A4D9B4485373}"/>
              </a:ext>
            </a:extLst>
          </p:cNvPr>
          <p:cNvSpPr>
            <a:spLocks xmlns:a="http://schemas.openxmlformats.org/drawingml/2006/main" noGrp="1"/>
          </p:cNvSpPr>
          <p:nvPr/>
        </p:nvSpPr>
        <p:spPr>
          <a:xfrm xmlns:a="http://schemas.openxmlformats.org/drawingml/2006/main">
            <a:off x="504825" y="6543675"/>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17145">
            <a:solidFill>
              <a:srgbClr val="B8753F"/>
            </a:solidFill>
            <a:prstDash val="solid"/>
          </a:ln>
        </p:spPr>
      </p:sp>
      <p:sp>
        <p:nvSpPr>
          <p:cNvPr id="70" name="dp42-comparison / n69 / text 1">
            <a:extLst xmlns:a="http://schemas.openxmlformats.org/drawingml/2006/main">
              <a:ext uri="{FF2B5EF4-FFF2-40B4-BE49-F238E27FC236}">
                <a16:creationId xmlns:a16="http://schemas.microsoft.com/office/drawing/2014/main" id="{470E8543-5078-4FA4-9115-3A54F9CA541C}"/>
              </a:ext>
            </a:extLst>
          </p:cNvPr>
          <p:cNvSpPr>
            <a:spLocks xmlns:a="http://schemas.openxmlformats.org/drawingml/2006/main" noGrp="1"/>
          </p:cNvSpPr>
          <p:nvPr/>
        </p:nvSpPr>
        <p:spPr>
          <a:xfrm xmlns:a="http://schemas.openxmlformats.org/drawingml/2006/main">
            <a:off x="590550" y="66103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1" name="dp42-comparison / n70 / text 1">
            <a:extLst xmlns:a="http://schemas.openxmlformats.org/drawingml/2006/main">
              <a:ext uri="{FF2B5EF4-FFF2-40B4-BE49-F238E27FC236}">
                <a16:creationId xmlns:a16="http://schemas.microsoft.com/office/drawing/2014/main" id="{10CF94C4-A731-44C4-9CA7-C38B360ACF62}"/>
              </a:ext>
            </a:extLst>
          </p:cNvPr>
          <p:cNvSpPr>
            <a:spLocks xmlns:a="http://schemas.openxmlformats.org/drawingml/2006/main" noGrp="1"/>
          </p:cNvSpPr>
          <p:nvPr/>
        </p:nvSpPr>
        <p:spPr>
          <a:xfrm xmlns:a="http://schemas.openxmlformats.org/drawingml/2006/main">
            <a:off x="514350" y="68580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72" name="dp42-comparison / n71">
            <a:extLst xmlns:a="http://schemas.openxmlformats.org/drawingml/2006/main">
              <a:ext uri="{FF2B5EF4-FFF2-40B4-BE49-F238E27FC236}">
                <a16:creationId xmlns:a16="http://schemas.microsoft.com/office/drawing/2014/main" id="{25E39C0E-1BB9-478A-952C-DFBAF10F71FA}"/>
              </a:ext>
            </a:extLst>
          </p:cNvPr>
          <p:cNvSpPr>
            <a:spLocks xmlns:a="http://schemas.openxmlformats.org/drawingml/2006/main" noGrp="1"/>
          </p:cNvSpPr>
          <p:nvPr/>
        </p:nvSpPr>
        <p:spPr>
          <a:xfrm xmlns:a="http://schemas.openxmlformats.org/drawingml/2006/main">
            <a:off x="504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3" name="dp42-comparison / n72 / text 1">
            <a:extLst xmlns:a="http://schemas.openxmlformats.org/drawingml/2006/main">
              <a:ext uri="{FF2B5EF4-FFF2-40B4-BE49-F238E27FC236}">
                <a16:creationId xmlns:a16="http://schemas.microsoft.com/office/drawing/2014/main" id="{F163049A-0987-4D91-950A-B3BE28AECC58}"/>
              </a:ext>
            </a:extLst>
          </p:cNvPr>
          <p:cNvSpPr>
            <a:spLocks xmlns:a="http://schemas.openxmlformats.org/drawingml/2006/main" noGrp="1"/>
          </p:cNvSpPr>
          <p:nvPr/>
        </p:nvSpPr>
        <p:spPr>
          <a:xfrm xmlns:a="http://schemas.openxmlformats.org/drawingml/2006/main">
            <a:off x="523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a:t>
            </a:r>
          </a:p>
        </p:txBody>
      </p:sp>
      <p:sp>
        <p:nvSpPr>
          <p:cNvPr id="74" name="dp42-comparison / n73">
            <a:extLst xmlns:a="http://schemas.openxmlformats.org/drawingml/2006/main">
              <a:ext uri="{FF2B5EF4-FFF2-40B4-BE49-F238E27FC236}">
                <a16:creationId xmlns:a16="http://schemas.microsoft.com/office/drawing/2014/main" id="{ED5118C3-26A3-4BFA-B22D-E4E5F366A81C}"/>
              </a:ext>
            </a:extLst>
          </p:cNvPr>
          <p:cNvSpPr>
            <a:spLocks xmlns:a="http://schemas.openxmlformats.org/drawingml/2006/main" noGrp="1"/>
          </p:cNvSpPr>
          <p:nvPr/>
        </p:nvSpPr>
        <p:spPr>
          <a:xfrm xmlns:a="http://schemas.openxmlformats.org/drawingml/2006/main">
            <a:off x="885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75" name="dp42-comparison / n74 / text 1">
            <a:extLst xmlns:a="http://schemas.openxmlformats.org/drawingml/2006/main">
              <a:ext uri="{FF2B5EF4-FFF2-40B4-BE49-F238E27FC236}">
                <a16:creationId xmlns:a16="http://schemas.microsoft.com/office/drawing/2014/main" id="{63A732C3-AE6C-4BFF-AFE7-E0DDC427D119}"/>
              </a:ext>
            </a:extLst>
          </p:cNvPr>
          <p:cNvSpPr>
            <a:spLocks xmlns:a="http://schemas.openxmlformats.org/drawingml/2006/main" noGrp="1"/>
          </p:cNvSpPr>
          <p:nvPr/>
        </p:nvSpPr>
        <p:spPr>
          <a:xfrm xmlns:a="http://schemas.openxmlformats.org/drawingml/2006/main">
            <a:off x="904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B</a:t>
            </a:r>
          </a:p>
        </p:txBody>
      </p:sp>
      <p:sp>
        <p:nvSpPr>
          <p:cNvPr id="76" name="dp42-comparison / n75 / text 1">
            <a:extLst xmlns:a="http://schemas.openxmlformats.org/drawingml/2006/main">
              <a:ext uri="{FF2B5EF4-FFF2-40B4-BE49-F238E27FC236}">
                <a16:creationId xmlns:a16="http://schemas.microsoft.com/office/drawing/2014/main" id="{31D27E3D-27CA-4370-8FE2-3EAE145CED66}"/>
              </a:ext>
            </a:extLst>
          </p:cNvPr>
          <p:cNvSpPr>
            <a:spLocks xmlns:a="http://schemas.openxmlformats.org/drawingml/2006/main" noGrp="1"/>
          </p:cNvSpPr>
          <p:nvPr/>
        </p:nvSpPr>
        <p:spPr>
          <a:xfrm xmlns:a="http://schemas.openxmlformats.org/drawingml/2006/main">
            <a:off x="514350" y="43719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실행 / 서비스</a:t>
            </a:r>
          </a:p>
        </p:txBody>
      </p:sp>
      <p:sp>
        <p:nvSpPr>
          <p:cNvPr id="77" name="dp42-comparison / n76 / path">
            <a:extLst xmlns:a="http://schemas.openxmlformats.org/drawingml/2006/main">
              <a:ext uri="{FF2B5EF4-FFF2-40B4-BE49-F238E27FC236}">
                <a16:creationId xmlns:a16="http://schemas.microsoft.com/office/drawing/2014/main" id="{A49F83FC-8653-47B1-A26C-3374A9A56BB5}"/>
              </a:ext>
            </a:extLst>
          </p:cNvPr>
          <p:cNvSpPr>
            <a:spLocks xmlns:a="http://schemas.openxmlformats.org/drawingml/2006/main" noGrp="1"/>
          </p:cNvSpPr>
          <p:nvPr/>
        </p:nvSpPr>
        <p:spPr>
          <a:xfrm xmlns:a="http://schemas.openxmlformats.org/drawingml/2006/main">
            <a:off x="514350" y="52197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78" name="dp42-comparison / n76 / arrow">
            <a:extLst xmlns:a="http://schemas.openxmlformats.org/drawingml/2006/main">
              <a:ext uri="{FF2B5EF4-FFF2-40B4-BE49-F238E27FC236}">
                <a16:creationId xmlns:a16="http://schemas.microsoft.com/office/drawing/2014/main" id="{533296BC-B076-463D-BFA0-F2ED0A743573}"/>
              </a:ext>
            </a:extLst>
          </p:cNvPr>
          <p:cNvSpPr>
            <a:spLocks xmlns:a="http://schemas.openxmlformats.org/drawingml/2006/main" noGrp="1"/>
          </p:cNvSpPr>
          <p:nvPr/>
        </p:nvSpPr>
        <p:spPr>
          <a:xfrm xmlns:a="http://schemas.openxmlformats.org/drawingml/2006/main">
            <a:off x="1104519" y="51861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9" name="dp42-comparison / n77 / text 1">
            <a:extLst xmlns:a="http://schemas.openxmlformats.org/drawingml/2006/main">
              <a:ext uri="{FF2B5EF4-FFF2-40B4-BE49-F238E27FC236}">
                <a16:creationId xmlns:a16="http://schemas.microsoft.com/office/drawing/2014/main" id="{BE9FD488-B8B4-4998-9E40-91D5F5221F98}"/>
              </a:ext>
            </a:extLst>
          </p:cNvPr>
          <p:cNvSpPr>
            <a:spLocks xmlns:a="http://schemas.openxmlformats.org/drawingml/2006/main" noGrp="1"/>
          </p:cNvSpPr>
          <p:nvPr/>
        </p:nvSpPr>
        <p:spPr>
          <a:xfrm xmlns:a="http://schemas.openxmlformats.org/drawingml/2006/main">
            <a:off x="514350" y="53054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요청 / 전달</a:t>
            </a:r>
          </a:p>
        </p:txBody>
      </p:sp>
      <p:sp>
        <p:nvSpPr>
          <p:cNvPr id="80" name="dp42-comparison / n78 / path">
            <a:extLst xmlns:a="http://schemas.openxmlformats.org/drawingml/2006/main">
              <a:ext uri="{FF2B5EF4-FFF2-40B4-BE49-F238E27FC236}">
                <a16:creationId xmlns:a16="http://schemas.microsoft.com/office/drawing/2014/main" id="{AA905509-C95A-4428-83BE-80046B006326}"/>
              </a:ext>
            </a:extLst>
          </p:cNvPr>
          <p:cNvSpPr>
            <a:spLocks xmlns:a="http://schemas.openxmlformats.org/drawingml/2006/main" noGrp="1"/>
          </p:cNvSpPr>
          <p:nvPr/>
        </p:nvSpPr>
        <p:spPr>
          <a:xfrm xmlns:a="http://schemas.openxmlformats.org/drawingml/2006/main">
            <a:off x="514350" y="561975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1" name="dp42-comparison / n78 / arrow">
            <a:extLst xmlns:a="http://schemas.openxmlformats.org/drawingml/2006/main">
              <a:ext uri="{FF2B5EF4-FFF2-40B4-BE49-F238E27FC236}">
                <a16:creationId xmlns:a16="http://schemas.microsoft.com/office/drawing/2014/main" id="{9F753D1C-CE5D-4A2F-97AE-57D656DDF6CF}"/>
              </a:ext>
            </a:extLst>
          </p:cNvPr>
          <p:cNvSpPr>
            <a:spLocks xmlns:a="http://schemas.openxmlformats.org/drawingml/2006/main" noGrp="1"/>
          </p:cNvSpPr>
          <p:nvPr/>
        </p:nvSpPr>
        <p:spPr>
          <a:xfrm xmlns:a="http://schemas.openxmlformats.org/drawingml/2006/main">
            <a:off x="1104519" y="55862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2" name="dp42-comparison / n79 / text 1">
            <a:extLst xmlns:a="http://schemas.openxmlformats.org/drawingml/2006/main">
              <a:ext uri="{FF2B5EF4-FFF2-40B4-BE49-F238E27FC236}">
                <a16:creationId xmlns:a16="http://schemas.microsoft.com/office/drawing/2014/main" id="{F24D9D15-51EA-4792-83C0-5968C4907C23}"/>
              </a:ext>
            </a:extLst>
          </p:cNvPr>
          <p:cNvSpPr>
            <a:spLocks xmlns:a="http://schemas.openxmlformats.org/drawingml/2006/main" noGrp="1"/>
          </p:cNvSpPr>
          <p:nvPr/>
        </p:nvSpPr>
        <p:spPr>
          <a:xfrm xmlns:a="http://schemas.openxmlformats.org/drawingml/2006/main">
            <a:off x="514350" y="57054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응답 / 반환</a:t>
            </a:r>
          </a:p>
        </p:txBody>
      </p:sp>
      <p:sp>
        <p:nvSpPr>
          <p:cNvPr id="83" name="dp42-comparison / n80 / text 1">
            <a:extLst xmlns:a="http://schemas.openxmlformats.org/drawingml/2006/main">
              <a:ext uri="{FF2B5EF4-FFF2-40B4-BE49-F238E27FC236}">
                <a16:creationId xmlns:a16="http://schemas.microsoft.com/office/drawing/2014/main" id="{F27B7845-2F01-4F66-AA34-AF193E59B096}"/>
              </a:ext>
            </a:extLst>
          </p:cNvPr>
          <p:cNvSpPr>
            <a:spLocks xmlns:a="http://schemas.openxmlformats.org/drawingml/2006/main" noGrp="1"/>
          </p:cNvSpPr>
          <p:nvPr/>
        </p:nvSpPr>
        <p:spPr>
          <a:xfrm xmlns:a="http://schemas.openxmlformats.org/drawingml/2006/main">
            <a:off x="514350" y="70770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A: 실선</a:t>
            </a:r>
          </a:p>
        </p:txBody>
      </p:sp>
      <p:sp>
        <p:nvSpPr>
          <p:cNvPr id="84" name="dp42-comparison / n80 / text 2">
            <a:extLst xmlns:a="http://schemas.openxmlformats.org/drawingml/2006/main">
              <a:ext uri="{FF2B5EF4-FFF2-40B4-BE49-F238E27FC236}">
                <a16:creationId xmlns:a16="http://schemas.microsoft.com/office/drawing/2014/main" id="{CBD6AA07-1B7A-45BF-851F-7DEF4C94717F}"/>
              </a:ext>
            </a:extLst>
          </p:cNvPr>
          <p:cNvSpPr>
            <a:spLocks xmlns:a="http://schemas.openxmlformats.org/drawingml/2006/main" noGrp="1"/>
          </p:cNvSpPr>
          <p:nvPr/>
        </p:nvSpPr>
        <p:spPr>
          <a:xfrm xmlns:a="http://schemas.openxmlformats.org/drawingml/2006/main">
            <a:off x="514350" y="720280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B: 점선</a:t>
            </a:r>
          </a:p>
        </p:txBody>
      </p:sp>
      <p:sp>
        <p:nvSpPr>
          <p:cNvPr id="85" name="dp42-comparison / n81 / text 1">
            <a:extLst xmlns:a="http://schemas.openxmlformats.org/drawingml/2006/main">
              <a:ext uri="{FF2B5EF4-FFF2-40B4-BE49-F238E27FC236}">
                <a16:creationId xmlns:a16="http://schemas.microsoft.com/office/drawing/2014/main" id="{55B71BFA-E395-4E63-B4D4-457559317F48}"/>
              </a:ext>
            </a:extLst>
          </p:cNvPr>
          <p:cNvSpPr>
            <a:spLocks xmlns:a="http://schemas.openxmlformats.org/drawingml/2006/main" noGrp="1"/>
          </p:cNvSpPr>
          <p:nvPr/>
        </p:nvSpPr>
        <p:spPr>
          <a:xfrm xmlns:a="http://schemas.openxmlformats.org/drawingml/2006/main">
            <a:off x="514350" y="73723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경계선</a:t>
            </a:r>
          </a:p>
        </p:txBody>
      </p:sp>
      <p:sp>
        <p:nvSpPr>
          <p:cNvPr id="86" name="dp42-comparison / n86 / path">
            <a:extLst xmlns:a="http://schemas.openxmlformats.org/drawingml/2006/main">
              <a:ext uri="{FF2B5EF4-FFF2-40B4-BE49-F238E27FC236}">
                <a16:creationId xmlns:a16="http://schemas.microsoft.com/office/drawing/2014/main" id="{17B00F1A-5B58-4029-82E7-4CD730204844}"/>
              </a:ext>
            </a:extLst>
          </p:cNvPr>
          <p:cNvSpPr>
            <a:spLocks xmlns:a="http://schemas.openxmlformats.org/drawingml/2006/main" noGrp="1"/>
          </p:cNvSpPr>
          <p:nvPr/>
        </p:nvSpPr>
        <p:spPr>
          <a:xfrm xmlns:a="http://schemas.openxmlformats.org/drawingml/2006/main">
            <a:off x="388620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7" name="dp42-comparison / n91 / path">
            <a:extLst xmlns:a="http://schemas.openxmlformats.org/drawingml/2006/main">
              <a:ext uri="{FF2B5EF4-FFF2-40B4-BE49-F238E27FC236}">
                <a16:creationId xmlns:a16="http://schemas.microsoft.com/office/drawing/2014/main" id="{B5A9FC8A-258F-4765-BB3C-BE55C91FA9DB}"/>
              </a:ext>
            </a:extLst>
          </p:cNvPr>
          <p:cNvSpPr>
            <a:spLocks xmlns:a="http://schemas.openxmlformats.org/drawingml/2006/main" noGrp="1"/>
          </p:cNvSpPr>
          <p:nvPr/>
        </p:nvSpPr>
        <p:spPr>
          <a:xfrm xmlns:a="http://schemas.openxmlformats.org/drawingml/2006/main">
            <a:off x="388620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88" name="dp42-comparison / n96 / path">
            <a:extLst xmlns:a="http://schemas.openxmlformats.org/drawingml/2006/main">
              <a:ext uri="{FF2B5EF4-FFF2-40B4-BE49-F238E27FC236}">
                <a16:creationId xmlns:a16="http://schemas.microsoft.com/office/drawing/2014/main" id="{7C1CF949-287F-40CC-85A8-0AE8126C3F67}"/>
              </a:ext>
            </a:extLst>
          </p:cNvPr>
          <p:cNvSpPr>
            <a:spLocks xmlns:a="http://schemas.openxmlformats.org/drawingml/2006/main" noGrp="1"/>
          </p:cNvSpPr>
          <p:nvPr/>
        </p:nvSpPr>
        <p:spPr>
          <a:xfrm xmlns:a="http://schemas.openxmlformats.org/drawingml/2006/main">
            <a:off x="388620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9" name="dp42-comparison / n101 / path">
            <a:extLst xmlns:a="http://schemas.openxmlformats.org/drawingml/2006/main">
              <a:ext uri="{FF2B5EF4-FFF2-40B4-BE49-F238E27FC236}">
                <a16:creationId xmlns:a16="http://schemas.microsoft.com/office/drawing/2014/main" id="{CD8CAB98-AC05-4E9A-A683-D037B68B620B}"/>
              </a:ext>
            </a:extLst>
          </p:cNvPr>
          <p:cNvSpPr>
            <a:spLocks xmlns:a="http://schemas.openxmlformats.org/drawingml/2006/main" noGrp="1"/>
          </p:cNvSpPr>
          <p:nvPr/>
        </p:nvSpPr>
        <p:spPr>
          <a:xfrm xmlns:a="http://schemas.openxmlformats.org/drawingml/2006/main">
            <a:off x="388620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90" name="dp42-comparison / n106">
            <a:extLst xmlns:a="http://schemas.openxmlformats.org/drawingml/2006/main">
              <a:ext uri="{FF2B5EF4-FFF2-40B4-BE49-F238E27FC236}">
                <a16:creationId xmlns:a16="http://schemas.microsoft.com/office/drawing/2014/main" id="{BFE779CE-2A9D-4108-8CDA-D609B68C9590}"/>
              </a:ext>
            </a:extLst>
          </p:cNvPr>
          <p:cNvSpPr>
            <a:spLocks xmlns:a="http://schemas.openxmlformats.org/drawingml/2006/main" noGrp="1"/>
          </p:cNvSpPr>
          <p:nvPr/>
        </p:nvSpPr>
        <p:spPr>
          <a:xfrm xmlns:a="http://schemas.openxmlformats.org/drawingml/2006/main">
            <a:off x="1524000" y="3495675"/>
            <a:ext cx="785812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91" name="dp42-comparison / n107 / text 1">
            <a:extLst xmlns:a="http://schemas.openxmlformats.org/drawingml/2006/main">
              <a:ext uri="{FF2B5EF4-FFF2-40B4-BE49-F238E27FC236}">
                <a16:creationId xmlns:a16="http://schemas.microsoft.com/office/drawing/2014/main" id="{6BF6DFB3-2D5E-4CE4-9E27-A1BB473CB72F}"/>
              </a:ext>
            </a:extLst>
          </p:cNvPr>
          <p:cNvSpPr>
            <a:spLocks xmlns:a="http://schemas.openxmlformats.org/drawingml/2006/main" noGrp="1"/>
          </p:cNvSpPr>
          <p:nvPr/>
        </p:nvSpPr>
        <p:spPr>
          <a:xfrm xmlns:a="http://schemas.openxmlformats.org/drawingml/2006/main">
            <a:off x="1647825" y="3590925"/>
            <a:ext cx="761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92" name="dp42-comparison / n110">
            <a:extLst xmlns:a="http://schemas.openxmlformats.org/drawingml/2006/main">
              <a:ext uri="{FF2B5EF4-FFF2-40B4-BE49-F238E27FC236}">
                <a16:creationId xmlns:a16="http://schemas.microsoft.com/office/drawing/2014/main" id="{AE5CAD22-E3DD-4A5F-ADD0-33FA991011BF}"/>
              </a:ext>
            </a:extLst>
          </p:cNvPr>
          <p:cNvSpPr>
            <a:spLocks xmlns:a="http://schemas.openxmlformats.org/drawingml/2006/main" noGrp="1"/>
          </p:cNvSpPr>
          <p:nvPr/>
        </p:nvSpPr>
        <p:spPr>
          <a:xfrm xmlns:a="http://schemas.openxmlformats.org/drawingml/2006/main">
            <a:off x="171450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2-comparison / n111 / text 1">
            <a:extLst xmlns:a="http://schemas.openxmlformats.org/drawingml/2006/main">
              <a:ext uri="{FF2B5EF4-FFF2-40B4-BE49-F238E27FC236}">
                <a16:creationId xmlns:a16="http://schemas.microsoft.com/office/drawing/2014/main" id="{B2B70610-AC8F-4F2D-A92D-0912418D446A}"/>
              </a:ext>
            </a:extLst>
          </p:cNvPr>
          <p:cNvSpPr>
            <a:spLocks xmlns:a="http://schemas.openxmlformats.org/drawingml/2006/main" noGrp="1"/>
          </p:cNvSpPr>
          <p:nvPr/>
        </p:nvSpPr>
        <p:spPr>
          <a:xfrm xmlns:a="http://schemas.openxmlformats.org/drawingml/2006/main">
            <a:off x="180022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94" name="dp42-comparison / n112">
            <a:extLst xmlns:a="http://schemas.openxmlformats.org/drawingml/2006/main">
              <a:ext uri="{FF2B5EF4-FFF2-40B4-BE49-F238E27FC236}">
                <a16:creationId xmlns:a16="http://schemas.microsoft.com/office/drawing/2014/main" id="{531FBE85-F19C-4320-BCD2-BFD17CDB5066}"/>
              </a:ext>
            </a:extLst>
          </p:cNvPr>
          <p:cNvSpPr>
            <a:spLocks xmlns:a="http://schemas.openxmlformats.org/drawingml/2006/main" noGrp="1"/>
          </p:cNvSpPr>
          <p:nvPr/>
        </p:nvSpPr>
        <p:spPr>
          <a:xfrm xmlns:a="http://schemas.openxmlformats.org/drawingml/2006/main">
            <a:off x="661987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5" name="dp42-comparison / n113 / text 1">
            <a:extLst xmlns:a="http://schemas.openxmlformats.org/drawingml/2006/main">
              <a:ext uri="{FF2B5EF4-FFF2-40B4-BE49-F238E27FC236}">
                <a16:creationId xmlns:a16="http://schemas.microsoft.com/office/drawing/2014/main" id="{3AD75FE7-3195-4C8E-9F0D-79FBCCC71477}"/>
              </a:ext>
            </a:extLst>
          </p:cNvPr>
          <p:cNvSpPr>
            <a:spLocks xmlns:a="http://schemas.openxmlformats.org/drawingml/2006/main" noGrp="1"/>
          </p:cNvSpPr>
          <p:nvPr/>
        </p:nvSpPr>
        <p:spPr>
          <a:xfrm xmlns:a="http://schemas.openxmlformats.org/drawingml/2006/main">
            <a:off x="670560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96" name="dp42-comparison / n114">
            <a:extLst xmlns:a="http://schemas.openxmlformats.org/drawingml/2006/main">
              <a:ext uri="{FF2B5EF4-FFF2-40B4-BE49-F238E27FC236}">
                <a16:creationId xmlns:a16="http://schemas.microsoft.com/office/drawing/2014/main" id="{D668A40A-0FD3-468F-8F53-99A2A068282E}"/>
              </a:ext>
            </a:extLst>
          </p:cNvPr>
          <p:cNvSpPr>
            <a:spLocks xmlns:a="http://schemas.openxmlformats.org/drawingml/2006/main" noGrp="1"/>
          </p:cNvSpPr>
          <p:nvPr/>
        </p:nvSpPr>
        <p:spPr>
          <a:xfrm xmlns:a="http://schemas.openxmlformats.org/drawingml/2006/main">
            <a:off x="171450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7" name="dp42-comparison / n115 / text 1">
            <a:extLst xmlns:a="http://schemas.openxmlformats.org/drawingml/2006/main">
              <a:ext uri="{FF2B5EF4-FFF2-40B4-BE49-F238E27FC236}">
                <a16:creationId xmlns:a16="http://schemas.microsoft.com/office/drawing/2014/main" id="{829468BF-488A-4021-BA35-67863EEB5583}"/>
              </a:ext>
            </a:extLst>
          </p:cNvPr>
          <p:cNvSpPr>
            <a:spLocks xmlns:a="http://schemas.openxmlformats.org/drawingml/2006/main" noGrp="1"/>
          </p:cNvSpPr>
          <p:nvPr/>
        </p:nvSpPr>
        <p:spPr>
          <a:xfrm xmlns:a="http://schemas.openxmlformats.org/drawingml/2006/main">
            <a:off x="180022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98" name="dp42-comparison / n116">
            <a:extLst xmlns:a="http://schemas.openxmlformats.org/drawingml/2006/main">
              <a:ext uri="{FF2B5EF4-FFF2-40B4-BE49-F238E27FC236}">
                <a16:creationId xmlns:a16="http://schemas.microsoft.com/office/drawing/2014/main" id="{5E56A0D3-04F2-4EAA-9DCD-8572C7C60E90}"/>
              </a:ext>
            </a:extLst>
          </p:cNvPr>
          <p:cNvSpPr>
            <a:spLocks xmlns:a="http://schemas.openxmlformats.org/drawingml/2006/main" noGrp="1"/>
          </p:cNvSpPr>
          <p:nvPr/>
        </p:nvSpPr>
        <p:spPr>
          <a:xfrm xmlns:a="http://schemas.openxmlformats.org/drawingml/2006/main">
            <a:off x="171450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9" name="dp42-comparison / n117 / text 1">
            <a:extLst xmlns:a="http://schemas.openxmlformats.org/drawingml/2006/main">
              <a:ext uri="{FF2B5EF4-FFF2-40B4-BE49-F238E27FC236}">
                <a16:creationId xmlns:a16="http://schemas.microsoft.com/office/drawing/2014/main" id="{B8AA7A3E-6E83-44B5-A2D3-F38887A3FCFD}"/>
              </a:ext>
            </a:extLst>
          </p:cNvPr>
          <p:cNvSpPr>
            <a:spLocks xmlns:a="http://schemas.openxmlformats.org/drawingml/2006/main" noGrp="1"/>
          </p:cNvSpPr>
          <p:nvPr/>
        </p:nvSpPr>
        <p:spPr>
          <a:xfrm xmlns:a="http://schemas.openxmlformats.org/drawingml/2006/main">
            <a:off x="180022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00" name="dp42-comparison / n118">
            <a:extLst xmlns:a="http://schemas.openxmlformats.org/drawingml/2006/main">
              <a:ext uri="{FF2B5EF4-FFF2-40B4-BE49-F238E27FC236}">
                <a16:creationId xmlns:a16="http://schemas.microsoft.com/office/drawing/2014/main" id="{1BF445DC-8504-4972-8DF9-0CF79ADAD126}"/>
              </a:ext>
            </a:extLst>
          </p:cNvPr>
          <p:cNvSpPr>
            <a:spLocks xmlns:a="http://schemas.openxmlformats.org/drawingml/2006/main" noGrp="1"/>
          </p:cNvSpPr>
          <p:nvPr/>
        </p:nvSpPr>
        <p:spPr>
          <a:xfrm xmlns:a="http://schemas.openxmlformats.org/drawingml/2006/main">
            <a:off x="661987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1" name="dp42-comparison / n119 / text 1">
            <a:extLst xmlns:a="http://schemas.openxmlformats.org/drawingml/2006/main">
              <a:ext uri="{FF2B5EF4-FFF2-40B4-BE49-F238E27FC236}">
                <a16:creationId xmlns:a16="http://schemas.microsoft.com/office/drawing/2014/main" id="{22477326-9771-4524-B094-190ECA980E60}"/>
              </a:ext>
            </a:extLst>
          </p:cNvPr>
          <p:cNvSpPr>
            <a:spLocks xmlns:a="http://schemas.openxmlformats.org/drawingml/2006/main" noGrp="1"/>
          </p:cNvSpPr>
          <p:nvPr/>
        </p:nvSpPr>
        <p:spPr>
          <a:xfrm xmlns:a="http://schemas.openxmlformats.org/drawingml/2006/main">
            <a:off x="670560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02" name="dp42-comparison / n124 / path">
            <a:extLst xmlns:a="http://schemas.openxmlformats.org/drawingml/2006/main">
              <a:ext uri="{FF2B5EF4-FFF2-40B4-BE49-F238E27FC236}">
                <a16:creationId xmlns:a16="http://schemas.microsoft.com/office/drawing/2014/main" id="{AC1594ED-4614-4C4E-89B3-AF410F7A82D7}"/>
              </a:ext>
            </a:extLst>
          </p:cNvPr>
          <p:cNvSpPr>
            <a:spLocks xmlns:a="http://schemas.openxmlformats.org/drawingml/2006/main" noGrp="1"/>
          </p:cNvSpPr>
          <p:nvPr/>
        </p:nvSpPr>
        <p:spPr>
          <a:xfrm xmlns:a="http://schemas.openxmlformats.org/drawingml/2006/main">
            <a:off x="395287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103" name="dp42-comparison / n124 / arrow">
            <a:extLst xmlns:a="http://schemas.openxmlformats.org/drawingml/2006/main">
              <a:ext uri="{FF2B5EF4-FFF2-40B4-BE49-F238E27FC236}">
                <a16:creationId xmlns:a16="http://schemas.microsoft.com/office/drawing/2014/main" id="{0DDE45D1-2DF6-40E9-8A9D-D35BBFD43757}"/>
              </a:ext>
            </a:extLst>
          </p:cNvPr>
          <p:cNvSpPr>
            <a:spLocks xmlns:a="http://schemas.openxmlformats.org/drawingml/2006/main" noGrp="1"/>
          </p:cNvSpPr>
          <p:nvPr/>
        </p:nvSpPr>
        <p:spPr>
          <a:xfrm xmlns:a="http://schemas.openxmlformats.org/drawingml/2006/main">
            <a:off x="691972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25 / path">
            <a:extLst xmlns:a="http://schemas.openxmlformats.org/drawingml/2006/main">
              <a:ext uri="{FF2B5EF4-FFF2-40B4-BE49-F238E27FC236}">
                <a16:creationId xmlns:a16="http://schemas.microsoft.com/office/drawing/2014/main" id="{CC6E44A7-F69D-4321-AC9C-CF9474FADA92}"/>
              </a:ext>
            </a:extLst>
          </p:cNvPr>
          <p:cNvSpPr>
            <a:spLocks xmlns:a="http://schemas.openxmlformats.org/drawingml/2006/main" noGrp="1"/>
          </p:cNvSpPr>
          <p:nvPr/>
        </p:nvSpPr>
        <p:spPr>
          <a:xfrm xmlns:a="http://schemas.openxmlformats.org/drawingml/2006/main">
            <a:off x="395287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105" name="dp42-comparison / n125 / arrow">
            <a:extLst xmlns:a="http://schemas.openxmlformats.org/drawingml/2006/main">
              <a:ext uri="{FF2B5EF4-FFF2-40B4-BE49-F238E27FC236}">
                <a16:creationId xmlns:a16="http://schemas.microsoft.com/office/drawing/2014/main" id="{73149F4D-D3A4-49D6-B0C5-139C575D805E}"/>
              </a:ext>
            </a:extLst>
          </p:cNvPr>
          <p:cNvSpPr>
            <a:spLocks xmlns:a="http://schemas.openxmlformats.org/drawingml/2006/main" noGrp="1"/>
          </p:cNvSpPr>
          <p:nvPr/>
        </p:nvSpPr>
        <p:spPr>
          <a:xfrm xmlns:a="http://schemas.openxmlformats.org/drawingml/2006/main">
            <a:off x="395287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6" name="dp42-comparison / n128 / path">
            <a:extLst xmlns:a="http://schemas.openxmlformats.org/drawingml/2006/main">
              <a:ext uri="{FF2B5EF4-FFF2-40B4-BE49-F238E27FC236}">
                <a16:creationId xmlns:a16="http://schemas.microsoft.com/office/drawing/2014/main" id="{213D002F-62CD-4454-8827-0545E9F1CD75}"/>
              </a:ext>
            </a:extLst>
          </p:cNvPr>
          <p:cNvSpPr>
            <a:spLocks xmlns:a="http://schemas.openxmlformats.org/drawingml/2006/main" noGrp="1"/>
          </p:cNvSpPr>
          <p:nvPr/>
        </p:nvSpPr>
        <p:spPr>
          <a:xfrm xmlns:a="http://schemas.openxmlformats.org/drawingml/2006/main">
            <a:off x="395287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107" name="dp42-comparison / n128 / arrow">
            <a:extLst xmlns:a="http://schemas.openxmlformats.org/drawingml/2006/main">
              <a:ext uri="{FF2B5EF4-FFF2-40B4-BE49-F238E27FC236}">
                <a16:creationId xmlns:a16="http://schemas.microsoft.com/office/drawing/2014/main" id="{66A79044-4054-4E58-B088-3336DE78BAD6}"/>
              </a:ext>
            </a:extLst>
          </p:cNvPr>
          <p:cNvSpPr>
            <a:spLocks xmlns:a="http://schemas.openxmlformats.org/drawingml/2006/main" noGrp="1"/>
          </p:cNvSpPr>
          <p:nvPr/>
        </p:nvSpPr>
        <p:spPr>
          <a:xfrm xmlns:a="http://schemas.openxmlformats.org/drawingml/2006/main">
            <a:off x="655281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8" name="dp42-comparison / n131 / path">
            <a:extLst xmlns:a="http://schemas.openxmlformats.org/drawingml/2006/main">
              <a:ext uri="{FF2B5EF4-FFF2-40B4-BE49-F238E27FC236}">
                <a16:creationId xmlns:a16="http://schemas.microsoft.com/office/drawing/2014/main" id="{D5285251-B001-4554-8808-C4F7C6128C6C}"/>
              </a:ext>
            </a:extLst>
          </p:cNvPr>
          <p:cNvSpPr>
            <a:spLocks xmlns:a="http://schemas.openxmlformats.org/drawingml/2006/main" noGrp="1"/>
          </p:cNvSpPr>
          <p:nvPr/>
        </p:nvSpPr>
        <p:spPr>
          <a:xfrm xmlns:a="http://schemas.openxmlformats.org/drawingml/2006/main">
            <a:off x="395287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109" name="dp42-comparison / n131 / arrow">
            <a:extLst xmlns:a="http://schemas.openxmlformats.org/drawingml/2006/main">
              <a:ext uri="{FF2B5EF4-FFF2-40B4-BE49-F238E27FC236}">
                <a16:creationId xmlns:a16="http://schemas.microsoft.com/office/drawing/2014/main" id="{8DB908D6-8159-4A97-ABE1-789F4059C07A}"/>
              </a:ext>
            </a:extLst>
          </p:cNvPr>
          <p:cNvSpPr>
            <a:spLocks xmlns:a="http://schemas.openxmlformats.org/drawingml/2006/main" noGrp="1"/>
          </p:cNvSpPr>
          <p:nvPr/>
        </p:nvSpPr>
        <p:spPr>
          <a:xfrm xmlns:a="http://schemas.openxmlformats.org/drawingml/2006/main">
            <a:off x="395287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0" name="dp42-comparison / n134 / path">
            <a:extLst xmlns:a="http://schemas.openxmlformats.org/drawingml/2006/main">
              <a:ext uri="{FF2B5EF4-FFF2-40B4-BE49-F238E27FC236}">
                <a16:creationId xmlns:a16="http://schemas.microsoft.com/office/drawing/2014/main" id="{BBCC4902-8440-4E13-A04B-0D8DFE31CE8C}"/>
              </a:ext>
            </a:extLst>
          </p:cNvPr>
          <p:cNvSpPr>
            <a:spLocks xmlns:a="http://schemas.openxmlformats.org/drawingml/2006/main" noGrp="1"/>
          </p:cNvSpPr>
          <p:nvPr/>
        </p:nvSpPr>
        <p:spPr>
          <a:xfrm xmlns:a="http://schemas.openxmlformats.org/drawingml/2006/main">
            <a:off x="240506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111" name="dp42-comparison / n134 / arrow">
            <a:extLst xmlns:a="http://schemas.openxmlformats.org/drawingml/2006/main">
              <a:ext uri="{FF2B5EF4-FFF2-40B4-BE49-F238E27FC236}">
                <a16:creationId xmlns:a16="http://schemas.microsoft.com/office/drawing/2014/main" id="{4B0D0D99-A261-4225-AF57-638D6D8AE1BC}"/>
              </a:ext>
            </a:extLst>
          </p:cNvPr>
          <p:cNvSpPr>
            <a:spLocks xmlns:a="http://schemas.openxmlformats.org/drawingml/2006/main" noGrp="1"/>
          </p:cNvSpPr>
          <p:nvPr/>
        </p:nvSpPr>
        <p:spPr>
          <a:xfrm xmlns:a="http://schemas.openxmlformats.org/drawingml/2006/main">
            <a:off x="237153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2-comparison / n135 / path">
            <a:extLst xmlns:a="http://schemas.openxmlformats.org/drawingml/2006/main">
              <a:ext uri="{FF2B5EF4-FFF2-40B4-BE49-F238E27FC236}">
                <a16:creationId xmlns:a16="http://schemas.microsoft.com/office/drawing/2014/main" id="{79B69C20-A9DD-4A86-97A6-575C4B64E016}"/>
              </a:ext>
            </a:extLst>
          </p:cNvPr>
          <p:cNvSpPr>
            <a:spLocks xmlns:a="http://schemas.openxmlformats.org/drawingml/2006/main" noGrp="1"/>
          </p:cNvSpPr>
          <p:nvPr/>
        </p:nvSpPr>
        <p:spPr>
          <a:xfrm xmlns:a="http://schemas.openxmlformats.org/drawingml/2006/main">
            <a:off x="326231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113" name="dp42-comparison / n135 / arrow">
            <a:extLst xmlns:a="http://schemas.openxmlformats.org/drawingml/2006/main">
              <a:ext uri="{FF2B5EF4-FFF2-40B4-BE49-F238E27FC236}">
                <a16:creationId xmlns:a16="http://schemas.microsoft.com/office/drawing/2014/main" id="{16167E2F-81BC-4189-A2FF-6E7D58787D86}"/>
              </a:ext>
            </a:extLst>
          </p:cNvPr>
          <p:cNvSpPr>
            <a:spLocks xmlns:a="http://schemas.openxmlformats.org/drawingml/2006/main" noGrp="1"/>
          </p:cNvSpPr>
          <p:nvPr/>
        </p:nvSpPr>
        <p:spPr>
          <a:xfrm xmlns:a="http://schemas.openxmlformats.org/drawingml/2006/main">
            <a:off x="322878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14" name="dp42-comparison / n138 / path">
            <a:extLst xmlns:a="http://schemas.openxmlformats.org/drawingml/2006/main">
              <a:ext uri="{FF2B5EF4-FFF2-40B4-BE49-F238E27FC236}">
                <a16:creationId xmlns:a16="http://schemas.microsoft.com/office/drawing/2014/main" id="{E2F665DF-DD60-478D-94EF-2C58AD4D7361}"/>
              </a:ext>
            </a:extLst>
          </p:cNvPr>
          <p:cNvSpPr>
            <a:spLocks xmlns:a="http://schemas.openxmlformats.org/drawingml/2006/main" noGrp="1"/>
          </p:cNvSpPr>
          <p:nvPr/>
        </p:nvSpPr>
        <p:spPr>
          <a:xfrm xmlns:a="http://schemas.openxmlformats.org/drawingml/2006/main">
            <a:off x="161925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115" name="dp42-comparison / n138 / arrow">
            <a:extLst xmlns:a="http://schemas.openxmlformats.org/drawingml/2006/main">
              <a:ext uri="{FF2B5EF4-FFF2-40B4-BE49-F238E27FC236}">
                <a16:creationId xmlns:a16="http://schemas.microsoft.com/office/drawing/2014/main" id="{CE7F9269-1122-4D0D-94B4-33F64D6C2525}"/>
              </a:ext>
            </a:extLst>
          </p:cNvPr>
          <p:cNvSpPr>
            <a:spLocks xmlns:a="http://schemas.openxmlformats.org/drawingml/2006/main" noGrp="1"/>
          </p:cNvSpPr>
          <p:nvPr/>
        </p:nvSpPr>
        <p:spPr>
          <a:xfrm xmlns:a="http://schemas.openxmlformats.org/drawingml/2006/main">
            <a:off x="222866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6" name="dp42-comparison / n139 / path">
            <a:extLst xmlns:a="http://schemas.openxmlformats.org/drawingml/2006/main">
              <a:ext uri="{FF2B5EF4-FFF2-40B4-BE49-F238E27FC236}">
                <a16:creationId xmlns:a16="http://schemas.microsoft.com/office/drawing/2014/main" id="{FB17F07F-120D-4A08-9305-F3FF3C00B5F6}"/>
              </a:ext>
            </a:extLst>
          </p:cNvPr>
          <p:cNvSpPr>
            <a:spLocks xmlns:a="http://schemas.openxmlformats.org/drawingml/2006/main" noGrp="1"/>
          </p:cNvSpPr>
          <p:nvPr/>
        </p:nvSpPr>
        <p:spPr>
          <a:xfrm xmlns:a="http://schemas.openxmlformats.org/drawingml/2006/main">
            <a:off x="395287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117" name="dp42-comparison / n139 / arrow">
            <a:extLst xmlns:a="http://schemas.openxmlformats.org/drawingml/2006/main">
              <a:ext uri="{FF2B5EF4-FFF2-40B4-BE49-F238E27FC236}">
                <a16:creationId xmlns:a16="http://schemas.microsoft.com/office/drawing/2014/main" id="{15E1EF48-E8BD-4A8C-94BA-BA5705B6F041}"/>
              </a:ext>
            </a:extLst>
          </p:cNvPr>
          <p:cNvSpPr>
            <a:spLocks xmlns:a="http://schemas.openxmlformats.org/drawingml/2006/main" noGrp="1"/>
          </p:cNvSpPr>
          <p:nvPr/>
        </p:nvSpPr>
        <p:spPr>
          <a:xfrm xmlns:a="http://schemas.openxmlformats.org/drawingml/2006/main">
            <a:off x="395287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8" name="dp42-comparison / n144 / path">
            <a:extLst xmlns:a="http://schemas.openxmlformats.org/drawingml/2006/main">
              <a:ext uri="{FF2B5EF4-FFF2-40B4-BE49-F238E27FC236}">
                <a16:creationId xmlns:a16="http://schemas.microsoft.com/office/drawing/2014/main" id="{4A0789E7-3FEA-453D-AEBD-1E512B815D37}"/>
              </a:ext>
            </a:extLst>
          </p:cNvPr>
          <p:cNvSpPr>
            <a:spLocks xmlns:a="http://schemas.openxmlformats.org/drawingml/2006/main" noGrp="1"/>
          </p:cNvSpPr>
          <p:nvPr/>
        </p:nvSpPr>
        <p:spPr>
          <a:xfrm xmlns:a="http://schemas.openxmlformats.org/drawingml/2006/main">
            <a:off x="790575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119" name="dp42-comparison / n144 / arrow">
            <a:extLst xmlns:a="http://schemas.openxmlformats.org/drawingml/2006/main">
              <a:ext uri="{FF2B5EF4-FFF2-40B4-BE49-F238E27FC236}">
                <a16:creationId xmlns:a16="http://schemas.microsoft.com/office/drawing/2014/main" id="{F413C9BA-031B-4C08-AA4B-29C3DEBC12A0}"/>
              </a:ext>
            </a:extLst>
          </p:cNvPr>
          <p:cNvSpPr>
            <a:spLocks xmlns:a="http://schemas.openxmlformats.org/drawingml/2006/main" noGrp="1"/>
          </p:cNvSpPr>
          <p:nvPr/>
        </p:nvSpPr>
        <p:spPr>
          <a:xfrm xmlns:a="http://schemas.openxmlformats.org/drawingml/2006/main">
            <a:off x="787222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0" name="dp42-comparison / n145 / path">
            <a:extLst xmlns:a="http://schemas.openxmlformats.org/drawingml/2006/main">
              <a:ext uri="{FF2B5EF4-FFF2-40B4-BE49-F238E27FC236}">
                <a16:creationId xmlns:a16="http://schemas.microsoft.com/office/drawing/2014/main" id="{5EF5852D-9D4A-400B-B9E5-3AEAC0B1D5C6}"/>
              </a:ext>
            </a:extLst>
          </p:cNvPr>
          <p:cNvSpPr>
            <a:spLocks xmlns:a="http://schemas.openxmlformats.org/drawingml/2006/main" noGrp="1"/>
          </p:cNvSpPr>
          <p:nvPr/>
        </p:nvSpPr>
        <p:spPr>
          <a:xfrm xmlns:a="http://schemas.openxmlformats.org/drawingml/2006/main">
            <a:off x="649605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121" name="dp42-comparison / n145 / arrow">
            <a:extLst xmlns:a="http://schemas.openxmlformats.org/drawingml/2006/main">
              <a:ext uri="{FF2B5EF4-FFF2-40B4-BE49-F238E27FC236}">
                <a16:creationId xmlns:a16="http://schemas.microsoft.com/office/drawing/2014/main" id="{9BB2AB62-EE78-49CD-9BAB-DBB01BA7354F}"/>
              </a:ext>
            </a:extLst>
          </p:cNvPr>
          <p:cNvSpPr>
            <a:spLocks xmlns:a="http://schemas.openxmlformats.org/drawingml/2006/main" noGrp="1"/>
          </p:cNvSpPr>
          <p:nvPr/>
        </p:nvSpPr>
        <p:spPr>
          <a:xfrm xmlns:a="http://schemas.openxmlformats.org/drawingml/2006/main">
            <a:off x="655281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2" name="dp42-comparison / n150">
            <a:extLst xmlns:a="http://schemas.openxmlformats.org/drawingml/2006/main">
              <a:ext uri="{FF2B5EF4-FFF2-40B4-BE49-F238E27FC236}">
                <a16:creationId xmlns:a16="http://schemas.microsoft.com/office/drawing/2014/main" id="{21EAB680-012C-4341-81D8-C7FA315B6A7C}"/>
              </a:ext>
            </a:extLst>
          </p:cNvPr>
          <p:cNvSpPr>
            <a:spLocks xmlns:a="http://schemas.openxmlformats.org/drawingml/2006/main" noGrp="1"/>
          </p:cNvSpPr>
          <p:nvPr/>
        </p:nvSpPr>
        <p:spPr>
          <a:xfrm xmlns:a="http://schemas.openxmlformats.org/drawingml/2006/main">
            <a:off x="4429125" y="5915025"/>
            <a:ext cx="2095500" cy="295275"/>
          </a:xfrm>
          <a:prstGeom xmlns:a="http://schemas.openxmlformats.org/drawingml/2006/main" prst="roundRect">
            <a:avLst>
              <a:gd name="adj" fmla="val 25806"/>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2-comparison / n151 / text 1">
            <a:extLst xmlns:a="http://schemas.openxmlformats.org/drawingml/2006/main">
              <a:ext uri="{FF2B5EF4-FFF2-40B4-BE49-F238E27FC236}">
                <a16:creationId xmlns:a16="http://schemas.microsoft.com/office/drawing/2014/main" id="{E98CDF94-4781-4046-B05B-1BD662D5BC04}"/>
              </a:ext>
            </a:extLst>
          </p:cNvPr>
          <p:cNvSpPr>
            <a:spLocks xmlns:a="http://schemas.openxmlformats.org/drawingml/2006/main" noGrp="1"/>
          </p:cNvSpPr>
          <p:nvPr/>
        </p:nvSpPr>
        <p:spPr>
          <a:xfrm xmlns:a="http://schemas.openxmlformats.org/drawingml/2006/main">
            <a:off x="4514850" y="5957411"/>
            <a:ext cx="1924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트랜잭션 관리자</a:t>
            </a:r>
          </a:p>
        </p:txBody>
      </p:sp>
      <p:sp>
        <p:nvSpPr>
          <p:cNvPr id="124" name="dp42-comparison / n152">
            <a:extLst xmlns:a="http://schemas.openxmlformats.org/drawingml/2006/main">
              <a:ext uri="{FF2B5EF4-FFF2-40B4-BE49-F238E27FC236}">
                <a16:creationId xmlns:a16="http://schemas.microsoft.com/office/drawing/2014/main" id="{F96FEBB6-D9AE-4025-AF12-04134CB2D3AA}"/>
              </a:ext>
            </a:extLst>
          </p:cNvPr>
          <p:cNvSpPr>
            <a:spLocks xmlns:a="http://schemas.openxmlformats.org/drawingml/2006/main" noGrp="1"/>
          </p:cNvSpPr>
          <p:nvPr/>
        </p:nvSpPr>
        <p:spPr>
          <a:xfrm xmlns:a="http://schemas.openxmlformats.org/drawingml/2006/main">
            <a:off x="4619625" y="6400800"/>
            <a:ext cx="19050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25" name="dp42-comparison / n153 / text 1">
            <a:extLst xmlns:a="http://schemas.openxmlformats.org/drawingml/2006/main">
              <a:ext uri="{FF2B5EF4-FFF2-40B4-BE49-F238E27FC236}">
                <a16:creationId xmlns:a16="http://schemas.microsoft.com/office/drawing/2014/main" id="{C546EFAB-E575-4BC7-A170-7515967170BB}"/>
              </a:ext>
            </a:extLst>
          </p:cNvPr>
          <p:cNvSpPr>
            <a:spLocks xmlns:a="http://schemas.openxmlformats.org/drawingml/2006/main" noGrp="1"/>
          </p:cNvSpPr>
          <p:nvPr/>
        </p:nvSpPr>
        <p:spPr>
          <a:xfrm xmlns:a="http://schemas.openxmlformats.org/drawingml/2006/main">
            <a:off x="4705350" y="6515100"/>
            <a:ext cx="1733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State Store</a:t>
            </a:r>
          </a:p>
        </p:txBody>
      </p:sp>
      <p:sp>
        <p:nvSpPr>
          <p:cNvPr id="126" name="dp42-comparison / n154 / path">
            <a:extLst xmlns:a="http://schemas.openxmlformats.org/drawingml/2006/main">
              <a:ext uri="{FF2B5EF4-FFF2-40B4-BE49-F238E27FC236}">
                <a16:creationId xmlns:a16="http://schemas.microsoft.com/office/drawing/2014/main" id="{98ED2E92-A769-408E-8BCD-24560F97C066}"/>
              </a:ext>
            </a:extLst>
          </p:cNvPr>
          <p:cNvSpPr>
            <a:spLocks xmlns:a="http://schemas.openxmlformats.org/drawingml/2006/main" noGrp="1"/>
          </p:cNvSpPr>
          <p:nvPr/>
        </p:nvSpPr>
        <p:spPr>
          <a:xfrm xmlns:a="http://schemas.openxmlformats.org/drawingml/2006/main">
            <a:off x="3952875" y="4238625"/>
            <a:ext cx="1000125" cy="1676400"/>
          </a:xfrm>
          <a:custGeom xmlns:a="http://schemas.openxmlformats.org/drawingml/2006/main">
            <a:pathLst>
              <a:path w="1000125" h="1676400">
                <a:moveTo>
                  <a:pt x="0" y="0"/>
                </a:moveTo>
                <a:lnTo>
                  <a:pt x="285750" y="0"/>
                </a:lnTo>
                <a:lnTo>
                  <a:pt x="285750" y="1600200"/>
                </a:lnTo>
                <a:lnTo>
                  <a:pt x="1000125" y="1600200"/>
                </a:lnTo>
                <a:lnTo>
                  <a:pt x="1000125" y="1676400"/>
                </a:lnTo>
              </a:path>
            </a:pathLst>
          </a:custGeom>
          <a:noFill xmlns:a="http://schemas.openxmlformats.org/drawingml/2006/main"/>
          <a:ln xmlns:a="http://schemas.openxmlformats.org/drawingml/2006/main" w="10478">
            <a:solidFill>
              <a:srgbClr val="000000"/>
            </a:solidFill>
            <a:prstDash val="solid"/>
          </a:ln>
        </p:spPr>
      </p:sp>
      <p:sp>
        <p:nvSpPr>
          <p:cNvPr id="127" name="dp42-comparison / n154 / arrow">
            <a:extLst xmlns:a="http://schemas.openxmlformats.org/drawingml/2006/main">
              <a:ext uri="{FF2B5EF4-FFF2-40B4-BE49-F238E27FC236}">
                <a16:creationId xmlns:a16="http://schemas.microsoft.com/office/drawing/2014/main" id="{2FFD3503-A000-4CC6-9CC8-CC8CF661BD99}"/>
              </a:ext>
            </a:extLst>
          </p:cNvPr>
          <p:cNvSpPr>
            <a:spLocks xmlns:a="http://schemas.openxmlformats.org/drawingml/2006/main" noGrp="1"/>
          </p:cNvSpPr>
          <p:nvPr/>
        </p:nvSpPr>
        <p:spPr>
          <a:xfrm xmlns:a="http://schemas.openxmlformats.org/drawingml/2006/main">
            <a:off x="491947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8" name="dp42-comparison / n155 / path">
            <a:extLst xmlns:a="http://schemas.openxmlformats.org/drawingml/2006/main">
              <a:ext uri="{FF2B5EF4-FFF2-40B4-BE49-F238E27FC236}">
                <a16:creationId xmlns:a16="http://schemas.microsoft.com/office/drawing/2014/main" id="{54B5B510-F066-4426-B0D7-75F14B54C160}"/>
              </a:ext>
            </a:extLst>
          </p:cNvPr>
          <p:cNvSpPr>
            <a:spLocks xmlns:a="http://schemas.openxmlformats.org/drawingml/2006/main" noGrp="1"/>
          </p:cNvSpPr>
          <p:nvPr/>
        </p:nvSpPr>
        <p:spPr>
          <a:xfrm xmlns:a="http://schemas.openxmlformats.org/drawingml/2006/main">
            <a:off x="6000750" y="4238625"/>
            <a:ext cx="619125" cy="1676400"/>
          </a:xfrm>
          <a:custGeom xmlns:a="http://schemas.openxmlformats.org/drawingml/2006/main">
            <a:pathLst>
              <a:path w="619125" h="1676400">
                <a:moveTo>
                  <a:pt x="619125" y="0"/>
                </a:moveTo>
                <a:lnTo>
                  <a:pt x="571500" y="0"/>
                </a:lnTo>
                <a:lnTo>
                  <a:pt x="571500" y="1600200"/>
                </a:lnTo>
                <a:lnTo>
                  <a:pt x="0" y="1600200"/>
                </a:lnTo>
                <a:lnTo>
                  <a:pt x="0" y="1676400"/>
                </a:lnTo>
              </a:path>
            </a:pathLst>
          </a:custGeom>
          <a:noFill xmlns:a="http://schemas.openxmlformats.org/drawingml/2006/main"/>
          <a:ln xmlns:a="http://schemas.openxmlformats.org/drawingml/2006/main" w="10478">
            <a:solidFill>
              <a:srgbClr val="000000"/>
            </a:solidFill>
            <a:prstDash val="solid"/>
          </a:ln>
        </p:spPr>
      </p:sp>
      <p:sp>
        <p:nvSpPr>
          <p:cNvPr id="129" name="dp42-comparison / n155 / arrow">
            <a:extLst xmlns:a="http://schemas.openxmlformats.org/drawingml/2006/main">
              <a:ext uri="{FF2B5EF4-FFF2-40B4-BE49-F238E27FC236}">
                <a16:creationId xmlns:a16="http://schemas.microsoft.com/office/drawing/2014/main" id="{D4B7E691-1031-49CE-9BA5-307F104245F7}"/>
              </a:ext>
            </a:extLst>
          </p:cNvPr>
          <p:cNvSpPr>
            <a:spLocks xmlns:a="http://schemas.openxmlformats.org/drawingml/2006/main" noGrp="1"/>
          </p:cNvSpPr>
          <p:nvPr/>
        </p:nvSpPr>
        <p:spPr>
          <a:xfrm xmlns:a="http://schemas.openxmlformats.org/drawingml/2006/main">
            <a:off x="596722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0" name="dp42-comparison / n156 / path">
            <a:extLst xmlns:a="http://schemas.openxmlformats.org/drawingml/2006/main">
              <a:ext uri="{FF2B5EF4-FFF2-40B4-BE49-F238E27FC236}">
                <a16:creationId xmlns:a16="http://schemas.microsoft.com/office/drawing/2014/main" id="{FDCA0C2F-EF8F-4418-8661-DFA60B9EFA0D}"/>
              </a:ext>
            </a:extLst>
          </p:cNvPr>
          <p:cNvSpPr>
            <a:spLocks xmlns:a="http://schemas.openxmlformats.org/drawingml/2006/main" noGrp="1"/>
          </p:cNvSpPr>
          <p:nvPr/>
        </p:nvSpPr>
        <p:spPr>
          <a:xfrm xmlns:a="http://schemas.openxmlformats.org/drawingml/2006/main">
            <a:off x="5476875" y="6210300"/>
            <a:ext cx="95250" cy="190500"/>
          </a:xfrm>
          <a:custGeom xmlns:a="http://schemas.openxmlformats.org/drawingml/2006/main">
            <a:pathLst>
              <a:path w="95250" h="190500">
                <a:moveTo>
                  <a:pt x="0" y="0"/>
                </a:moveTo>
                <a:lnTo>
                  <a:pt x="0" y="85725"/>
                </a:lnTo>
                <a:lnTo>
                  <a:pt x="95250" y="85725"/>
                </a:lnTo>
                <a:lnTo>
                  <a:pt x="95250" y="190500"/>
                </a:lnTo>
              </a:path>
            </a:pathLst>
          </a:custGeom>
          <a:noFill xmlns:a="http://schemas.openxmlformats.org/drawingml/2006/main"/>
          <a:ln xmlns:a="http://schemas.openxmlformats.org/drawingml/2006/main" w="10478">
            <a:solidFill>
              <a:srgbClr val="000000"/>
            </a:solidFill>
            <a:prstDash val="solid"/>
          </a:ln>
        </p:spPr>
      </p:sp>
      <p:sp>
        <p:nvSpPr>
          <p:cNvPr id="131" name="dp42-comparison / n156 / arrow">
            <a:extLst xmlns:a="http://schemas.openxmlformats.org/drawingml/2006/main">
              <a:ext uri="{FF2B5EF4-FFF2-40B4-BE49-F238E27FC236}">
                <a16:creationId xmlns:a16="http://schemas.microsoft.com/office/drawing/2014/main" id="{9859A4CE-33FA-4478-9F80-C38FD1665420}"/>
              </a:ext>
            </a:extLst>
          </p:cNvPr>
          <p:cNvSpPr>
            <a:spLocks xmlns:a="http://schemas.openxmlformats.org/drawingml/2006/main" noGrp="1"/>
          </p:cNvSpPr>
          <p:nvPr/>
        </p:nvSpPr>
        <p:spPr>
          <a:xfrm xmlns:a="http://schemas.openxmlformats.org/drawingml/2006/main">
            <a:off x="55385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2-comparison / n157 / path">
            <a:extLst xmlns:a="http://schemas.openxmlformats.org/drawingml/2006/main">
              <a:ext uri="{FF2B5EF4-FFF2-40B4-BE49-F238E27FC236}">
                <a16:creationId xmlns:a16="http://schemas.microsoft.com/office/drawing/2014/main" id="{1371C358-D615-4999-8B57-1375CFD7F06D}"/>
              </a:ext>
            </a:extLst>
          </p:cNvPr>
          <p:cNvSpPr>
            <a:spLocks xmlns:a="http://schemas.openxmlformats.org/drawingml/2006/main" noGrp="1"/>
          </p:cNvSpPr>
          <p:nvPr/>
        </p:nvSpPr>
        <p:spPr>
          <a:xfrm xmlns:a="http://schemas.openxmlformats.org/drawingml/2006/main">
            <a:off x="6000750" y="5915025"/>
            <a:ext cx="95250" cy="771525"/>
          </a:xfrm>
          <a:custGeom xmlns:a="http://schemas.openxmlformats.org/drawingml/2006/main">
            <a:pathLst>
              <a:path w="95250" h="771525">
                <a:moveTo>
                  <a:pt x="95250" y="771525"/>
                </a:moveTo>
                <a:lnTo>
                  <a:pt x="95250" y="400050"/>
                </a:lnTo>
                <a:lnTo>
                  <a:pt x="0" y="400050"/>
                </a:lnTo>
                <a:lnTo>
                  <a:pt x="0" y="0"/>
                </a:lnTo>
              </a:path>
            </a:pathLst>
          </a:custGeom>
          <a:noFill xmlns:a="http://schemas.openxmlformats.org/drawingml/2006/main"/>
          <a:ln xmlns:a="http://schemas.openxmlformats.org/drawingml/2006/main" w="10478">
            <a:solidFill>
              <a:srgbClr val="000000"/>
            </a:solidFill>
            <a:prstDash val="dash"/>
          </a:ln>
        </p:spPr>
      </p:sp>
      <p:sp>
        <p:nvSpPr>
          <p:cNvPr id="133" name="dp42-comparison / n157 / arrow">
            <a:extLst xmlns:a="http://schemas.openxmlformats.org/drawingml/2006/main">
              <a:ext uri="{FF2B5EF4-FFF2-40B4-BE49-F238E27FC236}">
                <a16:creationId xmlns:a16="http://schemas.microsoft.com/office/drawing/2014/main" id="{36D7F67D-B619-4DBC-B088-1C45639D132C}"/>
              </a:ext>
            </a:extLst>
          </p:cNvPr>
          <p:cNvSpPr>
            <a:spLocks xmlns:a="http://schemas.openxmlformats.org/drawingml/2006/main" noGrp="1"/>
          </p:cNvSpPr>
          <p:nvPr/>
        </p:nvSpPr>
        <p:spPr>
          <a:xfrm xmlns:a="http://schemas.openxmlformats.org/drawingml/2006/main">
            <a:off x="5967222" y="5915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34" name="dp42-comparison / n162 / path">
            <a:extLst xmlns:a="http://schemas.openxmlformats.org/drawingml/2006/main">
              <a:ext uri="{FF2B5EF4-FFF2-40B4-BE49-F238E27FC236}">
                <a16:creationId xmlns:a16="http://schemas.microsoft.com/office/drawing/2014/main" id="{6CE28A6B-68E4-4BF3-90D8-BE7F1DF1F1D6}"/>
              </a:ext>
            </a:extLst>
          </p:cNvPr>
          <p:cNvSpPr>
            <a:spLocks xmlns:a="http://schemas.openxmlformats.org/drawingml/2006/main" noGrp="1"/>
          </p:cNvSpPr>
          <p:nvPr/>
        </p:nvSpPr>
        <p:spPr>
          <a:xfrm xmlns:a="http://schemas.openxmlformats.org/drawingml/2006/main">
            <a:off x="3952875" y="4229100"/>
            <a:ext cx="476250" cy="1833563"/>
          </a:xfrm>
          <a:custGeom xmlns:a="http://schemas.openxmlformats.org/drawingml/2006/main">
            <a:pathLst>
              <a:path w="476250" h="1833563">
                <a:moveTo>
                  <a:pt x="476250" y="1833563"/>
                </a:moveTo>
                <a:lnTo>
                  <a:pt x="228600" y="1833563"/>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135" name="dp42-comparison / n162 / arrow">
            <a:extLst xmlns:a="http://schemas.openxmlformats.org/drawingml/2006/main">
              <a:ext uri="{FF2B5EF4-FFF2-40B4-BE49-F238E27FC236}">
                <a16:creationId xmlns:a16="http://schemas.microsoft.com/office/drawing/2014/main" id="{39D34E8E-4E80-4896-A975-3159A20FBC73}"/>
              </a:ext>
            </a:extLst>
          </p:cNvPr>
          <p:cNvSpPr>
            <a:spLocks xmlns:a="http://schemas.openxmlformats.org/drawingml/2006/main" noGrp="1"/>
          </p:cNvSpPr>
          <p:nvPr/>
        </p:nvSpPr>
        <p:spPr>
          <a:xfrm xmlns:a="http://schemas.openxmlformats.org/drawingml/2006/main">
            <a:off x="3952875" y="41955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36" name="dp42-comparison / n163 / path">
            <a:extLst xmlns:a="http://schemas.openxmlformats.org/drawingml/2006/main">
              <a:ext uri="{FF2B5EF4-FFF2-40B4-BE49-F238E27FC236}">
                <a16:creationId xmlns:a16="http://schemas.microsoft.com/office/drawing/2014/main" id="{461B67F6-DADC-4436-ACE1-D2906FC96112}"/>
              </a:ext>
            </a:extLst>
          </p:cNvPr>
          <p:cNvSpPr>
            <a:spLocks xmlns:a="http://schemas.openxmlformats.org/drawingml/2006/main" noGrp="1"/>
          </p:cNvSpPr>
          <p:nvPr/>
        </p:nvSpPr>
        <p:spPr>
          <a:xfrm xmlns:a="http://schemas.openxmlformats.org/drawingml/2006/main">
            <a:off x="6524625" y="4229100"/>
            <a:ext cx="95250" cy="1833563"/>
          </a:xfrm>
          <a:custGeom xmlns:a="http://schemas.openxmlformats.org/drawingml/2006/main">
            <a:pathLst>
              <a:path w="95250" h="1833563">
                <a:moveTo>
                  <a:pt x="0" y="1833563"/>
                </a:moveTo>
                <a:lnTo>
                  <a:pt x="66675" y="1833563"/>
                </a:lnTo>
                <a:lnTo>
                  <a:pt x="66675" y="0"/>
                </a:lnTo>
                <a:lnTo>
                  <a:pt x="95250" y="0"/>
                </a:lnTo>
              </a:path>
            </a:pathLst>
          </a:custGeom>
          <a:noFill xmlns:a="http://schemas.openxmlformats.org/drawingml/2006/main"/>
          <a:ln xmlns:a="http://schemas.openxmlformats.org/drawingml/2006/main" w="10478">
            <a:solidFill>
              <a:srgbClr val="000000"/>
            </a:solidFill>
            <a:prstDash val="dash"/>
          </a:ln>
        </p:spPr>
      </p:sp>
      <p:sp>
        <p:nvSpPr>
          <p:cNvPr id="137" name="dp42-comparison / n163 / arrow">
            <a:extLst xmlns:a="http://schemas.openxmlformats.org/drawingml/2006/main">
              <a:ext uri="{FF2B5EF4-FFF2-40B4-BE49-F238E27FC236}">
                <a16:creationId xmlns:a16="http://schemas.microsoft.com/office/drawing/2014/main" id="{9E1F0C48-9FE9-4AB4-A9EF-70005774944C}"/>
              </a:ext>
            </a:extLst>
          </p:cNvPr>
          <p:cNvSpPr>
            <a:spLocks xmlns:a="http://schemas.openxmlformats.org/drawingml/2006/main" noGrp="1"/>
          </p:cNvSpPr>
          <p:nvPr/>
        </p:nvSpPr>
        <p:spPr>
          <a:xfrm xmlns:a="http://schemas.openxmlformats.org/drawingml/2006/main">
            <a:off x="6552819" y="41955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8" name="dp42-comparison / n164 / path">
            <a:extLst xmlns:a="http://schemas.openxmlformats.org/drawingml/2006/main">
              <a:ext uri="{FF2B5EF4-FFF2-40B4-BE49-F238E27FC236}">
                <a16:creationId xmlns:a16="http://schemas.microsoft.com/office/drawing/2014/main" id="{F186BF05-59B2-4496-B52A-68855AFA5D6A}"/>
              </a:ext>
            </a:extLst>
          </p:cNvPr>
          <p:cNvSpPr>
            <a:spLocks xmlns:a="http://schemas.openxmlformats.org/drawingml/2006/main" noGrp="1"/>
          </p:cNvSpPr>
          <p:nvPr/>
        </p:nvSpPr>
        <p:spPr>
          <a:xfrm xmlns:a="http://schemas.openxmlformats.org/drawingml/2006/main">
            <a:off x="1657350" y="5495925"/>
            <a:ext cx="2962275" cy="904875"/>
          </a:xfrm>
          <a:custGeom xmlns:a="http://schemas.openxmlformats.org/drawingml/2006/main">
            <a:pathLst>
              <a:path w="2962275" h="904875">
                <a:moveTo>
                  <a:pt x="57150" y="0"/>
                </a:moveTo>
                <a:lnTo>
                  <a:pt x="0" y="0"/>
                </a:lnTo>
                <a:lnTo>
                  <a:pt x="0" y="762000"/>
                </a:lnTo>
                <a:lnTo>
                  <a:pt x="2962275" y="762000"/>
                </a:lnTo>
                <a:lnTo>
                  <a:pt x="2962275" y="904875"/>
                </a:lnTo>
              </a:path>
            </a:pathLst>
          </a:custGeom>
          <a:noFill xmlns:a="http://schemas.openxmlformats.org/drawingml/2006/main"/>
          <a:ln xmlns:a="http://schemas.openxmlformats.org/drawingml/2006/main" w="10478">
            <a:solidFill>
              <a:srgbClr val="000000"/>
            </a:solidFill>
            <a:prstDash val="solid"/>
          </a:ln>
        </p:spPr>
      </p:sp>
      <p:sp>
        <p:nvSpPr>
          <p:cNvPr id="139" name="dp42-comparison / n164 / arrow">
            <a:extLst xmlns:a="http://schemas.openxmlformats.org/drawingml/2006/main">
              <a:ext uri="{FF2B5EF4-FFF2-40B4-BE49-F238E27FC236}">
                <a16:creationId xmlns:a16="http://schemas.microsoft.com/office/drawing/2014/main" id="{9B12CEA2-AC8D-47E6-9227-AE11E4CD2968}"/>
              </a:ext>
            </a:extLst>
          </p:cNvPr>
          <p:cNvSpPr>
            <a:spLocks xmlns:a="http://schemas.openxmlformats.org/drawingml/2006/main" noGrp="1"/>
          </p:cNvSpPr>
          <p:nvPr/>
        </p:nvSpPr>
        <p:spPr>
          <a:xfrm xmlns:a="http://schemas.openxmlformats.org/drawingml/2006/main">
            <a:off x="45860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40" name="dp42-comparison / n165">
            <a:extLst xmlns:a="http://schemas.openxmlformats.org/drawingml/2006/main">
              <a:ext uri="{FF2B5EF4-FFF2-40B4-BE49-F238E27FC236}">
                <a16:creationId xmlns:a16="http://schemas.microsoft.com/office/drawing/2014/main" id="{F8B43D2C-70FF-4E4C-A99D-5CF6CCA3AE0C}"/>
              </a:ext>
            </a:extLst>
          </p:cNvPr>
          <p:cNvSpPr>
            <a:spLocks xmlns:a="http://schemas.openxmlformats.org/drawingml/2006/main" noGrp="1"/>
          </p:cNvSpPr>
          <p:nvPr/>
        </p:nvSpPr>
        <p:spPr>
          <a:xfrm xmlns:a="http://schemas.openxmlformats.org/drawingml/2006/main">
            <a:off x="171450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66 / text 1">
            <a:extLst xmlns:a="http://schemas.openxmlformats.org/drawingml/2006/main">
              <a:ext uri="{FF2B5EF4-FFF2-40B4-BE49-F238E27FC236}">
                <a16:creationId xmlns:a16="http://schemas.microsoft.com/office/drawing/2014/main" id="{E4C19EDB-B54A-4D81-9CF4-3CB5AA8562AB}"/>
              </a:ext>
            </a:extLst>
          </p:cNvPr>
          <p:cNvSpPr>
            <a:spLocks xmlns:a="http://schemas.openxmlformats.org/drawingml/2006/main" noGrp="1"/>
          </p:cNvSpPr>
          <p:nvPr/>
        </p:nvSpPr>
        <p:spPr>
          <a:xfrm xmlns:a="http://schemas.openxmlformats.org/drawingml/2006/main">
            <a:off x="180022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142" name="dp42-comparison / n167">
            <a:extLst xmlns:a="http://schemas.openxmlformats.org/drawingml/2006/main">
              <a:ext uri="{FF2B5EF4-FFF2-40B4-BE49-F238E27FC236}">
                <a16:creationId xmlns:a16="http://schemas.microsoft.com/office/drawing/2014/main" id="{B1294CC1-B966-4B1F-ABE7-FADD4E9D3053}"/>
              </a:ext>
            </a:extLst>
          </p:cNvPr>
          <p:cNvSpPr>
            <a:spLocks xmlns:a="http://schemas.openxmlformats.org/drawingml/2006/main" noGrp="1"/>
          </p:cNvSpPr>
          <p:nvPr/>
        </p:nvSpPr>
        <p:spPr>
          <a:xfrm xmlns:a="http://schemas.openxmlformats.org/drawingml/2006/main">
            <a:off x="461962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3" name="dp42-comparison / n168 / text 1">
            <a:extLst xmlns:a="http://schemas.openxmlformats.org/drawingml/2006/main">
              <a:ext uri="{FF2B5EF4-FFF2-40B4-BE49-F238E27FC236}">
                <a16:creationId xmlns:a16="http://schemas.microsoft.com/office/drawing/2014/main" id="{21F686BB-61A5-4182-8780-48F805C5A51C}"/>
              </a:ext>
            </a:extLst>
          </p:cNvPr>
          <p:cNvSpPr>
            <a:spLocks xmlns:a="http://schemas.openxmlformats.org/drawingml/2006/main" noGrp="1"/>
          </p:cNvSpPr>
          <p:nvPr/>
        </p:nvSpPr>
        <p:spPr>
          <a:xfrm xmlns:a="http://schemas.openxmlformats.org/drawingml/2006/main">
            <a:off x="470535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44" name="dp42-comparison / n169">
            <a:extLst xmlns:a="http://schemas.openxmlformats.org/drawingml/2006/main">
              <a:ext uri="{FF2B5EF4-FFF2-40B4-BE49-F238E27FC236}">
                <a16:creationId xmlns:a16="http://schemas.microsoft.com/office/drawing/2014/main" id="{3E0BA7A9-9794-4537-BCF5-5FCF8A8B538C}"/>
              </a:ext>
            </a:extLst>
          </p:cNvPr>
          <p:cNvSpPr>
            <a:spLocks xmlns:a="http://schemas.openxmlformats.org/drawingml/2006/main" noGrp="1"/>
          </p:cNvSpPr>
          <p:nvPr/>
        </p:nvSpPr>
        <p:spPr>
          <a:xfrm xmlns:a="http://schemas.openxmlformats.org/drawingml/2006/main">
            <a:off x="704850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5" name="dp42-comparison / n170 / text 1">
            <a:extLst xmlns:a="http://schemas.openxmlformats.org/drawingml/2006/main">
              <a:ext uri="{FF2B5EF4-FFF2-40B4-BE49-F238E27FC236}">
                <a16:creationId xmlns:a16="http://schemas.microsoft.com/office/drawing/2014/main" id="{250497F5-4296-4B08-894C-089638F432BF}"/>
              </a:ext>
            </a:extLst>
          </p:cNvPr>
          <p:cNvSpPr>
            <a:spLocks xmlns:a="http://schemas.openxmlformats.org/drawingml/2006/main" noGrp="1"/>
          </p:cNvSpPr>
          <p:nvPr/>
        </p:nvSpPr>
        <p:spPr>
          <a:xfrm xmlns:a="http://schemas.openxmlformats.org/drawingml/2006/main">
            <a:off x="713422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146" name="dp42-comparison / n171 / path">
            <a:extLst xmlns:a="http://schemas.openxmlformats.org/drawingml/2006/main">
              <a:ext uri="{FF2B5EF4-FFF2-40B4-BE49-F238E27FC236}">
                <a16:creationId xmlns:a16="http://schemas.microsoft.com/office/drawing/2014/main" id="{F0BD5C3D-0C35-41CE-8A6D-964D331BBCF3}"/>
              </a:ext>
            </a:extLst>
          </p:cNvPr>
          <p:cNvSpPr>
            <a:spLocks xmlns:a="http://schemas.openxmlformats.org/drawingml/2006/main" noGrp="1"/>
          </p:cNvSpPr>
          <p:nvPr/>
        </p:nvSpPr>
        <p:spPr>
          <a:xfrm xmlns:a="http://schemas.openxmlformats.org/drawingml/2006/main">
            <a:off x="142875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71 / arrow">
            <a:extLst xmlns:a="http://schemas.openxmlformats.org/drawingml/2006/main">
              <a:ext uri="{FF2B5EF4-FFF2-40B4-BE49-F238E27FC236}">
                <a16:creationId xmlns:a16="http://schemas.microsoft.com/office/drawing/2014/main" id="{0E868C58-235E-4374-B6C4-EEA57B0FA6DF}"/>
              </a:ext>
            </a:extLst>
          </p:cNvPr>
          <p:cNvSpPr>
            <a:spLocks xmlns:a="http://schemas.openxmlformats.org/drawingml/2006/main" noGrp="1"/>
          </p:cNvSpPr>
          <p:nvPr/>
        </p:nvSpPr>
        <p:spPr>
          <a:xfrm xmlns:a="http://schemas.openxmlformats.org/drawingml/2006/main">
            <a:off x="164744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8" name="dp42-comparison / n172 / path">
            <a:extLst xmlns:a="http://schemas.openxmlformats.org/drawingml/2006/main">
              <a:ext uri="{FF2B5EF4-FFF2-40B4-BE49-F238E27FC236}">
                <a16:creationId xmlns:a16="http://schemas.microsoft.com/office/drawing/2014/main" id="{3204BC84-92FA-43D0-A803-B84386FE8797}"/>
              </a:ext>
            </a:extLst>
          </p:cNvPr>
          <p:cNvSpPr>
            <a:spLocks xmlns:a="http://schemas.openxmlformats.org/drawingml/2006/main" noGrp="1"/>
          </p:cNvSpPr>
          <p:nvPr/>
        </p:nvSpPr>
        <p:spPr>
          <a:xfrm xmlns:a="http://schemas.openxmlformats.org/drawingml/2006/main">
            <a:off x="156210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149" name="dp42-comparison / n172 / arrow">
            <a:extLst xmlns:a="http://schemas.openxmlformats.org/drawingml/2006/main">
              <a:ext uri="{FF2B5EF4-FFF2-40B4-BE49-F238E27FC236}">
                <a16:creationId xmlns:a16="http://schemas.microsoft.com/office/drawing/2014/main" id="{AE1A4C7B-7315-4DB6-AB91-7BA8DD3FC286}"/>
              </a:ext>
            </a:extLst>
          </p:cNvPr>
          <p:cNvSpPr>
            <a:spLocks xmlns:a="http://schemas.openxmlformats.org/drawingml/2006/main" noGrp="1"/>
          </p:cNvSpPr>
          <p:nvPr/>
        </p:nvSpPr>
        <p:spPr>
          <a:xfrm xmlns:a="http://schemas.openxmlformats.org/drawingml/2006/main">
            <a:off x="2514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2-comparison / n173 / path">
            <a:extLst xmlns:a="http://schemas.openxmlformats.org/drawingml/2006/main">
              <a:ext uri="{FF2B5EF4-FFF2-40B4-BE49-F238E27FC236}">
                <a16:creationId xmlns:a16="http://schemas.microsoft.com/office/drawing/2014/main" id="{4777A328-024D-4FDA-BF1A-DC2339821313}"/>
              </a:ext>
            </a:extLst>
          </p:cNvPr>
          <p:cNvSpPr>
            <a:spLocks xmlns:a="http://schemas.openxmlformats.org/drawingml/2006/main" noGrp="1"/>
          </p:cNvSpPr>
          <p:nvPr/>
        </p:nvSpPr>
        <p:spPr>
          <a:xfrm xmlns:a="http://schemas.openxmlformats.org/drawingml/2006/main">
            <a:off x="3952875" y="5591175"/>
            <a:ext cx="85725" cy="1647825"/>
          </a:xfrm>
          <a:custGeom xmlns:a="http://schemas.openxmlformats.org/drawingml/2006/main">
            <a:pathLst>
              <a:path w="85725" h="1647825">
                <a:moveTo>
                  <a:pt x="0" y="1647825"/>
                </a:moveTo>
                <a:lnTo>
                  <a:pt x="85725" y="1647825"/>
                </a:lnTo>
                <a:lnTo>
                  <a:pt x="85725" y="0"/>
                </a:lnTo>
                <a:lnTo>
                  <a:pt x="0" y="0"/>
                </a:lnTo>
              </a:path>
            </a:pathLst>
          </a:custGeom>
          <a:noFill xmlns:a="http://schemas.openxmlformats.org/drawingml/2006/main"/>
          <a:ln xmlns:a="http://schemas.openxmlformats.org/drawingml/2006/main" w="10478">
            <a:solidFill>
              <a:srgbClr val="000000"/>
            </a:solidFill>
            <a:prstDash val="dash"/>
          </a:ln>
        </p:spPr>
      </p:sp>
      <p:sp>
        <p:nvSpPr>
          <p:cNvPr id="151" name="dp42-comparison / n173 / arrow">
            <a:extLst xmlns:a="http://schemas.openxmlformats.org/drawingml/2006/main">
              <a:ext uri="{FF2B5EF4-FFF2-40B4-BE49-F238E27FC236}">
                <a16:creationId xmlns:a16="http://schemas.microsoft.com/office/drawing/2014/main" id="{07AF640A-198A-4DA5-A6DE-B3B56862005F}"/>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2" name="dp42-comparison / n176 / path">
            <a:extLst xmlns:a="http://schemas.openxmlformats.org/drawingml/2006/main">
              <a:ext uri="{FF2B5EF4-FFF2-40B4-BE49-F238E27FC236}">
                <a16:creationId xmlns:a16="http://schemas.microsoft.com/office/drawing/2014/main" id="{94B324C9-EA11-47B1-9420-09A2FBA7CBD3}"/>
              </a:ext>
            </a:extLst>
          </p:cNvPr>
          <p:cNvSpPr>
            <a:spLocks xmlns:a="http://schemas.openxmlformats.org/drawingml/2006/main" noGrp="1"/>
          </p:cNvSpPr>
          <p:nvPr/>
        </p:nvSpPr>
        <p:spPr>
          <a:xfrm xmlns:a="http://schemas.openxmlformats.org/drawingml/2006/main">
            <a:off x="3952875" y="4781550"/>
            <a:ext cx="1095375" cy="2238375"/>
          </a:xfrm>
          <a:custGeom xmlns:a="http://schemas.openxmlformats.org/drawingml/2006/main">
            <a:pathLst>
              <a:path w="1095375" h="2238375">
                <a:moveTo>
                  <a:pt x="0" y="0"/>
                </a:moveTo>
                <a:lnTo>
                  <a:pt x="409575" y="0"/>
                </a:lnTo>
                <a:lnTo>
                  <a:pt x="4095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153" name="dp42-comparison / n176 / arrow">
            <a:extLst xmlns:a="http://schemas.openxmlformats.org/drawingml/2006/main">
              <a:ext uri="{FF2B5EF4-FFF2-40B4-BE49-F238E27FC236}">
                <a16:creationId xmlns:a16="http://schemas.microsoft.com/office/drawing/2014/main" id="{F12D8C0E-259C-4442-AFB9-7385775E4B27}"/>
              </a:ext>
            </a:extLst>
          </p:cNvPr>
          <p:cNvSpPr>
            <a:spLocks xmlns:a="http://schemas.openxmlformats.org/drawingml/2006/main" noGrp="1"/>
          </p:cNvSpPr>
          <p:nvPr/>
        </p:nvSpPr>
        <p:spPr>
          <a:xfrm xmlns:a="http://schemas.openxmlformats.org/drawingml/2006/main">
            <a:off x="50147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4" name="dp42-comparison / n177 / path">
            <a:extLst xmlns:a="http://schemas.openxmlformats.org/drawingml/2006/main">
              <a:ext uri="{FF2B5EF4-FFF2-40B4-BE49-F238E27FC236}">
                <a16:creationId xmlns:a16="http://schemas.microsoft.com/office/drawing/2014/main" id="{4A8A6B08-0D68-4307-9F34-D10CC529DCC6}"/>
              </a:ext>
            </a:extLst>
          </p:cNvPr>
          <p:cNvSpPr>
            <a:spLocks xmlns:a="http://schemas.openxmlformats.org/drawingml/2006/main" noGrp="1"/>
          </p:cNvSpPr>
          <p:nvPr/>
        </p:nvSpPr>
        <p:spPr>
          <a:xfrm xmlns:a="http://schemas.openxmlformats.org/drawingml/2006/main">
            <a:off x="3952875" y="4876800"/>
            <a:ext cx="1285875" cy="2143125"/>
          </a:xfrm>
          <a:custGeom xmlns:a="http://schemas.openxmlformats.org/drawingml/2006/main">
            <a:pathLst>
              <a:path w="1285875" h="2143125">
                <a:moveTo>
                  <a:pt x="1285875" y="2143125"/>
                </a:moveTo>
                <a:lnTo>
                  <a:pt x="1285875" y="2066925"/>
                </a:lnTo>
                <a:lnTo>
                  <a:pt x="457200" y="2066925"/>
                </a:lnTo>
                <a:lnTo>
                  <a:pt x="457200" y="0"/>
                </a:lnTo>
                <a:lnTo>
                  <a:pt x="0" y="0"/>
                </a:lnTo>
              </a:path>
            </a:pathLst>
          </a:custGeom>
          <a:noFill xmlns:a="http://schemas.openxmlformats.org/drawingml/2006/main"/>
          <a:ln xmlns:a="http://schemas.openxmlformats.org/drawingml/2006/main" w="10478">
            <a:solidFill>
              <a:srgbClr val="000000"/>
            </a:solidFill>
            <a:prstDash val="dash"/>
          </a:ln>
        </p:spPr>
      </p:sp>
      <p:sp>
        <p:nvSpPr>
          <p:cNvPr id="155" name="dp42-comparison / n177 / arrow">
            <a:extLst xmlns:a="http://schemas.openxmlformats.org/drawingml/2006/main">
              <a:ext uri="{FF2B5EF4-FFF2-40B4-BE49-F238E27FC236}">
                <a16:creationId xmlns:a16="http://schemas.microsoft.com/office/drawing/2014/main" id="{9CDBC0C3-3064-48FD-9CA4-6130CEF35BC1}"/>
              </a:ext>
            </a:extLst>
          </p:cNvPr>
          <p:cNvSpPr>
            <a:spLocks xmlns:a="http://schemas.openxmlformats.org/drawingml/2006/main" noGrp="1"/>
          </p:cNvSpPr>
          <p:nvPr/>
        </p:nvSpPr>
        <p:spPr>
          <a:xfrm xmlns:a="http://schemas.openxmlformats.org/drawingml/2006/main">
            <a:off x="395287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6" name="dp42-comparison / n178 / path">
            <a:extLst xmlns:a="http://schemas.openxmlformats.org/drawingml/2006/main">
              <a:ext uri="{FF2B5EF4-FFF2-40B4-BE49-F238E27FC236}">
                <a16:creationId xmlns:a16="http://schemas.microsoft.com/office/drawing/2014/main" id="{98288FBA-2D00-41F7-B1B0-E053A3CD7714}"/>
              </a:ext>
            </a:extLst>
          </p:cNvPr>
          <p:cNvSpPr>
            <a:spLocks xmlns:a="http://schemas.openxmlformats.org/drawingml/2006/main" noGrp="1"/>
          </p:cNvSpPr>
          <p:nvPr/>
        </p:nvSpPr>
        <p:spPr>
          <a:xfrm xmlns:a="http://schemas.openxmlformats.org/drawingml/2006/main">
            <a:off x="3952875" y="5534025"/>
            <a:ext cx="2047875" cy="1485900"/>
          </a:xfrm>
          <a:custGeom xmlns:a="http://schemas.openxmlformats.org/drawingml/2006/main">
            <a:pathLst>
              <a:path w="2047875" h="1485900">
                <a:moveTo>
                  <a:pt x="0" y="0"/>
                </a:moveTo>
                <a:lnTo>
                  <a:pt x="333375" y="0"/>
                </a:lnTo>
                <a:lnTo>
                  <a:pt x="3333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157" name="dp42-comparison / n178 / arrow">
            <a:extLst xmlns:a="http://schemas.openxmlformats.org/drawingml/2006/main">
              <a:ext uri="{FF2B5EF4-FFF2-40B4-BE49-F238E27FC236}">
                <a16:creationId xmlns:a16="http://schemas.microsoft.com/office/drawing/2014/main" id="{77A7151F-CAF2-4776-A59B-2DDF8AD554B1}"/>
              </a:ext>
            </a:extLst>
          </p:cNvPr>
          <p:cNvSpPr>
            <a:spLocks xmlns:a="http://schemas.openxmlformats.org/drawingml/2006/main" noGrp="1"/>
          </p:cNvSpPr>
          <p:nvPr/>
        </p:nvSpPr>
        <p:spPr>
          <a:xfrm xmlns:a="http://schemas.openxmlformats.org/drawingml/2006/main">
            <a:off x="59672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2-comparison / n179 / path">
            <a:extLst xmlns:a="http://schemas.openxmlformats.org/drawingml/2006/main">
              <a:ext uri="{FF2B5EF4-FFF2-40B4-BE49-F238E27FC236}">
                <a16:creationId xmlns:a16="http://schemas.microsoft.com/office/drawing/2014/main" id="{95A11A73-99A8-4C52-B720-CA32A2383DC1}"/>
              </a:ext>
            </a:extLst>
          </p:cNvPr>
          <p:cNvSpPr>
            <a:spLocks xmlns:a="http://schemas.openxmlformats.org/drawingml/2006/main" noGrp="1"/>
          </p:cNvSpPr>
          <p:nvPr/>
        </p:nvSpPr>
        <p:spPr>
          <a:xfrm xmlns:a="http://schemas.openxmlformats.org/drawingml/2006/main">
            <a:off x="3952875" y="5591175"/>
            <a:ext cx="2238375" cy="1428750"/>
          </a:xfrm>
          <a:custGeom xmlns:a="http://schemas.openxmlformats.org/drawingml/2006/main">
            <a:pathLst>
              <a:path w="2238375" h="1428750">
                <a:moveTo>
                  <a:pt x="2238375" y="1428750"/>
                </a:moveTo>
                <a:lnTo>
                  <a:pt x="2238375" y="1295400"/>
                </a:lnTo>
                <a:lnTo>
                  <a:pt x="352425" y="1295400"/>
                </a:lnTo>
                <a:lnTo>
                  <a:pt x="352425" y="0"/>
                </a:lnTo>
                <a:lnTo>
                  <a:pt x="0" y="0"/>
                </a:lnTo>
              </a:path>
            </a:pathLst>
          </a:custGeom>
          <a:noFill xmlns:a="http://schemas.openxmlformats.org/drawingml/2006/main"/>
          <a:ln xmlns:a="http://schemas.openxmlformats.org/drawingml/2006/main" w="10478">
            <a:solidFill>
              <a:srgbClr val="000000"/>
            </a:solidFill>
            <a:prstDash val="dash"/>
          </a:ln>
        </p:spPr>
      </p:sp>
      <p:sp>
        <p:nvSpPr>
          <p:cNvPr id="159" name="dp42-comparison / n179 / arrow">
            <a:extLst xmlns:a="http://schemas.openxmlformats.org/drawingml/2006/main">
              <a:ext uri="{FF2B5EF4-FFF2-40B4-BE49-F238E27FC236}">
                <a16:creationId xmlns:a16="http://schemas.microsoft.com/office/drawing/2014/main" id="{39D83879-8E1F-4B52-8C3A-53F6D3EF27C0}"/>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0" name="dp42-comparison / n180 / path">
            <a:extLst xmlns:a="http://schemas.openxmlformats.org/drawingml/2006/main">
              <a:ext uri="{FF2B5EF4-FFF2-40B4-BE49-F238E27FC236}">
                <a16:creationId xmlns:a16="http://schemas.microsoft.com/office/drawing/2014/main" id="{2A24CF2F-4AAA-445F-A67C-F59430182975}"/>
              </a:ext>
            </a:extLst>
          </p:cNvPr>
          <p:cNvSpPr>
            <a:spLocks xmlns:a="http://schemas.openxmlformats.org/drawingml/2006/main" noGrp="1"/>
          </p:cNvSpPr>
          <p:nvPr/>
        </p:nvSpPr>
        <p:spPr>
          <a:xfrm xmlns:a="http://schemas.openxmlformats.org/drawingml/2006/main">
            <a:off x="797718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161" name="dp42-comparison / n180 / arrow">
            <a:extLst xmlns:a="http://schemas.openxmlformats.org/drawingml/2006/main">
              <a:ext uri="{FF2B5EF4-FFF2-40B4-BE49-F238E27FC236}">
                <a16:creationId xmlns:a16="http://schemas.microsoft.com/office/drawing/2014/main" id="{5232D74C-0B67-4AD0-96F7-1C79085977D9}"/>
              </a:ext>
            </a:extLst>
          </p:cNvPr>
          <p:cNvSpPr>
            <a:spLocks xmlns:a="http://schemas.openxmlformats.org/drawingml/2006/main" noGrp="1"/>
          </p:cNvSpPr>
          <p:nvPr/>
        </p:nvSpPr>
        <p:spPr>
          <a:xfrm xmlns:a="http://schemas.openxmlformats.org/drawingml/2006/main">
            <a:off x="79436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2-comparison / n181 / path">
            <a:extLst xmlns:a="http://schemas.openxmlformats.org/drawingml/2006/main">
              <a:ext uri="{FF2B5EF4-FFF2-40B4-BE49-F238E27FC236}">
                <a16:creationId xmlns:a16="http://schemas.microsoft.com/office/drawing/2014/main" id="{EA987D2C-7001-40C9-A211-B41AEC07DF81}"/>
              </a:ext>
            </a:extLst>
          </p:cNvPr>
          <p:cNvSpPr>
            <a:spLocks xmlns:a="http://schemas.openxmlformats.org/drawingml/2006/main" noGrp="1"/>
          </p:cNvSpPr>
          <p:nvPr/>
        </p:nvSpPr>
        <p:spPr>
          <a:xfrm xmlns:a="http://schemas.openxmlformats.org/drawingml/2006/main">
            <a:off x="845343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163" name="dp42-comparison / n181 / arrow">
            <a:extLst xmlns:a="http://schemas.openxmlformats.org/drawingml/2006/main">
              <a:ext uri="{FF2B5EF4-FFF2-40B4-BE49-F238E27FC236}">
                <a16:creationId xmlns:a16="http://schemas.microsoft.com/office/drawing/2014/main" id="{DFFF034D-C189-4463-8ADC-077D028E53EA}"/>
              </a:ext>
            </a:extLst>
          </p:cNvPr>
          <p:cNvSpPr>
            <a:spLocks xmlns:a="http://schemas.openxmlformats.org/drawingml/2006/main" noGrp="1"/>
          </p:cNvSpPr>
          <p:nvPr/>
        </p:nvSpPr>
        <p:spPr>
          <a:xfrm xmlns:a="http://schemas.openxmlformats.org/drawingml/2006/main">
            <a:off x="9191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4" name="dp42-comparison / n82">
            <a:extLst xmlns:a="http://schemas.openxmlformats.org/drawingml/2006/main">
              <a:ext uri="{FF2B5EF4-FFF2-40B4-BE49-F238E27FC236}">
                <a16:creationId xmlns:a16="http://schemas.microsoft.com/office/drawing/2014/main" id="{5F202542-ABB7-4746-AC7B-EB2ED450B0E2}"/>
              </a:ext>
            </a:extLst>
          </p:cNvPr>
          <p:cNvSpPr>
            <a:spLocks xmlns:a="http://schemas.openxmlformats.org/drawingml/2006/main" noGrp="1"/>
          </p:cNvSpPr>
          <p:nvPr/>
        </p:nvSpPr>
        <p:spPr>
          <a:xfrm xmlns:a="http://schemas.openxmlformats.org/drawingml/2006/main">
            <a:off x="154305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5" name="dp42-comparison / n83 / text 1">
            <a:extLst xmlns:a="http://schemas.openxmlformats.org/drawingml/2006/main">
              <a:ext uri="{FF2B5EF4-FFF2-40B4-BE49-F238E27FC236}">
                <a16:creationId xmlns:a16="http://schemas.microsoft.com/office/drawing/2014/main" id="{4AE34D87-BDC0-4773-9729-4E095E5DC145}"/>
              </a:ext>
            </a:extLst>
          </p:cNvPr>
          <p:cNvSpPr>
            <a:spLocks xmlns:a="http://schemas.openxmlformats.org/drawingml/2006/main" noGrp="1"/>
          </p:cNvSpPr>
          <p:nvPr/>
        </p:nvSpPr>
        <p:spPr>
          <a:xfrm xmlns:a="http://schemas.openxmlformats.org/drawingml/2006/main">
            <a:off x="156210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166" name="dp42-comparison / n84">
            <a:extLst xmlns:a="http://schemas.openxmlformats.org/drawingml/2006/main">
              <a:ext uri="{FF2B5EF4-FFF2-40B4-BE49-F238E27FC236}">
                <a16:creationId xmlns:a16="http://schemas.microsoft.com/office/drawing/2014/main" id="{B10342CB-4690-460A-8F99-4A0FBAA28CE7}"/>
              </a:ext>
            </a:extLst>
          </p:cNvPr>
          <p:cNvSpPr>
            <a:spLocks xmlns:a="http://schemas.openxmlformats.org/drawingml/2006/main" noGrp="1"/>
          </p:cNvSpPr>
          <p:nvPr/>
        </p:nvSpPr>
        <p:spPr>
          <a:xfrm xmlns:a="http://schemas.openxmlformats.org/drawingml/2006/main">
            <a:off x="154305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7" name="dp42-comparison / n85 / text 1">
            <a:extLst xmlns:a="http://schemas.openxmlformats.org/drawingml/2006/main">
              <a:ext uri="{FF2B5EF4-FFF2-40B4-BE49-F238E27FC236}">
                <a16:creationId xmlns:a16="http://schemas.microsoft.com/office/drawing/2014/main" id="{DD9F41F8-7C35-4464-83A9-C3FF6637A719}"/>
              </a:ext>
            </a:extLst>
          </p:cNvPr>
          <p:cNvSpPr>
            <a:spLocks xmlns:a="http://schemas.openxmlformats.org/drawingml/2006/main" noGrp="1"/>
          </p:cNvSpPr>
          <p:nvPr/>
        </p:nvSpPr>
        <p:spPr>
          <a:xfrm xmlns:a="http://schemas.openxmlformats.org/drawingml/2006/main">
            <a:off x="156210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168" name="dp42-comparison / n87">
            <a:extLst xmlns:a="http://schemas.openxmlformats.org/drawingml/2006/main">
              <a:ext uri="{FF2B5EF4-FFF2-40B4-BE49-F238E27FC236}">
                <a16:creationId xmlns:a16="http://schemas.microsoft.com/office/drawing/2014/main" id="{94C0E1DD-134C-447C-855F-ABF4FA1888EE}"/>
              </a:ext>
            </a:extLst>
          </p:cNvPr>
          <p:cNvSpPr>
            <a:spLocks xmlns:a="http://schemas.openxmlformats.org/drawingml/2006/main" noGrp="1"/>
          </p:cNvSpPr>
          <p:nvPr/>
        </p:nvSpPr>
        <p:spPr>
          <a:xfrm xmlns:a="http://schemas.openxmlformats.org/drawingml/2006/main">
            <a:off x="399097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2-comparison / n88 / text 1">
            <a:extLst xmlns:a="http://schemas.openxmlformats.org/drawingml/2006/main">
              <a:ext uri="{FF2B5EF4-FFF2-40B4-BE49-F238E27FC236}">
                <a16:creationId xmlns:a16="http://schemas.microsoft.com/office/drawing/2014/main" id="{4EFCB5A5-848D-47D7-BE6D-D8FDCC6C2DAA}"/>
              </a:ext>
            </a:extLst>
          </p:cNvPr>
          <p:cNvSpPr>
            <a:spLocks xmlns:a="http://schemas.openxmlformats.org/drawingml/2006/main" noGrp="1"/>
          </p:cNvSpPr>
          <p:nvPr/>
        </p:nvSpPr>
        <p:spPr>
          <a:xfrm xmlns:a="http://schemas.openxmlformats.org/drawingml/2006/main">
            <a:off x="401002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170" name="dp42-comparison / n89">
            <a:extLst xmlns:a="http://schemas.openxmlformats.org/drawingml/2006/main">
              <a:ext uri="{FF2B5EF4-FFF2-40B4-BE49-F238E27FC236}">
                <a16:creationId xmlns:a16="http://schemas.microsoft.com/office/drawing/2014/main" id="{2D544C2B-856C-4B4A-813E-16FF677B7962}"/>
              </a:ext>
            </a:extLst>
          </p:cNvPr>
          <p:cNvSpPr>
            <a:spLocks xmlns:a="http://schemas.openxmlformats.org/drawingml/2006/main" noGrp="1"/>
          </p:cNvSpPr>
          <p:nvPr/>
        </p:nvSpPr>
        <p:spPr>
          <a:xfrm xmlns:a="http://schemas.openxmlformats.org/drawingml/2006/main">
            <a:off x="154305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1" name="dp42-comparison / n90 / text 1">
            <a:extLst xmlns:a="http://schemas.openxmlformats.org/drawingml/2006/main">
              <a:ext uri="{FF2B5EF4-FFF2-40B4-BE49-F238E27FC236}">
                <a16:creationId xmlns:a16="http://schemas.microsoft.com/office/drawing/2014/main" id="{DECA6CC7-D5D6-48F2-B59B-4BD0DB0EE068}"/>
              </a:ext>
            </a:extLst>
          </p:cNvPr>
          <p:cNvSpPr>
            <a:spLocks xmlns:a="http://schemas.openxmlformats.org/drawingml/2006/main" noGrp="1"/>
          </p:cNvSpPr>
          <p:nvPr/>
        </p:nvSpPr>
        <p:spPr>
          <a:xfrm xmlns:a="http://schemas.openxmlformats.org/drawingml/2006/main">
            <a:off x="156210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172" name="dp42-comparison / n92">
            <a:extLst xmlns:a="http://schemas.openxmlformats.org/drawingml/2006/main">
              <a:ext uri="{FF2B5EF4-FFF2-40B4-BE49-F238E27FC236}">
                <a16:creationId xmlns:a16="http://schemas.microsoft.com/office/drawing/2014/main" id="{9A96E83D-562B-4495-87C1-23D73AD4AB46}"/>
              </a:ext>
            </a:extLst>
          </p:cNvPr>
          <p:cNvSpPr>
            <a:spLocks xmlns:a="http://schemas.openxmlformats.org/drawingml/2006/main" noGrp="1"/>
          </p:cNvSpPr>
          <p:nvPr/>
        </p:nvSpPr>
        <p:spPr>
          <a:xfrm xmlns:a="http://schemas.openxmlformats.org/drawingml/2006/main">
            <a:off x="399097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3" name="dp42-comparison / n93 / text 1">
            <a:extLst xmlns:a="http://schemas.openxmlformats.org/drawingml/2006/main">
              <a:ext uri="{FF2B5EF4-FFF2-40B4-BE49-F238E27FC236}">
                <a16:creationId xmlns:a16="http://schemas.microsoft.com/office/drawing/2014/main" id="{71E4BA42-0BC0-4FBD-A7EB-A5E6271CCDB4}"/>
              </a:ext>
            </a:extLst>
          </p:cNvPr>
          <p:cNvSpPr>
            <a:spLocks xmlns:a="http://schemas.openxmlformats.org/drawingml/2006/main" noGrp="1"/>
          </p:cNvSpPr>
          <p:nvPr/>
        </p:nvSpPr>
        <p:spPr>
          <a:xfrm xmlns:a="http://schemas.openxmlformats.org/drawingml/2006/main">
            <a:off x="401002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174" name="dp42-comparison / n94">
            <a:extLst xmlns:a="http://schemas.openxmlformats.org/drawingml/2006/main">
              <a:ext uri="{FF2B5EF4-FFF2-40B4-BE49-F238E27FC236}">
                <a16:creationId xmlns:a16="http://schemas.microsoft.com/office/drawing/2014/main" id="{B6D79FEB-0CA3-4D1F-9D76-CEF4145B57AD}"/>
              </a:ext>
            </a:extLst>
          </p:cNvPr>
          <p:cNvSpPr>
            <a:spLocks xmlns:a="http://schemas.openxmlformats.org/drawingml/2006/main" noGrp="1"/>
          </p:cNvSpPr>
          <p:nvPr/>
        </p:nvSpPr>
        <p:spPr>
          <a:xfrm xmlns:a="http://schemas.openxmlformats.org/drawingml/2006/main">
            <a:off x="154305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5" name="dp42-comparison / n95 / text 1">
            <a:extLst xmlns:a="http://schemas.openxmlformats.org/drawingml/2006/main">
              <a:ext uri="{FF2B5EF4-FFF2-40B4-BE49-F238E27FC236}">
                <a16:creationId xmlns:a16="http://schemas.microsoft.com/office/drawing/2014/main" id="{AF78BD25-E63E-4AA0-9D57-2BA165E357F4}"/>
              </a:ext>
            </a:extLst>
          </p:cNvPr>
          <p:cNvSpPr>
            <a:spLocks xmlns:a="http://schemas.openxmlformats.org/drawingml/2006/main" noGrp="1"/>
          </p:cNvSpPr>
          <p:nvPr/>
        </p:nvSpPr>
        <p:spPr>
          <a:xfrm xmlns:a="http://schemas.openxmlformats.org/drawingml/2006/main">
            <a:off x="156210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176" name="dp42-comparison / n97">
            <a:extLst xmlns:a="http://schemas.openxmlformats.org/drawingml/2006/main">
              <a:ext uri="{FF2B5EF4-FFF2-40B4-BE49-F238E27FC236}">
                <a16:creationId xmlns:a16="http://schemas.microsoft.com/office/drawing/2014/main" id="{6FE09DE4-D0D7-4062-9FE2-A76012809E44}"/>
              </a:ext>
            </a:extLst>
          </p:cNvPr>
          <p:cNvSpPr>
            <a:spLocks xmlns:a="http://schemas.openxmlformats.org/drawingml/2006/main" noGrp="1"/>
          </p:cNvSpPr>
          <p:nvPr/>
        </p:nvSpPr>
        <p:spPr>
          <a:xfrm xmlns:a="http://schemas.openxmlformats.org/drawingml/2006/main">
            <a:off x="399097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7" name="dp42-comparison / n98 / text 1">
            <a:extLst xmlns:a="http://schemas.openxmlformats.org/drawingml/2006/main">
              <a:ext uri="{FF2B5EF4-FFF2-40B4-BE49-F238E27FC236}">
                <a16:creationId xmlns:a16="http://schemas.microsoft.com/office/drawing/2014/main" id="{98188DE1-C282-47E5-A154-503AA4A71226}"/>
              </a:ext>
            </a:extLst>
          </p:cNvPr>
          <p:cNvSpPr>
            <a:spLocks xmlns:a="http://schemas.openxmlformats.org/drawingml/2006/main" noGrp="1"/>
          </p:cNvSpPr>
          <p:nvPr/>
        </p:nvSpPr>
        <p:spPr>
          <a:xfrm xmlns:a="http://schemas.openxmlformats.org/drawingml/2006/main">
            <a:off x="401002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178" name="dp42-comparison / n99">
            <a:extLst xmlns:a="http://schemas.openxmlformats.org/drawingml/2006/main">
              <a:ext uri="{FF2B5EF4-FFF2-40B4-BE49-F238E27FC236}">
                <a16:creationId xmlns:a16="http://schemas.microsoft.com/office/drawing/2014/main" id="{6330F931-F081-4EEF-B267-570C0ACB58C5}"/>
              </a:ext>
            </a:extLst>
          </p:cNvPr>
          <p:cNvSpPr>
            <a:spLocks xmlns:a="http://schemas.openxmlformats.org/drawingml/2006/main" noGrp="1"/>
          </p:cNvSpPr>
          <p:nvPr/>
        </p:nvSpPr>
        <p:spPr>
          <a:xfrm xmlns:a="http://schemas.openxmlformats.org/drawingml/2006/main">
            <a:off x="154305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9" name="dp42-comparison / n100 / text 1">
            <a:extLst xmlns:a="http://schemas.openxmlformats.org/drawingml/2006/main">
              <a:ext uri="{FF2B5EF4-FFF2-40B4-BE49-F238E27FC236}">
                <a16:creationId xmlns:a16="http://schemas.microsoft.com/office/drawing/2014/main" id="{023F15B6-5EAB-4CFA-9377-07055077FF69}"/>
              </a:ext>
            </a:extLst>
          </p:cNvPr>
          <p:cNvSpPr>
            <a:spLocks xmlns:a="http://schemas.openxmlformats.org/drawingml/2006/main" noGrp="1"/>
          </p:cNvSpPr>
          <p:nvPr/>
        </p:nvSpPr>
        <p:spPr>
          <a:xfrm xmlns:a="http://schemas.openxmlformats.org/drawingml/2006/main">
            <a:off x="156210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180" name="dp42-comparison / n102">
            <a:extLst xmlns:a="http://schemas.openxmlformats.org/drawingml/2006/main">
              <a:ext uri="{FF2B5EF4-FFF2-40B4-BE49-F238E27FC236}">
                <a16:creationId xmlns:a16="http://schemas.microsoft.com/office/drawing/2014/main" id="{0D6C306B-C544-4D25-A288-7198CFC1CE17}"/>
              </a:ext>
            </a:extLst>
          </p:cNvPr>
          <p:cNvSpPr>
            <a:spLocks xmlns:a="http://schemas.openxmlformats.org/drawingml/2006/main" noGrp="1"/>
          </p:cNvSpPr>
          <p:nvPr/>
        </p:nvSpPr>
        <p:spPr>
          <a:xfrm xmlns:a="http://schemas.openxmlformats.org/drawingml/2006/main">
            <a:off x="399097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1" name="dp42-comparison / n103 / text 1">
            <a:extLst xmlns:a="http://schemas.openxmlformats.org/drawingml/2006/main">
              <a:ext uri="{FF2B5EF4-FFF2-40B4-BE49-F238E27FC236}">
                <a16:creationId xmlns:a16="http://schemas.microsoft.com/office/drawing/2014/main" id="{8375D869-265D-43C6-9617-6A63551C3150}"/>
              </a:ext>
            </a:extLst>
          </p:cNvPr>
          <p:cNvSpPr>
            <a:spLocks xmlns:a="http://schemas.openxmlformats.org/drawingml/2006/main" noGrp="1"/>
          </p:cNvSpPr>
          <p:nvPr/>
        </p:nvSpPr>
        <p:spPr>
          <a:xfrm xmlns:a="http://schemas.openxmlformats.org/drawingml/2006/main">
            <a:off x="401002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182" name="dp42-comparison / n104">
            <a:extLst xmlns:a="http://schemas.openxmlformats.org/drawingml/2006/main">
              <a:ext uri="{FF2B5EF4-FFF2-40B4-BE49-F238E27FC236}">
                <a16:creationId xmlns:a16="http://schemas.microsoft.com/office/drawing/2014/main" id="{7444E1B6-FC0F-4F74-8D6B-800CB245D69F}"/>
              </a:ext>
            </a:extLst>
          </p:cNvPr>
          <p:cNvSpPr>
            <a:spLocks xmlns:a="http://schemas.openxmlformats.org/drawingml/2006/main" noGrp="1"/>
          </p:cNvSpPr>
          <p:nvPr/>
        </p:nvSpPr>
        <p:spPr>
          <a:xfrm xmlns:a="http://schemas.openxmlformats.org/drawingml/2006/main">
            <a:off x="399097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3" name="dp42-comparison / n105 / text 1">
            <a:extLst xmlns:a="http://schemas.openxmlformats.org/drawingml/2006/main">
              <a:ext uri="{FF2B5EF4-FFF2-40B4-BE49-F238E27FC236}">
                <a16:creationId xmlns:a16="http://schemas.microsoft.com/office/drawing/2014/main" id="{8078AEBF-3E51-49AF-A8E9-C2E5569D2F8B}"/>
              </a:ext>
            </a:extLst>
          </p:cNvPr>
          <p:cNvSpPr>
            <a:spLocks xmlns:a="http://schemas.openxmlformats.org/drawingml/2006/main" noGrp="1"/>
          </p:cNvSpPr>
          <p:nvPr/>
        </p:nvSpPr>
        <p:spPr>
          <a:xfrm xmlns:a="http://schemas.openxmlformats.org/drawingml/2006/main">
            <a:off x="401002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184" name="dp42-comparison / n108">
            <a:extLst xmlns:a="http://schemas.openxmlformats.org/drawingml/2006/main">
              <a:ext uri="{FF2B5EF4-FFF2-40B4-BE49-F238E27FC236}">
                <a16:creationId xmlns:a16="http://schemas.microsoft.com/office/drawing/2014/main" id="{8E2938F2-4E3D-426A-A6F5-515D512F12AB}"/>
              </a:ext>
            </a:extLst>
          </p:cNvPr>
          <p:cNvSpPr>
            <a:spLocks xmlns:a="http://schemas.openxmlformats.org/drawingml/2006/main" noGrp="1"/>
          </p:cNvSpPr>
          <p:nvPr/>
        </p:nvSpPr>
        <p:spPr>
          <a:xfrm xmlns:a="http://schemas.openxmlformats.org/drawingml/2006/main">
            <a:off x="4095750" y="3571875"/>
            <a:ext cx="288226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5" name="dp42-comparison / n109 / text 1">
            <a:extLst xmlns:a="http://schemas.openxmlformats.org/drawingml/2006/main">
              <a:ext uri="{FF2B5EF4-FFF2-40B4-BE49-F238E27FC236}">
                <a16:creationId xmlns:a16="http://schemas.microsoft.com/office/drawing/2014/main" id="{31FD2BAE-7CD4-4438-B7F2-89E8301F1D87}"/>
              </a:ext>
            </a:extLst>
          </p:cNvPr>
          <p:cNvSpPr>
            <a:spLocks xmlns:a="http://schemas.openxmlformats.org/drawingml/2006/main" noGrp="1"/>
          </p:cNvSpPr>
          <p:nvPr/>
        </p:nvSpPr>
        <p:spPr>
          <a:xfrm xmlns:a="http://schemas.openxmlformats.org/drawingml/2006/main">
            <a:off x="4114800" y="3581400"/>
            <a:ext cx="5143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실행 경계 / 관련 변경의 공동 확정</a:t>
            </a:r>
          </a:p>
        </p:txBody>
      </p:sp>
      <p:sp>
        <p:nvSpPr>
          <p:cNvPr id="186" name="dp42-comparison / n120">
            <a:extLst xmlns:a="http://schemas.openxmlformats.org/drawingml/2006/main">
              <a:ext uri="{FF2B5EF4-FFF2-40B4-BE49-F238E27FC236}">
                <a16:creationId xmlns:a16="http://schemas.microsoft.com/office/drawing/2014/main" id="{65882898-E3D0-49CD-9304-2236008074DC}"/>
              </a:ext>
            </a:extLst>
          </p:cNvPr>
          <p:cNvSpPr>
            <a:spLocks xmlns:a="http://schemas.openxmlformats.org/drawingml/2006/main" noGrp="1"/>
          </p:cNvSpPr>
          <p:nvPr/>
        </p:nvSpPr>
        <p:spPr>
          <a:xfrm xmlns:a="http://schemas.openxmlformats.org/drawingml/2006/main">
            <a:off x="172402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7" name="dp42-comparison / n121 / text 1">
            <a:extLst xmlns:a="http://schemas.openxmlformats.org/drawingml/2006/main">
              <a:ext uri="{FF2B5EF4-FFF2-40B4-BE49-F238E27FC236}">
                <a16:creationId xmlns:a16="http://schemas.microsoft.com/office/drawing/2014/main" id="{EAC30F14-D575-4EC6-A77F-823BBB666548}"/>
              </a:ext>
            </a:extLst>
          </p:cNvPr>
          <p:cNvSpPr>
            <a:spLocks xmlns:a="http://schemas.openxmlformats.org/drawingml/2006/main" noGrp="1"/>
          </p:cNvSpPr>
          <p:nvPr/>
        </p:nvSpPr>
        <p:spPr>
          <a:xfrm xmlns:a="http://schemas.openxmlformats.org/drawingml/2006/main">
            <a:off x="174307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188" name="dp42-comparison / n122">
            <a:extLst xmlns:a="http://schemas.openxmlformats.org/drawingml/2006/main">
              <a:ext uri="{FF2B5EF4-FFF2-40B4-BE49-F238E27FC236}">
                <a16:creationId xmlns:a16="http://schemas.microsoft.com/office/drawing/2014/main" id="{642DCB4D-E4AA-4BFD-8601-61321A7EB6E1}"/>
              </a:ext>
            </a:extLst>
          </p:cNvPr>
          <p:cNvSpPr>
            <a:spLocks xmlns:a="http://schemas.openxmlformats.org/drawingml/2006/main" noGrp="1"/>
          </p:cNvSpPr>
          <p:nvPr/>
        </p:nvSpPr>
        <p:spPr>
          <a:xfrm xmlns:a="http://schemas.openxmlformats.org/drawingml/2006/main">
            <a:off x="662940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9" name="dp42-comparison / n123 / text 1">
            <a:extLst xmlns:a="http://schemas.openxmlformats.org/drawingml/2006/main">
              <a:ext uri="{FF2B5EF4-FFF2-40B4-BE49-F238E27FC236}">
                <a16:creationId xmlns:a16="http://schemas.microsoft.com/office/drawing/2014/main" id="{022AAB66-B406-4A61-85F6-E24ADEAF86A2}"/>
              </a:ext>
            </a:extLst>
          </p:cNvPr>
          <p:cNvSpPr>
            <a:spLocks xmlns:a="http://schemas.openxmlformats.org/drawingml/2006/main" noGrp="1"/>
          </p:cNvSpPr>
          <p:nvPr/>
        </p:nvSpPr>
        <p:spPr>
          <a:xfrm xmlns:a="http://schemas.openxmlformats.org/drawingml/2006/main">
            <a:off x="664845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190" name="dp42-comparison / n126">
            <a:extLst xmlns:a="http://schemas.openxmlformats.org/drawingml/2006/main">
              <a:ext uri="{FF2B5EF4-FFF2-40B4-BE49-F238E27FC236}">
                <a16:creationId xmlns:a16="http://schemas.microsoft.com/office/drawing/2014/main" id="{707EA460-5CA3-4F06-898C-8177D8DDC808}"/>
              </a:ext>
            </a:extLst>
          </p:cNvPr>
          <p:cNvSpPr>
            <a:spLocks xmlns:a="http://schemas.openxmlformats.org/drawingml/2006/main" noGrp="1"/>
          </p:cNvSpPr>
          <p:nvPr/>
        </p:nvSpPr>
        <p:spPr>
          <a:xfrm xmlns:a="http://schemas.openxmlformats.org/drawingml/2006/main">
            <a:off x="418147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1" name="dp42-comparison / n127 / text 1">
            <a:extLst xmlns:a="http://schemas.openxmlformats.org/drawingml/2006/main">
              <a:ext uri="{FF2B5EF4-FFF2-40B4-BE49-F238E27FC236}">
                <a16:creationId xmlns:a16="http://schemas.microsoft.com/office/drawing/2014/main" id="{4BDF73B9-7EA7-4FFB-AA38-532B4BAA2685}"/>
              </a:ext>
            </a:extLst>
          </p:cNvPr>
          <p:cNvSpPr>
            <a:spLocks xmlns:a="http://schemas.openxmlformats.org/drawingml/2006/main" noGrp="1"/>
          </p:cNvSpPr>
          <p:nvPr/>
        </p:nvSpPr>
        <p:spPr>
          <a:xfrm xmlns:a="http://schemas.openxmlformats.org/drawingml/2006/main">
            <a:off x="420052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192" name="dp42-comparison / n129">
            <a:extLst xmlns:a="http://schemas.openxmlformats.org/drawingml/2006/main">
              <a:ext uri="{FF2B5EF4-FFF2-40B4-BE49-F238E27FC236}">
                <a16:creationId xmlns:a16="http://schemas.microsoft.com/office/drawing/2014/main" id="{23C22CD1-2C38-4534-A8E7-6BD4B7F14612}"/>
              </a:ext>
            </a:extLst>
          </p:cNvPr>
          <p:cNvSpPr>
            <a:spLocks xmlns:a="http://schemas.openxmlformats.org/drawingml/2006/main" noGrp="1"/>
          </p:cNvSpPr>
          <p:nvPr/>
        </p:nvSpPr>
        <p:spPr>
          <a:xfrm xmlns:a="http://schemas.openxmlformats.org/drawingml/2006/main">
            <a:off x="419100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3" name="dp42-comparison / n130 / text 1">
            <a:extLst xmlns:a="http://schemas.openxmlformats.org/drawingml/2006/main">
              <a:ext uri="{FF2B5EF4-FFF2-40B4-BE49-F238E27FC236}">
                <a16:creationId xmlns:a16="http://schemas.microsoft.com/office/drawing/2014/main" id="{82AA9CCC-FB62-4B2E-BFE0-C179C5BC20BA}"/>
              </a:ext>
            </a:extLst>
          </p:cNvPr>
          <p:cNvSpPr>
            <a:spLocks xmlns:a="http://schemas.openxmlformats.org/drawingml/2006/main" noGrp="1"/>
          </p:cNvSpPr>
          <p:nvPr/>
        </p:nvSpPr>
        <p:spPr>
          <a:xfrm xmlns:a="http://schemas.openxmlformats.org/drawingml/2006/main">
            <a:off x="421005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194" name="dp42-comparison / n132">
            <a:extLst xmlns:a="http://schemas.openxmlformats.org/drawingml/2006/main">
              <a:ext uri="{FF2B5EF4-FFF2-40B4-BE49-F238E27FC236}">
                <a16:creationId xmlns:a16="http://schemas.microsoft.com/office/drawing/2014/main" id="{C259F416-030E-46B0-B25E-7429A9D94107}"/>
              </a:ext>
            </a:extLst>
          </p:cNvPr>
          <p:cNvSpPr>
            <a:spLocks xmlns:a="http://schemas.openxmlformats.org/drawingml/2006/main" noGrp="1"/>
          </p:cNvSpPr>
          <p:nvPr/>
        </p:nvSpPr>
        <p:spPr>
          <a:xfrm xmlns:a="http://schemas.openxmlformats.org/drawingml/2006/main">
            <a:off x="419100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5" name="dp42-comparison / n133 / text 1">
            <a:extLst xmlns:a="http://schemas.openxmlformats.org/drawingml/2006/main">
              <a:ext uri="{FF2B5EF4-FFF2-40B4-BE49-F238E27FC236}">
                <a16:creationId xmlns:a16="http://schemas.microsoft.com/office/drawing/2014/main" id="{FF5C686E-3DE0-493F-AB15-0EE056F88500}"/>
              </a:ext>
            </a:extLst>
          </p:cNvPr>
          <p:cNvSpPr>
            <a:spLocks xmlns:a="http://schemas.openxmlformats.org/drawingml/2006/main" noGrp="1"/>
          </p:cNvSpPr>
          <p:nvPr/>
        </p:nvSpPr>
        <p:spPr>
          <a:xfrm xmlns:a="http://schemas.openxmlformats.org/drawingml/2006/main">
            <a:off x="421005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196" name="dp42-comparison / n136">
            <a:extLst xmlns:a="http://schemas.openxmlformats.org/drawingml/2006/main">
              <a:ext uri="{FF2B5EF4-FFF2-40B4-BE49-F238E27FC236}">
                <a16:creationId xmlns:a16="http://schemas.microsoft.com/office/drawing/2014/main" id="{4F4A3803-89CC-432D-B420-39FC23376DE8}"/>
              </a:ext>
            </a:extLst>
          </p:cNvPr>
          <p:cNvSpPr>
            <a:spLocks xmlns:a="http://schemas.openxmlformats.org/drawingml/2006/main" noGrp="1"/>
          </p:cNvSpPr>
          <p:nvPr/>
        </p:nvSpPr>
        <p:spPr>
          <a:xfrm xmlns:a="http://schemas.openxmlformats.org/drawingml/2006/main">
            <a:off x="172402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7" name="dp42-comparison / n137 / text 1">
            <a:extLst xmlns:a="http://schemas.openxmlformats.org/drawingml/2006/main">
              <a:ext uri="{FF2B5EF4-FFF2-40B4-BE49-F238E27FC236}">
                <a16:creationId xmlns:a16="http://schemas.microsoft.com/office/drawing/2014/main" id="{444CD893-28B1-41F0-BD37-A5F6812A2069}"/>
              </a:ext>
            </a:extLst>
          </p:cNvPr>
          <p:cNvSpPr>
            <a:spLocks xmlns:a="http://schemas.openxmlformats.org/drawingml/2006/main" noGrp="1"/>
          </p:cNvSpPr>
          <p:nvPr/>
        </p:nvSpPr>
        <p:spPr>
          <a:xfrm xmlns:a="http://schemas.openxmlformats.org/drawingml/2006/main">
            <a:off x="174307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198" name="dp42-comparison / n140">
            <a:extLst xmlns:a="http://schemas.openxmlformats.org/drawingml/2006/main">
              <a:ext uri="{FF2B5EF4-FFF2-40B4-BE49-F238E27FC236}">
                <a16:creationId xmlns:a16="http://schemas.microsoft.com/office/drawing/2014/main" id="{08086C3C-D049-4739-977F-466E63C52C5D}"/>
              </a:ext>
            </a:extLst>
          </p:cNvPr>
          <p:cNvSpPr>
            <a:spLocks xmlns:a="http://schemas.openxmlformats.org/drawingml/2006/main" noGrp="1"/>
          </p:cNvSpPr>
          <p:nvPr/>
        </p:nvSpPr>
        <p:spPr>
          <a:xfrm xmlns:a="http://schemas.openxmlformats.org/drawingml/2006/main">
            <a:off x="437197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9" name="dp42-comparison / n141 / text 1">
            <a:extLst xmlns:a="http://schemas.openxmlformats.org/drawingml/2006/main">
              <a:ext uri="{FF2B5EF4-FFF2-40B4-BE49-F238E27FC236}">
                <a16:creationId xmlns:a16="http://schemas.microsoft.com/office/drawing/2014/main" id="{25C30DC2-801E-4C72-9D66-FDC0411B8511}"/>
              </a:ext>
            </a:extLst>
          </p:cNvPr>
          <p:cNvSpPr>
            <a:spLocks xmlns:a="http://schemas.openxmlformats.org/drawingml/2006/main" noGrp="1"/>
          </p:cNvSpPr>
          <p:nvPr/>
        </p:nvSpPr>
        <p:spPr>
          <a:xfrm xmlns:a="http://schemas.openxmlformats.org/drawingml/2006/main">
            <a:off x="439102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200" name="dp42-comparison / n141 / text 2">
            <a:extLst xmlns:a="http://schemas.openxmlformats.org/drawingml/2006/main">
              <a:ext uri="{FF2B5EF4-FFF2-40B4-BE49-F238E27FC236}">
                <a16:creationId xmlns:a16="http://schemas.microsoft.com/office/drawing/2014/main" id="{B8A6B422-9702-420B-889C-9381874BD9F8}"/>
              </a:ext>
            </a:extLst>
          </p:cNvPr>
          <p:cNvSpPr>
            <a:spLocks xmlns:a="http://schemas.openxmlformats.org/drawingml/2006/main" noGrp="1"/>
          </p:cNvSpPr>
          <p:nvPr/>
        </p:nvSpPr>
        <p:spPr>
          <a:xfrm xmlns:a="http://schemas.openxmlformats.org/drawingml/2006/main">
            <a:off x="439102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201" name="dp42-comparison / n142">
            <a:extLst xmlns:a="http://schemas.openxmlformats.org/drawingml/2006/main">
              <a:ext uri="{FF2B5EF4-FFF2-40B4-BE49-F238E27FC236}">
                <a16:creationId xmlns:a16="http://schemas.microsoft.com/office/drawing/2014/main" id="{BCFB18B0-8F6B-4467-8757-CAC6FF243415}"/>
              </a:ext>
            </a:extLst>
          </p:cNvPr>
          <p:cNvSpPr>
            <a:spLocks xmlns:a="http://schemas.openxmlformats.org/drawingml/2006/main" noGrp="1"/>
          </p:cNvSpPr>
          <p:nvPr/>
        </p:nvSpPr>
        <p:spPr>
          <a:xfrm xmlns:a="http://schemas.openxmlformats.org/drawingml/2006/main">
            <a:off x="173355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43 / text 1">
            <a:extLst xmlns:a="http://schemas.openxmlformats.org/drawingml/2006/main">
              <a:ext uri="{FF2B5EF4-FFF2-40B4-BE49-F238E27FC236}">
                <a16:creationId xmlns:a16="http://schemas.microsoft.com/office/drawing/2014/main" id="{2C451257-82FC-40BB-AB1D-5211F6CA759D}"/>
              </a:ext>
            </a:extLst>
          </p:cNvPr>
          <p:cNvSpPr>
            <a:spLocks xmlns:a="http://schemas.openxmlformats.org/drawingml/2006/main" noGrp="1"/>
          </p:cNvSpPr>
          <p:nvPr/>
        </p:nvSpPr>
        <p:spPr>
          <a:xfrm xmlns:a="http://schemas.openxmlformats.org/drawingml/2006/main">
            <a:off x="175260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203" name="dp42-comparison / n146">
            <a:extLst xmlns:a="http://schemas.openxmlformats.org/drawingml/2006/main">
              <a:ext uri="{FF2B5EF4-FFF2-40B4-BE49-F238E27FC236}">
                <a16:creationId xmlns:a16="http://schemas.microsoft.com/office/drawing/2014/main" id="{8808D14E-12CF-4FB9-A9B4-AD921E8D8628}"/>
              </a:ext>
            </a:extLst>
          </p:cNvPr>
          <p:cNvSpPr>
            <a:spLocks xmlns:a="http://schemas.openxmlformats.org/drawingml/2006/main" noGrp="1"/>
          </p:cNvSpPr>
          <p:nvPr/>
        </p:nvSpPr>
        <p:spPr>
          <a:xfrm xmlns:a="http://schemas.openxmlformats.org/drawingml/2006/main">
            <a:off x="662940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47 / text 1">
            <a:extLst xmlns:a="http://schemas.openxmlformats.org/drawingml/2006/main">
              <a:ext uri="{FF2B5EF4-FFF2-40B4-BE49-F238E27FC236}">
                <a16:creationId xmlns:a16="http://schemas.microsoft.com/office/drawing/2014/main" id="{4A0D4586-4471-40D6-A114-AE34566CA7FB}"/>
              </a:ext>
            </a:extLst>
          </p:cNvPr>
          <p:cNvSpPr>
            <a:spLocks xmlns:a="http://schemas.openxmlformats.org/drawingml/2006/main" noGrp="1"/>
          </p:cNvSpPr>
          <p:nvPr/>
        </p:nvSpPr>
        <p:spPr>
          <a:xfrm xmlns:a="http://schemas.openxmlformats.org/drawingml/2006/main">
            <a:off x="664845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205" name="dp42-comparison / n147 / text 2">
            <a:extLst xmlns:a="http://schemas.openxmlformats.org/drawingml/2006/main">
              <a:ext uri="{FF2B5EF4-FFF2-40B4-BE49-F238E27FC236}">
                <a16:creationId xmlns:a16="http://schemas.microsoft.com/office/drawing/2014/main" id="{7A101F8E-F346-4494-B176-A8BB530E561C}"/>
              </a:ext>
            </a:extLst>
          </p:cNvPr>
          <p:cNvSpPr>
            <a:spLocks xmlns:a="http://schemas.openxmlformats.org/drawingml/2006/main" noGrp="1"/>
          </p:cNvSpPr>
          <p:nvPr/>
        </p:nvSpPr>
        <p:spPr>
          <a:xfrm xmlns:a="http://schemas.openxmlformats.org/drawingml/2006/main">
            <a:off x="664845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206" name="dp42-comparison / n148">
            <a:extLst xmlns:a="http://schemas.openxmlformats.org/drawingml/2006/main">
              <a:ext uri="{FF2B5EF4-FFF2-40B4-BE49-F238E27FC236}">
                <a16:creationId xmlns:a16="http://schemas.microsoft.com/office/drawing/2014/main" id="{980BB521-9AA6-416A-94DB-BF6D463BD823}"/>
              </a:ext>
            </a:extLst>
          </p:cNvPr>
          <p:cNvSpPr>
            <a:spLocks xmlns:a="http://schemas.openxmlformats.org/drawingml/2006/main" noGrp="1"/>
          </p:cNvSpPr>
          <p:nvPr/>
        </p:nvSpPr>
        <p:spPr>
          <a:xfrm xmlns:a="http://schemas.openxmlformats.org/drawingml/2006/main">
            <a:off x="662940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7" name="dp42-comparison / n149 / text 1">
            <a:extLst xmlns:a="http://schemas.openxmlformats.org/drawingml/2006/main">
              <a:ext uri="{FF2B5EF4-FFF2-40B4-BE49-F238E27FC236}">
                <a16:creationId xmlns:a16="http://schemas.microsoft.com/office/drawing/2014/main" id="{FAD477FA-B87A-43B5-9FEF-03FF11B555C0}"/>
              </a:ext>
            </a:extLst>
          </p:cNvPr>
          <p:cNvSpPr>
            <a:spLocks xmlns:a="http://schemas.openxmlformats.org/drawingml/2006/main" noGrp="1"/>
          </p:cNvSpPr>
          <p:nvPr/>
        </p:nvSpPr>
        <p:spPr>
          <a:xfrm xmlns:a="http://schemas.openxmlformats.org/drawingml/2006/main">
            <a:off x="664845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208" name="dp42-comparison / n158">
            <a:extLst xmlns:a="http://schemas.openxmlformats.org/drawingml/2006/main">
              <a:ext uri="{FF2B5EF4-FFF2-40B4-BE49-F238E27FC236}">
                <a16:creationId xmlns:a16="http://schemas.microsoft.com/office/drawing/2014/main" id="{A53CF666-DD5E-440F-B58F-D3406283909D}"/>
              </a:ext>
            </a:extLst>
          </p:cNvPr>
          <p:cNvSpPr>
            <a:spLocks xmlns:a="http://schemas.openxmlformats.org/drawingml/2006/main" noGrp="1"/>
          </p:cNvSpPr>
          <p:nvPr/>
        </p:nvSpPr>
        <p:spPr>
          <a:xfrm xmlns:a="http://schemas.openxmlformats.org/drawingml/2006/main">
            <a:off x="1724025" y="6000750"/>
            <a:ext cx="2105787"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9" name="dp42-comparison / n159 / text 1">
            <a:extLst xmlns:a="http://schemas.openxmlformats.org/drawingml/2006/main">
              <a:ext uri="{FF2B5EF4-FFF2-40B4-BE49-F238E27FC236}">
                <a16:creationId xmlns:a16="http://schemas.microsoft.com/office/drawing/2014/main" id="{8210AD02-0568-43D8-BFFB-B36AAEF70D6B}"/>
              </a:ext>
            </a:extLst>
          </p:cNvPr>
          <p:cNvSpPr>
            <a:spLocks xmlns:a="http://schemas.openxmlformats.org/drawingml/2006/main" noGrp="1"/>
          </p:cNvSpPr>
          <p:nvPr/>
        </p:nvSpPr>
        <p:spPr>
          <a:xfrm xmlns:a="http://schemas.openxmlformats.org/drawingml/2006/main">
            <a:off x="1743075" y="601027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R2↔Q1↔T1 연결과 K1을</a:t>
            </a:r>
          </a:p>
        </p:txBody>
      </p:sp>
      <p:sp>
        <p:nvSpPr>
          <p:cNvPr id="210" name="dp42-comparison / n159 / text 2">
            <a:extLst xmlns:a="http://schemas.openxmlformats.org/drawingml/2006/main">
              <a:ext uri="{FF2B5EF4-FFF2-40B4-BE49-F238E27FC236}">
                <a16:creationId xmlns:a16="http://schemas.microsoft.com/office/drawing/2014/main" id="{FE68136E-3C7E-4B38-B5A5-9BE76AFADFA4}"/>
              </a:ext>
            </a:extLst>
          </p:cNvPr>
          <p:cNvSpPr>
            <a:spLocks xmlns:a="http://schemas.openxmlformats.org/drawingml/2006/main" noGrp="1"/>
          </p:cNvSpPr>
          <p:nvPr/>
        </p:nvSpPr>
        <p:spPr>
          <a:xfrm xmlns:a="http://schemas.openxmlformats.org/drawingml/2006/main">
            <a:off x="1743075" y="617029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관련 owner 변경으로 함께 확정</a:t>
            </a:r>
          </a:p>
        </p:txBody>
      </p:sp>
      <p:sp>
        <p:nvSpPr>
          <p:cNvPr id="211" name="dp42-comparison / n160">
            <a:extLst xmlns:a="http://schemas.openxmlformats.org/drawingml/2006/main">
              <a:ext uri="{FF2B5EF4-FFF2-40B4-BE49-F238E27FC236}">
                <a16:creationId xmlns:a16="http://schemas.microsoft.com/office/drawing/2014/main" id="{FBEB1105-2848-4DA5-936F-8EF100C4FC16}"/>
              </a:ext>
            </a:extLst>
          </p:cNvPr>
          <p:cNvSpPr>
            <a:spLocks xmlns:a="http://schemas.openxmlformats.org/drawingml/2006/main" noGrp="1"/>
          </p:cNvSpPr>
          <p:nvPr/>
        </p:nvSpPr>
        <p:spPr>
          <a:xfrm xmlns:a="http://schemas.openxmlformats.org/drawingml/2006/main">
            <a:off x="6629400" y="6000750"/>
            <a:ext cx="1817751"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2-comparison / n161 / text 1">
            <a:extLst xmlns:a="http://schemas.openxmlformats.org/drawingml/2006/main">
              <a:ext uri="{FF2B5EF4-FFF2-40B4-BE49-F238E27FC236}">
                <a16:creationId xmlns:a16="http://schemas.microsoft.com/office/drawing/2014/main" id="{FEB7F151-8168-442B-8DCA-97E77BB357A4}"/>
              </a:ext>
            </a:extLst>
          </p:cNvPr>
          <p:cNvSpPr>
            <a:spLocks xmlns:a="http://schemas.openxmlformats.org/drawingml/2006/main" noGrp="1"/>
          </p:cNvSpPr>
          <p:nvPr/>
        </p:nvSpPr>
        <p:spPr>
          <a:xfrm xmlns:a="http://schemas.openxmlformats.org/drawingml/2006/main">
            <a:off x="6648450" y="601027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성공: 둘 다 반영</a:t>
            </a:r>
          </a:p>
        </p:txBody>
      </p:sp>
      <p:sp>
        <p:nvSpPr>
          <p:cNvPr id="213" name="dp42-comparison / n161 / text 2">
            <a:extLst xmlns:a="http://schemas.openxmlformats.org/drawingml/2006/main">
              <a:ext uri="{FF2B5EF4-FFF2-40B4-BE49-F238E27FC236}">
                <a16:creationId xmlns:a16="http://schemas.microsoft.com/office/drawing/2014/main" id="{79E0E574-394D-4BC2-AAEF-A9CAD2D2FF5D}"/>
              </a:ext>
            </a:extLst>
          </p:cNvPr>
          <p:cNvSpPr>
            <a:spLocks xmlns:a="http://schemas.openxmlformats.org/drawingml/2006/main" noGrp="1"/>
          </p:cNvSpPr>
          <p:nvPr/>
        </p:nvSpPr>
        <p:spPr>
          <a:xfrm xmlns:a="http://schemas.openxmlformats.org/drawingml/2006/main">
            <a:off x="6648450" y="617029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충돌 / 실패: 둘 다 미반영</a:t>
            </a:r>
          </a:p>
        </p:txBody>
      </p:sp>
      <p:sp>
        <p:nvSpPr>
          <p:cNvPr id="214" name="dp42-comparison / n174">
            <a:extLst xmlns:a="http://schemas.openxmlformats.org/drawingml/2006/main">
              <a:ext uri="{FF2B5EF4-FFF2-40B4-BE49-F238E27FC236}">
                <a16:creationId xmlns:a16="http://schemas.microsoft.com/office/drawing/2014/main" id="{17726239-3C69-4483-B76F-21EF9E629F98}"/>
              </a:ext>
            </a:extLst>
          </p:cNvPr>
          <p:cNvSpPr>
            <a:spLocks xmlns:a="http://schemas.openxmlformats.org/drawingml/2006/main" noGrp="1"/>
          </p:cNvSpPr>
          <p:nvPr/>
        </p:nvSpPr>
        <p:spPr>
          <a:xfrm xmlns:a="http://schemas.openxmlformats.org/drawingml/2006/main">
            <a:off x="419100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2-comparison / n175 / text 1">
            <a:extLst xmlns:a="http://schemas.openxmlformats.org/drawingml/2006/main">
              <a:ext uri="{FF2B5EF4-FFF2-40B4-BE49-F238E27FC236}">
                <a16:creationId xmlns:a16="http://schemas.microsoft.com/office/drawing/2014/main" id="{A2458767-0C65-4B4F-9EA2-B7D7ACC1A6BA}"/>
              </a:ext>
            </a:extLst>
          </p:cNvPr>
          <p:cNvSpPr>
            <a:spLocks xmlns:a="http://schemas.openxmlformats.org/drawingml/2006/main" noGrp="1"/>
          </p:cNvSpPr>
          <p:nvPr/>
        </p:nvSpPr>
        <p:spPr>
          <a:xfrm xmlns:a="http://schemas.openxmlformats.org/drawingml/2006/main">
            <a:off x="421005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216" name="dp42-comparison / n182">
            <a:extLst xmlns:a="http://schemas.openxmlformats.org/drawingml/2006/main">
              <a:ext uri="{FF2B5EF4-FFF2-40B4-BE49-F238E27FC236}">
                <a16:creationId xmlns:a16="http://schemas.microsoft.com/office/drawing/2014/main" id="{FD5802D9-010B-48BE-9FF2-461373CED761}"/>
              </a:ext>
            </a:extLst>
          </p:cNvPr>
          <p:cNvSpPr>
            <a:spLocks xmlns:a="http://schemas.openxmlformats.org/drawingml/2006/main" noGrp="1"/>
          </p:cNvSpPr>
          <p:nvPr/>
        </p:nvSpPr>
        <p:spPr>
          <a:xfrm xmlns:a="http://schemas.openxmlformats.org/drawingml/2006/main">
            <a:off x="172402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2-comparison / n183 / text 1">
            <a:extLst xmlns:a="http://schemas.openxmlformats.org/drawingml/2006/main">
              <a:ext uri="{FF2B5EF4-FFF2-40B4-BE49-F238E27FC236}">
                <a16:creationId xmlns:a16="http://schemas.microsoft.com/office/drawing/2014/main" id="{DBC8E095-CC97-4FE3-B72B-7AC359A90BD8}"/>
              </a:ext>
            </a:extLst>
          </p:cNvPr>
          <p:cNvSpPr>
            <a:spLocks xmlns:a="http://schemas.openxmlformats.org/drawingml/2006/main" noGrp="1"/>
          </p:cNvSpPr>
          <p:nvPr/>
        </p:nvSpPr>
        <p:spPr>
          <a:xfrm xmlns:a="http://schemas.openxmlformats.org/drawingml/2006/main">
            <a:off x="174307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218" name="dp42-comparison / n184">
            <a:extLst xmlns:a="http://schemas.openxmlformats.org/drawingml/2006/main">
              <a:ext uri="{FF2B5EF4-FFF2-40B4-BE49-F238E27FC236}">
                <a16:creationId xmlns:a16="http://schemas.microsoft.com/office/drawing/2014/main" id="{3E7222EB-47B2-4C23-8575-2505B645BB3C}"/>
              </a:ext>
            </a:extLst>
          </p:cNvPr>
          <p:cNvSpPr>
            <a:spLocks xmlns:a="http://schemas.openxmlformats.org/drawingml/2006/main" noGrp="1"/>
          </p:cNvSpPr>
          <p:nvPr/>
        </p:nvSpPr>
        <p:spPr>
          <a:xfrm xmlns:a="http://schemas.openxmlformats.org/drawingml/2006/main">
            <a:off x="461962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2-comparison / n185 / text 1">
            <a:extLst xmlns:a="http://schemas.openxmlformats.org/drawingml/2006/main">
              <a:ext uri="{FF2B5EF4-FFF2-40B4-BE49-F238E27FC236}">
                <a16:creationId xmlns:a16="http://schemas.microsoft.com/office/drawing/2014/main" id="{9CA55841-EBA9-4AF2-B9A6-E0ED76191D95}"/>
              </a:ext>
            </a:extLst>
          </p:cNvPr>
          <p:cNvSpPr>
            <a:spLocks xmlns:a="http://schemas.openxmlformats.org/drawingml/2006/main" noGrp="1"/>
          </p:cNvSpPr>
          <p:nvPr/>
        </p:nvSpPr>
        <p:spPr>
          <a:xfrm xmlns:a="http://schemas.openxmlformats.org/drawingml/2006/main">
            <a:off x="463867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220" name="dp42-comparison / n186">
            <a:extLst xmlns:a="http://schemas.openxmlformats.org/drawingml/2006/main">
              <a:ext uri="{FF2B5EF4-FFF2-40B4-BE49-F238E27FC236}">
                <a16:creationId xmlns:a16="http://schemas.microsoft.com/office/drawing/2014/main" id="{586D99D2-A2F1-4D40-8A5E-84EB091B8174}"/>
              </a:ext>
            </a:extLst>
          </p:cNvPr>
          <p:cNvSpPr>
            <a:spLocks xmlns:a="http://schemas.openxmlformats.org/drawingml/2006/main" noGrp="1"/>
          </p:cNvSpPr>
          <p:nvPr/>
        </p:nvSpPr>
        <p:spPr>
          <a:xfrm xmlns:a="http://schemas.openxmlformats.org/drawingml/2006/main">
            <a:off x="705802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2-comparison / n187 / text 1">
            <a:extLst xmlns:a="http://schemas.openxmlformats.org/drawingml/2006/main">
              <a:ext uri="{FF2B5EF4-FFF2-40B4-BE49-F238E27FC236}">
                <a16:creationId xmlns:a16="http://schemas.microsoft.com/office/drawing/2014/main" id="{CAC1B347-8CBC-48C5-8BAC-1D42D012BEED}"/>
              </a:ext>
            </a:extLst>
          </p:cNvPr>
          <p:cNvSpPr>
            <a:spLocks xmlns:a="http://schemas.openxmlformats.org/drawingml/2006/main" noGrp="1"/>
          </p:cNvSpPr>
          <p:nvPr/>
        </p:nvSpPr>
        <p:spPr>
          <a:xfrm xmlns:a="http://schemas.openxmlformats.org/drawingml/2006/main">
            <a:off x="707707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222" name="dp42-comparison / n188">
            <a:extLst xmlns:a="http://schemas.openxmlformats.org/drawingml/2006/main">
              <a:ext uri="{FF2B5EF4-FFF2-40B4-BE49-F238E27FC236}">
                <a16:creationId xmlns:a16="http://schemas.microsoft.com/office/drawing/2014/main" id="{667AA353-2936-439E-ADC0-F6CB2919C101}"/>
              </a:ext>
            </a:extLst>
          </p:cNvPr>
          <p:cNvSpPr>
            <a:spLocks xmlns:a="http://schemas.openxmlformats.org/drawingml/2006/main" noGrp="1"/>
          </p:cNvSpPr>
          <p:nvPr/>
        </p:nvSpPr>
        <p:spPr>
          <a:xfrm xmlns:a="http://schemas.openxmlformats.org/drawingml/2006/main">
            <a:off x="172402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2-comparison / n189 / text 1">
            <a:extLst xmlns:a="http://schemas.openxmlformats.org/drawingml/2006/main">
              <a:ext uri="{FF2B5EF4-FFF2-40B4-BE49-F238E27FC236}">
                <a16:creationId xmlns:a16="http://schemas.microsoft.com/office/drawing/2014/main" id="{1157B158-DC8D-4BFE-A48C-BA5E5B31EBAC}"/>
              </a:ext>
            </a:extLst>
          </p:cNvPr>
          <p:cNvSpPr>
            <a:spLocks xmlns:a="http://schemas.openxmlformats.org/drawingml/2006/main" noGrp="1"/>
          </p:cNvSpPr>
          <p:nvPr/>
        </p:nvSpPr>
        <p:spPr>
          <a:xfrm xmlns:a="http://schemas.openxmlformats.org/drawingml/2006/main">
            <a:off x="174307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
        <p:nvSpPr>
          <p:cNvPr id="224" name="dp42-comparison / n194 / path">
            <a:extLst xmlns:a="http://schemas.openxmlformats.org/drawingml/2006/main">
              <a:ext uri="{FF2B5EF4-FFF2-40B4-BE49-F238E27FC236}">
                <a16:creationId xmlns:a16="http://schemas.microsoft.com/office/drawing/2014/main" id="{4DC61382-96DB-431D-BE82-4C8DF1B65CD0}"/>
              </a:ext>
            </a:extLst>
          </p:cNvPr>
          <p:cNvSpPr>
            <a:spLocks xmlns:a="http://schemas.openxmlformats.org/drawingml/2006/main" noGrp="1"/>
          </p:cNvSpPr>
          <p:nvPr/>
        </p:nvSpPr>
        <p:spPr>
          <a:xfrm xmlns:a="http://schemas.openxmlformats.org/drawingml/2006/main">
            <a:off x="1217295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5" name="dp42-comparison / n199 / path">
            <a:extLst xmlns:a="http://schemas.openxmlformats.org/drawingml/2006/main">
              <a:ext uri="{FF2B5EF4-FFF2-40B4-BE49-F238E27FC236}">
                <a16:creationId xmlns:a16="http://schemas.microsoft.com/office/drawing/2014/main" id="{3E51BCBE-8AD7-491F-A148-7311CC5CFE94}"/>
              </a:ext>
            </a:extLst>
          </p:cNvPr>
          <p:cNvSpPr>
            <a:spLocks xmlns:a="http://schemas.openxmlformats.org/drawingml/2006/main" noGrp="1"/>
          </p:cNvSpPr>
          <p:nvPr/>
        </p:nvSpPr>
        <p:spPr>
          <a:xfrm xmlns:a="http://schemas.openxmlformats.org/drawingml/2006/main">
            <a:off x="1217295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226" name="dp42-comparison / n204 / path">
            <a:extLst xmlns:a="http://schemas.openxmlformats.org/drawingml/2006/main">
              <a:ext uri="{FF2B5EF4-FFF2-40B4-BE49-F238E27FC236}">
                <a16:creationId xmlns:a16="http://schemas.microsoft.com/office/drawing/2014/main" id="{75164268-4625-4090-9646-32D64A8B1206}"/>
              </a:ext>
            </a:extLst>
          </p:cNvPr>
          <p:cNvSpPr>
            <a:spLocks xmlns:a="http://schemas.openxmlformats.org/drawingml/2006/main" noGrp="1"/>
          </p:cNvSpPr>
          <p:nvPr/>
        </p:nvSpPr>
        <p:spPr>
          <a:xfrm xmlns:a="http://schemas.openxmlformats.org/drawingml/2006/main">
            <a:off x="1217295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7" name="dp42-comparison / n209 / path">
            <a:extLst xmlns:a="http://schemas.openxmlformats.org/drawingml/2006/main">
              <a:ext uri="{FF2B5EF4-FFF2-40B4-BE49-F238E27FC236}">
                <a16:creationId xmlns:a16="http://schemas.microsoft.com/office/drawing/2014/main" id="{05C917F9-DF30-44E0-8B20-103D1E9E8E36}"/>
              </a:ext>
            </a:extLst>
          </p:cNvPr>
          <p:cNvSpPr>
            <a:spLocks xmlns:a="http://schemas.openxmlformats.org/drawingml/2006/main" noGrp="1"/>
          </p:cNvSpPr>
          <p:nvPr/>
        </p:nvSpPr>
        <p:spPr>
          <a:xfrm xmlns:a="http://schemas.openxmlformats.org/drawingml/2006/main">
            <a:off x="1217295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228" name="dp42-comparison / n214">
            <a:extLst xmlns:a="http://schemas.openxmlformats.org/drawingml/2006/main">
              <a:ext uri="{FF2B5EF4-FFF2-40B4-BE49-F238E27FC236}">
                <a16:creationId xmlns:a16="http://schemas.microsoft.com/office/drawing/2014/main" id="{7442C0FE-9F85-427B-816A-0D1160701176}"/>
              </a:ext>
            </a:extLst>
          </p:cNvPr>
          <p:cNvSpPr>
            <a:spLocks xmlns:a="http://schemas.openxmlformats.org/drawingml/2006/main" noGrp="1"/>
          </p:cNvSpPr>
          <p:nvPr/>
        </p:nvSpPr>
        <p:spPr>
          <a:xfrm xmlns:a="http://schemas.openxmlformats.org/drawingml/2006/main">
            <a:off x="9810750" y="3495675"/>
            <a:ext cx="4000500"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29" name="dp42-comparison / n215 / text 1">
            <a:extLst xmlns:a="http://schemas.openxmlformats.org/drawingml/2006/main">
              <a:ext uri="{FF2B5EF4-FFF2-40B4-BE49-F238E27FC236}">
                <a16:creationId xmlns:a16="http://schemas.microsoft.com/office/drawing/2014/main" id="{A6F1C4FA-AD64-4882-B10A-1738259E5D94}"/>
              </a:ext>
            </a:extLst>
          </p:cNvPr>
          <p:cNvSpPr>
            <a:spLocks xmlns:a="http://schemas.openxmlformats.org/drawingml/2006/main" noGrp="1"/>
          </p:cNvSpPr>
          <p:nvPr/>
        </p:nvSpPr>
        <p:spPr>
          <a:xfrm xmlns:a="http://schemas.openxmlformats.org/drawingml/2006/main">
            <a:off x="9934575" y="3590925"/>
            <a:ext cx="3752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230" name="dp42-comparison / n216">
            <a:extLst xmlns:a="http://schemas.openxmlformats.org/drawingml/2006/main">
              <a:ext uri="{FF2B5EF4-FFF2-40B4-BE49-F238E27FC236}">
                <a16:creationId xmlns:a16="http://schemas.microsoft.com/office/drawing/2014/main" id="{81CA7E09-EC59-45AE-B628-B97C2B9A7086}"/>
              </a:ext>
            </a:extLst>
          </p:cNvPr>
          <p:cNvSpPr>
            <a:spLocks xmlns:a="http://schemas.openxmlformats.org/drawingml/2006/main" noGrp="1"/>
          </p:cNvSpPr>
          <p:nvPr/>
        </p:nvSpPr>
        <p:spPr>
          <a:xfrm xmlns:a="http://schemas.openxmlformats.org/drawingml/2006/main">
            <a:off x="14287500" y="3495675"/>
            <a:ext cx="338137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31" name="dp42-comparison / n217 / text 1">
            <a:extLst xmlns:a="http://schemas.openxmlformats.org/drawingml/2006/main">
              <a:ext uri="{FF2B5EF4-FFF2-40B4-BE49-F238E27FC236}">
                <a16:creationId xmlns:a16="http://schemas.microsoft.com/office/drawing/2014/main" id="{23F7EDE0-7283-4D19-86AF-25982E4927BA}"/>
              </a:ext>
            </a:extLst>
          </p:cNvPr>
          <p:cNvSpPr>
            <a:spLocks xmlns:a="http://schemas.openxmlformats.org/drawingml/2006/main" noGrp="1"/>
          </p:cNvSpPr>
          <p:nvPr/>
        </p:nvSpPr>
        <p:spPr>
          <a:xfrm xmlns:a="http://schemas.openxmlformats.org/drawingml/2006/main">
            <a:off x="14411325" y="3590925"/>
            <a:ext cx="3133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232" name="dp42-comparison / n222">
            <a:extLst xmlns:a="http://schemas.openxmlformats.org/drawingml/2006/main">
              <a:ext uri="{FF2B5EF4-FFF2-40B4-BE49-F238E27FC236}">
                <a16:creationId xmlns:a16="http://schemas.microsoft.com/office/drawing/2014/main" id="{3D83B371-1618-4A94-86D7-F5D98EA237CB}"/>
              </a:ext>
            </a:extLst>
          </p:cNvPr>
          <p:cNvSpPr>
            <a:spLocks xmlns:a="http://schemas.openxmlformats.org/drawingml/2006/main" noGrp="1"/>
          </p:cNvSpPr>
          <p:nvPr/>
        </p:nvSpPr>
        <p:spPr>
          <a:xfrm xmlns:a="http://schemas.openxmlformats.org/drawingml/2006/main">
            <a:off x="1000125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3" name="dp42-comparison / n223 / text 1">
            <a:extLst xmlns:a="http://schemas.openxmlformats.org/drawingml/2006/main">
              <a:ext uri="{FF2B5EF4-FFF2-40B4-BE49-F238E27FC236}">
                <a16:creationId xmlns:a16="http://schemas.microsoft.com/office/drawing/2014/main" id="{A987977C-31FC-4972-8C43-61D93D24B559}"/>
              </a:ext>
            </a:extLst>
          </p:cNvPr>
          <p:cNvSpPr>
            <a:spLocks xmlns:a="http://schemas.openxmlformats.org/drawingml/2006/main" noGrp="1"/>
          </p:cNvSpPr>
          <p:nvPr/>
        </p:nvSpPr>
        <p:spPr>
          <a:xfrm xmlns:a="http://schemas.openxmlformats.org/drawingml/2006/main">
            <a:off x="1008697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234" name="dp42-comparison / n224">
            <a:extLst xmlns:a="http://schemas.openxmlformats.org/drawingml/2006/main">
              <a:ext uri="{FF2B5EF4-FFF2-40B4-BE49-F238E27FC236}">
                <a16:creationId xmlns:a16="http://schemas.microsoft.com/office/drawing/2014/main" id="{83B6CD42-04E7-4FCF-BB85-6C6FBC7D9628}"/>
              </a:ext>
            </a:extLst>
          </p:cNvPr>
          <p:cNvSpPr>
            <a:spLocks xmlns:a="http://schemas.openxmlformats.org/drawingml/2006/main" noGrp="1"/>
          </p:cNvSpPr>
          <p:nvPr/>
        </p:nvSpPr>
        <p:spPr>
          <a:xfrm xmlns:a="http://schemas.openxmlformats.org/drawingml/2006/main">
            <a:off x="1490662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5" name="dp42-comparison / n225 / text 1">
            <a:extLst xmlns:a="http://schemas.openxmlformats.org/drawingml/2006/main">
              <a:ext uri="{FF2B5EF4-FFF2-40B4-BE49-F238E27FC236}">
                <a16:creationId xmlns:a16="http://schemas.microsoft.com/office/drawing/2014/main" id="{72F2242F-FE03-4EEB-9647-C3FF1148CE5D}"/>
              </a:ext>
            </a:extLst>
          </p:cNvPr>
          <p:cNvSpPr>
            <a:spLocks xmlns:a="http://schemas.openxmlformats.org/drawingml/2006/main" noGrp="1"/>
          </p:cNvSpPr>
          <p:nvPr/>
        </p:nvSpPr>
        <p:spPr>
          <a:xfrm xmlns:a="http://schemas.openxmlformats.org/drawingml/2006/main">
            <a:off x="1499235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236" name="dp42-comparison / n226">
            <a:extLst xmlns:a="http://schemas.openxmlformats.org/drawingml/2006/main">
              <a:ext uri="{FF2B5EF4-FFF2-40B4-BE49-F238E27FC236}">
                <a16:creationId xmlns:a16="http://schemas.microsoft.com/office/drawing/2014/main" id="{93B1DD07-2CAF-48AF-9C6F-9B5072E2F588}"/>
              </a:ext>
            </a:extLst>
          </p:cNvPr>
          <p:cNvSpPr>
            <a:spLocks xmlns:a="http://schemas.openxmlformats.org/drawingml/2006/main" noGrp="1"/>
          </p:cNvSpPr>
          <p:nvPr/>
        </p:nvSpPr>
        <p:spPr>
          <a:xfrm xmlns:a="http://schemas.openxmlformats.org/drawingml/2006/main">
            <a:off x="1000125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7" name="dp42-comparison / n227 / text 1">
            <a:extLst xmlns:a="http://schemas.openxmlformats.org/drawingml/2006/main">
              <a:ext uri="{FF2B5EF4-FFF2-40B4-BE49-F238E27FC236}">
                <a16:creationId xmlns:a16="http://schemas.microsoft.com/office/drawing/2014/main" id="{F8293A97-944C-4B32-BA50-0FAC8770E7C7}"/>
              </a:ext>
            </a:extLst>
          </p:cNvPr>
          <p:cNvSpPr>
            <a:spLocks xmlns:a="http://schemas.openxmlformats.org/drawingml/2006/main" noGrp="1"/>
          </p:cNvSpPr>
          <p:nvPr/>
        </p:nvSpPr>
        <p:spPr>
          <a:xfrm xmlns:a="http://schemas.openxmlformats.org/drawingml/2006/main">
            <a:off x="1008697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38" name="dp42-comparison / n228">
            <a:extLst xmlns:a="http://schemas.openxmlformats.org/drawingml/2006/main">
              <a:ext uri="{FF2B5EF4-FFF2-40B4-BE49-F238E27FC236}">
                <a16:creationId xmlns:a16="http://schemas.microsoft.com/office/drawing/2014/main" id="{DCA8F35B-EA56-4783-99F7-18499255747C}"/>
              </a:ext>
            </a:extLst>
          </p:cNvPr>
          <p:cNvSpPr>
            <a:spLocks xmlns:a="http://schemas.openxmlformats.org/drawingml/2006/main" noGrp="1"/>
          </p:cNvSpPr>
          <p:nvPr/>
        </p:nvSpPr>
        <p:spPr>
          <a:xfrm xmlns:a="http://schemas.openxmlformats.org/drawingml/2006/main">
            <a:off x="1000125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9" name="dp42-comparison / n229 / text 1">
            <a:extLst xmlns:a="http://schemas.openxmlformats.org/drawingml/2006/main">
              <a:ext uri="{FF2B5EF4-FFF2-40B4-BE49-F238E27FC236}">
                <a16:creationId xmlns:a16="http://schemas.microsoft.com/office/drawing/2014/main" id="{052B26CF-A5FD-456D-9C0F-593CD2C9FEB1}"/>
              </a:ext>
            </a:extLst>
          </p:cNvPr>
          <p:cNvSpPr>
            <a:spLocks xmlns:a="http://schemas.openxmlformats.org/drawingml/2006/main" noGrp="1"/>
          </p:cNvSpPr>
          <p:nvPr/>
        </p:nvSpPr>
        <p:spPr>
          <a:xfrm xmlns:a="http://schemas.openxmlformats.org/drawingml/2006/main">
            <a:off x="1008697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240" name="dp42-comparison / n230">
            <a:extLst xmlns:a="http://schemas.openxmlformats.org/drawingml/2006/main">
              <a:ext uri="{FF2B5EF4-FFF2-40B4-BE49-F238E27FC236}">
                <a16:creationId xmlns:a16="http://schemas.microsoft.com/office/drawing/2014/main" id="{2D6837B5-F321-4A38-9D99-68A72929F71C}"/>
              </a:ext>
            </a:extLst>
          </p:cNvPr>
          <p:cNvSpPr>
            <a:spLocks xmlns:a="http://schemas.openxmlformats.org/drawingml/2006/main" noGrp="1"/>
          </p:cNvSpPr>
          <p:nvPr/>
        </p:nvSpPr>
        <p:spPr>
          <a:xfrm xmlns:a="http://schemas.openxmlformats.org/drawingml/2006/main">
            <a:off x="1490662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1" name="dp42-comparison / n231 / text 1">
            <a:extLst xmlns:a="http://schemas.openxmlformats.org/drawingml/2006/main">
              <a:ext uri="{FF2B5EF4-FFF2-40B4-BE49-F238E27FC236}">
                <a16:creationId xmlns:a16="http://schemas.microsoft.com/office/drawing/2014/main" id="{1DC58A84-C96D-4876-9108-C18196313747}"/>
              </a:ext>
            </a:extLst>
          </p:cNvPr>
          <p:cNvSpPr>
            <a:spLocks xmlns:a="http://schemas.openxmlformats.org/drawingml/2006/main" noGrp="1"/>
          </p:cNvSpPr>
          <p:nvPr/>
        </p:nvSpPr>
        <p:spPr>
          <a:xfrm xmlns:a="http://schemas.openxmlformats.org/drawingml/2006/main">
            <a:off x="1499235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242" name="dp42-comparison / n236 / path">
            <a:extLst xmlns:a="http://schemas.openxmlformats.org/drawingml/2006/main">
              <a:ext uri="{FF2B5EF4-FFF2-40B4-BE49-F238E27FC236}">
                <a16:creationId xmlns:a16="http://schemas.microsoft.com/office/drawing/2014/main" id="{A4F16F62-F8CC-4C07-AED0-3218D42FE7CB}"/>
              </a:ext>
            </a:extLst>
          </p:cNvPr>
          <p:cNvSpPr>
            <a:spLocks xmlns:a="http://schemas.openxmlformats.org/drawingml/2006/main" noGrp="1"/>
          </p:cNvSpPr>
          <p:nvPr/>
        </p:nvSpPr>
        <p:spPr>
          <a:xfrm xmlns:a="http://schemas.openxmlformats.org/drawingml/2006/main">
            <a:off x="1223962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243" name="dp42-comparison / n236 / arrow">
            <a:extLst xmlns:a="http://schemas.openxmlformats.org/drawingml/2006/main">
              <a:ext uri="{FF2B5EF4-FFF2-40B4-BE49-F238E27FC236}">
                <a16:creationId xmlns:a16="http://schemas.microsoft.com/office/drawing/2014/main" id="{63B34B41-57F7-4E3A-8212-E186C035C175}"/>
              </a:ext>
            </a:extLst>
          </p:cNvPr>
          <p:cNvSpPr>
            <a:spLocks xmlns:a="http://schemas.openxmlformats.org/drawingml/2006/main" noGrp="1"/>
          </p:cNvSpPr>
          <p:nvPr/>
        </p:nvSpPr>
        <p:spPr>
          <a:xfrm xmlns:a="http://schemas.openxmlformats.org/drawingml/2006/main">
            <a:off x="1520647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44" name="dp42-comparison / n237 / path">
            <a:extLst xmlns:a="http://schemas.openxmlformats.org/drawingml/2006/main">
              <a:ext uri="{FF2B5EF4-FFF2-40B4-BE49-F238E27FC236}">
                <a16:creationId xmlns:a16="http://schemas.microsoft.com/office/drawing/2014/main" id="{30F19E79-F8A3-4C7B-AFFA-CA53A99467EA}"/>
              </a:ext>
            </a:extLst>
          </p:cNvPr>
          <p:cNvSpPr>
            <a:spLocks xmlns:a="http://schemas.openxmlformats.org/drawingml/2006/main" noGrp="1"/>
          </p:cNvSpPr>
          <p:nvPr/>
        </p:nvSpPr>
        <p:spPr>
          <a:xfrm xmlns:a="http://schemas.openxmlformats.org/drawingml/2006/main">
            <a:off x="1223962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245" name="dp42-comparison / n237 / arrow">
            <a:extLst xmlns:a="http://schemas.openxmlformats.org/drawingml/2006/main">
              <a:ext uri="{FF2B5EF4-FFF2-40B4-BE49-F238E27FC236}">
                <a16:creationId xmlns:a16="http://schemas.microsoft.com/office/drawing/2014/main" id="{319C4B1D-C363-4B54-9572-3C69C1DA04E2}"/>
              </a:ext>
            </a:extLst>
          </p:cNvPr>
          <p:cNvSpPr>
            <a:spLocks xmlns:a="http://schemas.openxmlformats.org/drawingml/2006/main" noGrp="1"/>
          </p:cNvSpPr>
          <p:nvPr/>
        </p:nvSpPr>
        <p:spPr>
          <a:xfrm xmlns:a="http://schemas.openxmlformats.org/drawingml/2006/main">
            <a:off x="1223962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6" name="dp42-comparison / n240 / path">
            <a:extLst xmlns:a="http://schemas.openxmlformats.org/drawingml/2006/main">
              <a:ext uri="{FF2B5EF4-FFF2-40B4-BE49-F238E27FC236}">
                <a16:creationId xmlns:a16="http://schemas.microsoft.com/office/drawing/2014/main" id="{EE31F695-845F-4582-9513-236611FD6127}"/>
              </a:ext>
            </a:extLst>
          </p:cNvPr>
          <p:cNvSpPr>
            <a:spLocks xmlns:a="http://schemas.openxmlformats.org/drawingml/2006/main" noGrp="1"/>
          </p:cNvSpPr>
          <p:nvPr/>
        </p:nvSpPr>
        <p:spPr>
          <a:xfrm xmlns:a="http://schemas.openxmlformats.org/drawingml/2006/main">
            <a:off x="1223962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247" name="dp42-comparison / n240 / arrow">
            <a:extLst xmlns:a="http://schemas.openxmlformats.org/drawingml/2006/main">
              <a:ext uri="{FF2B5EF4-FFF2-40B4-BE49-F238E27FC236}">
                <a16:creationId xmlns:a16="http://schemas.microsoft.com/office/drawing/2014/main" id="{A8FA4D4E-DABE-4E23-9064-9F0AE845F7A5}"/>
              </a:ext>
            </a:extLst>
          </p:cNvPr>
          <p:cNvSpPr>
            <a:spLocks xmlns:a="http://schemas.openxmlformats.org/drawingml/2006/main" noGrp="1"/>
          </p:cNvSpPr>
          <p:nvPr/>
        </p:nvSpPr>
        <p:spPr>
          <a:xfrm xmlns:a="http://schemas.openxmlformats.org/drawingml/2006/main">
            <a:off x="1483956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8" name="dp42-comparison / n243 / path">
            <a:extLst xmlns:a="http://schemas.openxmlformats.org/drawingml/2006/main">
              <a:ext uri="{FF2B5EF4-FFF2-40B4-BE49-F238E27FC236}">
                <a16:creationId xmlns:a16="http://schemas.microsoft.com/office/drawing/2014/main" id="{EC2D4EA9-F53F-48C4-8376-E8E86A7E72C6}"/>
              </a:ext>
            </a:extLst>
          </p:cNvPr>
          <p:cNvSpPr>
            <a:spLocks xmlns:a="http://schemas.openxmlformats.org/drawingml/2006/main" noGrp="1"/>
          </p:cNvSpPr>
          <p:nvPr/>
        </p:nvSpPr>
        <p:spPr>
          <a:xfrm xmlns:a="http://schemas.openxmlformats.org/drawingml/2006/main">
            <a:off x="1223962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249" name="dp42-comparison / n243 / arrow">
            <a:extLst xmlns:a="http://schemas.openxmlformats.org/drawingml/2006/main">
              <a:ext uri="{FF2B5EF4-FFF2-40B4-BE49-F238E27FC236}">
                <a16:creationId xmlns:a16="http://schemas.microsoft.com/office/drawing/2014/main" id="{5CB602B1-0526-4C3C-8A33-9584F21169B9}"/>
              </a:ext>
            </a:extLst>
          </p:cNvPr>
          <p:cNvSpPr>
            <a:spLocks xmlns:a="http://schemas.openxmlformats.org/drawingml/2006/main" noGrp="1"/>
          </p:cNvSpPr>
          <p:nvPr/>
        </p:nvSpPr>
        <p:spPr>
          <a:xfrm xmlns:a="http://schemas.openxmlformats.org/drawingml/2006/main">
            <a:off x="1223962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0" name="dp42-comparison / n246 / path">
            <a:extLst xmlns:a="http://schemas.openxmlformats.org/drawingml/2006/main">
              <a:ext uri="{FF2B5EF4-FFF2-40B4-BE49-F238E27FC236}">
                <a16:creationId xmlns:a16="http://schemas.microsoft.com/office/drawing/2014/main" id="{EC24842F-5F79-49F7-9497-A727A522B9DC}"/>
              </a:ext>
            </a:extLst>
          </p:cNvPr>
          <p:cNvSpPr>
            <a:spLocks xmlns:a="http://schemas.openxmlformats.org/drawingml/2006/main" noGrp="1"/>
          </p:cNvSpPr>
          <p:nvPr/>
        </p:nvSpPr>
        <p:spPr>
          <a:xfrm xmlns:a="http://schemas.openxmlformats.org/drawingml/2006/main">
            <a:off x="1069181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251" name="dp42-comparison / n246 / arrow">
            <a:extLst xmlns:a="http://schemas.openxmlformats.org/drawingml/2006/main">
              <a:ext uri="{FF2B5EF4-FFF2-40B4-BE49-F238E27FC236}">
                <a16:creationId xmlns:a16="http://schemas.microsoft.com/office/drawing/2014/main" id="{BD48D1F0-CA11-4FA4-8DFC-7BF2E75E0425}"/>
              </a:ext>
            </a:extLst>
          </p:cNvPr>
          <p:cNvSpPr>
            <a:spLocks xmlns:a="http://schemas.openxmlformats.org/drawingml/2006/main" noGrp="1"/>
          </p:cNvSpPr>
          <p:nvPr/>
        </p:nvSpPr>
        <p:spPr>
          <a:xfrm xmlns:a="http://schemas.openxmlformats.org/drawingml/2006/main">
            <a:off x="1065828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2" name="dp42-comparison / n247 / path">
            <a:extLst xmlns:a="http://schemas.openxmlformats.org/drawingml/2006/main">
              <a:ext uri="{FF2B5EF4-FFF2-40B4-BE49-F238E27FC236}">
                <a16:creationId xmlns:a16="http://schemas.microsoft.com/office/drawing/2014/main" id="{D7021C85-2044-4C45-AABC-8F42D1C34F93}"/>
              </a:ext>
            </a:extLst>
          </p:cNvPr>
          <p:cNvSpPr>
            <a:spLocks xmlns:a="http://schemas.openxmlformats.org/drawingml/2006/main" noGrp="1"/>
          </p:cNvSpPr>
          <p:nvPr/>
        </p:nvSpPr>
        <p:spPr>
          <a:xfrm xmlns:a="http://schemas.openxmlformats.org/drawingml/2006/main">
            <a:off x="1154906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253" name="dp42-comparison / n247 / arrow">
            <a:extLst xmlns:a="http://schemas.openxmlformats.org/drawingml/2006/main">
              <a:ext uri="{FF2B5EF4-FFF2-40B4-BE49-F238E27FC236}">
                <a16:creationId xmlns:a16="http://schemas.microsoft.com/office/drawing/2014/main" id="{FDAE2622-594F-4BAE-8657-B1C3B196854F}"/>
              </a:ext>
            </a:extLst>
          </p:cNvPr>
          <p:cNvSpPr>
            <a:spLocks xmlns:a="http://schemas.openxmlformats.org/drawingml/2006/main" noGrp="1"/>
          </p:cNvSpPr>
          <p:nvPr/>
        </p:nvSpPr>
        <p:spPr>
          <a:xfrm xmlns:a="http://schemas.openxmlformats.org/drawingml/2006/main">
            <a:off x="1151553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54" name="dp42-comparison / n250 / path">
            <a:extLst xmlns:a="http://schemas.openxmlformats.org/drawingml/2006/main">
              <a:ext uri="{FF2B5EF4-FFF2-40B4-BE49-F238E27FC236}">
                <a16:creationId xmlns:a16="http://schemas.microsoft.com/office/drawing/2014/main" id="{4097D532-EE6E-4E56-A462-5E11179A7A56}"/>
              </a:ext>
            </a:extLst>
          </p:cNvPr>
          <p:cNvSpPr>
            <a:spLocks xmlns:a="http://schemas.openxmlformats.org/drawingml/2006/main" noGrp="1"/>
          </p:cNvSpPr>
          <p:nvPr/>
        </p:nvSpPr>
        <p:spPr>
          <a:xfrm xmlns:a="http://schemas.openxmlformats.org/drawingml/2006/main">
            <a:off x="990600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255" name="dp42-comparison / n250 / arrow">
            <a:extLst xmlns:a="http://schemas.openxmlformats.org/drawingml/2006/main">
              <a:ext uri="{FF2B5EF4-FFF2-40B4-BE49-F238E27FC236}">
                <a16:creationId xmlns:a16="http://schemas.microsoft.com/office/drawing/2014/main" id="{1AEE6AC5-BFC7-4C02-AB1B-9286797456D5}"/>
              </a:ext>
            </a:extLst>
          </p:cNvPr>
          <p:cNvSpPr>
            <a:spLocks xmlns:a="http://schemas.openxmlformats.org/drawingml/2006/main" noGrp="1"/>
          </p:cNvSpPr>
          <p:nvPr/>
        </p:nvSpPr>
        <p:spPr>
          <a:xfrm xmlns:a="http://schemas.openxmlformats.org/drawingml/2006/main">
            <a:off x="1051541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6" name="dp42-comparison / n251 / path">
            <a:extLst xmlns:a="http://schemas.openxmlformats.org/drawingml/2006/main">
              <a:ext uri="{FF2B5EF4-FFF2-40B4-BE49-F238E27FC236}">
                <a16:creationId xmlns:a16="http://schemas.microsoft.com/office/drawing/2014/main" id="{8E084696-C518-42C4-A285-25183657F9D0}"/>
              </a:ext>
            </a:extLst>
          </p:cNvPr>
          <p:cNvSpPr>
            <a:spLocks xmlns:a="http://schemas.openxmlformats.org/drawingml/2006/main" noGrp="1"/>
          </p:cNvSpPr>
          <p:nvPr/>
        </p:nvSpPr>
        <p:spPr>
          <a:xfrm xmlns:a="http://schemas.openxmlformats.org/drawingml/2006/main">
            <a:off x="1223962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257" name="dp42-comparison / n251 / arrow">
            <a:extLst xmlns:a="http://schemas.openxmlformats.org/drawingml/2006/main">
              <a:ext uri="{FF2B5EF4-FFF2-40B4-BE49-F238E27FC236}">
                <a16:creationId xmlns:a16="http://schemas.microsoft.com/office/drawing/2014/main" id="{A1BE335C-08EA-4B1D-8BF4-95546B817BB3}"/>
              </a:ext>
            </a:extLst>
          </p:cNvPr>
          <p:cNvSpPr>
            <a:spLocks xmlns:a="http://schemas.openxmlformats.org/drawingml/2006/main" noGrp="1"/>
          </p:cNvSpPr>
          <p:nvPr/>
        </p:nvSpPr>
        <p:spPr>
          <a:xfrm xmlns:a="http://schemas.openxmlformats.org/drawingml/2006/main">
            <a:off x="1223962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8" name="dp42-comparison / n256 / path">
            <a:extLst xmlns:a="http://schemas.openxmlformats.org/drawingml/2006/main">
              <a:ext uri="{FF2B5EF4-FFF2-40B4-BE49-F238E27FC236}">
                <a16:creationId xmlns:a16="http://schemas.microsoft.com/office/drawing/2014/main" id="{10424003-FEE0-41FF-AD60-A73653CE699C}"/>
              </a:ext>
            </a:extLst>
          </p:cNvPr>
          <p:cNvSpPr>
            <a:spLocks xmlns:a="http://schemas.openxmlformats.org/drawingml/2006/main" noGrp="1"/>
          </p:cNvSpPr>
          <p:nvPr/>
        </p:nvSpPr>
        <p:spPr>
          <a:xfrm xmlns:a="http://schemas.openxmlformats.org/drawingml/2006/main">
            <a:off x="1619250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259" name="dp42-comparison / n256 / arrow">
            <a:extLst xmlns:a="http://schemas.openxmlformats.org/drawingml/2006/main">
              <a:ext uri="{FF2B5EF4-FFF2-40B4-BE49-F238E27FC236}">
                <a16:creationId xmlns:a16="http://schemas.microsoft.com/office/drawing/2014/main" id="{2D331EA0-529B-4E24-9D48-D6E3ECF9A99B}"/>
              </a:ext>
            </a:extLst>
          </p:cNvPr>
          <p:cNvSpPr>
            <a:spLocks xmlns:a="http://schemas.openxmlformats.org/drawingml/2006/main" noGrp="1"/>
          </p:cNvSpPr>
          <p:nvPr/>
        </p:nvSpPr>
        <p:spPr>
          <a:xfrm xmlns:a="http://schemas.openxmlformats.org/drawingml/2006/main">
            <a:off x="1615897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0" name="dp42-comparison / n257 / path">
            <a:extLst xmlns:a="http://schemas.openxmlformats.org/drawingml/2006/main">
              <a:ext uri="{FF2B5EF4-FFF2-40B4-BE49-F238E27FC236}">
                <a16:creationId xmlns:a16="http://schemas.microsoft.com/office/drawing/2014/main" id="{FD20EE00-354D-455B-9AC0-3F8B92F98036}"/>
              </a:ext>
            </a:extLst>
          </p:cNvPr>
          <p:cNvSpPr>
            <a:spLocks xmlns:a="http://schemas.openxmlformats.org/drawingml/2006/main" noGrp="1"/>
          </p:cNvSpPr>
          <p:nvPr/>
        </p:nvSpPr>
        <p:spPr>
          <a:xfrm xmlns:a="http://schemas.openxmlformats.org/drawingml/2006/main">
            <a:off x="1478280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261" name="dp42-comparison / n257 / arrow">
            <a:extLst xmlns:a="http://schemas.openxmlformats.org/drawingml/2006/main">
              <a:ext uri="{FF2B5EF4-FFF2-40B4-BE49-F238E27FC236}">
                <a16:creationId xmlns:a16="http://schemas.microsoft.com/office/drawing/2014/main" id="{64ED6622-6789-4AB7-8131-DA60405A3377}"/>
              </a:ext>
            </a:extLst>
          </p:cNvPr>
          <p:cNvSpPr>
            <a:spLocks xmlns:a="http://schemas.openxmlformats.org/drawingml/2006/main" noGrp="1"/>
          </p:cNvSpPr>
          <p:nvPr/>
        </p:nvSpPr>
        <p:spPr>
          <a:xfrm xmlns:a="http://schemas.openxmlformats.org/drawingml/2006/main">
            <a:off x="1483956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2" name="dp42-comparison / n262">
            <a:extLst xmlns:a="http://schemas.openxmlformats.org/drawingml/2006/main">
              <a:ext uri="{FF2B5EF4-FFF2-40B4-BE49-F238E27FC236}">
                <a16:creationId xmlns:a16="http://schemas.microsoft.com/office/drawing/2014/main" id="{5339BB6F-3A27-42F4-98C1-86DF28E03411}"/>
              </a:ext>
            </a:extLst>
          </p:cNvPr>
          <p:cNvSpPr>
            <a:spLocks xmlns:a="http://schemas.openxmlformats.org/drawingml/2006/main" noGrp="1"/>
          </p:cNvSpPr>
          <p:nvPr/>
        </p:nvSpPr>
        <p:spPr>
          <a:xfrm xmlns:a="http://schemas.openxmlformats.org/drawingml/2006/main">
            <a:off x="10001250" y="6400800"/>
            <a:ext cx="36195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3" name="dp42-comparison / n263 / text 1">
            <a:extLst xmlns:a="http://schemas.openxmlformats.org/drawingml/2006/main">
              <a:ext uri="{FF2B5EF4-FFF2-40B4-BE49-F238E27FC236}">
                <a16:creationId xmlns:a16="http://schemas.microsoft.com/office/drawing/2014/main" id="{65F0F4A5-BA95-4FB2-92F4-FAF43D6C2A9A}"/>
              </a:ext>
            </a:extLst>
          </p:cNvPr>
          <p:cNvSpPr>
            <a:spLocks xmlns:a="http://schemas.openxmlformats.org/drawingml/2006/main" noGrp="1"/>
          </p:cNvSpPr>
          <p:nvPr/>
        </p:nvSpPr>
        <p:spPr>
          <a:xfrm xmlns:a="http://schemas.openxmlformats.org/drawingml/2006/main">
            <a:off x="10086975" y="6515100"/>
            <a:ext cx="3448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대화 상태 저장소</a:t>
            </a:r>
          </a:p>
        </p:txBody>
      </p:sp>
      <p:sp>
        <p:nvSpPr>
          <p:cNvPr id="264" name="dp42-comparison / n264">
            <a:extLst xmlns:a="http://schemas.openxmlformats.org/drawingml/2006/main">
              <a:ext uri="{FF2B5EF4-FFF2-40B4-BE49-F238E27FC236}">
                <a16:creationId xmlns:a16="http://schemas.microsoft.com/office/drawing/2014/main" id="{23907849-0AAE-45F6-8436-A617CC27270B}"/>
              </a:ext>
            </a:extLst>
          </p:cNvPr>
          <p:cNvSpPr>
            <a:spLocks xmlns:a="http://schemas.openxmlformats.org/drawingml/2006/main" noGrp="1"/>
          </p:cNvSpPr>
          <p:nvPr/>
        </p:nvSpPr>
        <p:spPr>
          <a:xfrm xmlns:a="http://schemas.openxmlformats.org/drawingml/2006/main">
            <a:off x="14478000" y="6400800"/>
            <a:ext cx="3000375"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5" name="dp42-comparison / n265 / text 1">
            <a:extLst xmlns:a="http://schemas.openxmlformats.org/drawingml/2006/main">
              <a:ext uri="{FF2B5EF4-FFF2-40B4-BE49-F238E27FC236}">
                <a16:creationId xmlns:a16="http://schemas.microsoft.com/office/drawing/2014/main" id="{57170E40-F049-4357-BCBB-C5B4D133AE05}"/>
              </a:ext>
            </a:extLst>
          </p:cNvPr>
          <p:cNvSpPr>
            <a:spLocks xmlns:a="http://schemas.openxmlformats.org/drawingml/2006/main" noGrp="1"/>
          </p:cNvSpPr>
          <p:nvPr/>
        </p:nvSpPr>
        <p:spPr>
          <a:xfrm xmlns:a="http://schemas.openxmlformats.org/drawingml/2006/main">
            <a:off x="14563725" y="6515100"/>
            <a:ext cx="28289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업무 상태 저장소</a:t>
            </a:r>
          </a:p>
        </p:txBody>
      </p:sp>
      <p:sp>
        <p:nvSpPr>
          <p:cNvPr id="266" name="dp42-comparison / n266 / path">
            <a:extLst xmlns:a="http://schemas.openxmlformats.org/drawingml/2006/main">
              <a:ext uri="{FF2B5EF4-FFF2-40B4-BE49-F238E27FC236}">
                <a16:creationId xmlns:a16="http://schemas.microsoft.com/office/drawing/2014/main" id="{1C3F89B2-6DD8-4AB6-8957-AF6810DBD777}"/>
              </a:ext>
            </a:extLst>
          </p:cNvPr>
          <p:cNvSpPr>
            <a:spLocks xmlns:a="http://schemas.openxmlformats.org/drawingml/2006/main" noGrp="1"/>
          </p:cNvSpPr>
          <p:nvPr/>
        </p:nvSpPr>
        <p:spPr>
          <a:xfrm xmlns:a="http://schemas.openxmlformats.org/drawingml/2006/main">
            <a:off x="12239625" y="4238625"/>
            <a:ext cx="266700" cy="2162175"/>
          </a:xfrm>
          <a:custGeom xmlns:a="http://schemas.openxmlformats.org/drawingml/2006/main">
            <a:pathLst>
              <a:path w="266700" h="2162175">
                <a:moveTo>
                  <a:pt x="0" y="0"/>
                </a:moveTo>
                <a:lnTo>
                  <a:pt x="266700" y="0"/>
                </a:lnTo>
                <a:lnTo>
                  <a:pt x="266700" y="2057400"/>
                </a:lnTo>
                <a:lnTo>
                  <a:pt x="47625" y="2057400"/>
                </a:lnTo>
                <a:lnTo>
                  <a:pt x="47625" y="2162175"/>
                </a:lnTo>
              </a:path>
            </a:pathLst>
          </a:custGeom>
          <a:noFill xmlns:a="http://schemas.openxmlformats.org/drawingml/2006/main"/>
          <a:ln xmlns:a="http://schemas.openxmlformats.org/drawingml/2006/main" w="10478">
            <a:solidFill>
              <a:srgbClr val="000000"/>
            </a:solidFill>
            <a:prstDash val="solid"/>
          </a:ln>
        </p:spPr>
      </p:sp>
      <p:sp>
        <p:nvSpPr>
          <p:cNvPr id="267" name="dp42-comparison / n266 / arrow">
            <a:extLst xmlns:a="http://schemas.openxmlformats.org/drawingml/2006/main">
              <a:ext uri="{FF2B5EF4-FFF2-40B4-BE49-F238E27FC236}">
                <a16:creationId xmlns:a16="http://schemas.microsoft.com/office/drawing/2014/main" id="{863D0254-2999-473C-A956-F2B1681F9DE7}"/>
              </a:ext>
            </a:extLst>
          </p:cNvPr>
          <p:cNvSpPr>
            <a:spLocks xmlns:a="http://schemas.openxmlformats.org/drawingml/2006/main" noGrp="1"/>
          </p:cNvSpPr>
          <p:nvPr/>
        </p:nvSpPr>
        <p:spPr>
          <a:xfrm xmlns:a="http://schemas.openxmlformats.org/drawingml/2006/main">
            <a:off x="1225372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8" name="dp42-comparison / n267 / path">
            <a:extLst xmlns:a="http://schemas.openxmlformats.org/drawingml/2006/main">
              <a:ext uri="{FF2B5EF4-FFF2-40B4-BE49-F238E27FC236}">
                <a16:creationId xmlns:a16="http://schemas.microsoft.com/office/drawing/2014/main" id="{6B65585B-B71B-4222-93F0-8C1A75499C7B}"/>
              </a:ext>
            </a:extLst>
          </p:cNvPr>
          <p:cNvSpPr>
            <a:spLocks xmlns:a="http://schemas.openxmlformats.org/drawingml/2006/main" noGrp="1"/>
          </p:cNvSpPr>
          <p:nvPr/>
        </p:nvSpPr>
        <p:spPr>
          <a:xfrm xmlns:a="http://schemas.openxmlformats.org/drawingml/2006/main">
            <a:off x="14392275" y="4238625"/>
            <a:ext cx="585788" cy="2162175"/>
          </a:xfrm>
          <a:custGeom xmlns:a="http://schemas.openxmlformats.org/drawingml/2006/main">
            <a:pathLst>
              <a:path w="585788" h="2162175">
                <a:moveTo>
                  <a:pt x="514350" y="0"/>
                </a:moveTo>
                <a:lnTo>
                  <a:pt x="0" y="0"/>
                </a:lnTo>
                <a:lnTo>
                  <a:pt x="0" y="2057400"/>
                </a:lnTo>
                <a:lnTo>
                  <a:pt x="585788" y="2057400"/>
                </a:lnTo>
                <a:lnTo>
                  <a:pt x="585788" y="2162175"/>
                </a:lnTo>
              </a:path>
            </a:pathLst>
          </a:custGeom>
          <a:noFill xmlns:a="http://schemas.openxmlformats.org/drawingml/2006/main"/>
          <a:ln xmlns:a="http://schemas.openxmlformats.org/drawingml/2006/main" w="10478">
            <a:solidFill>
              <a:srgbClr val="000000"/>
            </a:solidFill>
            <a:prstDash val="solid"/>
          </a:ln>
        </p:spPr>
      </p:sp>
      <p:sp>
        <p:nvSpPr>
          <p:cNvPr id="269" name="dp42-comparison / n267 / arrow">
            <a:extLst xmlns:a="http://schemas.openxmlformats.org/drawingml/2006/main">
              <a:ext uri="{FF2B5EF4-FFF2-40B4-BE49-F238E27FC236}">
                <a16:creationId xmlns:a16="http://schemas.microsoft.com/office/drawing/2014/main" id="{A8DBF7A9-5BC3-48F7-A05B-7E7D1AE74CB3}"/>
              </a:ext>
            </a:extLst>
          </p:cNvPr>
          <p:cNvSpPr>
            <a:spLocks xmlns:a="http://schemas.openxmlformats.org/drawingml/2006/main" noGrp="1"/>
          </p:cNvSpPr>
          <p:nvPr/>
        </p:nvSpPr>
        <p:spPr>
          <a:xfrm xmlns:a="http://schemas.openxmlformats.org/drawingml/2006/main">
            <a:off x="14944535"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0" name="dp42-comparison / n268 / path">
            <a:extLst xmlns:a="http://schemas.openxmlformats.org/drawingml/2006/main">
              <a:ext uri="{FF2B5EF4-FFF2-40B4-BE49-F238E27FC236}">
                <a16:creationId xmlns:a16="http://schemas.microsoft.com/office/drawing/2014/main" id="{1154DA98-0DBA-43A1-97A8-7B9857F4ECB2}"/>
              </a:ext>
            </a:extLst>
          </p:cNvPr>
          <p:cNvSpPr>
            <a:spLocks xmlns:a="http://schemas.openxmlformats.org/drawingml/2006/main" noGrp="1"/>
          </p:cNvSpPr>
          <p:nvPr/>
        </p:nvSpPr>
        <p:spPr>
          <a:xfrm xmlns:a="http://schemas.openxmlformats.org/drawingml/2006/main">
            <a:off x="11691938" y="4257675"/>
            <a:ext cx="3929063" cy="285750"/>
          </a:xfrm>
          <a:custGeom xmlns:a="http://schemas.openxmlformats.org/drawingml/2006/main">
            <a:pathLst>
              <a:path w="3929063" h="285750">
                <a:moveTo>
                  <a:pt x="3929063" y="0"/>
                </a:moveTo>
                <a:lnTo>
                  <a:pt x="3929063" y="228600"/>
                </a:lnTo>
                <a:lnTo>
                  <a:pt x="2309813" y="228600"/>
                </a:lnTo>
                <a:lnTo>
                  <a:pt x="2309813" y="285750"/>
                </a:lnTo>
                <a:lnTo>
                  <a:pt x="0" y="285750"/>
                </a:lnTo>
                <a:lnTo>
                  <a:pt x="0" y="0"/>
                </a:lnTo>
              </a:path>
            </a:pathLst>
          </a:custGeom>
          <a:noFill xmlns:a="http://schemas.openxmlformats.org/drawingml/2006/main"/>
          <a:ln xmlns:a="http://schemas.openxmlformats.org/drawingml/2006/main" w="10478">
            <a:solidFill>
              <a:srgbClr val="000000"/>
            </a:solidFill>
            <a:prstDash val="dash"/>
          </a:ln>
        </p:spPr>
      </p:sp>
      <p:sp>
        <p:nvSpPr>
          <p:cNvPr id="271" name="dp42-comparison / n268 / arrow">
            <a:extLst xmlns:a="http://schemas.openxmlformats.org/drawingml/2006/main">
              <a:ext uri="{FF2B5EF4-FFF2-40B4-BE49-F238E27FC236}">
                <a16:creationId xmlns:a16="http://schemas.microsoft.com/office/drawing/2014/main" id="{6B41E1EB-0331-47CE-9478-350D0C7A5523}"/>
              </a:ext>
            </a:extLst>
          </p:cNvPr>
          <p:cNvSpPr>
            <a:spLocks xmlns:a="http://schemas.openxmlformats.org/drawingml/2006/main" noGrp="1"/>
          </p:cNvSpPr>
          <p:nvPr/>
        </p:nvSpPr>
        <p:spPr>
          <a:xfrm xmlns:a="http://schemas.openxmlformats.org/drawingml/2006/main">
            <a:off x="11658410" y="42576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72" name="dp42-comparison / n275 / path">
            <a:extLst xmlns:a="http://schemas.openxmlformats.org/drawingml/2006/main">
              <a:ext uri="{FF2B5EF4-FFF2-40B4-BE49-F238E27FC236}">
                <a16:creationId xmlns:a16="http://schemas.microsoft.com/office/drawing/2014/main" id="{45DAE710-0FF2-41F5-9C29-D98E89AC3795}"/>
              </a:ext>
            </a:extLst>
          </p:cNvPr>
          <p:cNvSpPr>
            <a:spLocks xmlns:a="http://schemas.openxmlformats.org/drawingml/2006/main" noGrp="1"/>
          </p:cNvSpPr>
          <p:nvPr/>
        </p:nvSpPr>
        <p:spPr>
          <a:xfrm xmlns:a="http://schemas.openxmlformats.org/drawingml/2006/main">
            <a:off x="9944100" y="5495925"/>
            <a:ext cx="914400" cy="904875"/>
          </a:xfrm>
          <a:custGeom xmlns:a="http://schemas.openxmlformats.org/drawingml/2006/main">
            <a:pathLst>
              <a:path w="914400" h="904875">
                <a:moveTo>
                  <a:pt x="57150" y="0"/>
                </a:moveTo>
                <a:lnTo>
                  <a:pt x="0" y="0"/>
                </a:lnTo>
                <a:lnTo>
                  <a:pt x="0" y="762000"/>
                </a:lnTo>
                <a:lnTo>
                  <a:pt x="914400" y="762000"/>
                </a:lnTo>
                <a:lnTo>
                  <a:pt x="914400" y="904875"/>
                </a:lnTo>
              </a:path>
            </a:pathLst>
          </a:custGeom>
          <a:noFill xmlns:a="http://schemas.openxmlformats.org/drawingml/2006/main"/>
          <a:ln xmlns:a="http://schemas.openxmlformats.org/drawingml/2006/main" w="10478">
            <a:solidFill>
              <a:srgbClr val="000000"/>
            </a:solidFill>
            <a:prstDash val="solid"/>
          </a:ln>
        </p:spPr>
      </p:sp>
      <p:sp>
        <p:nvSpPr>
          <p:cNvPr id="273" name="dp42-comparison / n275 / arrow">
            <a:extLst xmlns:a="http://schemas.openxmlformats.org/drawingml/2006/main">
              <a:ext uri="{FF2B5EF4-FFF2-40B4-BE49-F238E27FC236}">
                <a16:creationId xmlns:a16="http://schemas.microsoft.com/office/drawing/2014/main" id="{37E26D68-C31C-479A-931E-CAD41D721F8C}"/>
              </a:ext>
            </a:extLst>
          </p:cNvPr>
          <p:cNvSpPr>
            <a:spLocks xmlns:a="http://schemas.openxmlformats.org/drawingml/2006/main" noGrp="1"/>
          </p:cNvSpPr>
          <p:nvPr/>
        </p:nvSpPr>
        <p:spPr>
          <a:xfrm xmlns:a="http://schemas.openxmlformats.org/drawingml/2006/main">
            <a:off x="1082497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4" name="dp42-comparison / n276">
            <a:extLst xmlns:a="http://schemas.openxmlformats.org/drawingml/2006/main">
              <a:ext uri="{FF2B5EF4-FFF2-40B4-BE49-F238E27FC236}">
                <a16:creationId xmlns:a16="http://schemas.microsoft.com/office/drawing/2014/main" id="{71BEB0E5-8465-4315-A9BE-ACCCF7935BAF}"/>
              </a:ext>
            </a:extLst>
          </p:cNvPr>
          <p:cNvSpPr>
            <a:spLocks xmlns:a="http://schemas.openxmlformats.org/drawingml/2006/main" noGrp="1"/>
          </p:cNvSpPr>
          <p:nvPr/>
        </p:nvSpPr>
        <p:spPr>
          <a:xfrm xmlns:a="http://schemas.openxmlformats.org/drawingml/2006/main">
            <a:off x="1000125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5" name="dp42-comparison / n277 / text 1">
            <a:extLst xmlns:a="http://schemas.openxmlformats.org/drawingml/2006/main">
              <a:ext uri="{FF2B5EF4-FFF2-40B4-BE49-F238E27FC236}">
                <a16:creationId xmlns:a16="http://schemas.microsoft.com/office/drawing/2014/main" id="{502FE901-4845-48F4-8793-D4EF115DF807}"/>
              </a:ext>
            </a:extLst>
          </p:cNvPr>
          <p:cNvSpPr>
            <a:spLocks xmlns:a="http://schemas.openxmlformats.org/drawingml/2006/main" noGrp="1"/>
          </p:cNvSpPr>
          <p:nvPr/>
        </p:nvSpPr>
        <p:spPr>
          <a:xfrm xmlns:a="http://schemas.openxmlformats.org/drawingml/2006/main">
            <a:off x="1008697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276" name="dp42-comparison / n278">
            <a:extLst xmlns:a="http://schemas.openxmlformats.org/drawingml/2006/main">
              <a:ext uri="{FF2B5EF4-FFF2-40B4-BE49-F238E27FC236}">
                <a16:creationId xmlns:a16="http://schemas.microsoft.com/office/drawing/2014/main" id="{EF127211-000F-4D98-9357-354F9824EF2E}"/>
              </a:ext>
            </a:extLst>
          </p:cNvPr>
          <p:cNvSpPr>
            <a:spLocks xmlns:a="http://schemas.openxmlformats.org/drawingml/2006/main" noGrp="1"/>
          </p:cNvSpPr>
          <p:nvPr/>
        </p:nvSpPr>
        <p:spPr>
          <a:xfrm xmlns:a="http://schemas.openxmlformats.org/drawingml/2006/main">
            <a:off x="1290637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7" name="dp42-comparison / n279 / text 1">
            <a:extLst xmlns:a="http://schemas.openxmlformats.org/drawingml/2006/main">
              <a:ext uri="{FF2B5EF4-FFF2-40B4-BE49-F238E27FC236}">
                <a16:creationId xmlns:a16="http://schemas.microsoft.com/office/drawing/2014/main" id="{0D7F418D-5E2B-4AF9-A682-EBC359124B46}"/>
              </a:ext>
            </a:extLst>
          </p:cNvPr>
          <p:cNvSpPr>
            <a:spLocks xmlns:a="http://schemas.openxmlformats.org/drawingml/2006/main" noGrp="1"/>
          </p:cNvSpPr>
          <p:nvPr/>
        </p:nvSpPr>
        <p:spPr>
          <a:xfrm xmlns:a="http://schemas.openxmlformats.org/drawingml/2006/main">
            <a:off x="1299210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278" name="dp42-comparison / n280">
            <a:extLst xmlns:a="http://schemas.openxmlformats.org/drawingml/2006/main">
              <a:ext uri="{FF2B5EF4-FFF2-40B4-BE49-F238E27FC236}">
                <a16:creationId xmlns:a16="http://schemas.microsoft.com/office/drawing/2014/main" id="{7D48DE03-E523-49FD-ACD0-E16D16DE2EC5}"/>
              </a:ext>
            </a:extLst>
          </p:cNvPr>
          <p:cNvSpPr>
            <a:spLocks xmlns:a="http://schemas.openxmlformats.org/drawingml/2006/main" noGrp="1"/>
          </p:cNvSpPr>
          <p:nvPr/>
        </p:nvSpPr>
        <p:spPr>
          <a:xfrm xmlns:a="http://schemas.openxmlformats.org/drawingml/2006/main">
            <a:off x="1533525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9" name="dp42-comparison / n281 / text 1">
            <a:extLst xmlns:a="http://schemas.openxmlformats.org/drawingml/2006/main">
              <a:ext uri="{FF2B5EF4-FFF2-40B4-BE49-F238E27FC236}">
                <a16:creationId xmlns:a16="http://schemas.microsoft.com/office/drawing/2014/main" id="{BBD2BB4D-C88B-447C-9733-AEF408731030}"/>
              </a:ext>
            </a:extLst>
          </p:cNvPr>
          <p:cNvSpPr>
            <a:spLocks xmlns:a="http://schemas.openxmlformats.org/drawingml/2006/main" noGrp="1"/>
          </p:cNvSpPr>
          <p:nvPr/>
        </p:nvSpPr>
        <p:spPr>
          <a:xfrm xmlns:a="http://schemas.openxmlformats.org/drawingml/2006/main">
            <a:off x="1542097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280" name="dp42-comparison / n282 / path">
            <a:extLst xmlns:a="http://schemas.openxmlformats.org/drawingml/2006/main">
              <a:ext uri="{FF2B5EF4-FFF2-40B4-BE49-F238E27FC236}">
                <a16:creationId xmlns:a16="http://schemas.microsoft.com/office/drawing/2014/main" id="{433CC55F-FD7D-41D5-A9BA-C773ED8B4A0C}"/>
              </a:ext>
            </a:extLst>
          </p:cNvPr>
          <p:cNvSpPr>
            <a:spLocks xmlns:a="http://schemas.openxmlformats.org/drawingml/2006/main" noGrp="1"/>
          </p:cNvSpPr>
          <p:nvPr/>
        </p:nvSpPr>
        <p:spPr>
          <a:xfrm xmlns:a="http://schemas.openxmlformats.org/drawingml/2006/main">
            <a:off x="971550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281" name="dp42-comparison / n282 / arrow">
            <a:extLst xmlns:a="http://schemas.openxmlformats.org/drawingml/2006/main">
              <a:ext uri="{FF2B5EF4-FFF2-40B4-BE49-F238E27FC236}">
                <a16:creationId xmlns:a16="http://schemas.microsoft.com/office/drawing/2014/main" id="{7C2702C9-B86E-45FA-B6C5-1C9687D5BABF}"/>
              </a:ext>
            </a:extLst>
          </p:cNvPr>
          <p:cNvSpPr>
            <a:spLocks xmlns:a="http://schemas.openxmlformats.org/drawingml/2006/main" noGrp="1"/>
          </p:cNvSpPr>
          <p:nvPr/>
        </p:nvSpPr>
        <p:spPr>
          <a:xfrm xmlns:a="http://schemas.openxmlformats.org/drawingml/2006/main">
            <a:off x="993419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2" name="dp42-comparison / n283 / path">
            <a:extLst xmlns:a="http://schemas.openxmlformats.org/drawingml/2006/main">
              <a:ext uri="{FF2B5EF4-FFF2-40B4-BE49-F238E27FC236}">
                <a16:creationId xmlns:a16="http://schemas.microsoft.com/office/drawing/2014/main" id="{2CF82656-9588-4129-9714-CD08E526901A}"/>
              </a:ext>
            </a:extLst>
          </p:cNvPr>
          <p:cNvSpPr>
            <a:spLocks xmlns:a="http://schemas.openxmlformats.org/drawingml/2006/main" noGrp="1"/>
          </p:cNvSpPr>
          <p:nvPr/>
        </p:nvSpPr>
        <p:spPr>
          <a:xfrm xmlns:a="http://schemas.openxmlformats.org/drawingml/2006/main">
            <a:off x="984885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283" name="dp42-comparison / n283 / arrow">
            <a:extLst xmlns:a="http://schemas.openxmlformats.org/drawingml/2006/main">
              <a:ext uri="{FF2B5EF4-FFF2-40B4-BE49-F238E27FC236}">
                <a16:creationId xmlns:a16="http://schemas.microsoft.com/office/drawing/2014/main" id="{527785B0-EDF6-40F7-B04B-5A9CFAF19F32}"/>
              </a:ext>
            </a:extLst>
          </p:cNvPr>
          <p:cNvSpPr>
            <a:spLocks xmlns:a="http://schemas.openxmlformats.org/drawingml/2006/main" noGrp="1"/>
          </p:cNvSpPr>
          <p:nvPr/>
        </p:nvSpPr>
        <p:spPr>
          <a:xfrm xmlns:a="http://schemas.openxmlformats.org/drawingml/2006/main">
            <a:off x="108011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4" name="dp42-comparison / n284 / path">
            <a:extLst xmlns:a="http://schemas.openxmlformats.org/drawingml/2006/main">
              <a:ext uri="{FF2B5EF4-FFF2-40B4-BE49-F238E27FC236}">
                <a16:creationId xmlns:a16="http://schemas.microsoft.com/office/drawing/2014/main" id="{2380AB32-23F5-4F73-B77B-7A03A0580F87}"/>
              </a:ext>
            </a:extLst>
          </p:cNvPr>
          <p:cNvSpPr>
            <a:spLocks xmlns:a="http://schemas.openxmlformats.org/drawingml/2006/main" noGrp="1"/>
          </p:cNvSpPr>
          <p:nvPr/>
        </p:nvSpPr>
        <p:spPr>
          <a:xfrm xmlns:a="http://schemas.openxmlformats.org/drawingml/2006/main">
            <a:off x="9886950" y="5400675"/>
            <a:ext cx="2457450" cy="1838325"/>
          </a:xfrm>
          <a:custGeom xmlns:a="http://schemas.openxmlformats.org/drawingml/2006/main">
            <a:pathLst>
              <a:path w="2457450" h="1838325">
                <a:moveTo>
                  <a:pt x="2352675" y="1838325"/>
                </a:moveTo>
                <a:lnTo>
                  <a:pt x="2457450" y="1838325"/>
                </a:lnTo>
                <a:lnTo>
                  <a:pt x="2457450" y="1552575"/>
                </a:lnTo>
                <a:lnTo>
                  <a:pt x="0" y="1552575"/>
                </a:lnTo>
                <a:lnTo>
                  <a:pt x="0" y="0"/>
                </a:lnTo>
                <a:lnTo>
                  <a:pt x="114300" y="0"/>
                </a:lnTo>
              </a:path>
            </a:pathLst>
          </a:custGeom>
          <a:noFill xmlns:a="http://schemas.openxmlformats.org/drawingml/2006/main"/>
          <a:ln xmlns:a="http://schemas.openxmlformats.org/drawingml/2006/main" w="10478">
            <a:solidFill>
              <a:srgbClr val="000000"/>
            </a:solidFill>
            <a:prstDash val="dash"/>
          </a:ln>
        </p:spPr>
      </p:sp>
      <p:sp>
        <p:nvSpPr>
          <p:cNvPr id="285" name="dp42-comparison / n284 / arrow">
            <a:extLst xmlns:a="http://schemas.openxmlformats.org/drawingml/2006/main">
              <a:ext uri="{FF2B5EF4-FFF2-40B4-BE49-F238E27FC236}">
                <a16:creationId xmlns:a16="http://schemas.microsoft.com/office/drawing/2014/main" id="{6A88BE87-BA83-4CBB-A918-2D7D88E724F5}"/>
              </a:ext>
            </a:extLst>
          </p:cNvPr>
          <p:cNvSpPr>
            <a:spLocks xmlns:a="http://schemas.openxmlformats.org/drawingml/2006/main" noGrp="1"/>
          </p:cNvSpPr>
          <p:nvPr/>
        </p:nvSpPr>
        <p:spPr>
          <a:xfrm xmlns:a="http://schemas.openxmlformats.org/drawingml/2006/main">
            <a:off x="9934194" y="53671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6" name="dp42-comparison / n287 / path">
            <a:extLst xmlns:a="http://schemas.openxmlformats.org/drawingml/2006/main">
              <a:ext uri="{FF2B5EF4-FFF2-40B4-BE49-F238E27FC236}">
                <a16:creationId xmlns:a16="http://schemas.microsoft.com/office/drawing/2014/main" id="{E9A20C0A-BA3D-43E4-B348-6BDE67143918}"/>
              </a:ext>
            </a:extLst>
          </p:cNvPr>
          <p:cNvSpPr>
            <a:spLocks xmlns:a="http://schemas.openxmlformats.org/drawingml/2006/main" noGrp="1"/>
          </p:cNvSpPr>
          <p:nvPr/>
        </p:nvSpPr>
        <p:spPr>
          <a:xfrm xmlns:a="http://schemas.openxmlformats.org/drawingml/2006/main">
            <a:off x="12239625" y="4781550"/>
            <a:ext cx="1666875" cy="2238375"/>
          </a:xfrm>
          <a:custGeom xmlns:a="http://schemas.openxmlformats.org/drawingml/2006/main">
            <a:pathLst>
              <a:path w="1666875" h="2238375">
                <a:moveTo>
                  <a:pt x="0" y="0"/>
                </a:moveTo>
                <a:lnTo>
                  <a:pt x="1666875" y="0"/>
                </a:lnTo>
                <a:lnTo>
                  <a:pt x="16668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287" name="dp42-comparison / n287 / arrow">
            <a:extLst xmlns:a="http://schemas.openxmlformats.org/drawingml/2006/main">
              <a:ext uri="{FF2B5EF4-FFF2-40B4-BE49-F238E27FC236}">
                <a16:creationId xmlns:a16="http://schemas.microsoft.com/office/drawing/2014/main" id="{7B5E5E00-BBB8-4A65-A703-C94953C902CF}"/>
              </a:ext>
            </a:extLst>
          </p:cNvPr>
          <p:cNvSpPr>
            <a:spLocks xmlns:a="http://schemas.openxmlformats.org/drawingml/2006/main" noGrp="1"/>
          </p:cNvSpPr>
          <p:nvPr/>
        </p:nvSpPr>
        <p:spPr>
          <a:xfrm xmlns:a="http://schemas.openxmlformats.org/drawingml/2006/main">
            <a:off x="133014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8" name="dp42-comparison / n288 / path">
            <a:extLst xmlns:a="http://schemas.openxmlformats.org/drawingml/2006/main">
              <a:ext uri="{FF2B5EF4-FFF2-40B4-BE49-F238E27FC236}">
                <a16:creationId xmlns:a16="http://schemas.microsoft.com/office/drawing/2014/main" id="{3F8132A7-9851-4A7E-8CDB-738D9C61EAB0}"/>
              </a:ext>
            </a:extLst>
          </p:cNvPr>
          <p:cNvSpPr>
            <a:spLocks xmlns:a="http://schemas.openxmlformats.org/drawingml/2006/main" noGrp="1"/>
          </p:cNvSpPr>
          <p:nvPr/>
        </p:nvSpPr>
        <p:spPr>
          <a:xfrm xmlns:a="http://schemas.openxmlformats.org/drawingml/2006/main">
            <a:off x="12239625" y="4876800"/>
            <a:ext cx="1724025" cy="2143125"/>
          </a:xfrm>
          <a:custGeom xmlns:a="http://schemas.openxmlformats.org/drawingml/2006/main">
            <a:pathLst>
              <a:path w="1724025" h="2143125">
                <a:moveTo>
                  <a:pt x="1285875" y="2143125"/>
                </a:moveTo>
                <a:lnTo>
                  <a:pt x="1285875" y="2066925"/>
                </a:lnTo>
                <a:lnTo>
                  <a:pt x="1724025" y="2066925"/>
                </a:lnTo>
                <a:lnTo>
                  <a:pt x="1724025" y="0"/>
                </a:lnTo>
                <a:lnTo>
                  <a:pt x="0" y="0"/>
                </a:lnTo>
              </a:path>
            </a:pathLst>
          </a:custGeom>
          <a:noFill xmlns:a="http://schemas.openxmlformats.org/drawingml/2006/main"/>
          <a:ln xmlns:a="http://schemas.openxmlformats.org/drawingml/2006/main" w="10478">
            <a:solidFill>
              <a:srgbClr val="000000"/>
            </a:solidFill>
            <a:prstDash val="dash"/>
          </a:ln>
        </p:spPr>
      </p:sp>
      <p:sp>
        <p:nvSpPr>
          <p:cNvPr id="289" name="dp42-comparison / n288 / arrow">
            <a:extLst xmlns:a="http://schemas.openxmlformats.org/drawingml/2006/main">
              <a:ext uri="{FF2B5EF4-FFF2-40B4-BE49-F238E27FC236}">
                <a16:creationId xmlns:a16="http://schemas.microsoft.com/office/drawing/2014/main" id="{B18AFDE5-A638-4F94-9AAF-FB79D5ADE574}"/>
              </a:ext>
            </a:extLst>
          </p:cNvPr>
          <p:cNvSpPr>
            <a:spLocks xmlns:a="http://schemas.openxmlformats.org/drawingml/2006/main" noGrp="1"/>
          </p:cNvSpPr>
          <p:nvPr/>
        </p:nvSpPr>
        <p:spPr>
          <a:xfrm xmlns:a="http://schemas.openxmlformats.org/drawingml/2006/main">
            <a:off x="1223962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0" name="dp42-comparison / n289 / path">
            <a:extLst xmlns:a="http://schemas.openxmlformats.org/drawingml/2006/main">
              <a:ext uri="{FF2B5EF4-FFF2-40B4-BE49-F238E27FC236}">
                <a16:creationId xmlns:a16="http://schemas.microsoft.com/office/drawing/2014/main" id="{32595CAA-2112-4FC4-9AC2-80794C114AC9}"/>
              </a:ext>
            </a:extLst>
          </p:cNvPr>
          <p:cNvSpPr>
            <a:spLocks xmlns:a="http://schemas.openxmlformats.org/drawingml/2006/main" noGrp="1"/>
          </p:cNvSpPr>
          <p:nvPr/>
        </p:nvSpPr>
        <p:spPr>
          <a:xfrm xmlns:a="http://schemas.openxmlformats.org/drawingml/2006/main">
            <a:off x="12239625" y="5534025"/>
            <a:ext cx="2047875" cy="1485900"/>
          </a:xfrm>
          <a:custGeom xmlns:a="http://schemas.openxmlformats.org/drawingml/2006/main">
            <a:pathLst>
              <a:path w="2047875" h="1485900">
                <a:moveTo>
                  <a:pt x="0" y="0"/>
                </a:moveTo>
                <a:lnTo>
                  <a:pt x="1781175" y="0"/>
                </a:lnTo>
                <a:lnTo>
                  <a:pt x="17811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291" name="dp42-comparison / n289 / arrow">
            <a:extLst xmlns:a="http://schemas.openxmlformats.org/drawingml/2006/main">
              <a:ext uri="{FF2B5EF4-FFF2-40B4-BE49-F238E27FC236}">
                <a16:creationId xmlns:a16="http://schemas.microsoft.com/office/drawing/2014/main" id="{51231F12-8898-49AF-8F3B-8FCB66BCE6D2}"/>
              </a:ext>
            </a:extLst>
          </p:cNvPr>
          <p:cNvSpPr>
            <a:spLocks xmlns:a="http://schemas.openxmlformats.org/drawingml/2006/main" noGrp="1"/>
          </p:cNvSpPr>
          <p:nvPr/>
        </p:nvSpPr>
        <p:spPr>
          <a:xfrm xmlns:a="http://schemas.openxmlformats.org/drawingml/2006/main">
            <a:off x="142539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2" name="dp42-comparison / n290 / path">
            <a:extLst xmlns:a="http://schemas.openxmlformats.org/drawingml/2006/main">
              <a:ext uri="{FF2B5EF4-FFF2-40B4-BE49-F238E27FC236}">
                <a16:creationId xmlns:a16="http://schemas.microsoft.com/office/drawing/2014/main" id="{CEDF4DDD-B33A-4CF3-849F-9C7AEC75B20A}"/>
              </a:ext>
            </a:extLst>
          </p:cNvPr>
          <p:cNvSpPr>
            <a:spLocks xmlns:a="http://schemas.openxmlformats.org/drawingml/2006/main" noGrp="1"/>
          </p:cNvSpPr>
          <p:nvPr/>
        </p:nvSpPr>
        <p:spPr>
          <a:xfrm xmlns:a="http://schemas.openxmlformats.org/drawingml/2006/main">
            <a:off x="12239625" y="5591175"/>
            <a:ext cx="2238375" cy="1428750"/>
          </a:xfrm>
          <a:custGeom xmlns:a="http://schemas.openxmlformats.org/drawingml/2006/main">
            <a:pathLst>
              <a:path w="2238375" h="1428750">
                <a:moveTo>
                  <a:pt x="2238375" y="1428750"/>
                </a:moveTo>
                <a:lnTo>
                  <a:pt x="2238375" y="1295400"/>
                </a:lnTo>
                <a:lnTo>
                  <a:pt x="1838325" y="1295400"/>
                </a:lnTo>
                <a:lnTo>
                  <a:pt x="1838325" y="0"/>
                </a:lnTo>
                <a:lnTo>
                  <a:pt x="0" y="0"/>
                </a:lnTo>
              </a:path>
            </a:pathLst>
          </a:custGeom>
          <a:noFill xmlns:a="http://schemas.openxmlformats.org/drawingml/2006/main"/>
          <a:ln xmlns:a="http://schemas.openxmlformats.org/drawingml/2006/main" w="10478">
            <a:solidFill>
              <a:srgbClr val="000000"/>
            </a:solidFill>
            <a:prstDash val="dash"/>
          </a:ln>
        </p:spPr>
      </p:sp>
      <p:sp>
        <p:nvSpPr>
          <p:cNvPr id="293" name="dp42-comparison / n290 / arrow">
            <a:extLst xmlns:a="http://schemas.openxmlformats.org/drawingml/2006/main">
              <a:ext uri="{FF2B5EF4-FFF2-40B4-BE49-F238E27FC236}">
                <a16:creationId xmlns:a16="http://schemas.microsoft.com/office/drawing/2014/main" id="{B3A4055C-3063-44F8-9E78-910AC17DB7E1}"/>
              </a:ext>
            </a:extLst>
          </p:cNvPr>
          <p:cNvSpPr>
            <a:spLocks xmlns:a="http://schemas.openxmlformats.org/drawingml/2006/main" noGrp="1"/>
          </p:cNvSpPr>
          <p:nvPr/>
        </p:nvSpPr>
        <p:spPr>
          <a:xfrm xmlns:a="http://schemas.openxmlformats.org/drawingml/2006/main">
            <a:off x="12239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4" name="dp42-comparison / n291 / path">
            <a:extLst xmlns:a="http://schemas.openxmlformats.org/drawingml/2006/main">
              <a:ext uri="{FF2B5EF4-FFF2-40B4-BE49-F238E27FC236}">
                <a16:creationId xmlns:a16="http://schemas.microsoft.com/office/drawing/2014/main" id="{FCEE7AE2-8C0E-4B14-B3BF-858974F2A9FB}"/>
              </a:ext>
            </a:extLst>
          </p:cNvPr>
          <p:cNvSpPr>
            <a:spLocks xmlns:a="http://schemas.openxmlformats.org/drawingml/2006/main" noGrp="1"/>
          </p:cNvSpPr>
          <p:nvPr/>
        </p:nvSpPr>
        <p:spPr>
          <a:xfrm xmlns:a="http://schemas.openxmlformats.org/drawingml/2006/main">
            <a:off x="1626393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295" name="dp42-comparison / n291 / arrow">
            <a:extLst xmlns:a="http://schemas.openxmlformats.org/drawingml/2006/main">
              <a:ext uri="{FF2B5EF4-FFF2-40B4-BE49-F238E27FC236}">
                <a16:creationId xmlns:a16="http://schemas.microsoft.com/office/drawing/2014/main" id="{D61F2CEF-1B39-4C56-9B81-062392B13C7A}"/>
              </a:ext>
            </a:extLst>
          </p:cNvPr>
          <p:cNvSpPr>
            <a:spLocks xmlns:a="http://schemas.openxmlformats.org/drawingml/2006/main" noGrp="1"/>
          </p:cNvSpPr>
          <p:nvPr/>
        </p:nvSpPr>
        <p:spPr>
          <a:xfrm xmlns:a="http://schemas.openxmlformats.org/drawingml/2006/main">
            <a:off x="16230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6" name="dp42-comparison / n292 / path">
            <a:extLst xmlns:a="http://schemas.openxmlformats.org/drawingml/2006/main">
              <a:ext uri="{FF2B5EF4-FFF2-40B4-BE49-F238E27FC236}">
                <a16:creationId xmlns:a16="http://schemas.microsoft.com/office/drawing/2014/main" id="{D65128A6-D594-427A-999E-B2FFF18DFE98}"/>
              </a:ext>
            </a:extLst>
          </p:cNvPr>
          <p:cNvSpPr>
            <a:spLocks xmlns:a="http://schemas.openxmlformats.org/drawingml/2006/main" noGrp="1"/>
          </p:cNvSpPr>
          <p:nvPr/>
        </p:nvSpPr>
        <p:spPr>
          <a:xfrm xmlns:a="http://schemas.openxmlformats.org/drawingml/2006/main">
            <a:off x="1674018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297" name="dp42-comparison / n292 / arrow">
            <a:extLst xmlns:a="http://schemas.openxmlformats.org/drawingml/2006/main">
              <a:ext uri="{FF2B5EF4-FFF2-40B4-BE49-F238E27FC236}">
                <a16:creationId xmlns:a16="http://schemas.microsoft.com/office/drawing/2014/main" id="{68645628-68C0-4966-908B-7962C40415B2}"/>
              </a:ext>
            </a:extLst>
          </p:cNvPr>
          <p:cNvSpPr>
            <a:spLocks xmlns:a="http://schemas.openxmlformats.org/drawingml/2006/main" noGrp="1"/>
          </p:cNvSpPr>
          <p:nvPr/>
        </p:nvSpPr>
        <p:spPr>
          <a:xfrm xmlns:a="http://schemas.openxmlformats.org/drawingml/2006/main">
            <a:off x="174783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8" name="dp42-comparison / n190">
            <a:extLst xmlns:a="http://schemas.openxmlformats.org/drawingml/2006/main">
              <a:ext uri="{FF2B5EF4-FFF2-40B4-BE49-F238E27FC236}">
                <a16:creationId xmlns:a16="http://schemas.microsoft.com/office/drawing/2014/main" id="{82C4D9E4-C77E-4D60-9227-2CC66E39BD54}"/>
              </a:ext>
            </a:extLst>
          </p:cNvPr>
          <p:cNvSpPr>
            <a:spLocks xmlns:a="http://schemas.openxmlformats.org/drawingml/2006/main" noGrp="1"/>
          </p:cNvSpPr>
          <p:nvPr/>
        </p:nvSpPr>
        <p:spPr>
          <a:xfrm xmlns:a="http://schemas.openxmlformats.org/drawingml/2006/main">
            <a:off x="982980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9" name="dp42-comparison / n191 / text 1">
            <a:extLst xmlns:a="http://schemas.openxmlformats.org/drawingml/2006/main">
              <a:ext uri="{FF2B5EF4-FFF2-40B4-BE49-F238E27FC236}">
                <a16:creationId xmlns:a16="http://schemas.microsoft.com/office/drawing/2014/main" id="{F10091CD-0D1A-4980-B10B-8BE46646BDE5}"/>
              </a:ext>
            </a:extLst>
          </p:cNvPr>
          <p:cNvSpPr>
            <a:spLocks xmlns:a="http://schemas.openxmlformats.org/drawingml/2006/main" noGrp="1"/>
          </p:cNvSpPr>
          <p:nvPr/>
        </p:nvSpPr>
        <p:spPr>
          <a:xfrm xmlns:a="http://schemas.openxmlformats.org/drawingml/2006/main">
            <a:off x="984885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300" name="dp42-comparison / n192">
            <a:extLst xmlns:a="http://schemas.openxmlformats.org/drawingml/2006/main">
              <a:ext uri="{FF2B5EF4-FFF2-40B4-BE49-F238E27FC236}">
                <a16:creationId xmlns:a16="http://schemas.microsoft.com/office/drawing/2014/main" id="{BC72F8C4-3E04-46F0-93B3-25572CCDED5D}"/>
              </a:ext>
            </a:extLst>
          </p:cNvPr>
          <p:cNvSpPr>
            <a:spLocks xmlns:a="http://schemas.openxmlformats.org/drawingml/2006/main" noGrp="1"/>
          </p:cNvSpPr>
          <p:nvPr/>
        </p:nvSpPr>
        <p:spPr>
          <a:xfrm xmlns:a="http://schemas.openxmlformats.org/drawingml/2006/main">
            <a:off x="982980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1" name="dp42-comparison / n193 / text 1">
            <a:extLst xmlns:a="http://schemas.openxmlformats.org/drawingml/2006/main">
              <a:ext uri="{FF2B5EF4-FFF2-40B4-BE49-F238E27FC236}">
                <a16:creationId xmlns:a16="http://schemas.microsoft.com/office/drawing/2014/main" id="{0B514625-4F16-4B91-88BB-497A925A4C7F}"/>
              </a:ext>
            </a:extLst>
          </p:cNvPr>
          <p:cNvSpPr>
            <a:spLocks xmlns:a="http://schemas.openxmlformats.org/drawingml/2006/main" noGrp="1"/>
          </p:cNvSpPr>
          <p:nvPr/>
        </p:nvSpPr>
        <p:spPr>
          <a:xfrm xmlns:a="http://schemas.openxmlformats.org/drawingml/2006/main">
            <a:off x="984885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302" name="dp42-comparison / n195">
            <a:extLst xmlns:a="http://schemas.openxmlformats.org/drawingml/2006/main">
              <a:ext uri="{FF2B5EF4-FFF2-40B4-BE49-F238E27FC236}">
                <a16:creationId xmlns:a16="http://schemas.microsoft.com/office/drawing/2014/main" id="{D14E557E-B4CF-4E5B-9994-55787E8E50B8}"/>
              </a:ext>
            </a:extLst>
          </p:cNvPr>
          <p:cNvSpPr>
            <a:spLocks xmlns:a="http://schemas.openxmlformats.org/drawingml/2006/main" noGrp="1"/>
          </p:cNvSpPr>
          <p:nvPr/>
        </p:nvSpPr>
        <p:spPr>
          <a:xfrm xmlns:a="http://schemas.openxmlformats.org/drawingml/2006/main">
            <a:off x="1227772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3" name="dp42-comparison / n196 / text 1">
            <a:extLst xmlns:a="http://schemas.openxmlformats.org/drawingml/2006/main">
              <a:ext uri="{FF2B5EF4-FFF2-40B4-BE49-F238E27FC236}">
                <a16:creationId xmlns:a16="http://schemas.microsoft.com/office/drawing/2014/main" id="{D40E429D-32D8-4CF9-A047-A9673B936490}"/>
              </a:ext>
            </a:extLst>
          </p:cNvPr>
          <p:cNvSpPr>
            <a:spLocks xmlns:a="http://schemas.openxmlformats.org/drawingml/2006/main" noGrp="1"/>
          </p:cNvSpPr>
          <p:nvPr/>
        </p:nvSpPr>
        <p:spPr>
          <a:xfrm xmlns:a="http://schemas.openxmlformats.org/drawingml/2006/main">
            <a:off x="1229677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304" name="dp42-comparison / n197">
            <a:extLst xmlns:a="http://schemas.openxmlformats.org/drawingml/2006/main">
              <a:ext uri="{FF2B5EF4-FFF2-40B4-BE49-F238E27FC236}">
                <a16:creationId xmlns:a16="http://schemas.microsoft.com/office/drawing/2014/main" id="{FC59CD6B-66D8-49FC-A4C7-9324B717174E}"/>
              </a:ext>
            </a:extLst>
          </p:cNvPr>
          <p:cNvSpPr>
            <a:spLocks xmlns:a="http://schemas.openxmlformats.org/drawingml/2006/main" noGrp="1"/>
          </p:cNvSpPr>
          <p:nvPr/>
        </p:nvSpPr>
        <p:spPr>
          <a:xfrm xmlns:a="http://schemas.openxmlformats.org/drawingml/2006/main">
            <a:off x="982980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5" name="dp42-comparison / n198 / text 1">
            <a:extLst xmlns:a="http://schemas.openxmlformats.org/drawingml/2006/main">
              <a:ext uri="{FF2B5EF4-FFF2-40B4-BE49-F238E27FC236}">
                <a16:creationId xmlns:a16="http://schemas.microsoft.com/office/drawing/2014/main" id="{6C766783-9702-4820-9A45-52B8C054FED4}"/>
              </a:ext>
            </a:extLst>
          </p:cNvPr>
          <p:cNvSpPr>
            <a:spLocks xmlns:a="http://schemas.openxmlformats.org/drawingml/2006/main" noGrp="1"/>
          </p:cNvSpPr>
          <p:nvPr/>
        </p:nvSpPr>
        <p:spPr>
          <a:xfrm xmlns:a="http://schemas.openxmlformats.org/drawingml/2006/main">
            <a:off x="984885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306" name="dp42-comparison / n200">
            <a:extLst xmlns:a="http://schemas.openxmlformats.org/drawingml/2006/main">
              <a:ext uri="{FF2B5EF4-FFF2-40B4-BE49-F238E27FC236}">
                <a16:creationId xmlns:a16="http://schemas.microsoft.com/office/drawing/2014/main" id="{190B5CA2-D9D7-4B70-AE28-78F3E3EA1949}"/>
              </a:ext>
            </a:extLst>
          </p:cNvPr>
          <p:cNvSpPr>
            <a:spLocks xmlns:a="http://schemas.openxmlformats.org/drawingml/2006/main" noGrp="1"/>
          </p:cNvSpPr>
          <p:nvPr/>
        </p:nvSpPr>
        <p:spPr>
          <a:xfrm xmlns:a="http://schemas.openxmlformats.org/drawingml/2006/main">
            <a:off x="1227772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2-comparison / n201 / text 1">
            <a:extLst xmlns:a="http://schemas.openxmlformats.org/drawingml/2006/main">
              <a:ext uri="{FF2B5EF4-FFF2-40B4-BE49-F238E27FC236}">
                <a16:creationId xmlns:a16="http://schemas.microsoft.com/office/drawing/2014/main" id="{C7FA5654-0D72-4C2B-9E35-F3F686CA15EB}"/>
              </a:ext>
            </a:extLst>
          </p:cNvPr>
          <p:cNvSpPr>
            <a:spLocks xmlns:a="http://schemas.openxmlformats.org/drawingml/2006/main" noGrp="1"/>
          </p:cNvSpPr>
          <p:nvPr/>
        </p:nvSpPr>
        <p:spPr>
          <a:xfrm xmlns:a="http://schemas.openxmlformats.org/drawingml/2006/main">
            <a:off x="1229677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308" name="dp42-comparison / n202">
            <a:extLst xmlns:a="http://schemas.openxmlformats.org/drawingml/2006/main">
              <a:ext uri="{FF2B5EF4-FFF2-40B4-BE49-F238E27FC236}">
                <a16:creationId xmlns:a16="http://schemas.microsoft.com/office/drawing/2014/main" id="{3E412986-4AA8-4935-9027-D86672A4F45E}"/>
              </a:ext>
            </a:extLst>
          </p:cNvPr>
          <p:cNvSpPr>
            <a:spLocks xmlns:a="http://schemas.openxmlformats.org/drawingml/2006/main" noGrp="1"/>
          </p:cNvSpPr>
          <p:nvPr/>
        </p:nvSpPr>
        <p:spPr>
          <a:xfrm xmlns:a="http://schemas.openxmlformats.org/drawingml/2006/main">
            <a:off x="982980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9" name="dp42-comparison / n203 / text 1">
            <a:extLst xmlns:a="http://schemas.openxmlformats.org/drawingml/2006/main">
              <a:ext uri="{FF2B5EF4-FFF2-40B4-BE49-F238E27FC236}">
                <a16:creationId xmlns:a16="http://schemas.microsoft.com/office/drawing/2014/main" id="{692269D9-18D1-4F57-8B08-B7F849B5A9C8}"/>
              </a:ext>
            </a:extLst>
          </p:cNvPr>
          <p:cNvSpPr>
            <a:spLocks xmlns:a="http://schemas.openxmlformats.org/drawingml/2006/main" noGrp="1"/>
          </p:cNvSpPr>
          <p:nvPr/>
        </p:nvSpPr>
        <p:spPr>
          <a:xfrm xmlns:a="http://schemas.openxmlformats.org/drawingml/2006/main">
            <a:off x="984885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310" name="dp42-comparison / n205">
            <a:extLst xmlns:a="http://schemas.openxmlformats.org/drawingml/2006/main">
              <a:ext uri="{FF2B5EF4-FFF2-40B4-BE49-F238E27FC236}">
                <a16:creationId xmlns:a16="http://schemas.microsoft.com/office/drawing/2014/main" id="{3242DC35-E0E5-4D81-A3DA-AF3D4DAF87EC}"/>
              </a:ext>
            </a:extLst>
          </p:cNvPr>
          <p:cNvSpPr>
            <a:spLocks xmlns:a="http://schemas.openxmlformats.org/drawingml/2006/main" noGrp="1"/>
          </p:cNvSpPr>
          <p:nvPr/>
        </p:nvSpPr>
        <p:spPr>
          <a:xfrm xmlns:a="http://schemas.openxmlformats.org/drawingml/2006/main">
            <a:off x="1227772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1" name="dp42-comparison / n206 / text 1">
            <a:extLst xmlns:a="http://schemas.openxmlformats.org/drawingml/2006/main">
              <a:ext uri="{FF2B5EF4-FFF2-40B4-BE49-F238E27FC236}">
                <a16:creationId xmlns:a16="http://schemas.microsoft.com/office/drawing/2014/main" id="{69416F3B-3278-4EDF-BFB3-467A0A00ABAE}"/>
              </a:ext>
            </a:extLst>
          </p:cNvPr>
          <p:cNvSpPr>
            <a:spLocks xmlns:a="http://schemas.openxmlformats.org/drawingml/2006/main" noGrp="1"/>
          </p:cNvSpPr>
          <p:nvPr/>
        </p:nvSpPr>
        <p:spPr>
          <a:xfrm xmlns:a="http://schemas.openxmlformats.org/drawingml/2006/main">
            <a:off x="1229677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312" name="dp42-comparison / n207">
            <a:extLst xmlns:a="http://schemas.openxmlformats.org/drawingml/2006/main">
              <a:ext uri="{FF2B5EF4-FFF2-40B4-BE49-F238E27FC236}">
                <a16:creationId xmlns:a16="http://schemas.microsoft.com/office/drawing/2014/main" id="{FA8EAC25-5C8C-4AAD-B1BD-63421FBAEFF8}"/>
              </a:ext>
            </a:extLst>
          </p:cNvPr>
          <p:cNvSpPr>
            <a:spLocks xmlns:a="http://schemas.openxmlformats.org/drawingml/2006/main" noGrp="1"/>
          </p:cNvSpPr>
          <p:nvPr/>
        </p:nvSpPr>
        <p:spPr>
          <a:xfrm xmlns:a="http://schemas.openxmlformats.org/drawingml/2006/main">
            <a:off x="982980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2-comparison / n208 / text 1">
            <a:extLst xmlns:a="http://schemas.openxmlformats.org/drawingml/2006/main">
              <a:ext uri="{FF2B5EF4-FFF2-40B4-BE49-F238E27FC236}">
                <a16:creationId xmlns:a16="http://schemas.microsoft.com/office/drawing/2014/main" id="{417ED80E-8102-4CFA-BCCE-A3F5AEB86302}"/>
              </a:ext>
            </a:extLst>
          </p:cNvPr>
          <p:cNvSpPr>
            <a:spLocks xmlns:a="http://schemas.openxmlformats.org/drawingml/2006/main" noGrp="1"/>
          </p:cNvSpPr>
          <p:nvPr/>
        </p:nvSpPr>
        <p:spPr>
          <a:xfrm xmlns:a="http://schemas.openxmlformats.org/drawingml/2006/main">
            <a:off x="984885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314" name="dp42-comparison / n210">
            <a:extLst xmlns:a="http://schemas.openxmlformats.org/drawingml/2006/main">
              <a:ext uri="{FF2B5EF4-FFF2-40B4-BE49-F238E27FC236}">
                <a16:creationId xmlns:a16="http://schemas.microsoft.com/office/drawing/2014/main" id="{30E98FBB-678E-4A9F-8818-11721D1A3011}"/>
              </a:ext>
            </a:extLst>
          </p:cNvPr>
          <p:cNvSpPr>
            <a:spLocks xmlns:a="http://schemas.openxmlformats.org/drawingml/2006/main" noGrp="1"/>
          </p:cNvSpPr>
          <p:nvPr/>
        </p:nvSpPr>
        <p:spPr>
          <a:xfrm xmlns:a="http://schemas.openxmlformats.org/drawingml/2006/main">
            <a:off x="1227772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2-comparison / n211 / text 1">
            <a:extLst xmlns:a="http://schemas.openxmlformats.org/drawingml/2006/main">
              <a:ext uri="{FF2B5EF4-FFF2-40B4-BE49-F238E27FC236}">
                <a16:creationId xmlns:a16="http://schemas.microsoft.com/office/drawing/2014/main" id="{C05076AC-1B11-4344-BC6C-74FF36370782}"/>
              </a:ext>
            </a:extLst>
          </p:cNvPr>
          <p:cNvSpPr>
            <a:spLocks xmlns:a="http://schemas.openxmlformats.org/drawingml/2006/main" noGrp="1"/>
          </p:cNvSpPr>
          <p:nvPr/>
        </p:nvSpPr>
        <p:spPr>
          <a:xfrm xmlns:a="http://schemas.openxmlformats.org/drawingml/2006/main">
            <a:off x="1229677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316" name="dp42-comparison / n212">
            <a:extLst xmlns:a="http://schemas.openxmlformats.org/drawingml/2006/main">
              <a:ext uri="{FF2B5EF4-FFF2-40B4-BE49-F238E27FC236}">
                <a16:creationId xmlns:a16="http://schemas.microsoft.com/office/drawing/2014/main" id="{D44978C0-9301-41EC-BB22-AE29E20AB012}"/>
              </a:ext>
            </a:extLst>
          </p:cNvPr>
          <p:cNvSpPr>
            <a:spLocks xmlns:a="http://schemas.openxmlformats.org/drawingml/2006/main" noGrp="1"/>
          </p:cNvSpPr>
          <p:nvPr/>
        </p:nvSpPr>
        <p:spPr>
          <a:xfrm xmlns:a="http://schemas.openxmlformats.org/drawingml/2006/main">
            <a:off x="1227772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2-comparison / n213 / text 1">
            <a:extLst xmlns:a="http://schemas.openxmlformats.org/drawingml/2006/main">
              <a:ext uri="{FF2B5EF4-FFF2-40B4-BE49-F238E27FC236}">
                <a16:creationId xmlns:a16="http://schemas.microsoft.com/office/drawing/2014/main" id="{833D8CC0-03A7-433E-B003-C8AD9369C90F}"/>
              </a:ext>
            </a:extLst>
          </p:cNvPr>
          <p:cNvSpPr>
            <a:spLocks xmlns:a="http://schemas.openxmlformats.org/drawingml/2006/main" noGrp="1"/>
          </p:cNvSpPr>
          <p:nvPr/>
        </p:nvSpPr>
        <p:spPr>
          <a:xfrm xmlns:a="http://schemas.openxmlformats.org/drawingml/2006/main">
            <a:off x="1229677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318" name="dp42-comparison / n218">
            <a:extLst xmlns:a="http://schemas.openxmlformats.org/drawingml/2006/main">
              <a:ext uri="{FF2B5EF4-FFF2-40B4-BE49-F238E27FC236}">
                <a16:creationId xmlns:a16="http://schemas.microsoft.com/office/drawing/2014/main" id="{42C1C867-C2EE-42D3-9ED4-797029890475}"/>
              </a:ext>
            </a:extLst>
          </p:cNvPr>
          <p:cNvSpPr>
            <a:spLocks xmlns:a="http://schemas.openxmlformats.org/drawingml/2006/main" noGrp="1"/>
          </p:cNvSpPr>
          <p:nvPr/>
        </p:nvSpPr>
        <p:spPr>
          <a:xfrm xmlns:a="http://schemas.openxmlformats.org/drawingml/2006/main">
            <a:off x="114109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9" name="dp42-comparison / n219 / text 1">
            <a:extLst xmlns:a="http://schemas.openxmlformats.org/drawingml/2006/main">
              <a:ext uri="{FF2B5EF4-FFF2-40B4-BE49-F238E27FC236}">
                <a16:creationId xmlns:a16="http://schemas.microsoft.com/office/drawing/2014/main" id="{1321B75C-5D51-4B27-84A6-EDAB2FE261A5}"/>
              </a:ext>
            </a:extLst>
          </p:cNvPr>
          <p:cNvSpPr>
            <a:spLocks xmlns:a="http://schemas.openxmlformats.org/drawingml/2006/main" noGrp="1"/>
          </p:cNvSpPr>
          <p:nvPr/>
        </p:nvSpPr>
        <p:spPr>
          <a:xfrm xmlns:a="http://schemas.openxmlformats.org/drawingml/2006/main">
            <a:off x="11430000" y="3590925"/>
            <a:ext cx="2190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0" name="dp42-comparison / n220">
            <a:extLst xmlns:a="http://schemas.openxmlformats.org/drawingml/2006/main">
              <a:ext uri="{FF2B5EF4-FFF2-40B4-BE49-F238E27FC236}">
                <a16:creationId xmlns:a16="http://schemas.microsoft.com/office/drawing/2014/main" id="{49A7DC67-65F7-4C6B-B301-CB6E65ACDC8A}"/>
              </a:ext>
            </a:extLst>
          </p:cNvPr>
          <p:cNvSpPr>
            <a:spLocks xmlns:a="http://schemas.openxmlformats.org/drawingml/2006/main" noGrp="1"/>
          </p:cNvSpPr>
          <p:nvPr/>
        </p:nvSpPr>
        <p:spPr>
          <a:xfrm xmlns:a="http://schemas.openxmlformats.org/drawingml/2006/main">
            <a:off x="157924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1" name="dp42-comparison / n221 / text 1">
            <a:extLst xmlns:a="http://schemas.openxmlformats.org/drawingml/2006/main">
              <a:ext uri="{FF2B5EF4-FFF2-40B4-BE49-F238E27FC236}">
                <a16:creationId xmlns:a16="http://schemas.microsoft.com/office/drawing/2014/main" id="{FD66AA17-CE90-4F42-AE13-F24505D4C56E}"/>
              </a:ext>
            </a:extLst>
          </p:cNvPr>
          <p:cNvSpPr>
            <a:spLocks xmlns:a="http://schemas.openxmlformats.org/drawingml/2006/main" noGrp="1"/>
          </p:cNvSpPr>
          <p:nvPr/>
        </p:nvSpPr>
        <p:spPr>
          <a:xfrm xmlns:a="http://schemas.openxmlformats.org/drawingml/2006/main">
            <a:off x="15811500" y="3590925"/>
            <a:ext cx="1809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2" name="dp42-comparison / n232">
            <a:extLst xmlns:a="http://schemas.openxmlformats.org/drawingml/2006/main">
              <a:ext uri="{FF2B5EF4-FFF2-40B4-BE49-F238E27FC236}">
                <a16:creationId xmlns:a16="http://schemas.microsoft.com/office/drawing/2014/main" id="{E85D7AB2-B2B8-4AEB-A9AA-4882B52C2406}"/>
              </a:ext>
            </a:extLst>
          </p:cNvPr>
          <p:cNvSpPr>
            <a:spLocks xmlns:a="http://schemas.openxmlformats.org/drawingml/2006/main" noGrp="1"/>
          </p:cNvSpPr>
          <p:nvPr/>
        </p:nvSpPr>
        <p:spPr>
          <a:xfrm xmlns:a="http://schemas.openxmlformats.org/drawingml/2006/main">
            <a:off x="1001077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2-comparison / n233 / text 1">
            <a:extLst xmlns:a="http://schemas.openxmlformats.org/drawingml/2006/main">
              <a:ext uri="{FF2B5EF4-FFF2-40B4-BE49-F238E27FC236}">
                <a16:creationId xmlns:a16="http://schemas.microsoft.com/office/drawing/2014/main" id="{8BAD4ADE-D7BE-4D25-9A4E-337B3AED3C63}"/>
              </a:ext>
            </a:extLst>
          </p:cNvPr>
          <p:cNvSpPr>
            <a:spLocks xmlns:a="http://schemas.openxmlformats.org/drawingml/2006/main" noGrp="1"/>
          </p:cNvSpPr>
          <p:nvPr/>
        </p:nvSpPr>
        <p:spPr>
          <a:xfrm xmlns:a="http://schemas.openxmlformats.org/drawingml/2006/main">
            <a:off x="1002982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324" name="dp42-comparison / n234">
            <a:extLst xmlns:a="http://schemas.openxmlformats.org/drawingml/2006/main">
              <a:ext uri="{FF2B5EF4-FFF2-40B4-BE49-F238E27FC236}">
                <a16:creationId xmlns:a16="http://schemas.microsoft.com/office/drawing/2014/main" id="{25C19FCE-3539-4264-B1DE-AEE577665DF6}"/>
              </a:ext>
            </a:extLst>
          </p:cNvPr>
          <p:cNvSpPr>
            <a:spLocks xmlns:a="http://schemas.openxmlformats.org/drawingml/2006/main" noGrp="1"/>
          </p:cNvSpPr>
          <p:nvPr/>
        </p:nvSpPr>
        <p:spPr>
          <a:xfrm xmlns:a="http://schemas.openxmlformats.org/drawingml/2006/main">
            <a:off x="1491615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2-comparison / n235 / text 1">
            <a:extLst xmlns:a="http://schemas.openxmlformats.org/drawingml/2006/main">
              <a:ext uri="{FF2B5EF4-FFF2-40B4-BE49-F238E27FC236}">
                <a16:creationId xmlns:a16="http://schemas.microsoft.com/office/drawing/2014/main" id="{3BF011EF-AFEE-4C5A-8567-29D1D2C94519}"/>
              </a:ext>
            </a:extLst>
          </p:cNvPr>
          <p:cNvSpPr>
            <a:spLocks xmlns:a="http://schemas.openxmlformats.org/drawingml/2006/main" noGrp="1"/>
          </p:cNvSpPr>
          <p:nvPr/>
        </p:nvSpPr>
        <p:spPr>
          <a:xfrm xmlns:a="http://schemas.openxmlformats.org/drawingml/2006/main">
            <a:off x="1493520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326" name="dp42-comparison / n238">
            <a:extLst xmlns:a="http://schemas.openxmlformats.org/drawingml/2006/main">
              <a:ext uri="{FF2B5EF4-FFF2-40B4-BE49-F238E27FC236}">
                <a16:creationId xmlns:a16="http://schemas.microsoft.com/office/drawing/2014/main" id="{32F6B6C1-88B2-4323-8848-4EBBCB582D30}"/>
              </a:ext>
            </a:extLst>
          </p:cNvPr>
          <p:cNvSpPr>
            <a:spLocks xmlns:a="http://schemas.openxmlformats.org/drawingml/2006/main" noGrp="1"/>
          </p:cNvSpPr>
          <p:nvPr/>
        </p:nvSpPr>
        <p:spPr>
          <a:xfrm xmlns:a="http://schemas.openxmlformats.org/drawingml/2006/main">
            <a:off x="1246822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2-comparison / n239 / text 1">
            <a:extLst xmlns:a="http://schemas.openxmlformats.org/drawingml/2006/main">
              <a:ext uri="{FF2B5EF4-FFF2-40B4-BE49-F238E27FC236}">
                <a16:creationId xmlns:a16="http://schemas.microsoft.com/office/drawing/2014/main" id="{6C2B96FA-81A5-481E-82DA-C455EB6A64D4}"/>
              </a:ext>
            </a:extLst>
          </p:cNvPr>
          <p:cNvSpPr>
            <a:spLocks xmlns:a="http://schemas.openxmlformats.org/drawingml/2006/main" noGrp="1"/>
          </p:cNvSpPr>
          <p:nvPr/>
        </p:nvSpPr>
        <p:spPr>
          <a:xfrm xmlns:a="http://schemas.openxmlformats.org/drawingml/2006/main">
            <a:off x="1248727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328" name="dp42-comparison / n241">
            <a:extLst xmlns:a="http://schemas.openxmlformats.org/drawingml/2006/main">
              <a:ext uri="{FF2B5EF4-FFF2-40B4-BE49-F238E27FC236}">
                <a16:creationId xmlns:a16="http://schemas.microsoft.com/office/drawing/2014/main" id="{52553E88-6622-4811-9DA3-29D399E011AB}"/>
              </a:ext>
            </a:extLst>
          </p:cNvPr>
          <p:cNvSpPr>
            <a:spLocks xmlns:a="http://schemas.openxmlformats.org/drawingml/2006/main" noGrp="1"/>
          </p:cNvSpPr>
          <p:nvPr/>
        </p:nvSpPr>
        <p:spPr>
          <a:xfrm xmlns:a="http://schemas.openxmlformats.org/drawingml/2006/main">
            <a:off x="1247775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9" name="dp42-comparison / n242 / text 1">
            <a:extLst xmlns:a="http://schemas.openxmlformats.org/drawingml/2006/main">
              <a:ext uri="{FF2B5EF4-FFF2-40B4-BE49-F238E27FC236}">
                <a16:creationId xmlns:a16="http://schemas.microsoft.com/office/drawing/2014/main" id="{FAD506B5-BFC8-48CA-8DD9-C0320E8365B3}"/>
              </a:ext>
            </a:extLst>
          </p:cNvPr>
          <p:cNvSpPr>
            <a:spLocks xmlns:a="http://schemas.openxmlformats.org/drawingml/2006/main" noGrp="1"/>
          </p:cNvSpPr>
          <p:nvPr/>
        </p:nvSpPr>
        <p:spPr>
          <a:xfrm xmlns:a="http://schemas.openxmlformats.org/drawingml/2006/main">
            <a:off x="1249680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330" name="dp42-comparison / n244">
            <a:extLst xmlns:a="http://schemas.openxmlformats.org/drawingml/2006/main">
              <a:ext uri="{FF2B5EF4-FFF2-40B4-BE49-F238E27FC236}">
                <a16:creationId xmlns:a16="http://schemas.microsoft.com/office/drawing/2014/main" id="{768733FD-A081-4756-8204-03D66A7E683A}"/>
              </a:ext>
            </a:extLst>
          </p:cNvPr>
          <p:cNvSpPr>
            <a:spLocks xmlns:a="http://schemas.openxmlformats.org/drawingml/2006/main" noGrp="1"/>
          </p:cNvSpPr>
          <p:nvPr/>
        </p:nvSpPr>
        <p:spPr>
          <a:xfrm xmlns:a="http://schemas.openxmlformats.org/drawingml/2006/main">
            <a:off x="1247775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2-comparison / n245 / text 1">
            <a:extLst xmlns:a="http://schemas.openxmlformats.org/drawingml/2006/main">
              <a:ext uri="{FF2B5EF4-FFF2-40B4-BE49-F238E27FC236}">
                <a16:creationId xmlns:a16="http://schemas.microsoft.com/office/drawing/2014/main" id="{B85F9E41-F30E-428D-AC8E-E3A389261CFA}"/>
              </a:ext>
            </a:extLst>
          </p:cNvPr>
          <p:cNvSpPr>
            <a:spLocks xmlns:a="http://schemas.openxmlformats.org/drawingml/2006/main" noGrp="1"/>
          </p:cNvSpPr>
          <p:nvPr/>
        </p:nvSpPr>
        <p:spPr>
          <a:xfrm xmlns:a="http://schemas.openxmlformats.org/drawingml/2006/main">
            <a:off x="1249680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332" name="dp42-comparison / n248">
            <a:extLst xmlns:a="http://schemas.openxmlformats.org/drawingml/2006/main">
              <a:ext uri="{FF2B5EF4-FFF2-40B4-BE49-F238E27FC236}">
                <a16:creationId xmlns:a16="http://schemas.microsoft.com/office/drawing/2014/main" id="{135B1EA7-9D3D-422C-9BA1-BE542A8716B6}"/>
              </a:ext>
            </a:extLst>
          </p:cNvPr>
          <p:cNvSpPr>
            <a:spLocks xmlns:a="http://schemas.openxmlformats.org/drawingml/2006/main" noGrp="1"/>
          </p:cNvSpPr>
          <p:nvPr/>
        </p:nvSpPr>
        <p:spPr>
          <a:xfrm xmlns:a="http://schemas.openxmlformats.org/drawingml/2006/main">
            <a:off x="1001077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2-comparison / n249 / text 1">
            <a:extLst xmlns:a="http://schemas.openxmlformats.org/drawingml/2006/main">
              <a:ext uri="{FF2B5EF4-FFF2-40B4-BE49-F238E27FC236}">
                <a16:creationId xmlns:a16="http://schemas.microsoft.com/office/drawing/2014/main" id="{283390C5-46AE-4E3B-9F93-B815B59124E8}"/>
              </a:ext>
            </a:extLst>
          </p:cNvPr>
          <p:cNvSpPr>
            <a:spLocks xmlns:a="http://schemas.openxmlformats.org/drawingml/2006/main" noGrp="1"/>
          </p:cNvSpPr>
          <p:nvPr/>
        </p:nvSpPr>
        <p:spPr>
          <a:xfrm xmlns:a="http://schemas.openxmlformats.org/drawingml/2006/main">
            <a:off x="1002982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334" name="dp42-comparison / n252">
            <a:extLst xmlns:a="http://schemas.openxmlformats.org/drawingml/2006/main">
              <a:ext uri="{FF2B5EF4-FFF2-40B4-BE49-F238E27FC236}">
                <a16:creationId xmlns:a16="http://schemas.microsoft.com/office/drawing/2014/main" id="{A2193C02-54B5-47C3-A3FA-E741CF0A7BBF}"/>
              </a:ext>
            </a:extLst>
          </p:cNvPr>
          <p:cNvSpPr>
            <a:spLocks xmlns:a="http://schemas.openxmlformats.org/drawingml/2006/main" noGrp="1"/>
          </p:cNvSpPr>
          <p:nvPr/>
        </p:nvSpPr>
        <p:spPr>
          <a:xfrm xmlns:a="http://schemas.openxmlformats.org/drawingml/2006/main">
            <a:off x="1265872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5" name="dp42-comparison / n253 / text 1">
            <a:extLst xmlns:a="http://schemas.openxmlformats.org/drawingml/2006/main">
              <a:ext uri="{FF2B5EF4-FFF2-40B4-BE49-F238E27FC236}">
                <a16:creationId xmlns:a16="http://schemas.microsoft.com/office/drawing/2014/main" id="{808C9FF2-4F52-4541-9FAE-E9998DB0F12E}"/>
              </a:ext>
            </a:extLst>
          </p:cNvPr>
          <p:cNvSpPr>
            <a:spLocks xmlns:a="http://schemas.openxmlformats.org/drawingml/2006/main" noGrp="1"/>
          </p:cNvSpPr>
          <p:nvPr/>
        </p:nvSpPr>
        <p:spPr>
          <a:xfrm xmlns:a="http://schemas.openxmlformats.org/drawingml/2006/main">
            <a:off x="1267777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336" name="dp42-comparison / n253 / text 2">
            <a:extLst xmlns:a="http://schemas.openxmlformats.org/drawingml/2006/main">
              <a:ext uri="{FF2B5EF4-FFF2-40B4-BE49-F238E27FC236}">
                <a16:creationId xmlns:a16="http://schemas.microsoft.com/office/drawing/2014/main" id="{132F6E07-7DAF-495B-9ADC-8E6343B5F87D}"/>
              </a:ext>
            </a:extLst>
          </p:cNvPr>
          <p:cNvSpPr>
            <a:spLocks xmlns:a="http://schemas.openxmlformats.org/drawingml/2006/main" noGrp="1"/>
          </p:cNvSpPr>
          <p:nvPr/>
        </p:nvSpPr>
        <p:spPr>
          <a:xfrm xmlns:a="http://schemas.openxmlformats.org/drawingml/2006/main">
            <a:off x="1267777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337" name="dp42-comparison / n254">
            <a:extLst xmlns:a="http://schemas.openxmlformats.org/drawingml/2006/main">
              <a:ext uri="{FF2B5EF4-FFF2-40B4-BE49-F238E27FC236}">
                <a16:creationId xmlns:a16="http://schemas.microsoft.com/office/drawing/2014/main" id="{9F05E54D-EF67-4F17-82BE-0588C935EE9B}"/>
              </a:ext>
            </a:extLst>
          </p:cNvPr>
          <p:cNvSpPr>
            <a:spLocks xmlns:a="http://schemas.openxmlformats.org/drawingml/2006/main" noGrp="1"/>
          </p:cNvSpPr>
          <p:nvPr/>
        </p:nvSpPr>
        <p:spPr>
          <a:xfrm xmlns:a="http://schemas.openxmlformats.org/drawingml/2006/main">
            <a:off x="1002030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8" name="dp42-comparison / n255 / text 1">
            <a:extLst xmlns:a="http://schemas.openxmlformats.org/drawingml/2006/main">
              <a:ext uri="{FF2B5EF4-FFF2-40B4-BE49-F238E27FC236}">
                <a16:creationId xmlns:a16="http://schemas.microsoft.com/office/drawing/2014/main" id="{09DB7F04-5EFA-4CC0-B8C1-89EB938F9521}"/>
              </a:ext>
            </a:extLst>
          </p:cNvPr>
          <p:cNvSpPr>
            <a:spLocks xmlns:a="http://schemas.openxmlformats.org/drawingml/2006/main" noGrp="1"/>
          </p:cNvSpPr>
          <p:nvPr/>
        </p:nvSpPr>
        <p:spPr>
          <a:xfrm xmlns:a="http://schemas.openxmlformats.org/drawingml/2006/main">
            <a:off x="1003935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339" name="dp42-comparison / n258">
            <a:extLst xmlns:a="http://schemas.openxmlformats.org/drawingml/2006/main">
              <a:ext uri="{FF2B5EF4-FFF2-40B4-BE49-F238E27FC236}">
                <a16:creationId xmlns:a16="http://schemas.microsoft.com/office/drawing/2014/main" id="{CBE78240-B05C-41CB-8760-1ABB96FA0999}"/>
              </a:ext>
            </a:extLst>
          </p:cNvPr>
          <p:cNvSpPr>
            <a:spLocks xmlns:a="http://schemas.openxmlformats.org/drawingml/2006/main" noGrp="1"/>
          </p:cNvSpPr>
          <p:nvPr/>
        </p:nvSpPr>
        <p:spPr>
          <a:xfrm xmlns:a="http://schemas.openxmlformats.org/drawingml/2006/main">
            <a:off x="1491615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0" name="dp42-comparison / n259 / text 1">
            <a:extLst xmlns:a="http://schemas.openxmlformats.org/drawingml/2006/main">
              <a:ext uri="{FF2B5EF4-FFF2-40B4-BE49-F238E27FC236}">
                <a16:creationId xmlns:a16="http://schemas.microsoft.com/office/drawing/2014/main" id="{0BB5A413-7C44-4DDB-900A-0347E2512CBD}"/>
              </a:ext>
            </a:extLst>
          </p:cNvPr>
          <p:cNvSpPr>
            <a:spLocks xmlns:a="http://schemas.openxmlformats.org/drawingml/2006/main" noGrp="1"/>
          </p:cNvSpPr>
          <p:nvPr/>
        </p:nvSpPr>
        <p:spPr>
          <a:xfrm xmlns:a="http://schemas.openxmlformats.org/drawingml/2006/main">
            <a:off x="1493520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341" name="dp42-comparison / n259 / text 2">
            <a:extLst xmlns:a="http://schemas.openxmlformats.org/drawingml/2006/main">
              <a:ext uri="{FF2B5EF4-FFF2-40B4-BE49-F238E27FC236}">
                <a16:creationId xmlns:a16="http://schemas.microsoft.com/office/drawing/2014/main" id="{FDD478F8-C6C0-4400-B2A6-48D6A385538A}"/>
              </a:ext>
            </a:extLst>
          </p:cNvPr>
          <p:cNvSpPr>
            <a:spLocks xmlns:a="http://schemas.openxmlformats.org/drawingml/2006/main" noGrp="1"/>
          </p:cNvSpPr>
          <p:nvPr/>
        </p:nvSpPr>
        <p:spPr>
          <a:xfrm xmlns:a="http://schemas.openxmlformats.org/drawingml/2006/main">
            <a:off x="1493520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342" name="dp42-comparison / n260">
            <a:extLst xmlns:a="http://schemas.openxmlformats.org/drawingml/2006/main">
              <a:ext uri="{FF2B5EF4-FFF2-40B4-BE49-F238E27FC236}">
                <a16:creationId xmlns:a16="http://schemas.microsoft.com/office/drawing/2014/main" id="{D53A79FD-FCB3-4C3D-9D10-AC53F2777538}"/>
              </a:ext>
            </a:extLst>
          </p:cNvPr>
          <p:cNvSpPr>
            <a:spLocks xmlns:a="http://schemas.openxmlformats.org/drawingml/2006/main" noGrp="1"/>
          </p:cNvSpPr>
          <p:nvPr/>
        </p:nvSpPr>
        <p:spPr>
          <a:xfrm xmlns:a="http://schemas.openxmlformats.org/drawingml/2006/main">
            <a:off x="1491615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3" name="dp42-comparison / n261 / text 1">
            <a:extLst xmlns:a="http://schemas.openxmlformats.org/drawingml/2006/main">
              <a:ext uri="{FF2B5EF4-FFF2-40B4-BE49-F238E27FC236}">
                <a16:creationId xmlns:a16="http://schemas.microsoft.com/office/drawing/2014/main" id="{35A7B07B-011E-4EE5-AA84-B93098D00ABE}"/>
              </a:ext>
            </a:extLst>
          </p:cNvPr>
          <p:cNvSpPr>
            <a:spLocks xmlns:a="http://schemas.openxmlformats.org/drawingml/2006/main" noGrp="1"/>
          </p:cNvSpPr>
          <p:nvPr/>
        </p:nvSpPr>
        <p:spPr>
          <a:xfrm xmlns:a="http://schemas.openxmlformats.org/drawingml/2006/main">
            <a:off x="1493520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344" name="dp42-comparison / n269">
            <a:extLst xmlns:a="http://schemas.openxmlformats.org/drawingml/2006/main">
              <a:ext uri="{FF2B5EF4-FFF2-40B4-BE49-F238E27FC236}">
                <a16:creationId xmlns:a16="http://schemas.microsoft.com/office/drawing/2014/main" id="{3EA5BD31-9BF3-41C9-B58F-EA7711AC0875}"/>
              </a:ext>
            </a:extLst>
          </p:cNvPr>
          <p:cNvSpPr>
            <a:spLocks xmlns:a="http://schemas.openxmlformats.org/drawingml/2006/main" noGrp="1"/>
          </p:cNvSpPr>
          <p:nvPr/>
        </p:nvSpPr>
        <p:spPr>
          <a:xfrm xmlns:a="http://schemas.openxmlformats.org/drawingml/2006/main">
            <a:off x="10010775" y="6000750"/>
            <a:ext cx="1860423"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5" name="dp42-comparison / n270 / text 1">
            <a:extLst xmlns:a="http://schemas.openxmlformats.org/drawingml/2006/main">
              <a:ext uri="{FF2B5EF4-FFF2-40B4-BE49-F238E27FC236}">
                <a16:creationId xmlns:a16="http://schemas.microsoft.com/office/drawing/2014/main" id="{BF44024E-7C05-4761-9629-8BFD2CC2F34A}"/>
              </a:ext>
            </a:extLst>
          </p:cNvPr>
          <p:cNvSpPr>
            <a:spLocks xmlns:a="http://schemas.openxmlformats.org/drawingml/2006/main" noGrp="1"/>
          </p:cNvSpPr>
          <p:nvPr/>
        </p:nvSpPr>
        <p:spPr>
          <a:xfrm xmlns:a="http://schemas.openxmlformats.org/drawingml/2006/main">
            <a:off x="10029825" y="601027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선저장: R2=접수 대기 / K1</a:t>
            </a:r>
          </a:p>
        </p:txBody>
      </p:sp>
      <p:sp>
        <p:nvSpPr>
          <p:cNvPr id="346" name="dp42-comparison / n270 / text 2">
            <a:extLst xmlns:a="http://schemas.openxmlformats.org/drawingml/2006/main">
              <a:ext uri="{FF2B5EF4-FFF2-40B4-BE49-F238E27FC236}">
                <a16:creationId xmlns:a16="http://schemas.microsoft.com/office/drawing/2014/main" id="{FD0C3F71-E476-49C3-91CA-0680630DF764}"/>
              </a:ext>
            </a:extLst>
          </p:cNvPr>
          <p:cNvSpPr>
            <a:spLocks xmlns:a="http://schemas.openxmlformats.org/drawingml/2006/main" noGrp="1"/>
          </p:cNvSpPr>
          <p:nvPr/>
        </p:nvSpPr>
        <p:spPr>
          <a:xfrm xmlns:a="http://schemas.openxmlformats.org/drawingml/2006/main">
            <a:off x="10029825" y="617029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후반영: K1 내부 접수 확인</a:t>
            </a:r>
          </a:p>
        </p:txBody>
      </p:sp>
      <p:sp>
        <p:nvSpPr>
          <p:cNvPr id="347" name="dp42-comparison / n271">
            <a:extLst xmlns:a="http://schemas.openxmlformats.org/drawingml/2006/main">
              <a:ext uri="{FF2B5EF4-FFF2-40B4-BE49-F238E27FC236}">
                <a16:creationId xmlns:a16="http://schemas.microsoft.com/office/drawing/2014/main" id="{B85D10E8-6E3D-4A2C-867D-CB369BD3060D}"/>
              </a:ext>
            </a:extLst>
          </p:cNvPr>
          <p:cNvSpPr>
            <a:spLocks xmlns:a="http://schemas.openxmlformats.org/drawingml/2006/main" noGrp="1"/>
          </p:cNvSpPr>
          <p:nvPr/>
        </p:nvSpPr>
        <p:spPr>
          <a:xfrm xmlns:a="http://schemas.openxmlformats.org/drawingml/2006/main">
            <a:off x="14506575" y="6000750"/>
            <a:ext cx="2148459"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8" name="dp42-comparison / n272 / text 1">
            <a:extLst xmlns:a="http://schemas.openxmlformats.org/drawingml/2006/main">
              <a:ext uri="{FF2B5EF4-FFF2-40B4-BE49-F238E27FC236}">
                <a16:creationId xmlns:a16="http://schemas.microsoft.com/office/drawing/2014/main" id="{58605037-97CD-4F1D-ACE3-C9F35C6C17EB}"/>
              </a:ext>
            </a:extLst>
          </p:cNvPr>
          <p:cNvSpPr>
            <a:spLocks xmlns:a="http://schemas.openxmlformats.org/drawingml/2006/main" noGrp="1"/>
          </p:cNvSpPr>
          <p:nvPr/>
        </p:nvSpPr>
        <p:spPr>
          <a:xfrm xmlns:a="http://schemas.openxmlformats.org/drawingml/2006/main">
            <a:off x="14525625" y="601027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Q1 변경 + K1 + 내부 접수 결과</a:t>
            </a:r>
          </a:p>
        </p:txBody>
      </p:sp>
      <p:sp>
        <p:nvSpPr>
          <p:cNvPr id="349" name="dp42-comparison / n272 / text 2">
            <a:extLst xmlns:a="http://schemas.openxmlformats.org/drawingml/2006/main">
              <a:ext uri="{FF2B5EF4-FFF2-40B4-BE49-F238E27FC236}">
                <a16:creationId xmlns:a16="http://schemas.microsoft.com/office/drawing/2014/main" id="{58C7FC32-92C0-4637-AEC8-D36F30CA36B3}"/>
              </a:ext>
            </a:extLst>
          </p:cNvPr>
          <p:cNvSpPr>
            <a:spLocks xmlns:a="http://schemas.openxmlformats.org/drawingml/2006/main" noGrp="1"/>
          </p:cNvSpPr>
          <p:nvPr/>
        </p:nvSpPr>
        <p:spPr>
          <a:xfrm xmlns:a="http://schemas.openxmlformats.org/drawingml/2006/main">
            <a:off x="14525625" y="617029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업무의 로컬 transaction</a:t>
            </a:r>
          </a:p>
        </p:txBody>
      </p:sp>
      <p:sp>
        <p:nvSpPr>
          <p:cNvPr id="350" name="dp42-comparison / n273">
            <a:extLst xmlns:a="http://schemas.openxmlformats.org/drawingml/2006/main">
              <a:ext uri="{FF2B5EF4-FFF2-40B4-BE49-F238E27FC236}">
                <a16:creationId xmlns:a16="http://schemas.microsoft.com/office/drawing/2014/main" id="{7DB006E8-C2AF-4EAC-A29F-737A505DF056}"/>
              </a:ext>
            </a:extLst>
          </p:cNvPr>
          <p:cNvSpPr>
            <a:spLocks xmlns:a="http://schemas.openxmlformats.org/drawingml/2006/main" noGrp="1"/>
          </p:cNvSpPr>
          <p:nvPr/>
        </p:nvSpPr>
        <p:spPr>
          <a:xfrm xmlns:a="http://schemas.openxmlformats.org/drawingml/2006/main">
            <a:off x="12668250" y="4619625"/>
            <a:ext cx="1497711"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1" name="dp42-comparison / n274 / text 1">
            <a:extLst xmlns:a="http://schemas.openxmlformats.org/drawingml/2006/main">
              <a:ext uri="{FF2B5EF4-FFF2-40B4-BE49-F238E27FC236}">
                <a16:creationId xmlns:a16="http://schemas.microsoft.com/office/drawing/2014/main" id="{8CF2246B-1CA3-4FB3-84A2-E7273F9B7CFA}"/>
              </a:ext>
            </a:extLst>
          </p:cNvPr>
          <p:cNvSpPr>
            <a:spLocks xmlns:a="http://schemas.openxmlformats.org/drawingml/2006/main" noGrp="1"/>
          </p:cNvSpPr>
          <p:nvPr/>
        </p:nvSpPr>
        <p:spPr>
          <a:xfrm xmlns:a="http://schemas.openxmlformats.org/drawingml/2006/main">
            <a:off x="12687300" y="4629150"/>
            <a:ext cx="2047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내부 접수 결과 반환</a:t>
            </a:r>
          </a:p>
        </p:txBody>
      </p:sp>
      <p:sp>
        <p:nvSpPr>
          <p:cNvPr id="352" name="dp42-comparison / n285">
            <a:extLst xmlns:a="http://schemas.openxmlformats.org/drawingml/2006/main">
              <a:ext uri="{FF2B5EF4-FFF2-40B4-BE49-F238E27FC236}">
                <a16:creationId xmlns:a16="http://schemas.microsoft.com/office/drawing/2014/main" id="{0AFC0828-E6A4-4D0A-9737-2FE9811D0F10}"/>
              </a:ext>
            </a:extLst>
          </p:cNvPr>
          <p:cNvSpPr>
            <a:spLocks xmlns:a="http://schemas.openxmlformats.org/drawingml/2006/main" noGrp="1"/>
          </p:cNvSpPr>
          <p:nvPr/>
        </p:nvSpPr>
        <p:spPr>
          <a:xfrm xmlns:a="http://schemas.openxmlformats.org/drawingml/2006/main">
            <a:off x="1247775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3" name="dp42-comparison / n286 / text 1">
            <a:extLst xmlns:a="http://schemas.openxmlformats.org/drawingml/2006/main">
              <a:ext uri="{FF2B5EF4-FFF2-40B4-BE49-F238E27FC236}">
                <a16:creationId xmlns:a16="http://schemas.microsoft.com/office/drawing/2014/main" id="{9262DE0E-DD40-435C-8A7F-4049A58AB8F3}"/>
              </a:ext>
            </a:extLst>
          </p:cNvPr>
          <p:cNvSpPr>
            <a:spLocks xmlns:a="http://schemas.openxmlformats.org/drawingml/2006/main" noGrp="1"/>
          </p:cNvSpPr>
          <p:nvPr/>
        </p:nvSpPr>
        <p:spPr>
          <a:xfrm xmlns:a="http://schemas.openxmlformats.org/drawingml/2006/main">
            <a:off x="1249680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354" name="dp42-comparison / n293">
            <a:extLst xmlns:a="http://schemas.openxmlformats.org/drawingml/2006/main">
              <a:ext uri="{FF2B5EF4-FFF2-40B4-BE49-F238E27FC236}">
                <a16:creationId xmlns:a16="http://schemas.microsoft.com/office/drawing/2014/main" id="{D86CB291-9ECF-4FAD-A27A-BC1809EA1114}"/>
              </a:ext>
            </a:extLst>
          </p:cNvPr>
          <p:cNvSpPr>
            <a:spLocks xmlns:a="http://schemas.openxmlformats.org/drawingml/2006/main" noGrp="1"/>
          </p:cNvSpPr>
          <p:nvPr/>
        </p:nvSpPr>
        <p:spPr>
          <a:xfrm xmlns:a="http://schemas.openxmlformats.org/drawingml/2006/main">
            <a:off x="1001077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5" name="dp42-comparison / n294 / text 1">
            <a:extLst xmlns:a="http://schemas.openxmlformats.org/drawingml/2006/main">
              <a:ext uri="{FF2B5EF4-FFF2-40B4-BE49-F238E27FC236}">
                <a16:creationId xmlns:a16="http://schemas.microsoft.com/office/drawing/2014/main" id="{EA046270-5CAC-43AD-BFDB-E045706AC4A5}"/>
              </a:ext>
            </a:extLst>
          </p:cNvPr>
          <p:cNvSpPr>
            <a:spLocks xmlns:a="http://schemas.openxmlformats.org/drawingml/2006/main" noGrp="1"/>
          </p:cNvSpPr>
          <p:nvPr/>
        </p:nvSpPr>
        <p:spPr>
          <a:xfrm xmlns:a="http://schemas.openxmlformats.org/drawingml/2006/main">
            <a:off x="1002982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356" name="dp42-comparison / n295">
            <a:extLst xmlns:a="http://schemas.openxmlformats.org/drawingml/2006/main">
              <a:ext uri="{FF2B5EF4-FFF2-40B4-BE49-F238E27FC236}">
                <a16:creationId xmlns:a16="http://schemas.microsoft.com/office/drawing/2014/main" id="{F7940AAF-A29D-4BBC-8A34-DEF71D88E9E3}"/>
              </a:ext>
            </a:extLst>
          </p:cNvPr>
          <p:cNvSpPr>
            <a:spLocks xmlns:a="http://schemas.openxmlformats.org/drawingml/2006/main" noGrp="1"/>
          </p:cNvSpPr>
          <p:nvPr/>
        </p:nvSpPr>
        <p:spPr>
          <a:xfrm xmlns:a="http://schemas.openxmlformats.org/drawingml/2006/main">
            <a:off x="1290637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7" name="dp42-comparison / n296 / text 1">
            <a:extLst xmlns:a="http://schemas.openxmlformats.org/drawingml/2006/main">
              <a:ext uri="{FF2B5EF4-FFF2-40B4-BE49-F238E27FC236}">
                <a16:creationId xmlns:a16="http://schemas.microsoft.com/office/drawing/2014/main" id="{2313300B-FD84-4286-8CD4-051DA56269D1}"/>
              </a:ext>
            </a:extLst>
          </p:cNvPr>
          <p:cNvSpPr>
            <a:spLocks xmlns:a="http://schemas.openxmlformats.org/drawingml/2006/main" noGrp="1"/>
          </p:cNvSpPr>
          <p:nvPr/>
        </p:nvSpPr>
        <p:spPr>
          <a:xfrm xmlns:a="http://schemas.openxmlformats.org/drawingml/2006/main">
            <a:off x="1292542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358" name="dp42-comparison / n297">
            <a:extLst xmlns:a="http://schemas.openxmlformats.org/drawingml/2006/main">
              <a:ext uri="{FF2B5EF4-FFF2-40B4-BE49-F238E27FC236}">
                <a16:creationId xmlns:a16="http://schemas.microsoft.com/office/drawing/2014/main" id="{E0DF6259-4509-4063-A1B5-EB35D0114D76}"/>
              </a:ext>
            </a:extLst>
          </p:cNvPr>
          <p:cNvSpPr>
            <a:spLocks xmlns:a="http://schemas.openxmlformats.org/drawingml/2006/main" noGrp="1"/>
          </p:cNvSpPr>
          <p:nvPr/>
        </p:nvSpPr>
        <p:spPr>
          <a:xfrm xmlns:a="http://schemas.openxmlformats.org/drawingml/2006/main">
            <a:off x="1534477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9" name="dp42-comparison / n298 / text 1">
            <a:extLst xmlns:a="http://schemas.openxmlformats.org/drawingml/2006/main">
              <a:ext uri="{FF2B5EF4-FFF2-40B4-BE49-F238E27FC236}">
                <a16:creationId xmlns:a16="http://schemas.microsoft.com/office/drawing/2014/main" id="{B6C428CB-0A7F-4372-B13E-A51A9B926096}"/>
              </a:ext>
            </a:extLst>
          </p:cNvPr>
          <p:cNvSpPr>
            <a:spLocks xmlns:a="http://schemas.openxmlformats.org/drawingml/2006/main" noGrp="1"/>
          </p:cNvSpPr>
          <p:nvPr/>
        </p:nvSpPr>
        <p:spPr>
          <a:xfrm xmlns:a="http://schemas.openxmlformats.org/drawingml/2006/main">
            <a:off x="1536382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360" name="dp42-comparison / n299">
            <a:extLst xmlns:a="http://schemas.openxmlformats.org/drawingml/2006/main">
              <a:ext uri="{FF2B5EF4-FFF2-40B4-BE49-F238E27FC236}">
                <a16:creationId xmlns:a16="http://schemas.microsoft.com/office/drawing/2014/main" id="{206AFDD9-F757-4C53-8698-0B5A7537DF9E}"/>
              </a:ext>
            </a:extLst>
          </p:cNvPr>
          <p:cNvSpPr>
            <a:spLocks xmlns:a="http://schemas.openxmlformats.org/drawingml/2006/main" noGrp="1"/>
          </p:cNvSpPr>
          <p:nvPr/>
        </p:nvSpPr>
        <p:spPr>
          <a:xfrm xmlns:a="http://schemas.openxmlformats.org/drawingml/2006/main">
            <a:off x="1001077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61" name="dp42-comparison / n300 / text 1">
            <a:extLst xmlns:a="http://schemas.openxmlformats.org/drawingml/2006/main">
              <a:ext uri="{FF2B5EF4-FFF2-40B4-BE49-F238E27FC236}">
                <a16:creationId xmlns:a16="http://schemas.microsoft.com/office/drawing/2014/main" id="{0366FC5F-38B0-41FE-AEF4-6D769770819C}"/>
              </a:ext>
            </a:extLst>
          </p:cNvPr>
          <p:cNvSpPr>
            <a:spLocks xmlns:a="http://schemas.openxmlformats.org/drawingml/2006/main" noGrp="1"/>
          </p:cNvSpPr>
          <p:nvPr/>
        </p:nvSpPr>
        <p:spPr>
          <a:xfrm xmlns:a="http://schemas.openxmlformats.org/drawingml/2006/main">
            <a:off x="1002982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Tree>
    <p:extLst>
      <p:ext uri="{BB962C8B-B14F-4D97-AF65-F5344CB8AC3E}">
        <p14:creationId xmlns:p14="http://schemas.microsoft.com/office/powerpoint/2010/main" val="60274611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0075C268-810D-4F27-A3CE-BDC31A047C14}"/>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91CA3B06-08D4-4740-BD44-EE082F4C19D3}"/>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88E64A05-E3EA-4ED5-A927-945BC3A9B5A1}"/>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5AEE1B36-EB5D-4FC1-948C-27699B0D9206}"/>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240370BE-5548-434A-9A52-B91D565A479C}"/>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816DEE9-FBCD-4B0A-8E5A-12B10517628D}"/>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39DD108A-76AC-4703-87EF-C74765BA9009}"/>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C32C25CC-4884-4DA1-8BE3-2DB5D67D4EF1}"/>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EF5798E8-70F3-4FE5-A19F-277380053F09}"/>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2B57F289-81A9-4CED-82D4-347CF1B83AE8}"/>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292DA80D-A95A-4C46-876C-2C6A3BFC88E7}"/>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FCF8F664-2F09-4DD1-B238-E6E1F53E35F2}"/>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E2D0359F-5AF4-4E77-B750-289561EA6824}"/>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E5FC3BC8-7E88-44CB-8E35-0C0691E91725}"/>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F8C6AED6-6126-4CB5-B233-693020480982}"/>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F57EEEDB-4660-4AAC-9D02-95C264202AD9}"/>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0B686EEB-BECB-4F3B-96E9-176D7D6F7538}"/>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CCC6A9DB-7DEB-401A-9B27-E6096116870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C1F74FD7-D0FF-4878-8D4C-E7428C7286B4}"/>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79F6D12A-B01F-4781-B19A-8D30DD9CBB4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8B537292-B858-4487-B4D0-31CB9E9532ED}"/>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FF683370-F6AC-427E-8380-81458AFC2234}"/>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5508BDB6-7076-4A05-B98B-EE02F0D16684}"/>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D3A4836B-CD09-4DB1-8975-4042FD2700B8}"/>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FBB3211D-E6AD-4B49-8B32-A2C984846FA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AD86E470-4838-48B4-8AE0-ED7567CDE385}"/>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E9F529F0-1CB5-465F-B640-4ACBD90BBC9C}"/>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6962E327-C4F9-4024-9539-0AE893FB3638}"/>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D3B24DAD-A575-48CA-8AB7-86E7E4D5E3F2}"/>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E84C7CF1-BA9D-4904-AEE5-412D53BA096A}"/>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9D057175-04C8-4F7D-80F3-DD69ECE5C6C3}"/>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FF08159F-B5BE-4837-BF57-73AE45D59A3F}"/>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58FD4385-D67A-410A-BC1C-E7B84A39FDEB}"/>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CB30949B-C289-4FBF-9F32-B5CD7330D0B7}"/>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CDB0035C-441D-47A2-AD36-91889992E8AF}"/>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25E14D77-E172-4FE3-93C8-385BB6B5B211}"/>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ADF054C0-872D-4F8C-A104-CC06881D6647}"/>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F6CD0C19-B743-49CE-BC4B-D4069BD4DCC4}"/>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BD9C6E5A-277C-46A4-8EF1-7C04DBFA1A67}"/>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4F6E9DBE-D298-4195-AC07-F5F3F73BE1BD}"/>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BB1A22BB-1BDD-426A-95C1-C100B3DBED97}"/>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F526641B-EC60-4162-93D1-B0BE2750D6FD}"/>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DE865445-C919-4ADA-87EF-DE6CB4AEAA62}"/>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5E09A1D-9041-478D-A5BC-FD60F33657DC}"/>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22C3FC05-DFFD-406E-80E1-D8E5DE5609DE}"/>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DD7F858D-1BE8-416B-B84D-CF105683BB8E}"/>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1E4399A6-7B81-4720-9A35-F22767D73CBF}"/>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5A5F511E-621F-4D0F-A04C-C4A517C94A75}"/>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88C55308-3305-47E8-B6B7-A8965F66EBD1}"/>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BD6DF43-43DE-4C27-BD49-E6F0EF77AE85}"/>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724C1578-83EA-4463-882D-70BDED5FABAC}"/>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0DD24039-CAD3-4997-A81A-8630B9314FC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7F1ED933-24E1-4C6C-943B-FBB10D296FF3}"/>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CF8CA99C-B315-472E-87AB-652C9D258094}"/>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3C97794D-5620-401A-A9B8-ED2EB570CC59}"/>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7F00A426-E09D-4B94-8ACF-42994BDC12CF}"/>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46982D15-BCFF-485F-85B8-767F350A2791}"/>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2F6FE5D1-13D7-4B73-AAD7-F78C2FEB8339}"/>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A829B05B-353F-48A3-845D-111B6A9177BB}"/>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54435350-D902-4E8D-9307-7E9D38476035}"/>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000C6B6E-F630-47DA-8E39-5F817E883ECF}"/>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2030E286-D796-402F-A98D-18AC99C260F5}"/>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644D1C6C-C1DB-4AEE-A851-1E2F7934AA99}"/>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6B3F3CEB-8607-4131-A571-0CED5C39999D}"/>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5264F868-F6DE-4439-B46F-DF1430043344}"/>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103A3F80-24CA-45EB-8D24-7CBFA7D1A3D8}"/>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3F0CEC2B-A3E1-4849-AC2A-BEA8BEBBBD3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D22AD6E-1C4D-4030-9663-39FA2F4C9DEE}"/>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1E934BDC-1231-4C17-A07C-251795BCC023}"/>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E1AEE415-0185-44FD-B945-BA9528A58468}"/>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19B695F4-533D-4A50-AAA1-300D727CC424}"/>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82E0378C-3425-4D9A-B391-ECA363551902}"/>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2A4AC90E-26C0-497F-BE84-4B9C8A5DD85D}"/>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8CA130CC-22FA-45EF-A05C-CBBA67E660C6}"/>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1F72D3A5-1397-4FDE-A46E-4080034D056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5AB307BF-73B9-4E3C-88B3-56BE91964B1B}"/>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EE49C49F-E53C-440E-9748-F5704FA97679}"/>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536559CE-3676-49F5-BDEA-0BA01D5AEDB6}"/>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5BC538E5-267A-4930-B26F-1B744F069E4B}"/>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D28EF46A-5D65-4D58-95A6-6AD1D225434D}"/>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34BB9D74-BAA4-4198-B691-99CEA4A4BF11}"/>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B1E747F9-C2B6-4CFB-A648-21D1864A315A}"/>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1AB4ACCF-EEDA-426F-A575-2DAA42AE6A24}"/>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35BB5314-B9A6-48AA-841A-40B2822B0867}"/>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21D90D00-089D-448F-A735-C20C5C8C8FF6}"/>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470A4922-7423-4FB9-8989-198E50B34851}"/>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A75C4D7D-EE13-46E7-A903-BFD9B15AADA9}"/>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CCAA76D0-C628-4ECB-821D-B76717EFA22C}"/>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7E4A9164-723E-4210-B19B-47F82D596AEA}"/>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4ABF81C3-6608-4252-A36B-5D827C66A569}"/>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7B11CC2B-520C-4AE4-88B0-3FE3E004A147}"/>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12748C44-CF77-4B18-9090-A82A2213C728}"/>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B895C96A-8036-4329-B8E5-0264976A02CE}"/>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1E1FE5E0-D7F6-483D-B81A-1FA8F25CE6FA}"/>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17396DE5-3696-4B5D-AC10-C496F7D71200}"/>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C86564E5-1DFB-4FCA-8130-452B889B8DBD}"/>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9F3371B5-3BC1-416C-B22A-C84BF856CF32}"/>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FDE1A81-4412-4C82-AE30-C3A7AC5DFFE9}"/>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9003EEF-FA5A-488F-80E9-561795E6F417}"/>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71A9C78E-F945-4609-AA19-A61ED8CD960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D26DA344-90F4-48D3-8E7D-2F5E1B0BD5F1}"/>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8D38FB3F-0239-4561-B64F-C2FB40DEBCFE}"/>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EA38C8FE-76C2-4040-805E-5B50CB303354}"/>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56D58781-EADF-47AF-A05F-1BF307660A02}"/>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22F9563D-ACBB-405A-B7D0-8D494AEF186D}"/>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C7956736-42CF-498F-ACE9-E69E48981BCC}"/>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1AF457BC-3967-49CF-B269-79631C028146}"/>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BB63BBCD-BB2B-43AC-8EC1-1028D2302C69}"/>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0C0D80EB-03C2-44D0-A7BB-FED50B956965}"/>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8BB02F71-773D-4F69-AB67-026940B036A8}"/>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1FD4BB5A-3DD7-41A0-8408-8DF675F3DDC0}"/>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D7F8AFF6-30F3-43BB-9220-5DEC139406A9}"/>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215A8B3B-40DB-43FA-8B44-E35125E043ED}"/>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6DB9877-2ED7-4F88-B778-1A4263587C42}"/>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2DC8EFDD-EB76-4245-BB7C-E23A0C92B4CC}"/>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F25DC276-1D73-4009-98C1-8143CD3F6BB5}"/>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69EB823-AEC7-42A8-8364-127A5F9FA0EC}"/>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A8324F08-C715-40B4-B581-5C4E5F17C8E4}"/>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66F2E119-6512-42BF-A164-7454E6BEAD7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76AD0B05-1C19-41DA-A5F7-83F47C862E0E}"/>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DD2E403A-3FD8-4B7F-A752-7356D0DC7A8B}"/>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329974EB-3515-4E95-AF2F-C83B16150523}"/>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A8332914-BB48-49C4-9E28-98608B2FD1EB}"/>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D2E970DE-2B98-4DA4-BA02-9443F6E4EF53}"/>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4D26135-6B41-40FE-96B2-7FD5074CD6CD}"/>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EAFAA26C-3B45-4BC2-8986-4A0690A16C54}"/>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F473E544-B287-47FE-98DB-DC1EE1E6C2A3}"/>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2C913E5D-92E8-4E19-A681-0908B1047DC1}"/>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E82E9CBE-B7C7-4446-A052-3DAE61FAC17A}"/>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6483C610-3D0C-46F3-9C01-946DC037CE84}"/>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E0A6BAE6-B8BC-46E4-A557-CFC1ABF1E1FC}"/>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45202B50-CF6B-443F-89AD-E1544A3D289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B83BD571-D57D-4B7E-B281-607B85763A49}"/>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56905014-F918-4482-857F-67AB2E889C44}"/>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17E662B1-53C7-42C4-9BCE-7599A24D29C7}"/>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953929E6-D12E-4F92-AD74-17D11CA3065E}"/>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CA9445B1-FCC0-4CCD-9B6C-82546654946D}"/>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999934D8-3846-4B3B-B21C-8F2382F92F15}"/>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ED5972CE-4481-4A0B-85EC-F6E6C73BCD7F}"/>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13DAE296-E8ED-493C-BA40-CA7B8F22FC4C}"/>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E0F5E4FA-9C3A-447F-97C4-55CF3D3CEE34}"/>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2B6C306D-E2FF-4B85-9289-6E9EF6544EC7}"/>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0399E2FD-D5DE-4CC2-882A-0228B1EC789A}"/>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492A2DE0-522D-41B3-AF4A-117923B64A78}"/>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EDD51943-EA90-4EF9-ACAD-100733EF75CF}"/>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6FBCFB45-2771-4A10-9898-583E37F0D731}"/>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154F2166-4BAE-4951-8839-86C83619B4C6}"/>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84235983-5D9F-42DE-AFC5-6A7A70F014CB}"/>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11C81CC0-5348-44D2-9E7C-26A61678F843}"/>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6F94EAA9-3FA0-42CA-A26F-77E51EAC1A52}"/>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6FE777BB-8531-4D1A-8EDC-1113D5B606F7}"/>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B23877C4-DE2F-4918-9F79-6C826F7E4EE1}"/>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314F83E9-CB6E-4A0C-B6D7-48BFB9226181}"/>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4B3580C8-876B-4272-B9E9-EA57D9A4F779}"/>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A3AAFD48-2911-4B42-9989-49C0A0AAC464}"/>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CF627577-D441-4DE3-99B1-D5CE1EAC720E}"/>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AD0FD768-8DEC-42E5-9520-8B358D21A693}"/>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8DA43258-4CFE-47A0-930C-36B3A4DF1DB2}"/>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D2C9E76-6D53-4A48-BA7F-2B57B1EE5017}"/>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6FDEF72-0CCD-4D98-981E-BFC43999C9D8}"/>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526A6EB2-317A-4C28-81C0-59B0A35180FF}"/>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C31BBDF9-24E4-4858-870A-7833EAE7FAD3}"/>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ACFC4796-7308-40C5-BE8E-687FFD9CA5F3}"/>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4EC18EB6-9CDD-4219-9440-D96840B5FFF1}"/>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1F3A913D-2B38-4578-B0FF-98940C7CBD7D}"/>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454ECD9-5429-4787-B11E-0D1FBB1BC268}"/>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532F0AD1-053E-403D-8CC7-054108F56CB9}"/>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1C7E9FA0-176E-4AA3-9821-B45861360006}"/>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11832A7D-B16C-4CA7-BBFE-5F7461130723}"/>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BB394956-EA8B-4C59-80DE-4A36ABF02826}"/>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35CC6DA9-A9AF-46E2-9F47-F70C5A14B70C}"/>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46A6F153-F5A2-4583-899B-AADCD09D363E}"/>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FF8E0F4B-EE69-4E97-8DCB-D347C549719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4E38E536-2F6C-46AB-921F-9BE270CD2BDD}"/>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D8F89FFC-2A95-4D82-8CA9-0967A01A9C1F}"/>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DD8140C1-B48E-43FF-A552-1DA30502B245}"/>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F4CEE623-C57E-4AF1-85A7-2930CF9C889F}"/>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EC65135F-7E7B-4CAD-97A9-2705C9110C3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66D238D6-71A8-42B3-B24B-15377B1BB705}"/>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F716265-7603-4D47-9892-897E682347FE}"/>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EC9D7430-69A4-4329-BCFB-C90F0667AB0D}"/>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E84B7F46-1C71-463E-8520-B544E8BB5A5A}"/>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ADFA0084-9562-4C8B-BD10-A2C4F545F464}"/>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B7C94E47-186B-4CA6-9F89-F5EBA3DB11B8}"/>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3586183D-34A0-4034-9394-BB7E79CEF0FC}"/>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58DBB81-A3B2-4749-8E29-3C8D6448F252}"/>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38369DCC-FCBE-4208-9C5E-E47DECABF961}"/>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A2140425-C394-45E7-9511-29D57771758D}"/>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AAB31991-86FC-42EA-8420-761CCC441FA6}"/>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3F9E69EB-2E8F-40DE-A6BB-EA5CFC00EAEC}"/>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CB0F4FFF-5222-4E6D-A1D4-7BD64F41AEDC}"/>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A3AEEAD9-ADC0-4F66-B92F-87840BA21BF5}"/>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5BF7B637-95D8-42F2-8FC0-86AECCBFFF11}"/>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6179AFB0-002D-48BE-9B4A-01FC8A8C793A}"/>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C57F2B19-AD0D-48A8-A6B5-EFE442CBE710}"/>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BA9E2D10-AC9C-44CB-A7CC-1208AC9E4931}"/>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DBA6E91-7D18-444A-9CCA-DA2E0D6B76CB}"/>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63110E6-6997-4CB6-B6C3-8140043BD9BE}"/>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5606C0E0-F464-441D-B4D3-A904A3859EF0}"/>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1DEB4651-D156-4202-BFDF-9146684FC341}"/>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0CB094A4-10E8-47BF-A91B-19FBA83AC19E}"/>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D8718DC4-A74F-4D96-B6AC-F6F4B5ACA7FE}"/>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0206A143-F489-4125-AC2E-3C9BCC52A3E0}"/>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DE280D3-790B-47F4-A9A3-B622D8C9D313}"/>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1AE7C213-25E0-4BB3-AD1C-784CFCF2B032}"/>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994D3F8D-64A3-48BA-B9C8-C05F7D7DECC2}"/>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29EE287A-1927-4DF4-BE2D-E749B8C17303}"/>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B9393457-BFAC-4599-9B88-B38755043672}"/>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DEB2D5B8-E61E-44C4-A450-102E248ACC7E}"/>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8EDC3C68-77C8-4464-A3C1-B0DBC13FF834}"/>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522AB7C5-99BD-42B7-AE47-9D8FE74467C9}"/>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274F2B68-E1C3-415F-8C9A-927B82CC46EB}"/>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1A7133C1-047A-4C74-A088-0077A31EE728}"/>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1DFD8BEC-2BFA-4EF1-8CB7-A75F2B6A96B7}"/>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EEA0E10-4BF6-46C9-BDA7-DAAAFBACC271}"/>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9AA1218F-3BD5-4205-B344-BB99DB380A58}"/>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EB4FE2E7-F0FA-4DDA-9890-93BF563973A1}"/>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33ED3341-4954-485D-B45F-E41D8D7A967A}"/>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3B982A6B-7C0C-42B5-809C-47D78D15AC0C}"/>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47D3B0A5-C969-4FF1-90AE-1F1E2537C47D}"/>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73A08D40-A949-4080-9F23-8B3411ABD831}"/>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DE79E92F-7E9A-4F4C-A585-E47D39459491}"/>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AD9C5857-4B7D-452B-A6C8-AD439C37F8B1}"/>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713AD57F-97FD-42F2-B02E-68334EBCBDAC}"/>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CE6E102E-58A3-44F2-8425-F561801FDA27}"/>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027D8D3-5B20-4614-B0FC-06E3A32DA0A5}"/>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754007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0" name="dp44-comparison / n1">
            <a:extLst xmlns:a="http://schemas.openxmlformats.org/drawingml/2006/main">
              <a:ext uri="{FF2B5EF4-FFF2-40B4-BE49-F238E27FC236}">
                <a16:creationId xmlns:a16="http://schemas.microsoft.com/office/drawing/2014/main" id="{788EFA4E-9AF6-485D-887C-BA63A43E1FE7}"/>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F8554AE7-A5AE-476B-A8B4-7156C70B96B6}"/>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018CA00C-2C3A-456C-A770-06C29538C6C2}"/>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53DF4DAA-0EC0-4388-AE23-DB39E1734AFB}"/>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반응성을 위한 VIA 지속 입력과 Response 전달 설계</a:t>
            </a:r>
          </a:p>
        </p:txBody>
      </p:sp>
      <p:sp>
        <p:nvSpPr>
          <p:cNvPr id="5" name="dp44-comparison / n5 / path">
            <a:extLst xmlns:a="http://schemas.openxmlformats.org/drawingml/2006/main">
              <a:ext uri="{FF2B5EF4-FFF2-40B4-BE49-F238E27FC236}">
                <a16:creationId xmlns:a16="http://schemas.microsoft.com/office/drawing/2014/main" id="{CF93C23C-FE6D-4895-A7C1-CAF1EAD0D1B1}"/>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C7ED7FCA-953A-426F-AA4E-1454C4438311}"/>
              </a:ext>
            </a:extLst>
          </p:cNvPr>
          <p:cNvSpPr>
            <a:spLocks xmlns:a="http://schemas.openxmlformats.org/drawingml/2006/main" noGrp="1"/>
          </p:cNvSpPr>
          <p:nvPr/>
        </p:nvSpPr>
        <p:spPr>
          <a:xfrm xmlns:a="http://schemas.openxmlformats.org/drawingml/2006/main">
            <a:off x="381000" y="1266825"/>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설명 도중 새 발화와 메일 질문 도착 / 표 설명 후 메일 질문 전달</a:t>
            </a:r>
          </a:p>
        </p:txBody>
      </p:sp>
      <p:sp>
        <p:nvSpPr>
          <p:cNvPr id="7" name="dp44-comparison / n7 / text 1">
            <a:extLst xmlns:a="http://schemas.openxmlformats.org/drawingml/2006/main">
              <a:ext uri="{FF2B5EF4-FFF2-40B4-BE49-F238E27FC236}">
                <a16:creationId xmlns:a16="http://schemas.microsoft.com/office/drawing/2014/main" id="{040AB983-5C53-406C-8389-7111EB2F046C}"/>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4-comparison / n8 / text 1">
            <a:extLst xmlns:a="http://schemas.openxmlformats.org/drawingml/2006/main">
              <a:ext uri="{FF2B5EF4-FFF2-40B4-BE49-F238E27FC236}">
                <a16:creationId xmlns:a16="http://schemas.microsoft.com/office/drawing/2014/main" id="{6C29B3A7-3CBC-425F-9C10-EBAB08F8344B}"/>
              </a:ext>
            </a:extLst>
          </p:cNvPr>
          <p:cNvSpPr>
            <a:spLocks xmlns:a="http://schemas.openxmlformats.org/drawingml/2006/main" noGrp="1"/>
          </p:cNvSpPr>
          <p:nvPr/>
        </p:nvSpPr>
        <p:spPr>
          <a:xfrm xmlns:a="http://schemas.openxmlformats.org/drawingml/2006/main">
            <a:off x="381000" y="1600200"/>
            <a:ext cx="14573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양안 공통: Agent Gateway ↔ Downstream Agent / Model Access ↔ 공유 Omni 1벌</a:t>
            </a:r>
          </a:p>
        </p:txBody>
      </p:sp>
      <p:sp>
        <p:nvSpPr>
          <p:cNvPr id="9" name="dp44-comparison / n9">
            <a:extLst xmlns:a="http://schemas.openxmlformats.org/drawingml/2006/main">
              <a:ext uri="{FF2B5EF4-FFF2-40B4-BE49-F238E27FC236}">
                <a16:creationId xmlns:a16="http://schemas.microsoft.com/office/drawing/2014/main" id="{14A7B9D9-7C6E-4EAA-9CD9-EEFA484E04D3}"/>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10" name="dp44-comparison / n10 / text 1">
            <a:extLst xmlns:a="http://schemas.openxmlformats.org/drawingml/2006/main">
              <a:ext uri="{FF2B5EF4-FFF2-40B4-BE49-F238E27FC236}">
                <a16:creationId xmlns:a16="http://schemas.microsoft.com/office/drawing/2014/main" id="{0AE0A381-350E-4D90-927B-E1CCA97587AD}"/>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1" name="dp44-comparison / n11">
            <a:extLst xmlns:a="http://schemas.openxmlformats.org/drawingml/2006/main">
              <a:ext uri="{FF2B5EF4-FFF2-40B4-BE49-F238E27FC236}">
                <a16:creationId xmlns:a16="http://schemas.microsoft.com/office/drawing/2014/main" id="{D21D6755-3505-4558-894A-F94785404F7D}"/>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2" name="dp44-comparison / n12 / text 1">
            <a:extLst xmlns:a="http://schemas.openxmlformats.org/drawingml/2006/main">
              <a:ext uri="{FF2B5EF4-FFF2-40B4-BE49-F238E27FC236}">
                <a16:creationId xmlns:a16="http://schemas.microsoft.com/office/drawing/2014/main" id="{25C0D88E-BEA6-44C9-A8BD-8060283F2168}"/>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3" name="dp44-comparison / n13">
            <a:extLst xmlns:a="http://schemas.openxmlformats.org/drawingml/2006/main">
              <a:ext uri="{FF2B5EF4-FFF2-40B4-BE49-F238E27FC236}">
                <a16:creationId xmlns:a16="http://schemas.microsoft.com/office/drawing/2014/main" id="{820CE3B0-49C4-45EE-BF77-1404E6902D3A}"/>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4" name="dp44-comparison / n14 / text 1">
            <a:extLst xmlns:a="http://schemas.openxmlformats.org/drawingml/2006/main">
              <a:ext uri="{FF2B5EF4-FFF2-40B4-BE49-F238E27FC236}">
                <a16:creationId xmlns:a16="http://schemas.microsoft.com/office/drawing/2014/main" id="{497A6692-ED0F-4BBE-B899-07D2BB5A193D}"/>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5" name="dp44-comparison / n15">
            <a:extLst xmlns:a="http://schemas.openxmlformats.org/drawingml/2006/main">
              <a:ext uri="{FF2B5EF4-FFF2-40B4-BE49-F238E27FC236}">
                <a16:creationId xmlns:a16="http://schemas.microsoft.com/office/drawing/2014/main" id="{43D72EAE-3C2B-4CEF-B8CC-A2535CEF535D}"/>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98DA1BA8-7392-4153-8666-1A180F8C4CB0}"/>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7" name="dp44-comparison / n17">
            <a:extLst xmlns:a="http://schemas.openxmlformats.org/drawingml/2006/main">
              <a:ext uri="{FF2B5EF4-FFF2-40B4-BE49-F238E27FC236}">
                <a16:creationId xmlns:a16="http://schemas.microsoft.com/office/drawing/2014/main" id="{F35FC223-790F-4CB9-88CD-B3BEC449150B}"/>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8" name="dp44-comparison / n18 / text 1">
            <a:extLst xmlns:a="http://schemas.openxmlformats.org/drawingml/2006/main">
              <a:ext uri="{FF2B5EF4-FFF2-40B4-BE49-F238E27FC236}">
                <a16:creationId xmlns:a16="http://schemas.microsoft.com/office/drawing/2014/main" id="{4B4E64AD-F44E-479A-AF81-02159F46AA55}"/>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9" name="dp44-comparison / n18 / text 2">
            <a:extLst xmlns:a="http://schemas.openxmlformats.org/drawingml/2006/main">
              <a:ext uri="{FF2B5EF4-FFF2-40B4-BE49-F238E27FC236}">
                <a16:creationId xmlns:a16="http://schemas.microsoft.com/office/drawing/2014/main" id="{CA78E046-E494-4E75-8013-3C41BDB9C53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20" name="dp44-comparison / n19 / path">
            <a:extLst xmlns:a="http://schemas.openxmlformats.org/drawingml/2006/main">
              <a:ext uri="{FF2B5EF4-FFF2-40B4-BE49-F238E27FC236}">
                <a16:creationId xmlns:a16="http://schemas.microsoft.com/office/drawing/2014/main" id="{997EFA5B-3DF4-4941-8DFA-831B2C22961E}"/>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4-comparison / n20 / path">
            <a:extLst xmlns:a="http://schemas.openxmlformats.org/drawingml/2006/main">
              <a:ext uri="{FF2B5EF4-FFF2-40B4-BE49-F238E27FC236}">
                <a16:creationId xmlns:a16="http://schemas.microsoft.com/office/drawing/2014/main" id="{B5D161F6-5AE6-4EAF-B8B3-CCC0ED82050D}"/>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2" name="dp44-comparison / n21 / text 1">
            <a:extLst xmlns:a="http://schemas.openxmlformats.org/drawingml/2006/main">
              <a:ext uri="{FF2B5EF4-FFF2-40B4-BE49-F238E27FC236}">
                <a16:creationId xmlns:a16="http://schemas.microsoft.com/office/drawing/2014/main" id="{5B5671BF-7AB4-418F-B29C-9AFCB9C11A80}"/>
              </a:ext>
            </a:extLst>
          </p:cNvPr>
          <p:cNvSpPr>
            <a:spLocks xmlns:a="http://schemas.openxmlformats.org/drawingml/2006/main" noGrp="1"/>
          </p:cNvSpPr>
          <p:nvPr/>
        </p:nvSpPr>
        <p:spPr>
          <a:xfrm xmlns:a="http://schemas.openxmlformats.org/drawingml/2006/main">
            <a:off x="1485900" y="182880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중앙 조정 방식</a:t>
            </a:r>
          </a:p>
        </p:txBody>
      </p:sp>
      <p:sp>
        <p:nvSpPr>
          <p:cNvPr id="23" name="dp44-comparison / n22 / text 1">
            <a:extLst xmlns:a="http://schemas.openxmlformats.org/drawingml/2006/main">
              <a:ext uri="{FF2B5EF4-FFF2-40B4-BE49-F238E27FC236}">
                <a16:creationId xmlns:a16="http://schemas.microsoft.com/office/drawing/2014/main" id="{70D82D02-AA98-4D5D-91AC-445B43C565A4}"/>
              </a:ext>
            </a:extLst>
          </p:cNvPr>
          <p:cNvSpPr>
            <a:spLocks xmlns:a="http://schemas.openxmlformats.org/drawingml/2006/main" noGrp="1"/>
          </p:cNvSpPr>
          <p:nvPr/>
        </p:nvSpPr>
        <p:spPr>
          <a:xfrm xmlns:a="http://schemas.openxmlformats.org/drawingml/2006/main">
            <a:off x="1485900" y="2133600"/>
            <a:ext cx="79819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중앙 비동기 Orchestration</a:t>
            </a:r>
          </a:p>
        </p:txBody>
      </p:sp>
      <p:sp>
        <p:nvSpPr>
          <p:cNvPr id="24" name="dp44-comparison / n23 / text 1">
            <a:extLst xmlns:a="http://schemas.openxmlformats.org/drawingml/2006/main">
              <a:ext uri="{FF2B5EF4-FFF2-40B4-BE49-F238E27FC236}">
                <a16:creationId xmlns:a16="http://schemas.microsoft.com/office/drawing/2014/main" id="{6471CF54-4B6A-40BA-B26A-DBA281AA40D9}"/>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집중된 실행 상태로 전체 메모리 13.3 GB (메모리 효율성 ↑)</a:t>
            </a:r>
          </a:p>
        </p:txBody>
      </p:sp>
      <p:sp>
        <p:nvSpPr>
          <p:cNvPr id="25" name="dp44-comparison / n24 / text 1">
            <a:extLst xmlns:a="http://schemas.openxmlformats.org/drawingml/2006/main">
              <a:ext uri="{FF2B5EF4-FFF2-40B4-BE49-F238E27FC236}">
                <a16:creationId xmlns:a16="http://schemas.microsoft.com/office/drawing/2014/main" id="{D91E63A1-DBFB-4963-AD9D-EFCC89096C7E}"/>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반환 회수와 재배정으로 평균 반응시간 0.85 s (응답 신속성 ↓)</a:t>
            </a:r>
          </a:p>
        </p:txBody>
      </p:sp>
      <p:sp>
        <p:nvSpPr>
          <p:cNvPr id="26" name="dp44-comparison / n25 / text 1">
            <a:extLst xmlns:a="http://schemas.openxmlformats.org/drawingml/2006/main">
              <a:ext uri="{FF2B5EF4-FFF2-40B4-BE49-F238E27FC236}">
                <a16:creationId xmlns:a16="http://schemas.microsoft.com/office/drawing/2014/main" id="{2599E083-8C5B-427B-AA51-555FB38A6863}"/>
              </a:ext>
            </a:extLst>
          </p:cNvPr>
          <p:cNvSpPr>
            <a:spLocks xmlns:a="http://schemas.openxmlformats.org/drawingml/2006/main" noGrp="1"/>
          </p:cNvSpPr>
          <p:nvPr/>
        </p:nvSpPr>
        <p:spPr>
          <a:xfrm xmlns:a="http://schemas.openxmlformats.org/drawingml/2006/main">
            <a:off x="150495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교차 사건의 중앙 전이 변경, 평균 4.0개 (변경 용이성 ↓)</a:t>
            </a:r>
          </a:p>
        </p:txBody>
      </p:sp>
      <p:sp>
        <p:nvSpPr>
          <p:cNvPr id="27" name="dp44-comparison / n26 / text 1">
            <a:extLst xmlns:a="http://schemas.openxmlformats.org/drawingml/2006/main">
              <a:ext uri="{FF2B5EF4-FFF2-40B4-BE49-F238E27FC236}">
                <a16:creationId xmlns:a16="http://schemas.microsoft.com/office/drawing/2014/main" id="{7F358BF0-E4BC-4533-A964-FFDC30B68768}"/>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V-04 응답 신속성</a:t>
            </a:r>
          </a:p>
        </p:txBody>
      </p:sp>
      <p:sp>
        <p:nvSpPr>
          <p:cNvPr id="28" name="dp44-comparison / n27 / text 1">
            <a:extLst xmlns:a="http://schemas.openxmlformats.org/drawingml/2006/main">
              <a:ext uri="{FF2B5EF4-FFF2-40B4-BE49-F238E27FC236}">
                <a16:creationId xmlns:a16="http://schemas.microsoft.com/office/drawing/2014/main" id="{4387A767-D8DC-42DC-94BE-0470B26468B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9" name="dp44-comparison / n28 / text 1">
            <a:extLst xmlns:a="http://schemas.openxmlformats.org/drawingml/2006/main">
              <a:ext uri="{FF2B5EF4-FFF2-40B4-BE49-F238E27FC236}">
                <a16:creationId xmlns:a16="http://schemas.microsoft.com/office/drawing/2014/main" id="{8F013B36-E920-46FB-82E6-453352AFD5B5}"/>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0.85 s</a:t>
            </a:r>
          </a:p>
        </p:txBody>
      </p:sp>
      <p:sp>
        <p:nvSpPr>
          <p:cNvPr id="30" name="dp44-comparison / n29 / text 1">
            <a:extLst xmlns:a="http://schemas.openxmlformats.org/drawingml/2006/main">
              <a:ext uri="{FF2B5EF4-FFF2-40B4-BE49-F238E27FC236}">
                <a16:creationId xmlns:a16="http://schemas.microsoft.com/office/drawing/2014/main" id="{B0813A29-BF8B-404F-975F-0E5AB9369750}"/>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반응시간 ↓</a:t>
            </a:r>
          </a:p>
        </p:txBody>
      </p:sp>
      <p:sp>
        <p:nvSpPr>
          <p:cNvPr id="31" name="dp44-comparison / n30 / text 1">
            <a:extLst xmlns:a="http://schemas.openxmlformats.org/drawingml/2006/main">
              <a:ext uri="{FF2B5EF4-FFF2-40B4-BE49-F238E27FC236}">
                <a16:creationId xmlns:a16="http://schemas.microsoft.com/office/drawing/2014/main" id="{6A2891FA-0198-4C7F-859B-92FC79DAEC63}"/>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2" name="dp44-comparison / n31 / text 1">
            <a:extLst xmlns:a="http://schemas.openxmlformats.org/drawingml/2006/main">
              <a:ext uri="{FF2B5EF4-FFF2-40B4-BE49-F238E27FC236}">
                <a16:creationId xmlns:a16="http://schemas.microsoft.com/office/drawing/2014/main" id="{F0B1176E-74EE-43C5-9A43-80A2E3369C7B}"/>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3" name="dp44-comparison / n32 / text 1">
            <a:extLst xmlns:a="http://schemas.openxmlformats.org/drawingml/2006/main">
              <a:ext uri="{FF2B5EF4-FFF2-40B4-BE49-F238E27FC236}">
                <a16:creationId xmlns:a16="http://schemas.microsoft.com/office/drawing/2014/main" id="{88FB9AAD-FCE6-4BC2-A055-8F9AEAA291C4}"/>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4" name="dp44-comparison / n33 / text 1">
            <a:extLst xmlns:a="http://schemas.openxmlformats.org/drawingml/2006/main">
              <a:ext uri="{FF2B5EF4-FFF2-40B4-BE49-F238E27FC236}">
                <a16:creationId xmlns:a16="http://schemas.microsoft.com/office/drawing/2014/main" id="{C20D99EB-7803-4F00-A607-8E4173CD7ACC}"/>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5" name="dp44-comparison / n34 / text 1">
            <a:extLst xmlns:a="http://schemas.openxmlformats.org/drawingml/2006/main">
              <a:ext uri="{FF2B5EF4-FFF2-40B4-BE49-F238E27FC236}">
                <a16:creationId xmlns:a16="http://schemas.microsoft.com/office/drawing/2014/main" id="{30CFEBC2-A7D6-4CAF-9A07-6926BF08CD13}"/>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6" name="dp44-comparison / n35 / text 1">
            <a:extLst xmlns:a="http://schemas.openxmlformats.org/drawingml/2006/main">
              <a:ext uri="{FF2B5EF4-FFF2-40B4-BE49-F238E27FC236}">
                <a16:creationId xmlns:a16="http://schemas.microsoft.com/office/drawing/2014/main" id="{903003B1-E78B-4518-895B-F95EEC880FE3}"/>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7" name="dp44-comparison / n36 / text 1">
            <a:extLst xmlns:a="http://schemas.openxmlformats.org/drawingml/2006/main">
              <a:ext uri="{FF2B5EF4-FFF2-40B4-BE49-F238E27FC236}">
                <a16:creationId xmlns:a16="http://schemas.microsoft.com/office/drawing/2014/main" id="{98B3324E-D326-41DB-AE10-EF72E10BB1F4}"/>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13.3 GB</a:t>
            </a:r>
          </a:p>
        </p:txBody>
      </p:sp>
      <p:sp>
        <p:nvSpPr>
          <p:cNvPr id="38" name="dp44-comparison / n37 / text 1">
            <a:extLst xmlns:a="http://schemas.openxmlformats.org/drawingml/2006/main">
              <a:ext uri="{FF2B5EF4-FFF2-40B4-BE49-F238E27FC236}">
                <a16:creationId xmlns:a16="http://schemas.microsoft.com/office/drawing/2014/main" id="{C7DD7014-8AF8-4443-8627-BB16ACD0549A}"/>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9" name="dp44-comparison / n38 / text 1">
            <a:extLst xmlns:a="http://schemas.openxmlformats.org/drawingml/2006/main">
              <a:ext uri="{FF2B5EF4-FFF2-40B4-BE49-F238E27FC236}">
                <a16:creationId xmlns:a16="http://schemas.microsoft.com/office/drawing/2014/main" id="{24359303-AE43-47FB-BC37-E44EE914A01D}"/>
              </a:ext>
            </a:extLst>
          </p:cNvPr>
          <p:cNvSpPr>
            <a:spLocks xmlns:a="http://schemas.openxmlformats.org/drawingml/2006/main" noGrp="1"/>
          </p:cNvSpPr>
          <p:nvPr/>
        </p:nvSpPr>
        <p:spPr>
          <a:xfrm xmlns:a="http://schemas.openxmlformats.org/drawingml/2006/main">
            <a:off x="9772650" y="182880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이벤트 흐름을 연결하는 방식</a:t>
            </a:r>
          </a:p>
        </p:txBody>
      </p:sp>
      <p:sp>
        <p:nvSpPr>
          <p:cNvPr id="40" name="dp44-comparison / n39 / text 1">
            <a:extLst xmlns:a="http://schemas.openxmlformats.org/drawingml/2006/main">
              <a:ext uri="{FF2B5EF4-FFF2-40B4-BE49-F238E27FC236}">
                <a16:creationId xmlns:a16="http://schemas.microsoft.com/office/drawing/2014/main" id="{612D6E93-BF37-412C-BD57-48F4EBF9C6AE}"/>
              </a:ext>
            </a:extLst>
          </p:cNvPr>
          <p:cNvSpPr>
            <a:spLocks xmlns:a="http://schemas.openxmlformats.org/drawingml/2006/main" noGrp="1"/>
          </p:cNvSpPr>
          <p:nvPr/>
        </p:nvSpPr>
        <p:spPr>
          <a:xfrm xmlns:a="http://schemas.openxmlformats.org/drawingml/2006/main">
            <a:off x="9772650" y="2133600"/>
            <a:ext cx="79819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반응형 Dataflow</a:t>
            </a:r>
          </a:p>
        </p:txBody>
      </p:sp>
      <p:sp>
        <p:nvSpPr>
          <p:cNvPr id="41" name="dp44-comparison / n40 / text 1">
            <a:extLst xmlns:a="http://schemas.openxmlformats.org/drawingml/2006/main">
              <a:ext uri="{FF2B5EF4-FFF2-40B4-BE49-F238E27FC236}">
                <a16:creationId xmlns:a16="http://schemas.microsoft.com/office/drawing/2014/main" id="{126FAE02-0EC0-4351-B8F6-93BC48B73224}"/>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사건의 직접 활성화로 평균 반응시간 0.62 s (응답 신속성 ↑)</a:t>
            </a:r>
          </a:p>
        </p:txBody>
      </p:sp>
      <p:sp>
        <p:nvSpPr>
          <p:cNvPr id="42" name="dp44-comparison / n41 / text 1">
            <a:extLst xmlns:a="http://schemas.openxmlformats.org/drawingml/2006/main">
              <a:ext uri="{FF2B5EF4-FFF2-40B4-BE49-F238E27FC236}">
                <a16:creationId xmlns:a16="http://schemas.microsoft.com/office/drawing/2014/main" id="{DD98CED9-724A-43B6-84E7-0E98EBC3C027}"/>
              </a:ext>
            </a:extLst>
          </p:cNvPr>
          <p:cNvSpPr>
            <a:spLocks xmlns:a="http://schemas.openxmlformats.org/drawingml/2006/main" noGrp="1"/>
          </p:cNvSpPr>
          <p:nvPr/>
        </p:nvSpPr>
        <p:spPr>
          <a:xfrm xmlns:a="http://schemas.openxmlformats.org/drawingml/2006/main">
            <a:off x="979170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동일 schema 안의 단계 조합 변경, 평균 2.5개 (변경 용이성 ↑)</a:t>
            </a:r>
          </a:p>
        </p:txBody>
      </p:sp>
      <p:sp>
        <p:nvSpPr>
          <p:cNvPr id="43" name="dp44-comparison / n42 / text 1">
            <a:extLst xmlns:a="http://schemas.openxmlformats.org/drawingml/2006/main">
              <a:ext uri="{FF2B5EF4-FFF2-40B4-BE49-F238E27FC236}">
                <a16:creationId xmlns:a16="http://schemas.microsoft.com/office/drawing/2014/main" id="{C915797C-19A5-4C59-A97F-F4F38C4B16DA}"/>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다수 window와 buffer로 전체 메모리 13.8 GB (메모리 효율성 ↓)</a:t>
            </a:r>
          </a:p>
        </p:txBody>
      </p:sp>
      <p:sp>
        <p:nvSpPr>
          <p:cNvPr id="44" name="dp44-comparison / n43 / text 1">
            <a:extLst xmlns:a="http://schemas.openxmlformats.org/drawingml/2006/main">
              <a:ext uri="{FF2B5EF4-FFF2-40B4-BE49-F238E27FC236}">
                <a16:creationId xmlns:a16="http://schemas.microsoft.com/office/drawing/2014/main" id="{1F3BED31-9F0E-460F-9E3D-D9E762591EA4}"/>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V-04 응답 신속성</a:t>
            </a:r>
          </a:p>
        </p:txBody>
      </p:sp>
      <p:sp>
        <p:nvSpPr>
          <p:cNvPr id="45" name="dp44-comparison / n44 / text 1">
            <a:extLst xmlns:a="http://schemas.openxmlformats.org/drawingml/2006/main">
              <a:ext uri="{FF2B5EF4-FFF2-40B4-BE49-F238E27FC236}">
                <a16:creationId xmlns:a16="http://schemas.microsoft.com/office/drawing/2014/main" id="{6892EBCE-86AD-44D9-8B32-B6A88525AC89}"/>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6" name="dp44-comparison / n45 / text 1">
            <a:extLst xmlns:a="http://schemas.openxmlformats.org/drawingml/2006/main">
              <a:ext uri="{FF2B5EF4-FFF2-40B4-BE49-F238E27FC236}">
                <a16:creationId xmlns:a16="http://schemas.microsoft.com/office/drawing/2014/main" id="{08C55EEB-CCC4-4DE5-8DBE-DFAF38824F48}"/>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0.62 s</a:t>
            </a:r>
          </a:p>
        </p:txBody>
      </p:sp>
      <p:sp>
        <p:nvSpPr>
          <p:cNvPr id="47" name="dp44-comparison / n46 / text 1">
            <a:extLst xmlns:a="http://schemas.openxmlformats.org/drawingml/2006/main">
              <a:ext uri="{FF2B5EF4-FFF2-40B4-BE49-F238E27FC236}">
                <a16:creationId xmlns:a16="http://schemas.microsoft.com/office/drawing/2014/main" id="{535FFD75-BB16-432C-B8C4-14604707A78F}"/>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반응시간 ↓</a:t>
            </a:r>
          </a:p>
        </p:txBody>
      </p:sp>
      <p:sp>
        <p:nvSpPr>
          <p:cNvPr id="48" name="dp44-comparison / n47 / text 1">
            <a:extLst xmlns:a="http://schemas.openxmlformats.org/drawingml/2006/main">
              <a:ext uri="{FF2B5EF4-FFF2-40B4-BE49-F238E27FC236}">
                <a16:creationId xmlns:a16="http://schemas.microsoft.com/office/drawing/2014/main" id="{CE221E9C-EDE7-4D2A-98CC-5F95AEEA6DFE}"/>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9" name="dp44-comparison / n48 / text 1">
            <a:extLst xmlns:a="http://schemas.openxmlformats.org/drawingml/2006/main">
              <a:ext uri="{FF2B5EF4-FFF2-40B4-BE49-F238E27FC236}">
                <a16:creationId xmlns:a16="http://schemas.microsoft.com/office/drawing/2014/main" id="{84E7DD4C-319F-4469-97A7-F3F235C2BEA8}"/>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0" name="dp44-comparison / n49 / text 1">
            <a:extLst xmlns:a="http://schemas.openxmlformats.org/drawingml/2006/main">
              <a:ext uri="{FF2B5EF4-FFF2-40B4-BE49-F238E27FC236}">
                <a16:creationId xmlns:a16="http://schemas.microsoft.com/office/drawing/2014/main" id="{8AAB38C8-BAB2-49B1-A52F-0FDED267EB5A}"/>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51" name="dp44-comparison / n50 / text 1">
            <a:extLst xmlns:a="http://schemas.openxmlformats.org/drawingml/2006/main">
              <a:ext uri="{FF2B5EF4-FFF2-40B4-BE49-F238E27FC236}">
                <a16:creationId xmlns:a16="http://schemas.microsoft.com/office/drawing/2014/main" id="{3A6035F9-BCD4-4E0B-ADDB-2E7846042B7B}"/>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2" name="dp44-comparison / n51 / text 1">
            <a:extLst xmlns:a="http://schemas.openxmlformats.org/drawingml/2006/main">
              <a:ext uri="{FF2B5EF4-FFF2-40B4-BE49-F238E27FC236}">
                <a16:creationId xmlns:a16="http://schemas.microsoft.com/office/drawing/2014/main" id="{A71AB456-4F2A-4E4B-89D4-A5872E8861FC}"/>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3" name="dp44-comparison / n52 / text 1">
            <a:extLst xmlns:a="http://schemas.openxmlformats.org/drawingml/2006/main">
              <a:ext uri="{FF2B5EF4-FFF2-40B4-BE49-F238E27FC236}">
                <a16:creationId xmlns:a16="http://schemas.microsoft.com/office/drawing/2014/main" id="{E35AAC57-91AF-462F-BAE3-18E0EBD02C8A}"/>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4" name="dp44-comparison / n53 / text 1">
            <a:extLst xmlns:a="http://schemas.openxmlformats.org/drawingml/2006/main">
              <a:ext uri="{FF2B5EF4-FFF2-40B4-BE49-F238E27FC236}">
                <a16:creationId xmlns:a16="http://schemas.microsoft.com/office/drawing/2014/main" id="{3668D160-81DF-4B46-9253-3AEF92A0205E}"/>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13.8 GB</a:t>
            </a:r>
          </a:p>
        </p:txBody>
      </p:sp>
      <p:sp>
        <p:nvSpPr>
          <p:cNvPr id="55" name="dp44-comparison / n54 / text 1">
            <a:extLst xmlns:a="http://schemas.openxmlformats.org/drawingml/2006/main">
              <a:ext uri="{FF2B5EF4-FFF2-40B4-BE49-F238E27FC236}">
                <a16:creationId xmlns:a16="http://schemas.microsoft.com/office/drawing/2014/main" id="{28B73825-5D16-435B-8141-910A428C495C}"/>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6" name="dp44-comparison / n55 / text 1">
            <a:extLst xmlns:a="http://schemas.openxmlformats.org/drawingml/2006/main">
              <a:ext uri="{FF2B5EF4-FFF2-40B4-BE49-F238E27FC236}">
                <a16:creationId xmlns:a16="http://schemas.microsoft.com/office/drawing/2014/main" id="{5DF23FE6-29D2-4791-80D8-F1D34D29D6F8}"/>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여러 사건의 집중 도착 / 양안의 입력 수신과 로컬 음성 중단은 동일</a:t>
            </a:r>
          </a:p>
        </p:txBody>
      </p:sp>
      <p:sp>
        <p:nvSpPr>
          <p:cNvPr id="57" name="dp44-comparison / n56 / text 1">
            <a:extLst xmlns:a="http://schemas.openxmlformats.org/drawingml/2006/main">
              <a:ext uri="{FF2B5EF4-FFF2-40B4-BE49-F238E27FC236}">
                <a16:creationId xmlns:a16="http://schemas.microsoft.com/office/drawing/2014/main" id="{478E1BCF-9442-48DF-AA4D-B6A4506669AA}"/>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8" name="dp44-comparison / n57">
            <a:extLst xmlns:a="http://schemas.openxmlformats.org/drawingml/2006/main">
              <a:ext uri="{FF2B5EF4-FFF2-40B4-BE49-F238E27FC236}">
                <a16:creationId xmlns:a16="http://schemas.microsoft.com/office/drawing/2014/main" id="{9F0E1DCA-2BD0-4C0E-A35C-4DCFC4D205D2}"/>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9" name="dp44-comparison / n58">
            <a:extLst xmlns:a="http://schemas.openxmlformats.org/drawingml/2006/main">
              <a:ext uri="{FF2B5EF4-FFF2-40B4-BE49-F238E27FC236}">
                <a16:creationId xmlns:a16="http://schemas.microsoft.com/office/drawing/2014/main" id="{F45C5704-DC99-4CB0-9B2B-BFFE4ED82B5D}"/>
              </a:ext>
            </a:extLst>
          </p:cNvPr>
          <p:cNvSpPr>
            <a:spLocks xmlns:a="http://schemas.openxmlformats.org/drawingml/2006/main" noGrp="1"/>
          </p:cNvSpPr>
          <p:nvPr/>
        </p:nvSpPr>
        <p:spPr>
          <a:xfrm xmlns:a="http://schemas.openxmlformats.org/drawingml/2006/main">
            <a:off x="587121" y="2771775"/>
            <a:ext cx="502158" cy="184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0" name="dp44-comparison / n59 / text 1">
            <a:extLst xmlns:a="http://schemas.openxmlformats.org/drawingml/2006/main">
              <a:ext uri="{FF2B5EF4-FFF2-40B4-BE49-F238E27FC236}">
                <a16:creationId xmlns:a16="http://schemas.microsoft.com/office/drawing/2014/main" id="{1C601073-ADE9-4B43-B3DC-00D4416D59A6}"/>
              </a:ext>
            </a:extLst>
          </p:cNvPr>
          <p:cNvSpPr>
            <a:spLocks xmlns:a="http://schemas.openxmlformats.org/drawingml/2006/main" noGrp="1"/>
          </p:cNvSpPr>
          <p:nvPr/>
        </p:nvSpPr>
        <p:spPr>
          <a:xfrm xmlns:a="http://schemas.openxmlformats.org/drawingml/2006/main">
            <a:off x="476250" y="2781300"/>
            <a:ext cx="762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Legend</a:t>
            </a:r>
          </a:p>
        </p:txBody>
      </p:sp>
      <p:sp>
        <p:nvSpPr>
          <p:cNvPr id="61" name="dp44-comparison / n60">
            <a:extLst xmlns:a="http://schemas.openxmlformats.org/drawingml/2006/main">
              <a:ext uri="{FF2B5EF4-FFF2-40B4-BE49-F238E27FC236}">
                <a16:creationId xmlns:a16="http://schemas.microsoft.com/office/drawing/2014/main" id="{38C35009-2187-40AE-9940-0D7E9E8416FA}"/>
              </a:ext>
            </a:extLst>
          </p:cNvPr>
          <p:cNvSpPr>
            <a:spLocks xmlns:a="http://schemas.openxmlformats.org/drawingml/2006/main" noGrp="1"/>
          </p:cNvSpPr>
          <p:nvPr/>
        </p:nvSpPr>
        <p:spPr>
          <a:xfrm xmlns:a="http://schemas.openxmlformats.org/drawingml/2006/main">
            <a:off x="504825" y="3114675"/>
            <a:ext cx="7048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4-comparison / n61 / text 1">
            <a:extLst xmlns:a="http://schemas.openxmlformats.org/drawingml/2006/main">
              <a:ext uri="{FF2B5EF4-FFF2-40B4-BE49-F238E27FC236}">
                <a16:creationId xmlns:a16="http://schemas.microsoft.com/office/drawing/2014/main" id="{2C624430-5FA5-46C7-930B-E1A9ED562B82}"/>
              </a:ext>
            </a:extLst>
          </p:cNvPr>
          <p:cNvSpPr>
            <a:spLocks xmlns:a="http://schemas.openxmlformats.org/drawingml/2006/main" noGrp="1"/>
          </p:cNvSpPr>
          <p:nvPr/>
        </p:nvSpPr>
        <p:spPr>
          <a:xfrm xmlns:a="http://schemas.openxmlformats.org/drawingml/2006/main">
            <a:off x="571500" y="319230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3" name="dp44-comparison / n62">
            <a:extLst xmlns:a="http://schemas.openxmlformats.org/drawingml/2006/main">
              <a:ext uri="{FF2B5EF4-FFF2-40B4-BE49-F238E27FC236}">
                <a16:creationId xmlns:a16="http://schemas.microsoft.com/office/drawing/2014/main" id="{72C165AE-2DCB-43F7-A278-94CA9DF2BD7F}"/>
              </a:ext>
            </a:extLst>
          </p:cNvPr>
          <p:cNvSpPr>
            <a:spLocks xmlns:a="http://schemas.openxmlformats.org/drawingml/2006/main" noGrp="1"/>
          </p:cNvSpPr>
          <p:nvPr/>
        </p:nvSpPr>
        <p:spPr>
          <a:xfrm xmlns:a="http://schemas.openxmlformats.org/drawingml/2006/main">
            <a:off x="485775" y="3429000"/>
            <a:ext cx="585026"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4" name="dp44-comparison / n63 / text 1">
            <a:extLst xmlns:a="http://schemas.openxmlformats.org/drawingml/2006/main">
              <a:ext uri="{FF2B5EF4-FFF2-40B4-BE49-F238E27FC236}">
                <a16:creationId xmlns:a16="http://schemas.microsoft.com/office/drawing/2014/main" id="{800808F1-B506-4B2D-9CAF-BA6901A4E79F}"/>
              </a:ext>
            </a:extLst>
          </p:cNvPr>
          <p:cNvSpPr>
            <a:spLocks xmlns:a="http://schemas.openxmlformats.org/drawingml/2006/main" noGrp="1"/>
          </p:cNvSpPr>
          <p:nvPr/>
        </p:nvSpPr>
        <p:spPr>
          <a:xfrm xmlns:a="http://schemas.openxmlformats.org/drawingml/2006/main">
            <a:off x="504825" y="343852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Component</a:t>
            </a:r>
          </a:p>
        </p:txBody>
      </p:sp>
      <p:sp>
        <p:nvSpPr>
          <p:cNvPr id="65" name="dp44-comparison / n64">
            <a:extLst xmlns:a="http://schemas.openxmlformats.org/drawingml/2006/main">
              <a:ext uri="{FF2B5EF4-FFF2-40B4-BE49-F238E27FC236}">
                <a16:creationId xmlns:a16="http://schemas.microsoft.com/office/drawing/2014/main" id="{71F94A84-12ED-453A-B69A-6F5F1A5060BE}"/>
              </a:ext>
            </a:extLst>
          </p:cNvPr>
          <p:cNvSpPr>
            <a:spLocks xmlns:a="http://schemas.openxmlformats.org/drawingml/2006/main" noGrp="1"/>
          </p:cNvSpPr>
          <p:nvPr/>
        </p:nvSpPr>
        <p:spPr>
          <a:xfrm xmlns:a="http://schemas.openxmlformats.org/drawingml/2006/main">
            <a:off x="504825" y="3733800"/>
            <a:ext cx="704850" cy="266700"/>
          </a:xfrm>
          <a:prstGeom xmlns:a="http://schemas.openxmlformats.org/drawingml/2006/main" prst="roundRect">
            <a:avLst>
              <a:gd name="adj" fmla="val 28571"/>
            </a:avLst>
          </a:prstGeom>
          <a:solidFill xmlns:a="http://schemas.openxmlformats.org/drawingml/2006/main">
            <a:srgbClr val="FFFFFF"/>
          </a:solidFill>
          <a:ln xmlns:a="http://schemas.openxmlformats.org/drawingml/2006/main" w="9525">
            <a:solidFill>
              <a:srgbClr val="000000"/>
            </a:solidFill>
            <a:prstDash val="solid"/>
          </a:ln>
        </p:spPr>
      </p:sp>
      <p:sp>
        <p:nvSpPr>
          <p:cNvPr id="66" name="dp44-comparison / n65 / text 1">
            <a:extLst xmlns:a="http://schemas.openxmlformats.org/drawingml/2006/main">
              <a:ext uri="{FF2B5EF4-FFF2-40B4-BE49-F238E27FC236}">
                <a16:creationId xmlns:a16="http://schemas.microsoft.com/office/drawing/2014/main" id="{D1927E9C-4251-4FFB-9C4E-EA0ED87BF0A6}"/>
              </a:ext>
            </a:extLst>
          </p:cNvPr>
          <p:cNvSpPr>
            <a:spLocks xmlns:a="http://schemas.openxmlformats.org/drawingml/2006/main" noGrp="1"/>
          </p:cNvSpPr>
          <p:nvPr/>
        </p:nvSpPr>
        <p:spPr>
          <a:xfrm xmlns:a="http://schemas.openxmlformats.org/drawingml/2006/main">
            <a:off x="571500" y="3811429"/>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7" name="dp44-comparison / n66">
            <a:extLst xmlns:a="http://schemas.openxmlformats.org/drawingml/2006/main">
              <a:ext uri="{FF2B5EF4-FFF2-40B4-BE49-F238E27FC236}">
                <a16:creationId xmlns:a16="http://schemas.microsoft.com/office/drawing/2014/main" id="{F4EB123C-E31F-4E91-9A42-A5811BBD90C1}"/>
              </a:ext>
            </a:extLst>
          </p:cNvPr>
          <p:cNvSpPr>
            <a:spLocks xmlns:a="http://schemas.openxmlformats.org/drawingml/2006/main" noGrp="1"/>
          </p:cNvSpPr>
          <p:nvPr/>
        </p:nvSpPr>
        <p:spPr>
          <a:xfrm xmlns:a="http://schemas.openxmlformats.org/drawingml/2006/main">
            <a:off x="485775" y="4048125"/>
            <a:ext cx="673037"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8" name="dp44-comparison / n67 / text 1">
            <a:extLst xmlns:a="http://schemas.openxmlformats.org/drawingml/2006/main">
              <a:ext uri="{FF2B5EF4-FFF2-40B4-BE49-F238E27FC236}">
                <a16:creationId xmlns:a16="http://schemas.microsoft.com/office/drawing/2014/main" id="{486BF667-C403-49DB-AEE6-2A689C4E6753}"/>
              </a:ext>
            </a:extLst>
          </p:cNvPr>
          <p:cNvSpPr>
            <a:spLocks xmlns:a="http://schemas.openxmlformats.org/drawingml/2006/main" noGrp="1"/>
          </p:cNvSpPr>
          <p:nvPr/>
        </p:nvSpPr>
        <p:spPr>
          <a:xfrm xmlns:a="http://schemas.openxmlformats.org/drawingml/2006/main">
            <a:off x="504825" y="405765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내부 Module</a:t>
            </a:r>
          </a:p>
        </p:txBody>
      </p:sp>
      <p:sp>
        <p:nvSpPr>
          <p:cNvPr id="69" name="dp44-comparison / n68">
            <a:extLst xmlns:a="http://schemas.openxmlformats.org/drawingml/2006/main">
              <a:ext uri="{FF2B5EF4-FFF2-40B4-BE49-F238E27FC236}">
                <a16:creationId xmlns:a16="http://schemas.microsoft.com/office/drawing/2014/main" id="{A47177BC-902C-469C-B83C-E70DDCFAB843}"/>
              </a:ext>
            </a:extLst>
          </p:cNvPr>
          <p:cNvSpPr>
            <a:spLocks xmlns:a="http://schemas.openxmlformats.org/drawingml/2006/main" noGrp="1"/>
          </p:cNvSpPr>
          <p:nvPr/>
        </p:nvSpPr>
        <p:spPr>
          <a:xfrm xmlns:a="http://schemas.openxmlformats.org/drawingml/2006/main">
            <a:off x="504825" y="4352925"/>
            <a:ext cx="704850" cy="26670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0" name="dp44-comparison / n69 / text 1">
            <a:extLst xmlns:a="http://schemas.openxmlformats.org/drawingml/2006/main">
              <a:ext uri="{FF2B5EF4-FFF2-40B4-BE49-F238E27FC236}">
                <a16:creationId xmlns:a16="http://schemas.microsoft.com/office/drawing/2014/main" id="{DE62F501-1CB2-472A-8B48-C3018D9690FB}"/>
              </a:ext>
            </a:extLst>
          </p:cNvPr>
          <p:cNvSpPr>
            <a:spLocks xmlns:a="http://schemas.openxmlformats.org/drawingml/2006/main" noGrp="1"/>
          </p:cNvSpPr>
          <p:nvPr/>
        </p:nvSpPr>
        <p:spPr>
          <a:xfrm xmlns:a="http://schemas.openxmlformats.org/drawingml/2006/main">
            <a:off x="571500" y="446865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71" name="dp44-comparison / n70">
            <a:extLst xmlns:a="http://schemas.openxmlformats.org/drawingml/2006/main">
              <a:ext uri="{FF2B5EF4-FFF2-40B4-BE49-F238E27FC236}">
                <a16:creationId xmlns:a16="http://schemas.microsoft.com/office/drawing/2014/main" id="{A78CC68B-6A4B-41BA-BCFC-9099FF06CF96}"/>
              </a:ext>
            </a:extLst>
          </p:cNvPr>
          <p:cNvSpPr>
            <a:spLocks xmlns:a="http://schemas.openxmlformats.org/drawingml/2006/main" noGrp="1"/>
          </p:cNvSpPr>
          <p:nvPr/>
        </p:nvSpPr>
        <p:spPr>
          <a:xfrm xmlns:a="http://schemas.openxmlformats.org/drawingml/2006/main">
            <a:off x="485775" y="4667250"/>
            <a:ext cx="622745"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2" name="dp44-comparison / n71 / text 1">
            <a:extLst xmlns:a="http://schemas.openxmlformats.org/drawingml/2006/main">
              <a:ext uri="{FF2B5EF4-FFF2-40B4-BE49-F238E27FC236}">
                <a16:creationId xmlns:a16="http://schemas.microsoft.com/office/drawing/2014/main" id="{DBE2CE8A-E95B-4C9D-9408-FB4152DAB55D}"/>
              </a:ext>
            </a:extLst>
          </p:cNvPr>
          <p:cNvSpPr>
            <a:spLocks xmlns:a="http://schemas.openxmlformats.org/drawingml/2006/main" noGrp="1"/>
          </p:cNvSpPr>
          <p:nvPr/>
        </p:nvSpPr>
        <p:spPr>
          <a:xfrm xmlns:a="http://schemas.openxmlformats.org/drawingml/2006/main">
            <a:off x="504825" y="467677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데이터 상태</a:t>
            </a:r>
          </a:p>
        </p:txBody>
      </p:sp>
      <p:sp>
        <p:nvSpPr>
          <p:cNvPr id="73" name="dp44-comparison / n72">
            <a:extLst xmlns:a="http://schemas.openxmlformats.org/drawingml/2006/main">
              <a:ext uri="{FF2B5EF4-FFF2-40B4-BE49-F238E27FC236}">
                <a16:creationId xmlns:a16="http://schemas.microsoft.com/office/drawing/2014/main" id="{99C1738B-DF08-42B6-90A4-7FDE4F42CF00}"/>
              </a:ext>
            </a:extLst>
          </p:cNvPr>
          <p:cNvSpPr>
            <a:spLocks xmlns:a="http://schemas.openxmlformats.org/drawingml/2006/main" noGrp="1"/>
          </p:cNvSpPr>
          <p:nvPr/>
        </p:nvSpPr>
        <p:spPr>
          <a:xfrm xmlns:a="http://schemas.openxmlformats.org/drawingml/2006/main">
            <a:off x="504825" y="6115050"/>
            <a:ext cx="704850" cy="266700"/>
          </a:xfrm>
          <a:prstGeom xmlns:a="http://schemas.openxmlformats.org/drawingml/2006/main" prst="roundRect">
            <a:avLst>
              <a:gd name="adj" fmla="val 28571"/>
            </a:avLst>
          </a:prstGeom>
          <a:solidFill xmlns:a="http://schemas.openxmlformats.org/drawingml/2006/main">
            <a:srgbClr val="FFF0DD"/>
          </a:solidFill>
          <a:ln xmlns:a="http://schemas.openxmlformats.org/drawingml/2006/main" w="17145">
            <a:solidFill>
              <a:srgbClr val="B8753F"/>
            </a:solidFill>
            <a:prstDash val="solid"/>
          </a:ln>
        </p:spPr>
      </p:sp>
      <p:sp>
        <p:nvSpPr>
          <p:cNvPr id="74" name="dp44-comparison / n73 / text 1">
            <a:extLst xmlns:a="http://schemas.openxmlformats.org/drawingml/2006/main">
              <a:ext uri="{FF2B5EF4-FFF2-40B4-BE49-F238E27FC236}">
                <a16:creationId xmlns:a16="http://schemas.microsoft.com/office/drawing/2014/main" id="{A618C436-B244-4E32-AB9F-68D7A399C1F2}"/>
              </a:ext>
            </a:extLst>
          </p:cNvPr>
          <p:cNvSpPr>
            <a:spLocks xmlns:a="http://schemas.openxmlformats.org/drawingml/2006/main" noGrp="1"/>
          </p:cNvSpPr>
          <p:nvPr/>
        </p:nvSpPr>
        <p:spPr>
          <a:xfrm xmlns:a="http://schemas.openxmlformats.org/drawingml/2006/main">
            <a:off x="571500" y="6192679"/>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5" name="dp44-comparison / n74">
            <a:extLst xmlns:a="http://schemas.openxmlformats.org/drawingml/2006/main">
              <a:ext uri="{FF2B5EF4-FFF2-40B4-BE49-F238E27FC236}">
                <a16:creationId xmlns:a16="http://schemas.microsoft.com/office/drawing/2014/main" id="{A9ED6C0D-912B-4F5A-A7EC-28A3B6B4CD58}"/>
              </a:ext>
            </a:extLst>
          </p:cNvPr>
          <p:cNvSpPr>
            <a:spLocks xmlns:a="http://schemas.openxmlformats.org/drawingml/2006/main" noGrp="1"/>
          </p:cNvSpPr>
          <p:nvPr/>
        </p:nvSpPr>
        <p:spPr>
          <a:xfrm xmlns:a="http://schemas.openxmlformats.org/drawingml/2006/main">
            <a:off x="485775" y="6429375"/>
            <a:ext cx="683514"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6" name="dp44-comparison / n75 / text 1">
            <a:extLst xmlns:a="http://schemas.openxmlformats.org/drawingml/2006/main">
              <a:ext uri="{FF2B5EF4-FFF2-40B4-BE49-F238E27FC236}">
                <a16:creationId xmlns:a16="http://schemas.microsoft.com/office/drawing/2014/main" id="{4ABED202-2750-4F58-BCE5-A6AC063CA9D9}"/>
              </a:ext>
            </a:extLst>
          </p:cNvPr>
          <p:cNvSpPr>
            <a:spLocks xmlns:a="http://schemas.openxmlformats.org/drawingml/2006/main" noGrp="1"/>
          </p:cNvSpPr>
          <p:nvPr/>
        </p:nvSpPr>
        <p:spPr>
          <a:xfrm xmlns:a="http://schemas.openxmlformats.org/drawingml/2006/main">
            <a:off x="504825" y="643890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77" name="dp44-comparison / n76">
            <a:extLst xmlns:a="http://schemas.openxmlformats.org/drawingml/2006/main">
              <a:ext uri="{FF2B5EF4-FFF2-40B4-BE49-F238E27FC236}">
                <a16:creationId xmlns:a16="http://schemas.microsoft.com/office/drawing/2014/main" id="{7A9D8D4B-141B-40AF-AE5A-2AF9987A101E}"/>
              </a:ext>
            </a:extLst>
          </p:cNvPr>
          <p:cNvSpPr>
            <a:spLocks xmlns:a="http://schemas.openxmlformats.org/drawingml/2006/main" noGrp="1"/>
          </p:cNvSpPr>
          <p:nvPr/>
        </p:nvSpPr>
        <p:spPr>
          <a:xfrm xmlns:a="http://schemas.openxmlformats.org/drawingml/2006/main">
            <a:off x="504825" y="6734175"/>
            <a:ext cx="70485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7 / text 1">
            <a:extLst xmlns:a="http://schemas.openxmlformats.org/drawingml/2006/main">
              <a:ext uri="{FF2B5EF4-FFF2-40B4-BE49-F238E27FC236}">
                <a16:creationId xmlns:a16="http://schemas.microsoft.com/office/drawing/2014/main" id="{E2A744EF-9278-4242-A52F-2290FD81E243}"/>
              </a:ext>
            </a:extLst>
          </p:cNvPr>
          <p:cNvSpPr>
            <a:spLocks xmlns:a="http://schemas.openxmlformats.org/drawingml/2006/main" noGrp="1"/>
          </p:cNvSpPr>
          <p:nvPr/>
        </p:nvSpPr>
        <p:spPr>
          <a:xfrm xmlns:a="http://schemas.openxmlformats.org/drawingml/2006/main">
            <a:off x="571500" y="681180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External</a:t>
            </a:r>
          </a:p>
        </p:txBody>
      </p:sp>
      <p:sp>
        <p:nvSpPr>
          <p:cNvPr id="79" name="dp44-comparison / n78">
            <a:extLst xmlns:a="http://schemas.openxmlformats.org/drawingml/2006/main">
              <a:ext uri="{FF2B5EF4-FFF2-40B4-BE49-F238E27FC236}">
                <a16:creationId xmlns:a16="http://schemas.microsoft.com/office/drawing/2014/main" id="{9B8E0DE5-BA9A-4BDD-952A-82452BC2DE0E}"/>
              </a:ext>
            </a:extLst>
          </p:cNvPr>
          <p:cNvSpPr>
            <a:spLocks xmlns:a="http://schemas.openxmlformats.org/drawingml/2006/main" noGrp="1"/>
          </p:cNvSpPr>
          <p:nvPr/>
        </p:nvSpPr>
        <p:spPr>
          <a:xfrm xmlns:a="http://schemas.openxmlformats.org/drawingml/2006/main">
            <a:off x="485775" y="7048500"/>
            <a:ext cx="622745"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0" name="dp44-comparison / n79 / text 1">
            <a:extLst xmlns:a="http://schemas.openxmlformats.org/drawingml/2006/main">
              <a:ext uri="{FF2B5EF4-FFF2-40B4-BE49-F238E27FC236}">
                <a16:creationId xmlns:a16="http://schemas.microsoft.com/office/drawing/2014/main" id="{30FC1EA3-911E-4FB6-9463-FA3E5CB58CFF}"/>
              </a:ext>
            </a:extLst>
          </p:cNvPr>
          <p:cNvSpPr>
            <a:spLocks xmlns:a="http://schemas.openxmlformats.org/drawingml/2006/main" noGrp="1"/>
          </p:cNvSpPr>
          <p:nvPr/>
        </p:nvSpPr>
        <p:spPr>
          <a:xfrm xmlns:a="http://schemas.openxmlformats.org/drawingml/2006/main">
            <a:off x="504825" y="705802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외부 의존성</a:t>
            </a:r>
          </a:p>
        </p:txBody>
      </p:sp>
      <p:sp>
        <p:nvSpPr>
          <p:cNvPr id="81" name="dp44-comparison / n80 / path">
            <a:extLst xmlns:a="http://schemas.openxmlformats.org/drawingml/2006/main">
              <a:ext uri="{FF2B5EF4-FFF2-40B4-BE49-F238E27FC236}">
                <a16:creationId xmlns:a16="http://schemas.microsoft.com/office/drawing/2014/main" id="{7B592EF3-FBDF-4A5A-8297-E590C794948E}"/>
              </a:ext>
            </a:extLst>
          </p:cNvPr>
          <p:cNvSpPr>
            <a:spLocks xmlns:a="http://schemas.openxmlformats.org/drawingml/2006/main" noGrp="1"/>
          </p:cNvSpPr>
          <p:nvPr/>
        </p:nvSpPr>
        <p:spPr>
          <a:xfrm xmlns:a="http://schemas.openxmlformats.org/drawingml/2006/main">
            <a:off x="514350" y="5038725"/>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82" name="dp44-comparison / n80 / arrow">
            <a:extLst xmlns:a="http://schemas.openxmlformats.org/drawingml/2006/main">
              <a:ext uri="{FF2B5EF4-FFF2-40B4-BE49-F238E27FC236}">
                <a16:creationId xmlns:a16="http://schemas.microsoft.com/office/drawing/2014/main" id="{A38FF2E7-4294-460D-B2B7-FDBE38FEFF7A}"/>
              </a:ext>
            </a:extLst>
          </p:cNvPr>
          <p:cNvSpPr>
            <a:spLocks xmlns:a="http://schemas.openxmlformats.org/drawingml/2006/main" noGrp="1"/>
          </p:cNvSpPr>
          <p:nvPr/>
        </p:nvSpPr>
        <p:spPr>
          <a:xfrm xmlns:a="http://schemas.openxmlformats.org/drawingml/2006/main">
            <a:off x="1104519" y="50051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3" name="dp44-comparison / n81">
            <a:extLst xmlns:a="http://schemas.openxmlformats.org/drawingml/2006/main">
              <a:ext uri="{FF2B5EF4-FFF2-40B4-BE49-F238E27FC236}">
                <a16:creationId xmlns:a16="http://schemas.microsoft.com/office/drawing/2014/main" id="{FF1AD82B-D49B-4DBB-8C22-4B6D70D0415F}"/>
              </a:ext>
            </a:extLst>
          </p:cNvPr>
          <p:cNvSpPr>
            <a:spLocks xmlns:a="http://schemas.openxmlformats.org/drawingml/2006/main" noGrp="1"/>
          </p:cNvSpPr>
          <p:nvPr/>
        </p:nvSpPr>
        <p:spPr>
          <a:xfrm xmlns:a="http://schemas.openxmlformats.org/drawingml/2006/main">
            <a:off x="485775" y="5124450"/>
            <a:ext cx="639509"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4" name="dp44-comparison / n82 / text 1">
            <a:extLst xmlns:a="http://schemas.openxmlformats.org/drawingml/2006/main">
              <a:ext uri="{FF2B5EF4-FFF2-40B4-BE49-F238E27FC236}">
                <a16:creationId xmlns:a16="http://schemas.microsoft.com/office/drawing/2014/main" id="{A2156AA4-3722-4EF2-BA8E-9A8D829915A1}"/>
              </a:ext>
            </a:extLst>
          </p:cNvPr>
          <p:cNvSpPr>
            <a:spLocks xmlns:a="http://schemas.openxmlformats.org/drawingml/2006/main" noGrp="1"/>
          </p:cNvSpPr>
          <p:nvPr/>
        </p:nvSpPr>
        <p:spPr>
          <a:xfrm xmlns:a="http://schemas.openxmlformats.org/drawingml/2006/main">
            <a:off x="504825" y="513397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요청 / 전달</a:t>
            </a:r>
          </a:p>
        </p:txBody>
      </p:sp>
      <p:sp>
        <p:nvSpPr>
          <p:cNvPr id="85" name="dp44-comparison / n83 / path">
            <a:extLst xmlns:a="http://schemas.openxmlformats.org/drawingml/2006/main">
              <a:ext uri="{FF2B5EF4-FFF2-40B4-BE49-F238E27FC236}">
                <a16:creationId xmlns:a16="http://schemas.microsoft.com/office/drawing/2014/main" id="{20935261-F93E-44EC-BF0C-79E3ADFE9372}"/>
              </a:ext>
            </a:extLst>
          </p:cNvPr>
          <p:cNvSpPr>
            <a:spLocks xmlns:a="http://schemas.openxmlformats.org/drawingml/2006/main" noGrp="1"/>
          </p:cNvSpPr>
          <p:nvPr/>
        </p:nvSpPr>
        <p:spPr>
          <a:xfrm xmlns:a="http://schemas.openxmlformats.org/drawingml/2006/main">
            <a:off x="514350" y="56388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6" name="dp44-comparison / n83 / arrow">
            <a:extLst xmlns:a="http://schemas.openxmlformats.org/drawingml/2006/main">
              <a:ext uri="{FF2B5EF4-FFF2-40B4-BE49-F238E27FC236}">
                <a16:creationId xmlns:a16="http://schemas.microsoft.com/office/drawing/2014/main" id="{EA5B3F78-D221-458E-82A5-76571ECBF306}"/>
              </a:ext>
            </a:extLst>
          </p:cNvPr>
          <p:cNvSpPr>
            <a:spLocks xmlns:a="http://schemas.openxmlformats.org/drawingml/2006/main" noGrp="1"/>
          </p:cNvSpPr>
          <p:nvPr/>
        </p:nvSpPr>
        <p:spPr>
          <a:xfrm xmlns:a="http://schemas.openxmlformats.org/drawingml/2006/main">
            <a:off x="1104519" y="56052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4-comparison / n84">
            <a:extLst xmlns:a="http://schemas.openxmlformats.org/drawingml/2006/main">
              <a:ext uri="{FF2B5EF4-FFF2-40B4-BE49-F238E27FC236}">
                <a16:creationId xmlns:a16="http://schemas.microsoft.com/office/drawing/2014/main" id="{D40C8B15-5CB3-4591-A6F9-CE908EB7EA68}"/>
              </a:ext>
            </a:extLst>
          </p:cNvPr>
          <p:cNvSpPr>
            <a:spLocks xmlns:a="http://schemas.openxmlformats.org/drawingml/2006/main" noGrp="1"/>
          </p:cNvSpPr>
          <p:nvPr/>
        </p:nvSpPr>
        <p:spPr>
          <a:xfrm xmlns:a="http://schemas.openxmlformats.org/drawingml/2006/main">
            <a:off x="485775" y="5724525"/>
            <a:ext cx="639509"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8" name="dp44-comparison / n85 / text 1">
            <a:extLst xmlns:a="http://schemas.openxmlformats.org/drawingml/2006/main">
              <a:ext uri="{FF2B5EF4-FFF2-40B4-BE49-F238E27FC236}">
                <a16:creationId xmlns:a16="http://schemas.microsoft.com/office/drawing/2014/main" id="{BDE8965B-16A3-46A9-B914-F49A6A4D26D8}"/>
              </a:ext>
            </a:extLst>
          </p:cNvPr>
          <p:cNvSpPr>
            <a:spLocks xmlns:a="http://schemas.openxmlformats.org/drawingml/2006/main" noGrp="1"/>
          </p:cNvSpPr>
          <p:nvPr/>
        </p:nvSpPr>
        <p:spPr>
          <a:xfrm xmlns:a="http://schemas.openxmlformats.org/drawingml/2006/main">
            <a:off x="504825" y="573405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응답 / 반환</a:t>
            </a:r>
          </a:p>
        </p:txBody>
      </p:sp>
      <p:sp>
        <p:nvSpPr>
          <p:cNvPr id="89" name="dp44-comparison / n86">
            <a:extLst xmlns:a="http://schemas.openxmlformats.org/drawingml/2006/main">
              <a:ext uri="{FF2B5EF4-FFF2-40B4-BE49-F238E27FC236}">
                <a16:creationId xmlns:a16="http://schemas.microsoft.com/office/drawing/2014/main" id="{38F1C136-7013-48F6-9C5B-E713FBF08AF1}"/>
              </a:ext>
            </a:extLst>
          </p:cNvPr>
          <p:cNvSpPr>
            <a:spLocks xmlns:a="http://schemas.openxmlformats.org/drawingml/2006/main" noGrp="1"/>
          </p:cNvSpPr>
          <p:nvPr/>
        </p:nvSpPr>
        <p:spPr>
          <a:xfrm xmlns:a="http://schemas.openxmlformats.org/drawingml/2006/main">
            <a:off x="485775" y="7286625"/>
            <a:ext cx="569595" cy="2514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4-comparison / n87 / text 1">
            <a:extLst xmlns:a="http://schemas.openxmlformats.org/drawingml/2006/main">
              <a:ext uri="{FF2B5EF4-FFF2-40B4-BE49-F238E27FC236}">
                <a16:creationId xmlns:a16="http://schemas.microsoft.com/office/drawing/2014/main" id="{A56668D8-0608-401A-85D6-A2424EC3AB84}"/>
              </a:ext>
            </a:extLst>
          </p:cNvPr>
          <p:cNvSpPr>
            <a:spLocks xmlns:a="http://schemas.openxmlformats.org/drawingml/2006/main" noGrp="1"/>
          </p:cNvSpPr>
          <p:nvPr/>
        </p:nvSpPr>
        <p:spPr>
          <a:xfrm xmlns:a="http://schemas.openxmlformats.org/drawingml/2006/main">
            <a:off x="504825" y="7296150"/>
            <a:ext cx="762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공통: 흰색</a:t>
            </a:r>
          </a:p>
        </p:txBody>
      </p:sp>
      <p:sp>
        <p:nvSpPr>
          <p:cNvPr id="91" name="dp44-comparison / n87 / text 2">
            <a:extLst xmlns:a="http://schemas.openxmlformats.org/drawingml/2006/main">
              <a:ext uri="{FF2B5EF4-FFF2-40B4-BE49-F238E27FC236}">
                <a16:creationId xmlns:a16="http://schemas.microsoft.com/office/drawing/2014/main" id="{66182586-5A69-4182-A96E-6E2B19352947}"/>
              </a:ext>
            </a:extLst>
          </p:cNvPr>
          <p:cNvSpPr>
            <a:spLocks xmlns:a="http://schemas.openxmlformats.org/drawingml/2006/main" noGrp="1"/>
          </p:cNvSpPr>
          <p:nvPr/>
        </p:nvSpPr>
        <p:spPr>
          <a:xfrm xmlns:a="http://schemas.openxmlformats.org/drawingml/2006/main">
            <a:off x="504825" y="7407593"/>
            <a:ext cx="762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검정 테두리</a:t>
            </a:r>
          </a:p>
        </p:txBody>
      </p:sp>
      <p:sp>
        <p:nvSpPr>
          <p:cNvPr id="92" name="dp44-comparison / n88">
            <a:extLst xmlns:a="http://schemas.openxmlformats.org/drawingml/2006/main">
              <a:ext uri="{FF2B5EF4-FFF2-40B4-BE49-F238E27FC236}">
                <a16:creationId xmlns:a16="http://schemas.microsoft.com/office/drawing/2014/main" id="{24ADDCF1-3EB4-4303-BD12-6DBB11245FD4}"/>
              </a:ext>
            </a:extLst>
          </p:cNvPr>
          <p:cNvSpPr>
            <a:spLocks xmlns:a="http://schemas.openxmlformats.org/drawingml/2006/main" noGrp="1"/>
          </p:cNvSpPr>
          <p:nvPr/>
        </p:nvSpPr>
        <p:spPr>
          <a:xfrm xmlns:a="http://schemas.openxmlformats.org/drawingml/2006/main">
            <a:off x="1604010" y="2341721"/>
            <a:ext cx="1084898" cy="255270"/>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93" name="dp44-comparison / n89 / text 1">
            <a:extLst xmlns:a="http://schemas.openxmlformats.org/drawingml/2006/main">
              <a:ext uri="{FF2B5EF4-FFF2-40B4-BE49-F238E27FC236}">
                <a16:creationId xmlns:a16="http://schemas.microsoft.com/office/drawing/2014/main" id="{98466CB5-DA3D-4C97-8E2F-78905BAD1B1F}"/>
              </a:ext>
            </a:extLst>
          </p:cNvPr>
          <p:cNvSpPr>
            <a:spLocks xmlns:a="http://schemas.openxmlformats.org/drawingml/2006/main" noGrp="1"/>
          </p:cNvSpPr>
          <p:nvPr/>
        </p:nvSpPr>
        <p:spPr>
          <a:xfrm xmlns:a="http://schemas.openxmlformats.org/drawingml/2006/main">
            <a:off x="1648682" y="2394690"/>
            <a:ext cx="995553"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사용자</a:t>
            </a:r>
          </a:p>
        </p:txBody>
      </p:sp>
      <p:sp>
        <p:nvSpPr>
          <p:cNvPr id="94" name="dp44-comparison / n90">
            <a:extLst xmlns:a="http://schemas.openxmlformats.org/drawingml/2006/main">
              <a:ext uri="{FF2B5EF4-FFF2-40B4-BE49-F238E27FC236}">
                <a16:creationId xmlns:a16="http://schemas.microsoft.com/office/drawing/2014/main" id="{0E0AB02E-A98D-4C29-BDCC-222282DF1161}"/>
              </a:ext>
            </a:extLst>
          </p:cNvPr>
          <p:cNvSpPr>
            <a:spLocks xmlns:a="http://schemas.openxmlformats.org/drawingml/2006/main" noGrp="1"/>
          </p:cNvSpPr>
          <p:nvPr/>
        </p:nvSpPr>
        <p:spPr>
          <a:xfrm xmlns:a="http://schemas.openxmlformats.org/drawingml/2006/main">
            <a:off x="1604010" y="2756535"/>
            <a:ext cx="2169795"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95" name="dp44-comparison / n91 / text 1">
            <a:extLst xmlns:a="http://schemas.openxmlformats.org/drawingml/2006/main">
              <a:ext uri="{FF2B5EF4-FFF2-40B4-BE49-F238E27FC236}">
                <a16:creationId xmlns:a16="http://schemas.microsoft.com/office/drawing/2014/main" id="{487A0C04-D33C-4779-84D7-D90DECA63B7B}"/>
              </a:ext>
            </a:extLst>
          </p:cNvPr>
          <p:cNvSpPr>
            <a:spLocks xmlns:a="http://schemas.openxmlformats.org/drawingml/2006/main" noGrp="1"/>
          </p:cNvSpPr>
          <p:nvPr/>
        </p:nvSpPr>
        <p:spPr>
          <a:xfrm xmlns:a="http://schemas.openxmlformats.org/drawingml/2006/main">
            <a:off x="1680591" y="2813971"/>
            <a:ext cx="2016633"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Interaction Manager</a:t>
            </a:r>
          </a:p>
        </p:txBody>
      </p:sp>
      <p:sp>
        <p:nvSpPr>
          <p:cNvPr id="96" name="dp44-comparison / n92">
            <a:extLst xmlns:a="http://schemas.openxmlformats.org/drawingml/2006/main">
              <a:ext uri="{FF2B5EF4-FFF2-40B4-BE49-F238E27FC236}">
                <a16:creationId xmlns:a16="http://schemas.microsoft.com/office/drawing/2014/main" id="{565EC1C4-24F5-49A9-A6D1-785370D33524}"/>
              </a:ext>
            </a:extLst>
          </p:cNvPr>
          <p:cNvSpPr>
            <a:spLocks xmlns:a="http://schemas.openxmlformats.org/drawingml/2006/main" noGrp="1"/>
          </p:cNvSpPr>
          <p:nvPr/>
        </p:nvSpPr>
        <p:spPr>
          <a:xfrm xmlns:a="http://schemas.openxmlformats.org/drawingml/2006/main">
            <a:off x="1699736"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97" name="dp44-comparison / n93 / text 1">
            <a:extLst xmlns:a="http://schemas.openxmlformats.org/drawingml/2006/main">
              <a:ext uri="{FF2B5EF4-FFF2-40B4-BE49-F238E27FC236}">
                <a16:creationId xmlns:a16="http://schemas.microsoft.com/office/drawing/2014/main" id="{C7646E3B-EF2D-4E1B-A639-FC38F906723B}"/>
              </a:ext>
            </a:extLst>
          </p:cNvPr>
          <p:cNvSpPr>
            <a:spLocks xmlns:a="http://schemas.openxmlformats.org/drawingml/2006/main" noGrp="1"/>
          </p:cNvSpPr>
          <p:nvPr/>
        </p:nvSpPr>
        <p:spPr>
          <a:xfrm xmlns:a="http://schemas.openxmlformats.org/drawingml/2006/main">
            <a:off x="1744408" y="3189760"/>
            <a:ext cx="836009"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Channel I/O</a:t>
            </a:r>
          </a:p>
        </p:txBody>
      </p:sp>
      <p:sp>
        <p:nvSpPr>
          <p:cNvPr id="98" name="dp44-comparison / n94">
            <a:extLst xmlns:a="http://schemas.openxmlformats.org/drawingml/2006/main">
              <a:ext uri="{FF2B5EF4-FFF2-40B4-BE49-F238E27FC236}">
                <a16:creationId xmlns:a16="http://schemas.microsoft.com/office/drawing/2014/main" id="{A721CE38-492D-4AF3-8CF3-95120E041790}"/>
              </a:ext>
            </a:extLst>
          </p:cNvPr>
          <p:cNvSpPr>
            <a:spLocks xmlns:a="http://schemas.openxmlformats.org/drawingml/2006/main" noGrp="1"/>
          </p:cNvSpPr>
          <p:nvPr/>
        </p:nvSpPr>
        <p:spPr>
          <a:xfrm xmlns:a="http://schemas.openxmlformats.org/drawingml/2006/main">
            <a:off x="2739961"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99" name="dp44-comparison / n95 / text 1">
            <a:extLst xmlns:a="http://schemas.openxmlformats.org/drawingml/2006/main">
              <a:ext uri="{FF2B5EF4-FFF2-40B4-BE49-F238E27FC236}">
                <a16:creationId xmlns:a16="http://schemas.microsoft.com/office/drawing/2014/main" id="{48A19676-DDE4-410B-961D-C12D229D38E1}"/>
              </a:ext>
            </a:extLst>
          </p:cNvPr>
          <p:cNvSpPr>
            <a:spLocks xmlns:a="http://schemas.openxmlformats.org/drawingml/2006/main" noGrp="1"/>
          </p:cNvSpPr>
          <p:nvPr/>
        </p:nvSpPr>
        <p:spPr>
          <a:xfrm xmlns:a="http://schemas.openxmlformats.org/drawingml/2006/main">
            <a:off x="2784634" y="3126294"/>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Turn-Taking</a:t>
            </a:r>
          </a:p>
        </p:txBody>
      </p:sp>
      <p:sp>
        <p:nvSpPr>
          <p:cNvPr id="100" name="dp44-comparison / n95 / text 2">
            <a:extLst xmlns:a="http://schemas.openxmlformats.org/drawingml/2006/main">
              <a:ext uri="{FF2B5EF4-FFF2-40B4-BE49-F238E27FC236}">
                <a16:creationId xmlns:a16="http://schemas.microsoft.com/office/drawing/2014/main" id="{BC906FBD-C3C9-492F-A3E4-3EC6F5C24623}"/>
              </a:ext>
            </a:extLst>
          </p:cNvPr>
          <p:cNvSpPr>
            <a:spLocks xmlns:a="http://schemas.openxmlformats.org/drawingml/2006/main" noGrp="1"/>
          </p:cNvSpPr>
          <p:nvPr/>
        </p:nvSpPr>
        <p:spPr>
          <a:xfrm xmlns:a="http://schemas.openxmlformats.org/drawingml/2006/main">
            <a:off x="2784634" y="3260693"/>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Control</a:t>
            </a:r>
          </a:p>
        </p:txBody>
      </p:sp>
      <p:sp>
        <p:nvSpPr>
          <p:cNvPr id="101" name="dp44-comparison / n96">
            <a:extLst xmlns:a="http://schemas.openxmlformats.org/drawingml/2006/main">
              <a:ext uri="{FF2B5EF4-FFF2-40B4-BE49-F238E27FC236}">
                <a16:creationId xmlns:a16="http://schemas.microsoft.com/office/drawing/2014/main" id="{E3B7F06B-CFE2-451D-B324-47154FAFD6BC}"/>
              </a:ext>
            </a:extLst>
          </p:cNvPr>
          <p:cNvSpPr>
            <a:spLocks xmlns:a="http://schemas.openxmlformats.org/drawingml/2006/main" noGrp="1"/>
          </p:cNvSpPr>
          <p:nvPr/>
        </p:nvSpPr>
        <p:spPr>
          <a:xfrm xmlns:a="http://schemas.openxmlformats.org/drawingml/2006/main">
            <a:off x="1699736"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102" name="dp44-comparison / n97 / text 1">
            <a:extLst xmlns:a="http://schemas.openxmlformats.org/drawingml/2006/main">
              <a:ext uri="{FF2B5EF4-FFF2-40B4-BE49-F238E27FC236}">
                <a16:creationId xmlns:a16="http://schemas.microsoft.com/office/drawing/2014/main" id="{B7C5FEBA-67FD-40A8-B100-A14FA0C809F0}"/>
              </a:ext>
            </a:extLst>
          </p:cNvPr>
          <p:cNvSpPr>
            <a:spLocks xmlns:a="http://schemas.openxmlformats.org/drawingml/2006/main" noGrp="1"/>
          </p:cNvSpPr>
          <p:nvPr/>
        </p:nvSpPr>
        <p:spPr>
          <a:xfrm xmlns:a="http://schemas.openxmlformats.org/drawingml/2006/main">
            <a:off x="1744408"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Evidence</a:t>
            </a:r>
          </a:p>
        </p:txBody>
      </p:sp>
      <p:sp>
        <p:nvSpPr>
          <p:cNvPr id="103" name="dp44-comparison / n97 / text 2">
            <a:extLst xmlns:a="http://schemas.openxmlformats.org/drawingml/2006/main">
              <a:ext uri="{FF2B5EF4-FFF2-40B4-BE49-F238E27FC236}">
                <a16:creationId xmlns:a16="http://schemas.microsoft.com/office/drawing/2014/main" id="{F3160B77-4CD0-42BB-BA87-990478B1DC3D}"/>
              </a:ext>
            </a:extLst>
          </p:cNvPr>
          <p:cNvSpPr>
            <a:spLocks xmlns:a="http://schemas.openxmlformats.org/drawingml/2006/main" noGrp="1"/>
          </p:cNvSpPr>
          <p:nvPr/>
        </p:nvSpPr>
        <p:spPr>
          <a:xfrm xmlns:a="http://schemas.openxmlformats.org/drawingml/2006/main">
            <a:off x="1744408"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Capture</a:t>
            </a:r>
          </a:p>
        </p:txBody>
      </p:sp>
      <p:sp>
        <p:nvSpPr>
          <p:cNvPr id="104" name="dp44-comparison / n98">
            <a:extLst xmlns:a="http://schemas.openxmlformats.org/drawingml/2006/main">
              <a:ext uri="{FF2B5EF4-FFF2-40B4-BE49-F238E27FC236}">
                <a16:creationId xmlns:a16="http://schemas.microsoft.com/office/drawing/2014/main" id="{DE67BB7F-8B58-4F5F-89BB-DC013BD46370}"/>
              </a:ext>
            </a:extLst>
          </p:cNvPr>
          <p:cNvSpPr>
            <a:spLocks xmlns:a="http://schemas.openxmlformats.org/drawingml/2006/main" noGrp="1"/>
          </p:cNvSpPr>
          <p:nvPr/>
        </p:nvSpPr>
        <p:spPr>
          <a:xfrm xmlns:a="http://schemas.openxmlformats.org/drawingml/2006/main">
            <a:off x="2739961"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105" name="dp44-comparison / n99 / text 1">
            <a:extLst xmlns:a="http://schemas.openxmlformats.org/drawingml/2006/main">
              <a:ext uri="{FF2B5EF4-FFF2-40B4-BE49-F238E27FC236}">
                <a16:creationId xmlns:a16="http://schemas.microsoft.com/office/drawing/2014/main" id="{AED57174-11DF-45CC-A6FD-A711178A40A5}"/>
              </a:ext>
            </a:extLst>
          </p:cNvPr>
          <p:cNvSpPr>
            <a:spLocks xmlns:a="http://schemas.openxmlformats.org/drawingml/2006/main" noGrp="1"/>
          </p:cNvSpPr>
          <p:nvPr/>
        </p:nvSpPr>
        <p:spPr>
          <a:xfrm xmlns:a="http://schemas.openxmlformats.org/drawingml/2006/main">
            <a:off x="2784634"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Timeline &amp;</a:t>
            </a:r>
          </a:p>
        </p:txBody>
      </p:sp>
      <p:sp>
        <p:nvSpPr>
          <p:cNvPr id="106" name="dp44-comparison / n99 / text 2">
            <a:extLst xmlns:a="http://schemas.openxmlformats.org/drawingml/2006/main">
              <a:ext uri="{FF2B5EF4-FFF2-40B4-BE49-F238E27FC236}">
                <a16:creationId xmlns:a16="http://schemas.microsoft.com/office/drawing/2014/main" id="{59EB7D01-8132-4615-8AF1-4CF622BE213F}"/>
              </a:ext>
            </a:extLst>
          </p:cNvPr>
          <p:cNvSpPr>
            <a:spLocks xmlns:a="http://schemas.openxmlformats.org/drawingml/2006/main" noGrp="1"/>
          </p:cNvSpPr>
          <p:nvPr/>
        </p:nvSpPr>
        <p:spPr>
          <a:xfrm xmlns:a="http://schemas.openxmlformats.org/drawingml/2006/main">
            <a:off x="2784634"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Buffer</a:t>
            </a:r>
          </a:p>
        </p:txBody>
      </p:sp>
      <p:sp>
        <p:nvSpPr>
          <p:cNvPr id="107" name="dp44-comparison / n100">
            <a:extLst xmlns:a="http://schemas.openxmlformats.org/drawingml/2006/main">
              <a:ext uri="{FF2B5EF4-FFF2-40B4-BE49-F238E27FC236}">
                <a16:creationId xmlns:a16="http://schemas.microsoft.com/office/drawing/2014/main" id="{82499519-07BC-4CB5-A82E-65B9741CBC6C}"/>
              </a:ext>
            </a:extLst>
          </p:cNvPr>
          <p:cNvSpPr>
            <a:spLocks xmlns:a="http://schemas.openxmlformats.org/drawingml/2006/main" noGrp="1"/>
          </p:cNvSpPr>
          <p:nvPr/>
        </p:nvSpPr>
        <p:spPr>
          <a:xfrm xmlns:a="http://schemas.openxmlformats.org/drawingml/2006/main">
            <a:off x="2146459" y="4128611"/>
            <a:ext cx="1116806" cy="331851"/>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108" name="dp44-comparison / n101 / text 1">
            <a:extLst xmlns:a="http://schemas.openxmlformats.org/drawingml/2006/main">
              <a:ext uri="{FF2B5EF4-FFF2-40B4-BE49-F238E27FC236}">
                <a16:creationId xmlns:a16="http://schemas.microsoft.com/office/drawing/2014/main" id="{D761FEF4-7CD2-449C-9013-EF1BE1AA78FB}"/>
              </a:ext>
            </a:extLst>
          </p:cNvPr>
          <p:cNvSpPr>
            <a:spLocks xmlns:a="http://schemas.openxmlformats.org/drawingml/2006/main" noGrp="1"/>
          </p:cNvSpPr>
          <p:nvPr/>
        </p:nvSpPr>
        <p:spPr>
          <a:xfrm xmlns:a="http://schemas.openxmlformats.org/drawingml/2006/main">
            <a:off x="2191131" y="4252864"/>
            <a:ext cx="1027462"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Playback State</a:t>
            </a:r>
          </a:p>
        </p:txBody>
      </p:sp>
      <p:sp>
        <p:nvSpPr>
          <p:cNvPr id="109" name="dp44-comparison / n102">
            <a:extLst xmlns:a="http://schemas.openxmlformats.org/drawingml/2006/main">
              <a:ext uri="{FF2B5EF4-FFF2-40B4-BE49-F238E27FC236}">
                <a16:creationId xmlns:a16="http://schemas.microsoft.com/office/drawing/2014/main" id="{213874B5-BC2C-46BB-A4E5-E5C89676AC23}"/>
              </a:ext>
            </a:extLst>
          </p:cNvPr>
          <p:cNvSpPr>
            <a:spLocks xmlns:a="http://schemas.openxmlformats.org/drawingml/2006/main" noGrp="1"/>
          </p:cNvSpPr>
          <p:nvPr/>
        </p:nvSpPr>
        <p:spPr>
          <a:xfrm xmlns:a="http://schemas.openxmlformats.org/drawingml/2006/main">
            <a:off x="4348163" y="2756535"/>
            <a:ext cx="4403408"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0" name="dp44-comparison / n103 / text 1">
            <a:extLst xmlns:a="http://schemas.openxmlformats.org/drawingml/2006/main">
              <a:ext uri="{FF2B5EF4-FFF2-40B4-BE49-F238E27FC236}">
                <a16:creationId xmlns:a16="http://schemas.microsoft.com/office/drawing/2014/main" id="{E629C4A1-773E-4AA8-B186-3DEDA60BB51D}"/>
              </a:ext>
            </a:extLst>
          </p:cNvPr>
          <p:cNvSpPr>
            <a:spLocks xmlns:a="http://schemas.openxmlformats.org/drawingml/2006/main" noGrp="1"/>
          </p:cNvSpPr>
          <p:nvPr/>
        </p:nvSpPr>
        <p:spPr>
          <a:xfrm xmlns:a="http://schemas.openxmlformats.org/drawingml/2006/main">
            <a:off x="4424744" y="2813971"/>
            <a:ext cx="425024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Request Controller</a:t>
            </a:r>
          </a:p>
        </p:txBody>
      </p:sp>
      <p:sp>
        <p:nvSpPr>
          <p:cNvPr id="111" name="dp44-comparison / n104">
            <a:extLst xmlns:a="http://schemas.openxmlformats.org/drawingml/2006/main">
              <a:ext uri="{FF2B5EF4-FFF2-40B4-BE49-F238E27FC236}">
                <a16:creationId xmlns:a16="http://schemas.microsoft.com/office/drawing/2014/main" id="{5D50A544-82BA-4D9C-AB68-2270DBADB42B}"/>
              </a:ext>
            </a:extLst>
          </p:cNvPr>
          <p:cNvSpPr>
            <a:spLocks xmlns:a="http://schemas.openxmlformats.org/drawingml/2006/main" noGrp="1"/>
          </p:cNvSpPr>
          <p:nvPr/>
        </p:nvSpPr>
        <p:spPr>
          <a:xfrm xmlns:a="http://schemas.openxmlformats.org/drawingml/2006/main">
            <a:off x="4475798" y="3152204"/>
            <a:ext cx="1786890" cy="382905"/>
          </a:xfrm>
          <a:prstGeom xmlns:a="http://schemas.openxmlformats.org/drawingml/2006/main" prst="roundRect">
            <a:avLst>
              <a:gd name="adj" fmla="val 19900"/>
            </a:avLst>
          </a:prstGeom>
          <a:solidFill xmlns:a="http://schemas.openxmlformats.org/drawingml/2006/main">
            <a:srgbClr val="FFF0DD"/>
          </a:solidFill>
          <a:ln xmlns:a="http://schemas.openxmlformats.org/drawingml/2006/main" w="11487">
            <a:solidFill>
              <a:srgbClr val="B8753F"/>
            </a:solidFill>
            <a:prstDash val="solid"/>
          </a:ln>
        </p:spPr>
      </p:sp>
      <p:sp>
        <p:nvSpPr>
          <p:cNvPr id="112" name="dp44-comparison / n105 / text 1">
            <a:extLst xmlns:a="http://schemas.openxmlformats.org/drawingml/2006/main">
              <a:ext uri="{FF2B5EF4-FFF2-40B4-BE49-F238E27FC236}">
                <a16:creationId xmlns:a16="http://schemas.microsoft.com/office/drawing/2014/main" id="{F55786FB-1DE8-4162-B3C1-261A3A45003E}"/>
              </a:ext>
            </a:extLst>
          </p:cNvPr>
          <p:cNvSpPr>
            <a:spLocks xmlns:a="http://schemas.openxmlformats.org/drawingml/2006/main" noGrp="1"/>
          </p:cNvSpPr>
          <p:nvPr/>
        </p:nvSpPr>
        <p:spPr>
          <a:xfrm xmlns:a="http://schemas.openxmlformats.org/drawingml/2006/main">
            <a:off x="4520470" y="3261523"/>
            <a:ext cx="1697546"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Dialogue Dispatcher</a:t>
            </a:r>
          </a:p>
        </p:txBody>
      </p:sp>
      <p:sp>
        <p:nvSpPr>
          <p:cNvPr id="113" name="dp44-comparison / n106">
            <a:extLst xmlns:a="http://schemas.openxmlformats.org/drawingml/2006/main">
              <a:ext uri="{FF2B5EF4-FFF2-40B4-BE49-F238E27FC236}">
                <a16:creationId xmlns:a16="http://schemas.microsoft.com/office/drawing/2014/main" id="{BCA7146C-81AF-47EC-B3D0-1B26A1FFC50A}"/>
              </a:ext>
            </a:extLst>
          </p:cNvPr>
          <p:cNvSpPr>
            <a:spLocks xmlns:a="http://schemas.openxmlformats.org/drawingml/2006/main" noGrp="1"/>
          </p:cNvSpPr>
          <p:nvPr/>
        </p:nvSpPr>
        <p:spPr>
          <a:xfrm xmlns:a="http://schemas.openxmlformats.org/drawingml/2006/main">
            <a:off x="6645593" y="3152204"/>
            <a:ext cx="1946434" cy="446723"/>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114" name="dp44-comparison / n107 / text 1">
            <a:extLst xmlns:a="http://schemas.openxmlformats.org/drawingml/2006/main">
              <a:ext uri="{FF2B5EF4-FFF2-40B4-BE49-F238E27FC236}">
                <a16:creationId xmlns:a16="http://schemas.microsoft.com/office/drawing/2014/main" id="{4BFB5007-1000-498C-B5F0-0B92DBC3BDA1}"/>
              </a:ext>
            </a:extLst>
          </p:cNvPr>
          <p:cNvSpPr>
            <a:spLocks xmlns:a="http://schemas.openxmlformats.org/drawingml/2006/main" noGrp="1"/>
          </p:cNvSpPr>
          <p:nvPr/>
        </p:nvSpPr>
        <p:spPr>
          <a:xfrm xmlns:a="http://schemas.openxmlformats.org/drawingml/2006/main">
            <a:off x="6690265" y="3326425"/>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Dialogue Progress State</a:t>
            </a:r>
          </a:p>
        </p:txBody>
      </p:sp>
      <p:sp>
        <p:nvSpPr>
          <p:cNvPr id="115" name="dp44-comparison / n108">
            <a:extLst xmlns:a="http://schemas.openxmlformats.org/drawingml/2006/main">
              <a:ext uri="{FF2B5EF4-FFF2-40B4-BE49-F238E27FC236}">
                <a16:creationId xmlns:a16="http://schemas.microsoft.com/office/drawing/2014/main" id="{B0624C11-AD1B-4B02-9C7A-5991EADB70B1}"/>
              </a:ext>
            </a:extLst>
          </p:cNvPr>
          <p:cNvSpPr>
            <a:spLocks xmlns:a="http://schemas.openxmlformats.org/drawingml/2006/main" noGrp="1"/>
          </p:cNvSpPr>
          <p:nvPr/>
        </p:nvSpPr>
        <p:spPr>
          <a:xfrm xmlns:a="http://schemas.openxmlformats.org/drawingml/2006/main">
            <a:off x="1604010" y="5022056"/>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6" name="dp44-comparison / n109 / text 1">
            <a:extLst xmlns:a="http://schemas.openxmlformats.org/drawingml/2006/main">
              <a:ext uri="{FF2B5EF4-FFF2-40B4-BE49-F238E27FC236}">
                <a16:creationId xmlns:a16="http://schemas.microsoft.com/office/drawing/2014/main" id="{D5A06979-0A4E-40EB-A040-37464064589F}"/>
              </a:ext>
            </a:extLst>
          </p:cNvPr>
          <p:cNvSpPr>
            <a:spLocks xmlns:a="http://schemas.openxmlformats.org/drawingml/2006/main" noGrp="1"/>
          </p:cNvSpPr>
          <p:nvPr/>
        </p:nvSpPr>
        <p:spPr>
          <a:xfrm xmlns:a="http://schemas.openxmlformats.org/drawingml/2006/main">
            <a:off x="1648682" y="5112230"/>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Context Manager</a:t>
            </a:r>
          </a:p>
        </p:txBody>
      </p:sp>
      <p:sp>
        <p:nvSpPr>
          <p:cNvPr id="117" name="dp44-comparison / n110">
            <a:extLst xmlns:a="http://schemas.openxmlformats.org/drawingml/2006/main">
              <a:ext uri="{FF2B5EF4-FFF2-40B4-BE49-F238E27FC236}">
                <a16:creationId xmlns:a16="http://schemas.microsoft.com/office/drawing/2014/main" id="{8EE7CFB0-F674-4991-8ADC-1FF1D939453E}"/>
              </a:ext>
            </a:extLst>
          </p:cNvPr>
          <p:cNvSpPr>
            <a:spLocks xmlns:a="http://schemas.openxmlformats.org/drawingml/2006/main" noGrp="1"/>
          </p:cNvSpPr>
          <p:nvPr/>
        </p:nvSpPr>
        <p:spPr>
          <a:xfrm xmlns:a="http://schemas.openxmlformats.org/drawingml/2006/main">
            <a:off x="1604010" y="5583650"/>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8" name="dp44-comparison / n111 / text 1">
            <a:extLst xmlns:a="http://schemas.openxmlformats.org/drawingml/2006/main">
              <a:ext uri="{FF2B5EF4-FFF2-40B4-BE49-F238E27FC236}">
                <a16:creationId xmlns:a16="http://schemas.microsoft.com/office/drawing/2014/main" id="{2C932302-BE4E-4BA7-A173-FA6B14D32C1D}"/>
              </a:ext>
            </a:extLst>
          </p:cNvPr>
          <p:cNvSpPr>
            <a:spLocks xmlns:a="http://schemas.openxmlformats.org/drawingml/2006/main" noGrp="1"/>
          </p:cNvSpPr>
          <p:nvPr/>
        </p:nvSpPr>
        <p:spPr>
          <a:xfrm xmlns:a="http://schemas.openxmlformats.org/drawingml/2006/main">
            <a:off x="1648682" y="5677558"/>
            <a:ext cx="1569911"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Request Interpreter</a:t>
            </a:r>
          </a:p>
        </p:txBody>
      </p:sp>
      <p:sp>
        <p:nvSpPr>
          <p:cNvPr id="119" name="dp44-comparison / n112">
            <a:extLst xmlns:a="http://schemas.openxmlformats.org/drawingml/2006/main">
              <a:ext uri="{FF2B5EF4-FFF2-40B4-BE49-F238E27FC236}">
                <a16:creationId xmlns:a16="http://schemas.microsoft.com/office/drawing/2014/main" id="{4BB791E1-1433-4D67-8231-8A4DAB17B034}"/>
              </a:ext>
            </a:extLst>
          </p:cNvPr>
          <p:cNvSpPr>
            <a:spLocks xmlns:a="http://schemas.openxmlformats.org/drawingml/2006/main" noGrp="1"/>
          </p:cNvSpPr>
          <p:nvPr/>
        </p:nvSpPr>
        <p:spPr>
          <a:xfrm xmlns:a="http://schemas.openxmlformats.org/drawingml/2006/main">
            <a:off x="4220528" y="5022056"/>
            <a:ext cx="2871788" cy="1627346"/>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20" name="dp44-comparison / n113 / text 1">
            <a:extLst xmlns:a="http://schemas.openxmlformats.org/drawingml/2006/main">
              <a:ext uri="{FF2B5EF4-FFF2-40B4-BE49-F238E27FC236}">
                <a16:creationId xmlns:a16="http://schemas.microsoft.com/office/drawing/2014/main" id="{B0B4C381-EB01-46EA-9034-B623364580B0}"/>
              </a:ext>
            </a:extLst>
          </p:cNvPr>
          <p:cNvSpPr>
            <a:spLocks xmlns:a="http://schemas.openxmlformats.org/drawingml/2006/main" noGrp="1"/>
          </p:cNvSpPr>
          <p:nvPr/>
        </p:nvSpPr>
        <p:spPr>
          <a:xfrm xmlns:a="http://schemas.openxmlformats.org/drawingml/2006/main">
            <a:off x="4297109" y="5079492"/>
            <a:ext cx="271862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Response Manager</a:t>
            </a:r>
          </a:p>
        </p:txBody>
      </p:sp>
      <p:sp>
        <p:nvSpPr>
          <p:cNvPr id="121" name="dp44-comparison / n114">
            <a:extLst xmlns:a="http://schemas.openxmlformats.org/drawingml/2006/main">
              <a:ext uri="{FF2B5EF4-FFF2-40B4-BE49-F238E27FC236}">
                <a16:creationId xmlns:a16="http://schemas.microsoft.com/office/drawing/2014/main" id="{7396097D-CD91-48E9-8341-1FB4C275F67B}"/>
              </a:ext>
            </a:extLst>
          </p:cNvPr>
          <p:cNvSpPr>
            <a:spLocks xmlns:a="http://schemas.openxmlformats.org/drawingml/2006/main" noGrp="1"/>
          </p:cNvSpPr>
          <p:nvPr/>
        </p:nvSpPr>
        <p:spPr>
          <a:xfrm xmlns:a="http://schemas.openxmlformats.org/drawingml/2006/main">
            <a:off x="4316254" y="5373053"/>
            <a:ext cx="1212533" cy="350996"/>
          </a:xfrm>
          <a:prstGeom xmlns:a="http://schemas.openxmlformats.org/drawingml/2006/main" prst="roundRect">
            <a:avLst>
              <a:gd name="adj" fmla="val 21710"/>
            </a:avLst>
          </a:prstGeom>
          <a:solidFill xmlns:a="http://schemas.openxmlformats.org/drawingml/2006/main">
            <a:srgbClr val="FFFFFF"/>
          </a:solidFill>
          <a:ln xmlns:a="http://schemas.openxmlformats.org/drawingml/2006/main" w="6382">
            <a:solidFill>
              <a:srgbClr val="000000"/>
            </a:solidFill>
            <a:prstDash val="solid"/>
          </a:ln>
        </p:spPr>
      </p:sp>
      <p:sp>
        <p:nvSpPr>
          <p:cNvPr id="122" name="dp44-comparison / n115 / text 1">
            <a:extLst xmlns:a="http://schemas.openxmlformats.org/drawingml/2006/main">
              <a:ext uri="{FF2B5EF4-FFF2-40B4-BE49-F238E27FC236}">
                <a16:creationId xmlns:a16="http://schemas.microsoft.com/office/drawing/2014/main" id="{33EA11A3-1E4C-4F05-ABEA-72D7638DD8B8}"/>
              </a:ext>
            </a:extLst>
          </p:cNvPr>
          <p:cNvSpPr>
            <a:spLocks xmlns:a="http://schemas.openxmlformats.org/drawingml/2006/main" noGrp="1"/>
          </p:cNvSpPr>
          <p:nvPr/>
        </p:nvSpPr>
        <p:spPr>
          <a:xfrm xmlns:a="http://schemas.openxmlformats.org/drawingml/2006/main">
            <a:off x="4360926" y="5391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Response</a:t>
            </a:r>
          </a:p>
        </p:txBody>
      </p:sp>
      <p:sp>
        <p:nvSpPr>
          <p:cNvPr id="123" name="dp44-comparison / n115 / text 2">
            <a:extLst xmlns:a="http://schemas.openxmlformats.org/drawingml/2006/main">
              <a:ext uri="{FF2B5EF4-FFF2-40B4-BE49-F238E27FC236}">
                <a16:creationId xmlns:a16="http://schemas.microsoft.com/office/drawing/2014/main" id="{50EF3893-333E-4E25-BD3D-C9F9CA7FA363}"/>
              </a:ext>
            </a:extLst>
          </p:cNvPr>
          <p:cNvSpPr>
            <a:spLocks xmlns:a="http://schemas.openxmlformats.org/drawingml/2006/main" noGrp="1"/>
          </p:cNvSpPr>
          <p:nvPr/>
        </p:nvSpPr>
        <p:spPr>
          <a:xfrm xmlns:a="http://schemas.openxmlformats.org/drawingml/2006/main">
            <a:off x="4360926" y="55485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Composer</a:t>
            </a:r>
          </a:p>
        </p:txBody>
      </p:sp>
      <p:sp>
        <p:nvSpPr>
          <p:cNvPr id="124" name="dp44-comparison / n116">
            <a:extLst xmlns:a="http://schemas.openxmlformats.org/drawingml/2006/main">
              <a:ext uri="{FF2B5EF4-FFF2-40B4-BE49-F238E27FC236}">
                <a16:creationId xmlns:a16="http://schemas.microsoft.com/office/drawing/2014/main" id="{031D269D-C9CF-4822-A997-284ECC4C5DE5}"/>
              </a:ext>
            </a:extLst>
          </p:cNvPr>
          <p:cNvSpPr>
            <a:spLocks xmlns:a="http://schemas.openxmlformats.org/drawingml/2006/main" noGrp="1"/>
          </p:cNvSpPr>
          <p:nvPr/>
        </p:nvSpPr>
        <p:spPr>
          <a:xfrm xmlns:a="http://schemas.openxmlformats.org/drawingml/2006/main">
            <a:off x="4316254" y="6215444"/>
            <a:ext cx="1212533" cy="344615"/>
          </a:xfrm>
          <a:prstGeom xmlns:a="http://schemas.openxmlformats.org/drawingml/2006/main" prst="roundRect">
            <a:avLst>
              <a:gd name="adj" fmla="val 22112"/>
            </a:avLst>
          </a:prstGeom>
          <a:solidFill xmlns:a="http://schemas.openxmlformats.org/drawingml/2006/main">
            <a:srgbClr val="FFFFFF"/>
          </a:solidFill>
          <a:ln xmlns:a="http://schemas.openxmlformats.org/drawingml/2006/main" w="6382">
            <a:solidFill>
              <a:srgbClr val="000000"/>
            </a:solidFill>
            <a:prstDash val="solid"/>
          </a:ln>
        </p:spPr>
      </p:sp>
      <p:sp>
        <p:nvSpPr>
          <p:cNvPr id="125" name="dp44-comparison / n117 / text 1">
            <a:extLst xmlns:a="http://schemas.openxmlformats.org/drawingml/2006/main">
              <a:ext uri="{FF2B5EF4-FFF2-40B4-BE49-F238E27FC236}">
                <a16:creationId xmlns:a16="http://schemas.microsoft.com/office/drawing/2014/main" id="{15859E3A-183A-4A75-ADAD-4A00ED0CB8F5}"/>
              </a:ext>
            </a:extLst>
          </p:cNvPr>
          <p:cNvSpPr>
            <a:spLocks xmlns:a="http://schemas.openxmlformats.org/drawingml/2006/main" noGrp="1"/>
          </p:cNvSpPr>
          <p:nvPr/>
        </p:nvSpPr>
        <p:spPr>
          <a:xfrm xmlns:a="http://schemas.openxmlformats.org/drawingml/2006/main">
            <a:off x="4360926" y="62309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Publication</a:t>
            </a:r>
          </a:p>
        </p:txBody>
      </p:sp>
      <p:sp>
        <p:nvSpPr>
          <p:cNvPr id="126" name="dp44-comparison / n117 / text 2">
            <a:extLst xmlns:a="http://schemas.openxmlformats.org/drawingml/2006/main">
              <a:ext uri="{FF2B5EF4-FFF2-40B4-BE49-F238E27FC236}">
                <a16:creationId xmlns:a16="http://schemas.microsoft.com/office/drawing/2014/main" id="{4A79C686-6C76-47CF-B845-65C08AF1F282}"/>
              </a:ext>
            </a:extLst>
          </p:cNvPr>
          <p:cNvSpPr>
            <a:spLocks xmlns:a="http://schemas.openxmlformats.org/drawingml/2006/main" noGrp="1"/>
          </p:cNvSpPr>
          <p:nvPr/>
        </p:nvSpPr>
        <p:spPr>
          <a:xfrm xmlns:a="http://schemas.openxmlformats.org/drawingml/2006/main">
            <a:off x="4360926" y="6387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Control</a:t>
            </a:r>
          </a:p>
        </p:txBody>
      </p:sp>
      <p:sp>
        <p:nvSpPr>
          <p:cNvPr id="127" name="dp44-comparison / n118">
            <a:extLst xmlns:a="http://schemas.openxmlformats.org/drawingml/2006/main">
              <a:ext uri="{FF2B5EF4-FFF2-40B4-BE49-F238E27FC236}">
                <a16:creationId xmlns:a16="http://schemas.microsoft.com/office/drawing/2014/main" id="{EDADE8F8-BCD9-4F29-9AB9-D9F37556890D}"/>
              </a:ext>
            </a:extLst>
          </p:cNvPr>
          <p:cNvSpPr>
            <a:spLocks xmlns:a="http://schemas.openxmlformats.org/drawingml/2006/main" noGrp="1"/>
          </p:cNvSpPr>
          <p:nvPr/>
        </p:nvSpPr>
        <p:spPr>
          <a:xfrm xmlns:a="http://schemas.openxmlformats.org/drawingml/2006/main">
            <a:off x="5784056" y="6215444"/>
            <a:ext cx="1212533" cy="344615"/>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128" name="dp44-comparison / n119 / text 1">
            <a:extLst xmlns:a="http://schemas.openxmlformats.org/drawingml/2006/main">
              <a:ext uri="{FF2B5EF4-FFF2-40B4-BE49-F238E27FC236}">
                <a16:creationId xmlns:a16="http://schemas.microsoft.com/office/drawing/2014/main" id="{5398B20E-EF9E-4910-9F69-BD036D7126E4}"/>
              </a:ext>
            </a:extLst>
          </p:cNvPr>
          <p:cNvSpPr>
            <a:spLocks xmlns:a="http://schemas.openxmlformats.org/drawingml/2006/main" noGrp="1"/>
          </p:cNvSpPr>
          <p:nvPr/>
        </p:nvSpPr>
        <p:spPr>
          <a:xfrm xmlns:a="http://schemas.openxmlformats.org/drawingml/2006/main">
            <a:off x="5828728" y="6349811"/>
            <a:ext cx="112318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54" b="1">
                <a:solidFill>
                  <a:srgbClr val="000000"/>
                </a:solidFill>
                <a:latin typeface="Apple SD Gothic Neo"/>
                <a:ea typeface="Apple SD Gothic Neo"/>
                <a:cs typeface="Apple SD Gothic Neo"/>
              </a:defRPr>
            </a:pPr>
            <a:r>
              <a:rPr sz="854" b="1">
                <a:solidFill>
                  <a:srgbClr val="000000"/>
                </a:solidFill>
                <a:latin typeface="Apple SD Gothic Neo"/>
                <a:ea typeface="Apple SD Gothic Neo"/>
                <a:cs typeface="Apple SD Gothic Neo"/>
              </a:rPr>
              <a:t>Publication Outbox</a:t>
            </a:r>
          </a:p>
        </p:txBody>
      </p:sp>
      <p:sp>
        <p:nvSpPr>
          <p:cNvPr id="129" name="dp44-comparison / n120">
            <a:extLst xmlns:a="http://schemas.openxmlformats.org/drawingml/2006/main">
              <a:ext uri="{FF2B5EF4-FFF2-40B4-BE49-F238E27FC236}">
                <a16:creationId xmlns:a16="http://schemas.microsoft.com/office/drawing/2014/main" id="{E8826189-F604-4B92-A8FF-8E5E2B576C7E}"/>
              </a:ext>
            </a:extLst>
          </p:cNvPr>
          <p:cNvSpPr>
            <a:spLocks xmlns:a="http://schemas.openxmlformats.org/drawingml/2006/main" noGrp="1"/>
          </p:cNvSpPr>
          <p:nvPr/>
        </p:nvSpPr>
        <p:spPr>
          <a:xfrm xmlns:a="http://schemas.openxmlformats.org/drawingml/2006/main">
            <a:off x="7539038" y="5022056"/>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0" name="dp44-comparison / n121 / text 1">
            <a:extLst xmlns:a="http://schemas.openxmlformats.org/drawingml/2006/main">
              <a:ext uri="{FF2B5EF4-FFF2-40B4-BE49-F238E27FC236}">
                <a16:creationId xmlns:a16="http://schemas.microsoft.com/office/drawing/2014/main" id="{047F3439-FC8A-4BAC-AE88-A43CAA3BE640}"/>
              </a:ext>
            </a:extLst>
          </p:cNvPr>
          <p:cNvSpPr>
            <a:spLocks xmlns:a="http://schemas.openxmlformats.org/drawingml/2006/main" noGrp="1"/>
          </p:cNvSpPr>
          <p:nvPr/>
        </p:nvSpPr>
        <p:spPr>
          <a:xfrm xmlns:a="http://schemas.openxmlformats.org/drawingml/2006/main">
            <a:off x="7583710" y="5112230"/>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Task Manager</a:t>
            </a:r>
          </a:p>
        </p:txBody>
      </p:sp>
      <p:sp>
        <p:nvSpPr>
          <p:cNvPr id="131" name="dp44-comparison / n122">
            <a:extLst xmlns:a="http://schemas.openxmlformats.org/drawingml/2006/main">
              <a:ext uri="{FF2B5EF4-FFF2-40B4-BE49-F238E27FC236}">
                <a16:creationId xmlns:a16="http://schemas.microsoft.com/office/drawing/2014/main" id="{A46F6790-7EB6-4981-9795-F47EB1F3F61E}"/>
              </a:ext>
            </a:extLst>
          </p:cNvPr>
          <p:cNvSpPr>
            <a:spLocks xmlns:a="http://schemas.openxmlformats.org/drawingml/2006/main" noGrp="1"/>
          </p:cNvSpPr>
          <p:nvPr/>
        </p:nvSpPr>
        <p:spPr>
          <a:xfrm xmlns:a="http://schemas.openxmlformats.org/drawingml/2006/main">
            <a:off x="7539038" y="5583650"/>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2" name="dp44-comparison / n123 / text 1">
            <a:extLst xmlns:a="http://schemas.openxmlformats.org/drawingml/2006/main">
              <a:ext uri="{FF2B5EF4-FFF2-40B4-BE49-F238E27FC236}">
                <a16:creationId xmlns:a16="http://schemas.microsoft.com/office/drawing/2014/main" id="{ACAF5162-3290-4634-B4FD-3E72DA63FB95}"/>
              </a:ext>
            </a:extLst>
          </p:cNvPr>
          <p:cNvSpPr>
            <a:spLocks xmlns:a="http://schemas.openxmlformats.org/drawingml/2006/main" noGrp="1"/>
          </p:cNvSpPr>
          <p:nvPr/>
        </p:nvSpPr>
        <p:spPr>
          <a:xfrm xmlns:a="http://schemas.openxmlformats.org/drawingml/2006/main">
            <a:off x="7583710" y="5673824"/>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Agent Gateway</a:t>
            </a:r>
          </a:p>
        </p:txBody>
      </p:sp>
      <p:sp>
        <p:nvSpPr>
          <p:cNvPr id="133" name="dp44-comparison / n124">
            <a:extLst xmlns:a="http://schemas.openxmlformats.org/drawingml/2006/main">
              <a:ext uri="{FF2B5EF4-FFF2-40B4-BE49-F238E27FC236}">
                <a16:creationId xmlns:a16="http://schemas.microsoft.com/office/drawing/2014/main" id="{882A07F1-AEBD-4415-A202-FF9336683C3E}"/>
              </a:ext>
            </a:extLst>
          </p:cNvPr>
          <p:cNvSpPr>
            <a:spLocks xmlns:a="http://schemas.openxmlformats.org/drawingml/2006/main" noGrp="1"/>
          </p:cNvSpPr>
          <p:nvPr/>
        </p:nvSpPr>
        <p:spPr>
          <a:xfrm xmlns:a="http://schemas.openxmlformats.org/drawingml/2006/main">
            <a:off x="7539038" y="6138863"/>
            <a:ext cx="1212533" cy="344615"/>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134" name="dp44-comparison / n125 / text 1">
            <a:extLst xmlns:a="http://schemas.openxmlformats.org/drawingml/2006/main">
              <a:ext uri="{FF2B5EF4-FFF2-40B4-BE49-F238E27FC236}">
                <a16:creationId xmlns:a16="http://schemas.microsoft.com/office/drawing/2014/main" id="{7AFA661C-7CC1-4492-B52C-B7901172578F}"/>
              </a:ext>
            </a:extLst>
          </p:cNvPr>
          <p:cNvSpPr>
            <a:spLocks xmlns:a="http://schemas.openxmlformats.org/drawingml/2006/main" noGrp="1"/>
          </p:cNvSpPr>
          <p:nvPr/>
        </p:nvSpPr>
        <p:spPr>
          <a:xfrm xmlns:a="http://schemas.openxmlformats.org/drawingml/2006/main">
            <a:off x="7583710" y="624023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Downstream Agent</a:t>
            </a:r>
          </a:p>
        </p:txBody>
      </p:sp>
      <p:sp>
        <p:nvSpPr>
          <p:cNvPr id="135" name="dp44-comparison / n126">
            <a:extLst xmlns:a="http://schemas.openxmlformats.org/drawingml/2006/main">
              <a:ext uri="{FF2B5EF4-FFF2-40B4-BE49-F238E27FC236}">
                <a16:creationId xmlns:a16="http://schemas.microsoft.com/office/drawing/2014/main" id="{1FD4C36C-2ED3-449E-8D60-024F6AC452E6}"/>
              </a:ext>
            </a:extLst>
          </p:cNvPr>
          <p:cNvSpPr>
            <a:spLocks xmlns:a="http://schemas.openxmlformats.org/drawingml/2006/main" noGrp="1"/>
          </p:cNvSpPr>
          <p:nvPr/>
        </p:nvSpPr>
        <p:spPr>
          <a:xfrm xmlns:a="http://schemas.openxmlformats.org/drawingml/2006/main">
            <a:off x="1604010" y="6343079"/>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6" name="dp44-comparison / n127 / text 1">
            <a:extLst xmlns:a="http://schemas.openxmlformats.org/drawingml/2006/main">
              <a:ext uri="{FF2B5EF4-FFF2-40B4-BE49-F238E27FC236}">
                <a16:creationId xmlns:a16="http://schemas.microsoft.com/office/drawing/2014/main" id="{08FC7E08-36A8-404B-B6A5-87AB0A14CCCB}"/>
              </a:ext>
            </a:extLst>
          </p:cNvPr>
          <p:cNvSpPr>
            <a:spLocks xmlns:a="http://schemas.openxmlformats.org/drawingml/2006/main" noGrp="1"/>
          </p:cNvSpPr>
          <p:nvPr/>
        </p:nvSpPr>
        <p:spPr>
          <a:xfrm xmlns:a="http://schemas.openxmlformats.org/drawingml/2006/main">
            <a:off x="1648682" y="6433253"/>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Policy Manager</a:t>
            </a:r>
          </a:p>
        </p:txBody>
      </p:sp>
      <p:sp>
        <p:nvSpPr>
          <p:cNvPr id="137" name="dp44-comparison / n128">
            <a:extLst xmlns:a="http://schemas.openxmlformats.org/drawingml/2006/main">
              <a:ext uri="{FF2B5EF4-FFF2-40B4-BE49-F238E27FC236}">
                <a16:creationId xmlns:a16="http://schemas.microsoft.com/office/drawing/2014/main" id="{E1DED038-8DA0-4CC2-A898-046E44DC3721}"/>
              </a:ext>
            </a:extLst>
          </p:cNvPr>
          <p:cNvSpPr>
            <a:spLocks xmlns:a="http://schemas.openxmlformats.org/drawingml/2006/main" noGrp="1"/>
          </p:cNvSpPr>
          <p:nvPr/>
        </p:nvSpPr>
        <p:spPr>
          <a:xfrm xmlns:a="http://schemas.openxmlformats.org/drawingml/2006/main">
            <a:off x="1604010" y="6949345"/>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8" name="dp44-comparison / n129 / text 1">
            <a:extLst xmlns:a="http://schemas.openxmlformats.org/drawingml/2006/main">
              <a:ext uri="{FF2B5EF4-FFF2-40B4-BE49-F238E27FC236}">
                <a16:creationId xmlns:a16="http://schemas.microsoft.com/office/drawing/2014/main" id="{A5F7AC92-5070-4C46-B28E-FBF2F25905FA}"/>
              </a:ext>
            </a:extLst>
          </p:cNvPr>
          <p:cNvSpPr>
            <a:spLocks xmlns:a="http://schemas.openxmlformats.org/drawingml/2006/main" noGrp="1"/>
          </p:cNvSpPr>
          <p:nvPr/>
        </p:nvSpPr>
        <p:spPr>
          <a:xfrm xmlns:a="http://schemas.openxmlformats.org/drawingml/2006/main">
            <a:off x="1648682" y="7039519"/>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State Store</a:t>
            </a:r>
          </a:p>
        </p:txBody>
      </p:sp>
      <p:sp>
        <p:nvSpPr>
          <p:cNvPr id="139" name="dp44-comparison / n130">
            <a:extLst xmlns:a="http://schemas.openxmlformats.org/drawingml/2006/main">
              <a:ext uri="{FF2B5EF4-FFF2-40B4-BE49-F238E27FC236}">
                <a16:creationId xmlns:a16="http://schemas.microsoft.com/office/drawing/2014/main" id="{B0468B59-CE48-4A5C-B15D-262830F5289B}"/>
              </a:ext>
            </a:extLst>
          </p:cNvPr>
          <p:cNvSpPr>
            <a:spLocks xmlns:a="http://schemas.openxmlformats.org/drawingml/2006/main" noGrp="1"/>
          </p:cNvSpPr>
          <p:nvPr/>
        </p:nvSpPr>
        <p:spPr>
          <a:xfrm xmlns:a="http://schemas.openxmlformats.org/drawingml/2006/main">
            <a:off x="7539038" y="6725984"/>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40" name="dp44-comparison / n131 / text 1">
            <a:extLst xmlns:a="http://schemas.openxmlformats.org/drawingml/2006/main">
              <a:ext uri="{FF2B5EF4-FFF2-40B4-BE49-F238E27FC236}">
                <a16:creationId xmlns:a16="http://schemas.microsoft.com/office/drawing/2014/main" id="{65A78B57-594F-4D46-9B12-2CCC1A6F31E9}"/>
              </a:ext>
            </a:extLst>
          </p:cNvPr>
          <p:cNvSpPr>
            <a:spLocks xmlns:a="http://schemas.openxmlformats.org/drawingml/2006/main" noGrp="1"/>
          </p:cNvSpPr>
          <p:nvPr/>
        </p:nvSpPr>
        <p:spPr>
          <a:xfrm xmlns:a="http://schemas.openxmlformats.org/drawingml/2006/main">
            <a:off x="7583710" y="6816158"/>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Model Access</a:t>
            </a:r>
          </a:p>
        </p:txBody>
      </p:sp>
      <p:sp>
        <p:nvSpPr>
          <p:cNvPr id="141" name="dp44-comparison / n132">
            <a:extLst xmlns:a="http://schemas.openxmlformats.org/drawingml/2006/main">
              <a:ext uri="{FF2B5EF4-FFF2-40B4-BE49-F238E27FC236}">
                <a16:creationId xmlns:a16="http://schemas.microsoft.com/office/drawing/2014/main" id="{ED47545E-97BE-48E2-AC20-3A63B6527032}"/>
              </a:ext>
            </a:extLst>
          </p:cNvPr>
          <p:cNvSpPr>
            <a:spLocks xmlns:a="http://schemas.openxmlformats.org/drawingml/2006/main" noGrp="1"/>
          </p:cNvSpPr>
          <p:nvPr/>
        </p:nvSpPr>
        <p:spPr>
          <a:xfrm xmlns:a="http://schemas.openxmlformats.org/drawingml/2006/main">
            <a:off x="7539038" y="7223760"/>
            <a:ext cx="1212533" cy="268034"/>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142" name="dp44-comparison / n133 / text 1">
            <a:extLst xmlns:a="http://schemas.openxmlformats.org/drawingml/2006/main">
              <a:ext uri="{FF2B5EF4-FFF2-40B4-BE49-F238E27FC236}">
                <a16:creationId xmlns:a16="http://schemas.microsoft.com/office/drawing/2014/main" id="{E15A6B50-FF86-41BD-BCF3-8791F8C427AE}"/>
              </a:ext>
            </a:extLst>
          </p:cNvPr>
          <p:cNvSpPr>
            <a:spLocks xmlns:a="http://schemas.openxmlformats.org/drawingml/2006/main" noGrp="1"/>
          </p:cNvSpPr>
          <p:nvPr/>
        </p:nvSpPr>
        <p:spPr>
          <a:xfrm xmlns:a="http://schemas.openxmlformats.org/drawingml/2006/main">
            <a:off x="7583710" y="7283110"/>
            <a:ext cx="1123188"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Shared Omni</a:t>
            </a:r>
          </a:p>
        </p:txBody>
      </p:sp>
      <p:sp>
        <p:nvSpPr>
          <p:cNvPr id="143" name="dp44-comparison / n134 / path">
            <a:extLst xmlns:a="http://schemas.openxmlformats.org/drawingml/2006/main">
              <a:ext uri="{FF2B5EF4-FFF2-40B4-BE49-F238E27FC236}">
                <a16:creationId xmlns:a16="http://schemas.microsoft.com/office/drawing/2014/main" id="{1CB3035E-09E0-47F3-A0C9-DB7021E54EFC}"/>
              </a:ext>
            </a:extLst>
          </p:cNvPr>
          <p:cNvSpPr>
            <a:spLocks xmlns:a="http://schemas.openxmlformats.org/drawingml/2006/main" noGrp="1"/>
          </p:cNvSpPr>
          <p:nvPr/>
        </p:nvSpPr>
        <p:spPr>
          <a:xfrm xmlns:a="http://schemas.openxmlformats.org/drawingml/2006/main">
            <a:off x="1546574" y="2596991"/>
            <a:ext cx="615839" cy="529685"/>
          </a:xfrm>
          <a:custGeom xmlns:a="http://schemas.openxmlformats.org/drawingml/2006/main">
            <a:pathLst>
              <a:path w="615839" h="529685">
                <a:moveTo>
                  <a:pt x="599885" y="0"/>
                </a:moveTo>
                <a:lnTo>
                  <a:pt x="0" y="0"/>
                </a:lnTo>
                <a:lnTo>
                  <a:pt x="0" y="529685"/>
                </a:lnTo>
                <a:lnTo>
                  <a:pt x="615839" y="529685"/>
                </a:lnTo>
              </a:path>
            </a:pathLst>
          </a:custGeom>
          <a:noFill xmlns:a="http://schemas.openxmlformats.org/drawingml/2006/main"/>
          <a:ln xmlns:a="http://schemas.openxmlformats.org/drawingml/2006/main" w="7020">
            <a:solidFill>
              <a:srgbClr val="000000"/>
            </a:solidFill>
            <a:prstDash val="solid"/>
          </a:ln>
        </p:spPr>
      </p:sp>
      <p:sp>
        <p:nvSpPr>
          <p:cNvPr id="144" name="dp44-comparison / n134 / arrow">
            <a:extLst xmlns:a="http://schemas.openxmlformats.org/drawingml/2006/main">
              <a:ext uri="{FF2B5EF4-FFF2-40B4-BE49-F238E27FC236}">
                <a16:creationId xmlns:a16="http://schemas.microsoft.com/office/drawing/2014/main" id="{AFD42274-C78D-4D20-9F3C-13B9698FD327}"/>
              </a:ext>
            </a:extLst>
          </p:cNvPr>
          <p:cNvSpPr>
            <a:spLocks xmlns:a="http://schemas.openxmlformats.org/drawingml/2006/main" noGrp="1"/>
          </p:cNvSpPr>
          <p:nvPr/>
        </p:nvSpPr>
        <p:spPr>
          <a:xfrm xmlns:a="http://schemas.openxmlformats.org/drawingml/2006/main">
            <a:off x="2117486" y="31042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45" name="dp44-comparison / n135 / path">
            <a:extLst xmlns:a="http://schemas.openxmlformats.org/drawingml/2006/main">
              <a:ext uri="{FF2B5EF4-FFF2-40B4-BE49-F238E27FC236}">
                <a16:creationId xmlns:a16="http://schemas.microsoft.com/office/drawing/2014/main" id="{2FCD7AE0-D27B-4718-AF39-4DB0E6912DAB}"/>
              </a:ext>
            </a:extLst>
          </p:cNvPr>
          <p:cNvSpPr>
            <a:spLocks xmlns:a="http://schemas.openxmlformats.org/drawingml/2006/main" noGrp="1"/>
          </p:cNvSpPr>
          <p:nvPr/>
        </p:nvSpPr>
        <p:spPr>
          <a:xfrm xmlns:a="http://schemas.openxmlformats.org/drawingml/2006/main">
            <a:off x="2625090" y="3260693"/>
            <a:ext cx="114871" cy="953"/>
          </a:xfrm>
          <a:custGeom xmlns:a="http://schemas.openxmlformats.org/drawingml/2006/main">
            <a:pathLst>
              <a:path w="114871" h="953">
                <a:moveTo>
                  <a:pt x="114871" y="0"/>
                </a:moveTo>
                <a:lnTo>
                  <a:pt x="0" y="0"/>
                </a:lnTo>
              </a:path>
            </a:pathLst>
          </a:custGeom>
          <a:noFill xmlns:a="http://schemas.openxmlformats.org/drawingml/2006/main"/>
          <a:ln xmlns:a="http://schemas.openxmlformats.org/drawingml/2006/main" w="7020">
            <a:solidFill>
              <a:srgbClr val="000000"/>
            </a:solidFill>
            <a:prstDash val="solid"/>
          </a:ln>
        </p:spPr>
      </p:sp>
      <p:sp>
        <p:nvSpPr>
          <p:cNvPr id="146" name="dp44-comparison / n135 / arrow">
            <a:extLst xmlns:a="http://schemas.openxmlformats.org/drawingml/2006/main">
              <a:ext uri="{FF2B5EF4-FFF2-40B4-BE49-F238E27FC236}">
                <a16:creationId xmlns:a16="http://schemas.microsoft.com/office/drawing/2014/main" id="{9187FAE8-7578-4987-A4F8-FC81441305D7}"/>
              </a:ext>
            </a:extLst>
          </p:cNvPr>
          <p:cNvSpPr>
            <a:spLocks xmlns:a="http://schemas.openxmlformats.org/drawingml/2006/main" noGrp="1"/>
          </p:cNvSpPr>
          <p:nvPr/>
        </p:nvSpPr>
        <p:spPr>
          <a:xfrm xmlns:a="http://schemas.openxmlformats.org/drawingml/2006/main">
            <a:off x="2625090" y="323822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47" name="dp44-comparison / n136">
            <a:extLst xmlns:a="http://schemas.openxmlformats.org/drawingml/2006/main">
              <a:ext uri="{FF2B5EF4-FFF2-40B4-BE49-F238E27FC236}">
                <a16:creationId xmlns:a16="http://schemas.microsoft.com/office/drawing/2014/main" id="{68B45A36-AE6E-405F-90EA-1CD3D0D1124C}"/>
              </a:ext>
            </a:extLst>
          </p:cNvPr>
          <p:cNvSpPr>
            <a:spLocks xmlns:a="http://schemas.openxmlformats.org/drawingml/2006/main" noGrp="1"/>
          </p:cNvSpPr>
          <p:nvPr/>
        </p:nvSpPr>
        <p:spPr>
          <a:xfrm xmlns:a="http://schemas.openxmlformats.org/drawingml/2006/main">
            <a:off x="1693355" y="3433001"/>
            <a:ext cx="2042160"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4-comparison / n137 / text 1">
            <a:extLst xmlns:a="http://schemas.openxmlformats.org/drawingml/2006/main">
              <a:ext uri="{FF2B5EF4-FFF2-40B4-BE49-F238E27FC236}">
                <a16:creationId xmlns:a16="http://schemas.microsoft.com/office/drawing/2014/main" id="{CD7565F3-A208-4A57-B0CF-29A290536DB1}"/>
              </a:ext>
            </a:extLst>
          </p:cNvPr>
          <p:cNvSpPr>
            <a:spLocks xmlns:a="http://schemas.openxmlformats.org/drawingml/2006/main" noGrp="1"/>
          </p:cNvSpPr>
          <p:nvPr/>
        </p:nvSpPr>
        <p:spPr>
          <a:xfrm xmlns:a="http://schemas.openxmlformats.org/drawingml/2006/main">
            <a:off x="1706118" y="3439382"/>
            <a:ext cx="2042160"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InputStarted: 즉시 stop / epoch 무효화</a:t>
            </a:r>
          </a:p>
        </p:txBody>
      </p:sp>
      <p:sp>
        <p:nvSpPr>
          <p:cNvPr id="149" name="dp44-comparison / n138 / path">
            <a:extLst xmlns:a="http://schemas.openxmlformats.org/drawingml/2006/main">
              <a:ext uri="{FF2B5EF4-FFF2-40B4-BE49-F238E27FC236}">
                <a16:creationId xmlns:a16="http://schemas.microsoft.com/office/drawing/2014/main" id="{3D6EE499-6C1A-4687-8DAF-60E85D212B78}"/>
              </a:ext>
            </a:extLst>
          </p:cNvPr>
          <p:cNvSpPr>
            <a:spLocks xmlns:a="http://schemas.openxmlformats.org/drawingml/2006/main" noGrp="1"/>
          </p:cNvSpPr>
          <p:nvPr/>
        </p:nvSpPr>
        <p:spPr>
          <a:xfrm xmlns:a="http://schemas.openxmlformats.org/drawingml/2006/main">
            <a:off x="2625090" y="3790379"/>
            <a:ext cx="114871" cy="953"/>
          </a:xfrm>
          <a:custGeom xmlns:a="http://schemas.openxmlformats.org/drawingml/2006/main">
            <a:pathLst>
              <a:path w="114871" h="953">
                <a:moveTo>
                  <a:pt x="0" y="0"/>
                </a:moveTo>
                <a:lnTo>
                  <a:pt x="114871" y="0"/>
                </a:lnTo>
              </a:path>
            </a:pathLst>
          </a:custGeom>
          <a:noFill xmlns:a="http://schemas.openxmlformats.org/drawingml/2006/main"/>
          <a:ln xmlns:a="http://schemas.openxmlformats.org/drawingml/2006/main" w="7020">
            <a:solidFill>
              <a:srgbClr val="000000"/>
            </a:solidFill>
            <a:prstDash val="solid"/>
          </a:ln>
        </p:spPr>
      </p:sp>
      <p:sp>
        <p:nvSpPr>
          <p:cNvPr id="150" name="dp44-comparison / n138 / arrow">
            <a:extLst xmlns:a="http://schemas.openxmlformats.org/drawingml/2006/main">
              <a:ext uri="{FF2B5EF4-FFF2-40B4-BE49-F238E27FC236}">
                <a16:creationId xmlns:a16="http://schemas.microsoft.com/office/drawing/2014/main" id="{73249E48-4CA6-4438-9063-08B92D60D850}"/>
              </a:ext>
            </a:extLst>
          </p:cNvPr>
          <p:cNvSpPr>
            <a:spLocks xmlns:a="http://schemas.openxmlformats.org/drawingml/2006/main" noGrp="1"/>
          </p:cNvSpPr>
          <p:nvPr/>
        </p:nvSpPr>
        <p:spPr>
          <a:xfrm xmlns:a="http://schemas.openxmlformats.org/drawingml/2006/main">
            <a:off x="2695034" y="376791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51" name="dp44-comparison / n139">
            <a:extLst xmlns:a="http://schemas.openxmlformats.org/drawingml/2006/main">
              <a:ext uri="{FF2B5EF4-FFF2-40B4-BE49-F238E27FC236}">
                <a16:creationId xmlns:a16="http://schemas.microsoft.com/office/drawing/2014/main" id="{1062F5F5-814F-47D3-AE45-0D584EBAD770}"/>
              </a:ext>
            </a:extLst>
          </p:cNvPr>
          <p:cNvSpPr>
            <a:spLocks xmlns:a="http://schemas.openxmlformats.org/drawingml/2006/main" noGrp="1"/>
          </p:cNvSpPr>
          <p:nvPr/>
        </p:nvSpPr>
        <p:spPr>
          <a:xfrm xmlns:a="http://schemas.openxmlformats.org/drawingml/2006/main">
            <a:off x="1686973" y="3969068"/>
            <a:ext cx="1779742"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4-comparison / n140 / text 1">
            <a:extLst xmlns:a="http://schemas.openxmlformats.org/drawingml/2006/main">
              <a:ext uri="{FF2B5EF4-FFF2-40B4-BE49-F238E27FC236}">
                <a16:creationId xmlns:a16="http://schemas.microsoft.com/office/drawing/2014/main" id="{8A61F3BA-CF54-4AC8-8CE4-AB8C789CEE93}"/>
              </a:ext>
            </a:extLst>
          </p:cNvPr>
          <p:cNvSpPr>
            <a:spLocks xmlns:a="http://schemas.openxmlformats.org/drawingml/2006/main" noGrp="1"/>
          </p:cNvSpPr>
          <p:nvPr/>
        </p:nvSpPr>
        <p:spPr>
          <a:xfrm xmlns:a="http://schemas.openxmlformats.org/drawingml/2006/main">
            <a:off x="1699736" y="3975449"/>
            <a:ext cx="1914525"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시점별 evidence ↔ 입력 revision</a:t>
            </a:r>
          </a:p>
        </p:txBody>
      </p:sp>
      <p:sp>
        <p:nvSpPr>
          <p:cNvPr id="153" name="dp44-comparison / n141 / path">
            <a:extLst xmlns:a="http://schemas.openxmlformats.org/drawingml/2006/main">
              <a:ext uri="{FF2B5EF4-FFF2-40B4-BE49-F238E27FC236}">
                <a16:creationId xmlns:a16="http://schemas.microsoft.com/office/drawing/2014/main" id="{ED5546DB-6573-494E-B2F1-D68DB048BFA6}"/>
              </a:ext>
            </a:extLst>
          </p:cNvPr>
          <p:cNvSpPr>
            <a:spLocks xmlns:a="http://schemas.openxmlformats.org/drawingml/2006/main" noGrp="1"/>
          </p:cNvSpPr>
          <p:nvPr/>
        </p:nvSpPr>
        <p:spPr>
          <a:xfrm xmlns:a="http://schemas.openxmlformats.org/drawingml/2006/main">
            <a:off x="2162413" y="3394710"/>
            <a:ext cx="542449" cy="733901"/>
          </a:xfrm>
          <a:custGeom xmlns:a="http://schemas.openxmlformats.org/drawingml/2006/main">
            <a:pathLst>
              <a:path w="542449" h="733901">
                <a:moveTo>
                  <a:pt x="0" y="0"/>
                </a:moveTo>
                <a:lnTo>
                  <a:pt x="542449" y="0"/>
                </a:lnTo>
                <a:lnTo>
                  <a:pt x="542449" y="733901"/>
                </a:lnTo>
              </a:path>
            </a:pathLst>
          </a:custGeom>
          <a:noFill xmlns:a="http://schemas.openxmlformats.org/drawingml/2006/main"/>
          <a:ln xmlns:a="http://schemas.openxmlformats.org/drawingml/2006/main" w="7020">
            <a:solidFill>
              <a:srgbClr val="000000"/>
            </a:solidFill>
            <a:prstDash val="solid"/>
          </a:ln>
        </p:spPr>
      </p:sp>
      <p:sp>
        <p:nvSpPr>
          <p:cNvPr id="154" name="dp44-comparison / n141 / arrow">
            <a:extLst xmlns:a="http://schemas.openxmlformats.org/drawingml/2006/main">
              <a:ext uri="{FF2B5EF4-FFF2-40B4-BE49-F238E27FC236}">
                <a16:creationId xmlns:a16="http://schemas.microsoft.com/office/drawing/2014/main" id="{DDC37A14-D0A1-4F8A-9CD9-AB03DCB0FE36}"/>
              </a:ext>
            </a:extLst>
          </p:cNvPr>
          <p:cNvSpPr>
            <a:spLocks xmlns:a="http://schemas.openxmlformats.org/drawingml/2006/main" noGrp="1"/>
          </p:cNvSpPr>
          <p:nvPr/>
        </p:nvSpPr>
        <p:spPr>
          <a:xfrm xmlns:a="http://schemas.openxmlformats.org/drawingml/2006/main">
            <a:off x="2682398" y="4083684"/>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55" name="dp44-comparison / n142 / path">
            <a:extLst xmlns:a="http://schemas.openxmlformats.org/drawingml/2006/main">
              <a:ext uri="{FF2B5EF4-FFF2-40B4-BE49-F238E27FC236}">
                <a16:creationId xmlns:a16="http://schemas.microsoft.com/office/drawing/2014/main" id="{EEEA6D2C-3035-4DE9-9BF1-4D4F1F18F50C}"/>
              </a:ext>
            </a:extLst>
          </p:cNvPr>
          <p:cNvSpPr>
            <a:spLocks xmlns:a="http://schemas.openxmlformats.org/drawingml/2006/main" noGrp="1"/>
          </p:cNvSpPr>
          <p:nvPr/>
        </p:nvSpPr>
        <p:spPr>
          <a:xfrm xmlns:a="http://schemas.openxmlformats.org/drawingml/2006/main">
            <a:off x="3665315" y="3343656"/>
            <a:ext cx="810482" cy="446722"/>
          </a:xfrm>
          <a:custGeom xmlns:a="http://schemas.openxmlformats.org/drawingml/2006/main">
            <a:pathLst>
              <a:path w="810482" h="446722">
                <a:moveTo>
                  <a:pt x="0" y="446722"/>
                </a:moveTo>
                <a:lnTo>
                  <a:pt x="0" y="0"/>
                </a:lnTo>
                <a:lnTo>
                  <a:pt x="810482" y="0"/>
                </a:lnTo>
              </a:path>
            </a:pathLst>
          </a:custGeom>
          <a:noFill xmlns:a="http://schemas.openxmlformats.org/drawingml/2006/main"/>
          <a:ln xmlns:a="http://schemas.openxmlformats.org/drawingml/2006/main" w="7020">
            <a:solidFill>
              <a:srgbClr val="000000"/>
            </a:solidFill>
            <a:prstDash val="solid"/>
          </a:ln>
        </p:spPr>
      </p:sp>
      <p:sp>
        <p:nvSpPr>
          <p:cNvPr id="156" name="dp44-comparison / n142 / arrow">
            <a:extLst xmlns:a="http://schemas.openxmlformats.org/drawingml/2006/main">
              <a:ext uri="{FF2B5EF4-FFF2-40B4-BE49-F238E27FC236}">
                <a16:creationId xmlns:a16="http://schemas.microsoft.com/office/drawing/2014/main" id="{22B09845-1EDD-4717-BA1A-094480EF5CA0}"/>
              </a:ext>
            </a:extLst>
          </p:cNvPr>
          <p:cNvSpPr>
            <a:spLocks xmlns:a="http://schemas.openxmlformats.org/drawingml/2006/main" noGrp="1"/>
          </p:cNvSpPr>
          <p:nvPr/>
        </p:nvSpPr>
        <p:spPr>
          <a:xfrm xmlns:a="http://schemas.openxmlformats.org/drawingml/2006/main">
            <a:off x="4430870" y="3321192"/>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57" name="dp44-comparison / n143 / path">
            <a:extLst xmlns:a="http://schemas.openxmlformats.org/drawingml/2006/main">
              <a:ext uri="{FF2B5EF4-FFF2-40B4-BE49-F238E27FC236}">
                <a16:creationId xmlns:a16="http://schemas.microsoft.com/office/drawing/2014/main" id="{4D64BB6C-DA2F-4A16-80EE-8A36684B29AB}"/>
              </a:ext>
            </a:extLst>
          </p:cNvPr>
          <p:cNvSpPr>
            <a:spLocks xmlns:a="http://schemas.openxmlformats.org/drawingml/2006/main" noGrp="1"/>
          </p:cNvSpPr>
          <p:nvPr/>
        </p:nvSpPr>
        <p:spPr>
          <a:xfrm xmlns:a="http://schemas.openxmlformats.org/drawingml/2006/main">
            <a:off x="2625090" y="3094768"/>
            <a:ext cx="1850708" cy="172307"/>
          </a:xfrm>
          <a:custGeom xmlns:a="http://schemas.openxmlformats.org/drawingml/2006/main">
            <a:pathLst>
              <a:path w="1850708" h="172307">
                <a:moveTo>
                  <a:pt x="0" y="121253"/>
                </a:moveTo>
                <a:lnTo>
                  <a:pt x="0" y="0"/>
                </a:lnTo>
                <a:lnTo>
                  <a:pt x="1850708" y="0"/>
                </a:lnTo>
                <a:lnTo>
                  <a:pt x="1850708" y="172307"/>
                </a:lnTo>
              </a:path>
            </a:pathLst>
          </a:custGeom>
          <a:noFill xmlns:a="http://schemas.openxmlformats.org/drawingml/2006/main"/>
          <a:ln xmlns:a="http://schemas.openxmlformats.org/drawingml/2006/main" w="7020">
            <a:solidFill>
              <a:srgbClr val="000000"/>
            </a:solidFill>
            <a:prstDash val="solid"/>
          </a:ln>
        </p:spPr>
      </p:sp>
      <p:sp>
        <p:nvSpPr>
          <p:cNvPr id="158" name="dp44-comparison / n143 / arrow">
            <a:extLst xmlns:a="http://schemas.openxmlformats.org/drawingml/2006/main">
              <a:ext uri="{FF2B5EF4-FFF2-40B4-BE49-F238E27FC236}">
                <a16:creationId xmlns:a16="http://schemas.microsoft.com/office/drawing/2014/main" id="{C73F9740-66A1-4C87-A7AA-85382B0250BB}"/>
              </a:ext>
            </a:extLst>
          </p:cNvPr>
          <p:cNvSpPr>
            <a:spLocks xmlns:a="http://schemas.openxmlformats.org/drawingml/2006/main" noGrp="1"/>
          </p:cNvSpPr>
          <p:nvPr/>
        </p:nvSpPr>
        <p:spPr>
          <a:xfrm xmlns:a="http://schemas.openxmlformats.org/drawingml/2006/main">
            <a:off x="4453334" y="3222147"/>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59" name="dp44-comparison / n144 / path">
            <a:extLst xmlns:a="http://schemas.openxmlformats.org/drawingml/2006/main">
              <a:ext uri="{FF2B5EF4-FFF2-40B4-BE49-F238E27FC236}">
                <a16:creationId xmlns:a16="http://schemas.microsoft.com/office/drawing/2014/main" id="{5EA3C97C-FC5B-43C3-B8BC-558D0E7D5F69}"/>
              </a:ext>
            </a:extLst>
          </p:cNvPr>
          <p:cNvSpPr>
            <a:spLocks xmlns:a="http://schemas.openxmlformats.org/drawingml/2006/main" noGrp="1"/>
          </p:cNvSpPr>
          <p:nvPr/>
        </p:nvSpPr>
        <p:spPr>
          <a:xfrm xmlns:a="http://schemas.openxmlformats.org/drawingml/2006/main">
            <a:off x="3773805" y="3388328"/>
            <a:ext cx="701992" cy="255270"/>
          </a:xfrm>
          <a:custGeom xmlns:a="http://schemas.openxmlformats.org/drawingml/2006/main">
            <a:pathLst>
              <a:path w="701992" h="255270">
                <a:moveTo>
                  <a:pt x="0" y="255270"/>
                </a:moveTo>
                <a:lnTo>
                  <a:pt x="0" y="0"/>
                </a:lnTo>
                <a:lnTo>
                  <a:pt x="701992" y="0"/>
                </a:lnTo>
              </a:path>
            </a:pathLst>
          </a:custGeom>
          <a:noFill xmlns:a="http://schemas.openxmlformats.org/drawingml/2006/main"/>
          <a:ln xmlns:a="http://schemas.openxmlformats.org/drawingml/2006/main" w="7020">
            <a:solidFill>
              <a:srgbClr val="000000"/>
            </a:solidFill>
            <a:prstDash val="solid"/>
          </a:ln>
        </p:spPr>
      </p:sp>
      <p:sp>
        <p:nvSpPr>
          <p:cNvPr id="160" name="dp44-comparison / n144 / arrow">
            <a:extLst xmlns:a="http://schemas.openxmlformats.org/drawingml/2006/main">
              <a:ext uri="{FF2B5EF4-FFF2-40B4-BE49-F238E27FC236}">
                <a16:creationId xmlns:a16="http://schemas.microsoft.com/office/drawing/2014/main" id="{EAE76B37-0B3F-4891-98A5-735525CE47FA}"/>
              </a:ext>
            </a:extLst>
          </p:cNvPr>
          <p:cNvSpPr>
            <a:spLocks xmlns:a="http://schemas.openxmlformats.org/drawingml/2006/main" noGrp="1"/>
          </p:cNvSpPr>
          <p:nvPr/>
        </p:nvSpPr>
        <p:spPr>
          <a:xfrm xmlns:a="http://schemas.openxmlformats.org/drawingml/2006/main">
            <a:off x="4430870" y="336586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1" name="dp44-comparison / n145 / path">
            <a:extLst xmlns:a="http://schemas.openxmlformats.org/drawingml/2006/main">
              <a:ext uri="{FF2B5EF4-FFF2-40B4-BE49-F238E27FC236}">
                <a16:creationId xmlns:a16="http://schemas.microsoft.com/office/drawing/2014/main" id="{44E31CA5-51E1-4EF6-A9FB-D00C83E93A21}"/>
              </a:ext>
            </a:extLst>
          </p:cNvPr>
          <p:cNvSpPr>
            <a:spLocks xmlns:a="http://schemas.openxmlformats.org/drawingml/2006/main" noGrp="1"/>
          </p:cNvSpPr>
          <p:nvPr/>
        </p:nvSpPr>
        <p:spPr>
          <a:xfrm xmlns:a="http://schemas.openxmlformats.org/drawingml/2006/main">
            <a:off x="2433638" y="3420237"/>
            <a:ext cx="2042160" cy="1601819"/>
          </a:xfrm>
          <a:custGeom xmlns:a="http://schemas.openxmlformats.org/drawingml/2006/main">
            <a:pathLst>
              <a:path w="2042160" h="1601819">
                <a:moveTo>
                  <a:pt x="2042160" y="0"/>
                </a:moveTo>
                <a:lnTo>
                  <a:pt x="2042160" y="1601819"/>
                </a:lnTo>
                <a:lnTo>
                  <a:pt x="0" y="1601819"/>
                </a:lnTo>
              </a:path>
            </a:pathLst>
          </a:custGeom>
          <a:noFill xmlns:a="http://schemas.openxmlformats.org/drawingml/2006/main"/>
          <a:ln xmlns:a="http://schemas.openxmlformats.org/drawingml/2006/main" w="7020">
            <a:solidFill>
              <a:srgbClr val="000000"/>
            </a:solidFill>
            <a:prstDash val="solid"/>
          </a:ln>
        </p:spPr>
      </p:sp>
      <p:sp>
        <p:nvSpPr>
          <p:cNvPr id="162" name="dp44-comparison / n145 / arrow">
            <a:extLst xmlns:a="http://schemas.openxmlformats.org/drawingml/2006/main">
              <a:ext uri="{FF2B5EF4-FFF2-40B4-BE49-F238E27FC236}">
                <a16:creationId xmlns:a16="http://schemas.microsoft.com/office/drawing/2014/main" id="{BCD3301E-E48F-4E70-8CE8-2DFD4A8EE48E}"/>
              </a:ext>
            </a:extLst>
          </p:cNvPr>
          <p:cNvSpPr>
            <a:spLocks xmlns:a="http://schemas.openxmlformats.org/drawingml/2006/main" noGrp="1"/>
          </p:cNvSpPr>
          <p:nvPr/>
        </p:nvSpPr>
        <p:spPr>
          <a:xfrm xmlns:a="http://schemas.openxmlformats.org/drawingml/2006/main">
            <a:off x="2433638"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63" name="dp44-comparison / n146 / path">
            <a:extLst xmlns:a="http://schemas.openxmlformats.org/drawingml/2006/main">
              <a:ext uri="{FF2B5EF4-FFF2-40B4-BE49-F238E27FC236}">
                <a16:creationId xmlns:a16="http://schemas.microsoft.com/office/drawing/2014/main" id="{15841DB1-CD1C-4435-B832-652F144A7BFF}"/>
              </a:ext>
            </a:extLst>
          </p:cNvPr>
          <p:cNvSpPr>
            <a:spLocks xmlns:a="http://schemas.openxmlformats.org/drawingml/2006/main" noGrp="1"/>
          </p:cNvSpPr>
          <p:nvPr/>
        </p:nvSpPr>
        <p:spPr>
          <a:xfrm xmlns:a="http://schemas.openxmlformats.org/drawingml/2006/main">
            <a:off x="3263265" y="3458528"/>
            <a:ext cx="1212533" cy="1735836"/>
          </a:xfrm>
          <a:custGeom xmlns:a="http://schemas.openxmlformats.org/drawingml/2006/main">
            <a:pathLst>
              <a:path w="1212533" h="1735836">
                <a:moveTo>
                  <a:pt x="0" y="1735836"/>
                </a:moveTo>
                <a:lnTo>
                  <a:pt x="899827" y="1735836"/>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164" name="dp44-comparison / n146 / arrow">
            <a:extLst xmlns:a="http://schemas.openxmlformats.org/drawingml/2006/main">
              <a:ext uri="{FF2B5EF4-FFF2-40B4-BE49-F238E27FC236}">
                <a16:creationId xmlns:a16="http://schemas.microsoft.com/office/drawing/2014/main" id="{090964A8-65AF-4EBC-A3CB-DB0DDE3E6FC2}"/>
              </a:ext>
            </a:extLst>
          </p:cNvPr>
          <p:cNvSpPr>
            <a:spLocks xmlns:a="http://schemas.openxmlformats.org/drawingml/2006/main" noGrp="1"/>
          </p:cNvSpPr>
          <p:nvPr/>
        </p:nvSpPr>
        <p:spPr>
          <a:xfrm xmlns:a="http://schemas.openxmlformats.org/drawingml/2006/main">
            <a:off x="4430870" y="343606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5" name="dp44-comparison / n147 / path">
            <a:extLst xmlns:a="http://schemas.openxmlformats.org/drawingml/2006/main">
              <a:ext uri="{FF2B5EF4-FFF2-40B4-BE49-F238E27FC236}">
                <a16:creationId xmlns:a16="http://schemas.microsoft.com/office/drawing/2014/main" id="{AF53F978-07BE-4009-884E-1ECD3C8DD0DF}"/>
              </a:ext>
            </a:extLst>
          </p:cNvPr>
          <p:cNvSpPr>
            <a:spLocks xmlns:a="http://schemas.openxmlformats.org/drawingml/2006/main" noGrp="1"/>
          </p:cNvSpPr>
          <p:nvPr/>
        </p:nvSpPr>
        <p:spPr>
          <a:xfrm xmlns:a="http://schemas.openxmlformats.org/drawingml/2006/main">
            <a:off x="2433638" y="3490436"/>
            <a:ext cx="2042160" cy="2093214"/>
          </a:xfrm>
          <a:custGeom xmlns:a="http://schemas.openxmlformats.org/drawingml/2006/main">
            <a:pathLst>
              <a:path w="2042160" h="2093214">
                <a:moveTo>
                  <a:pt x="2042160" y="0"/>
                </a:moveTo>
                <a:lnTo>
                  <a:pt x="1397603" y="0"/>
                </a:lnTo>
                <a:lnTo>
                  <a:pt x="1397603" y="2093214"/>
                </a:lnTo>
                <a:lnTo>
                  <a:pt x="0" y="2093214"/>
                </a:lnTo>
              </a:path>
            </a:pathLst>
          </a:custGeom>
          <a:noFill xmlns:a="http://schemas.openxmlformats.org/drawingml/2006/main"/>
          <a:ln xmlns:a="http://schemas.openxmlformats.org/drawingml/2006/main" w="7020">
            <a:solidFill>
              <a:srgbClr val="000000"/>
            </a:solidFill>
            <a:prstDash val="solid"/>
          </a:ln>
        </p:spPr>
      </p:sp>
      <p:sp>
        <p:nvSpPr>
          <p:cNvPr id="166" name="dp44-comparison / n147 / arrow">
            <a:extLst xmlns:a="http://schemas.openxmlformats.org/drawingml/2006/main">
              <a:ext uri="{FF2B5EF4-FFF2-40B4-BE49-F238E27FC236}">
                <a16:creationId xmlns:a16="http://schemas.microsoft.com/office/drawing/2014/main" id="{C94E24BC-0B93-4A9D-835A-5585D06F5C78}"/>
              </a:ext>
            </a:extLst>
          </p:cNvPr>
          <p:cNvSpPr>
            <a:spLocks xmlns:a="http://schemas.openxmlformats.org/drawingml/2006/main" noGrp="1"/>
          </p:cNvSpPr>
          <p:nvPr/>
        </p:nvSpPr>
        <p:spPr>
          <a:xfrm xmlns:a="http://schemas.openxmlformats.org/drawingml/2006/main">
            <a:off x="2433638" y="556118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67" name="dp44-comparison / n148 / path">
            <a:extLst xmlns:a="http://schemas.openxmlformats.org/drawingml/2006/main">
              <a:ext uri="{FF2B5EF4-FFF2-40B4-BE49-F238E27FC236}">
                <a16:creationId xmlns:a16="http://schemas.microsoft.com/office/drawing/2014/main" id="{B2BD1290-596B-415F-A847-7F8E0508EDA0}"/>
              </a:ext>
            </a:extLst>
          </p:cNvPr>
          <p:cNvSpPr>
            <a:spLocks xmlns:a="http://schemas.openxmlformats.org/drawingml/2006/main" noGrp="1"/>
          </p:cNvSpPr>
          <p:nvPr/>
        </p:nvSpPr>
        <p:spPr>
          <a:xfrm xmlns:a="http://schemas.openxmlformats.org/drawingml/2006/main">
            <a:off x="3263265" y="3496818"/>
            <a:ext cx="1212533" cy="2259139"/>
          </a:xfrm>
          <a:custGeom xmlns:a="http://schemas.openxmlformats.org/drawingml/2006/main">
            <a:pathLst>
              <a:path w="1212533" h="2259139">
                <a:moveTo>
                  <a:pt x="0" y="2259139"/>
                </a:moveTo>
                <a:lnTo>
                  <a:pt x="899827" y="2259139"/>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168" name="dp44-comparison / n148 / arrow">
            <a:extLst xmlns:a="http://schemas.openxmlformats.org/drawingml/2006/main">
              <a:ext uri="{FF2B5EF4-FFF2-40B4-BE49-F238E27FC236}">
                <a16:creationId xmlns:a16="http://schemas.microsoft.com/office/drawing/2014/main" id="{EF870015-A8AF-4FC0-8EBC-BBCFA4D7C8FA}"/>
              </a:ext>
            </a:extLst>
          </p:cNvPr>
          <p:cNvSpPr>
            <a:spLocks xmlns:a="http://schemas.openxmlformats.org/drawingml/2006/main" noGrp="1"/>
          </p:cNvSpPr>
          <p:nvPr/>
        </p:nvSpPr>
        <p:spPr>
          <a:xfrm xmlns:a="http://schemas.openxmlformats.org/drawingml/2006/main">
            <a:off x="4430870" y="347435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9" name="dp44-comparison / n149 / path">
            <a:extLst xmlns:a="http://schemas.openxmlformats.org/drawingml/2006/main">
              <a:ext uri="{FF2B5EF4-FFF2-40B4-BE49-F238E27FC236}">
                <a16:creationId xmlns:a16="http://schemas.microsoft.com/office/drawing/2014/main" id="{7E50CC7D-D61D-4E9A-996D-DB032820881D}"/>
              </a:ext>
            </a:extLst>
          </p:cNvPr>
          <p:cNvSpPr>
            <a:spLocks xmlns:a="http://schemas.openxmlformats.org/drawingml/2006/main" noGrp="1"/>
          </p:cNvSpPr>
          <p:nvPr/>
        </p:nvSpPr>
        <p:spPr>
          <a:xfrm xmlns:a="http://schemas.openxmlformats.org/drawingml/2006/main">
            <a:off x="8145304" y="4224338"/>
            <a:ext cx="606266" cy="797719"/>
          </a:xfrm>
          <a:custGeom xmlns:a="http://schemas.openxmlformats.org/drawingml/2006/main">
            <a:pathLst>
              <a:path w="606266" h="797719">
                <a:moveTo>
                  <a:pt x="606266" y="0"/>
                </a:moveTo>
                <a:lnTo>
                  <a:pt x="606266" y="797719"/>
                </a:lnTo>
                <a:lnTo>
                  <a:pt x="0" y="797719"/>
                </a:lnTo>
              </a:path>
            </a:pathLst>
          </a:custGeom>
          <a:noFill xmlns:a="http://schemas.openxmlformats.org/drawingml/2006/main"/>
          <a:ln xmlns:a="http://schemas.openxmlformats.org/drawingml/2006/main" w="7020">
            <a:solidFill>
              <a:srgbClr val="000000"/>
            </a:solidFill>
            <a:prstDash val="solid"/>
          </a:ln>
        </p:spPr>
      </p:sp>
      <p:sp>
        <p:nvSpPr>
          <p:cNvPr id="170" name="dp44-comparison / n149 / arrow">
            <a:extLst xmlns:a="http://schemas.openxmlformats.org/drawingml/2006/main">
              <a:ext uri="{FF2B5EF4-FFF2-40B4-BE49-F238E27FC236}">
                <a16:creationId xmlns:a16="http://schemas.microsoft.com/office/drawing/2014/main" id="{073D6ED8-FB93-4752-88A7-EBAABCDDAB96}"/>
              </a:ext>
            </a:extLst>
          </p:cNvPr>
          <p:cNvSpPr>
            <a:spLocks xmlns:a="http://schemas.openxmlformats.org/drawingml/2006/main" noGrp="1"/>
          </p:cNvSpPr>
          <p:nvPr/>
        </p:nvSpPr>
        <p:spPr>
          <a:xfrm xmlns:a="http://schemas.openxmlformats.org/drawingml/2006/main">
            <a:off x="8145304"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71" name="dp44-comparison / n150 / path">
            <a:extLst xmlns:a="http://schemas.openxmlformats.org/drawingml/2006/main">
              <a:ext uri="{FF2B5EF4-FFF2-40B4-BE49-F238E27FC236}">
                <a16:creationId xmlns:a16="http://schemas.microsoft.com/office/drawing/2014/main" id="{E5152B7B-31BB-476E-BD7B-D96DD721F817}"/>
              </a:ext>
            </a:extLst>
          </p:cNvPr>
          <p:cNvSpPr>
            <a:spLocks xmlns:a="http://schemas.openxmlformats.org/drawingml/2006/main" noGrp="1"/>
          </p:cNvSpPr>
          <p:nvPr/>
        </p:nvSpPr>
        <p:spPr>
          <a:xfrm xmlns:a="http://schemas.openxmlformats.org/drawingml/2006/main">
            <a:off x="8145304" y="5366671"/>
            <a:ext cx="953" cy="216979"/>
          </a:xfrm>
          <a:custGeom xmlns:a="http://schemas.openxmlformats.org/drawingml/2006/main">
            <a:pathLst>
              <a:path w="953" h="216979">
                <a:moveTo>
                  <a:pt x="0" y="0"/>
                </a:moveTo>
                <a:lnTo>
                  <a:pt x="0" y="216979"/>
                </a:lnTo>
              </a:path>
            </a:pathLst>
          </a:custGeom>
          <a:noFill xmlns:a="http://schemas.openxmlformats.org/drawingml/2006/main"/>
          <a:ln xmlns:a="http://schemas.openxmlformats.org/drawingml/2006/main" w="7020">
            <a:solidFill>
              <a:srgbClr val="000000"/>
            </a:solidFill>
            <a:prstDash val="solid"/>
          </a:ln>
        </p:spPr>
      </p:sp>
      <p:sp>
        <p:nvSpPr>
          <p:cNvPr id="172" name="dp44-comparison / n150 / arrow">
            <a:extLst xmlns:a="http://schemas.openxmlformats.org/drawingml/2006/main">
              <a:ext uri="{FF2B5EF4-FFF2-40B4-BE49-F238E27FC236}">
                <a16:creationId xmlns:a16="http://schemas.microsoft.com/office/drawing/2014/main" id="{7AEE0722-F4B5-4667-8886-4AB17E013CF6}"/>
              </a:ext>
            </a:extLst>
          </p:cNvPr>
          <p:cNvSpPr>
            <a:spLocks xmlns:a="http://schemas.openxmlformats.org/drawingml/2006/main" noGrp="1"/>
          </p:cNvSpPr>
          <p:nvPr/>
        </p:nvSpPr>
        <p:spPr>
          <a:xfrm xmlns:a="http://schemas.openxmlformats.org/drawingml/2006/main">
            <a:off x="8122840" y="5538723"/>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73" name="dp44-comparison / n151 / path">
            <a:extLst xmlns:a="http://schemas.openxmlformats.org/drawingml/2006/main">
              <a:ext uri="{FF2B5EF4-FFF2-40B4-BE49-F238E27FC236}">
                <a16:creationId xmlns:a16="http://schemas.microsoft.com/office/drawing/2014/main" id="{70904AFF-27F3-4158-9D19-A9A0AA803AA5}"/>
              </a:ext>
            </a:extLst>
          </p:cNvPr>
          <p:cNvSpPr>
            <a:spLocks xmlns:a="http://schemas.openxmlformats.org/drawingml/2006/main" noGrp="1"/>
          </p:cNvSpPr>
          <p:nvPr/>
        </p:nvSpPr>
        <p:spPr>
          <a:xfrm xmlns:a="http://schemas.openxmlformats.org/drawingml/2006/main">
            <a:off x="8145304" y="5928265"/>
            <a:ext cx="953" cy="210598"/>
          </a:xfrm>
          <a:custGeom xmlns:a="http://schemas.openxmlformats.org/drawingml/2006/main">
            <a:pathLst>
              <a:path w="953" h="210598">
                <a:moveTo>
                  <a:pt x="0" y="0"/>
                </a:moveTo>
                <a:lnTo>
                  <a:pt x="0" y="210598"/>
                </a:lnTo>
              </a:path>
            </a:pathLst>
          </a:custGeom>
          <a:noFill xmlns:a="http://schemas.openxmlformats.org/drawingml/2006/main"/>
          <a:ln xmlns:a="http://schemas.openxmlformats.org/drawingml/2006/main" w="7020">
            <a:solidFill>
              <a:srgbClr val="000000"/>
            </a:solidFill>
            <a:prstDash val="solid"/>
          </a:ln>
        </p:spPr>
      </p:sp>
      <p:sp>
        <p:nvSpPr>
          <p:cNvPr id="174" name="dp44-comparison / n151 / arrow">
            <a:extLst xmlns:a="http://schemas.openxmlformats.org/drawingml/2006/main">
              <a:ext uri="{FF2B5EF4-FFF2-40B4-BE49-F238E27FC236}">
                <a16:creationId xmlns:a16="http://schemas.microsoft.com/office/drawing/2014/main" id="{BF669F59-7D45-4734-84F5-64ACE97A073D}"/>
              </a:ext>
            </a:extLst>
          </p:cNvPr>
          <p:cNvSpPr>
            <a:spLocks xmlns:a="http://schemas.openxmlformats.org/drawingml/2006/main" noGrp="1"/>
          </p:cNvSpPr>
          <p:nvPr/>
        </p:nvSpPr>
        <p:spPr>
          <a:xfrm xmlns:a="http://schemas.openxmlformats.org/drawingml/2006/main">
            <a:off x="8122840" y="6093935"/>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75" name="dp44-comparison / n152 / path">
            <a:extLst xmlns:a="http://schemas.openxmlformats.org/drawingml/2006/main">
              <a:ext uri="{FF2B5EF4-FFF2-40B4-BE49-F238E27FC236}">
                <a16:creationId xmlns:a16="http://schemas.microsoft.com/office/drawing/2014/main" id="{2FE14D1E-7366-4032-9043-D329B3EF05E5}"/>
              </a:ext>
            </a:extLst>
          </p:cNvPr>
          <p:cNvSpPr>
            <a:spLocks xmlns:a="http://schemas.openxmlformats.org/drawingml/2006/main" noGrp="1"/>
          </p:cNvSpPr>
          <p:nvPr/>
        </p:nvSpPr>
        <p:spPr>
          <a:xfrm xmlns:a="http://schemas.openxmlformats.org/drawingml/2006/main">
            <a:off x="8400574" y="5366671"/>
            <a:ext cx="953" cy="216979"/>
          </a:xfrm>
          <a:custGeom xmlns:a="http://schemas.openxmlformats.org/drawingml/2006/main">
            <a:pathLst>
              <a:path w="953" h="216979">
                <a:moveTo>
                  <a:pt x="0" y="216979"/>
                </a:moveTo>
                <a:lnTo>
                  <a:pt x="0" y="0"/>
                </a:lnTo>
              </a:path>
            </a:pathLst>
          </a:custGeom>
          <a:noFill xmlns:a="http://schemas.openxmlformats.org/drawingml/2006/main"/>
          <a:ln xmlns:a="http://schemas.openxmlformats.org/drawingml/2006/main" w="7020">
            <a:solidFill>
              <a:srgbClr val="000000"/>
            </a:solidFill>
            <a:prstDash val="dash"/>
          </a:ln>
        </p:spPr>
      </p:sp>
      <p:sp>
        <p:nvSpPr>
          <p:cNvPr id="176" name="dp44-comparison / n152 / arrow">
            <a:extLst xmlns:a="http://schemas.openxmlformats.org/drawingml/2006/main">
              <a:ext uri="{FF2B5EF4-FFF2-40B4-BE49-F238E27FC236}">
                <a16:creationId xmlns:a16="http://schemas.microsoft.com/office/drawing/2014/main" id="{3EDDB0DE-61C0-4C22-A1F6-60EFD9459D8B}"/>
              </a:ext>
            </a:extLst>
          </p:cNvPr>
          <p:cNvSpPr>
            <a:spLocks xmlns:a="http://schemas.openxmlformats.org/drawingml/2006/main" noGrp="1"/>
          </p:cNvSpPr>
          <p:nvPr/>
        </p:nvSpPr>
        <p:spPr>
          <a:xfrm xmlns:a="http://schemas.openxmlformats.org/drawingml/2006/main">
            <a:off x="8378110" y="536667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77" name="dp44-comparison / n153 / path">
            <a:extLst xmlns:a="http://schemas.openxmlformats.org/drawingml/2006/main">
              <a:ext uri="{FF2B5EF4-FFF2-40B4-BE49-F238E27FC236}">
                <a16:creationId xmlns:a16="http://schemas.microsoft.com/office/drawing/2014/main" id="{1B205B8D-8BF6-4A9C-B391-37FCDB4A36B8}"/>
              </a:ext>
            </a:extLst>
          </p:cNvPr>
          <p:cNvSpPr>
            <a:spLocks xmlns:a="http://schemas.openxmlformats.org/drawingml/2006/main" noGrp="1"/>
          </p:cNvSpPr>
          <p:nvPr/>
        </p:nvSpPr>
        <p:spPr>
          <a:xfrm xmlns:a="http://schemas.openxmlformats.org/drawingml/2006/main">
            <a:off x="8400574" y="5928265"/>
            <a:ext cx="953" cy="210598"/>
          </a:xfrm>
          <a:custGeom xmlns:a="http://schemas.openxmlformats.org/drawingml/2006/main">
            <a:pathLst>
              <a:path w="953" h="210598">
                <a:moveTo>
                  <a:pt x="0" y="210598"/>
                </a:moveTo>
                <a:lnTo>
                  <a:pt x="0" y="0"/>
                </a:lnTo>
              </a:path>
            </a:pathLst>
          </a:custGeom>
          <a:noFill xmlns:a="http://schemas.openxmlformats.org/drawingml/2006/main"/>
          <a:ln xmlns:a="http://schemas.openxmlformats.org/drawingml/2006/main" w="7020">
            <a:solidFill>
              <a:srgbClr val="000000"/>
            </a:solidFill>
            <a:prstDash val="dash"/>
          </a:ln>
        </p:spPr>
      </p:sp>
      <p:sp>
        <p:nvSpPr>
          <p:cNvPr id="178" name="dp44-comparison / n153 / arrow">
            <a:extLst xmlns:a="http://schemas.openxmlformats.org/drawingml/2006/main">
              <a:ext uri="{FF2B5EF4-FFF2-40B4-BE49-F238E27FC236}">
                <a16:creationId xmlns:a16="http://schemas.microsoft.com/office/drawing/2014/main" id="{7D94CBE5-75D1-4FBE-AB98-5C8D8575A386}"/>
              </a:ext>
            </a:extLst>
          </p:cNvPr>
          <p:cNvSpPr>
            <a:spLocks xmlns:a="http://schemas.openxmlformats.org/drawingml/2006/main" noGrp="1"/>
          </p:cNvSpPr>
          <p:nvPr/>
        </p:nvSpPr>
        <p:spPr>
          <a:xfrm xmlns:a="http://schemas.openxmlformats.org/drawingml/2006/main">
            <a:off x="8378110" y="592826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79" name="dp44-comparison / n154 / path">
            <a:extLst xmlns:a="http://schemas.openxmlformats.org/drawingml/2006/main">
              <a:ext uri="{FF2B5EF4-FFF2-40B4-BE49-F238E27FC236}">
                <a16:creationId xmlns:a16="http://schemas.microsoft.com/office/drawing/2014/main" id="{069EDDCF-D9A1-450A-9955-0199B91DE3EE}"/>
              </a:ext>
            </a:extLst>
          </p:cNvPr>
          <p:cNvSpPr>
            <a:spLocks xmlns:a="http://schemas.openxmlformats.org/drawingml/2006/main" noGrp="1"/>
          </p:cNvSpPr>
          <p:nvPr/>
        </p:nvSpPr>
        <p:spPr>
          <a:xfrm xmlns:a="http://schemas.openxmlformats.org/drawingml/2006/main">
            <a:off x="6262688" y="3439382"/>
            <a:ext cx="1276350" cy="1754981"/>
          </a:xfrm>
          <a:custGeom xmlns:a="http://schemas.openxmlformats.org/drawingml/2006/main">
            <a:pathLst>
              <a:path w="1276350" h="1754981">
                <a:moveTo>
                  <a:pt x="1276350" y="1754981"/>
                </a:moveTo>
                <a:lnTo>
                  <a:pt x="1276350" y="216979"/>
                </a:lnTo>
                <a:lnTo>
                  <a:pt x="0" y="216979"/>
                </a:lnTo>
                <a:lnTo>
                  <a:pt x="0" y="0"/>
                </a:lnTo>
              </a:path>
            </a:pathLst>
          </a:custGeom>
          <a:noFill xmlns:a="http://schemas.openxmlformats.org/drawingml/2006/main"/>
          <a:ln xmlns:a="http://schemas.openxmlformats.org/drawingml/2006/main" w="7020">
            <a:solidFill>
              <a:srgbClr val="000000"/>
            </a:solidFill>
            <a:prstDash val="dash"/>
          </a:ln>
        </p:spPr>
      </p:sp>
      <p:sp>
        <p:nvSpPr>
          <p:cNvPr id="180" name="dp44-comparison / n154 / arrow">
            <a:extLst xmlns:a="http://schemas.openxmlformats.org/drawingml/2006/main">
              <a:ext uri="{FF2B5EF4-FFF2-40B4-BE49-F238E27FC236}">
                <a16:creationId xmlns:a16="http://schemas.microsoft.com/office/drawing/2014/main" id="{080BF8B6-0B1F-4404-8692-8C1E38ADF885}"/>
              </a:ext>
            </a:extLst>
          </p:cNvPr>
          <p:cNvSpPr>
            <a:spLocks xmlns:a="http://schemas.openxmlformats.org/drawingml/2006/main" noGrp="1"/>
          </p:cNvSpPr>
          <p:nvPr/>
        </p:nvSpPr>
        <p:spPr>
          <a:xfrm xmlns:a="http://schemas.openxmlformats.org/drawingml/2006/main">
            <a:off x="6240224" y="3439382"/>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81" name="dp44-comparison / n155 / path">
            <a:extLst xmlns:a="http://schemas.openxmlformats.org/drawingml/2006/main">
              <a:ext uri="{FF2B5EF4-FFF2-40B4-BE49-F238E27FC236}">
                <a16:creationId xmlns:a16="http://schemas.microsoft.com/office/drawing/2014/main" id="{03320713-292D-427B-A0B8-945F64404B44}"/>
              </a:ext>
            </a:extLst>
          </p:cNvPr>
          <p:cNvSpPr>
            <a:spLocks xmlns:a="http://schemas.openxmlformats.org/drawingml/2006/main" noGrp="1"/>
          </p:cNvSpPr>
          <p:nvPr/>
        </p:nvSpPr>
        <p:spPr>
          <a:xfrm xmlns:a="http://schemas.openxmlformats.org/drawingml/2006/main">
            <a:off x="3202638" y="3394710"/>
            <a:ext cx="1113615" cy="2993041"/>
          </a:xfrm>
          <a:custGeom xmlns:a="http://schemas.openxmlformats.org/drawingml/2006/main">
            <a:pathLst>
              <a:path w="1113615" h="2993041">
                <a:moveTo>
                  <a:pt x="1113615" y="2993041"/>
                </a:moveTo>
                <a:lnTo>
                  <a:pt x="520113" y="2993041"/>
                </a:lnTo>
                <a:lnTo>
                  <a:pt x="520113" y="0"/>
                </a:lnTo>
                <a:lnTo>
                  <a:pt x="0" y="0"/>
                </a:lnTo>
              </a:path>
            </a:pathLst>
          </a:custGeom>
          <a:noFill xmlns:a="http://schemas.openxmlformats.org/drawingml/2006/main"/>
          <a:ln xmlns:a="http://schemas.openxmlformats.org/drawingml/2006/main" w="7020">
            <a:solidFill>
              <a:srgbClr val="000000"/>
            </a:solidFill>
            <a:prstDash val="solid"/>
          </a:ln>
        </p:spPr>
      </p:sp>
      <p:sp>
        <p:nvSpPr>
          <p:cNvPr id="182" name="dp44-comparison / n155 / arrow">
            <a:extLst xmlns:a="http://schemas.openxmlformats.org/drawingml/2006/main">
              <a:ext uri="{FF2B5EF4-FFF2-40B4-BE49-F238E27FC236}">
                <a16:creationId xmlns:a16="http://schemas.microsoft.com/office/drawing/2014/main" id="{6DA69B79-2338-4D2D-B6E4-05040C7F4153}"/>
              </a:ext>
            </a:extLst>
          </p:cNvPr>
          <p:cNvSpPr>
            <a:spLocks xmlns:a="http://schemas.openxmlformats.org/drawingml/2006/main" noGrp="1"/>
          </p:cNvSpPr>
          <p:nvPr/>
        </p:nvSpPr>
        <p:spPr>
          <a:xfrm xmlns:a="http://schemas.openxmlformats.org/drawingml/2006/main">
            <a:off x="3202638" y="337224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83" name="dp44-comparison / n156 / path">
            <a:extLst xmlns:a="http://schemas.openxmlformats.org/drawingml/2006/main">
              <a:ext uri="{FF2B5EF4-FFF2-40B4-BE49-F238E27FC236}">
                <a16:creationId xmlns:a16="http://schemas.microsoft.com/office/drawing/2014/main" id="{771537DE-3FAA-484C-9C92-58FA2C25D32A}"/>
              </a:ext>
            </a:extLst>
          </p:cNvPr>
          <p:cNvSpPr>
            <a:spLocks xmlns:a="http://schemas.openxmlformats.org/drawingml/2006/main" noGrp="1"/>
          </p:cNvSpPr>
          <p:nvPr/>
        </p:nvSpPr>
        <p:spPr>
          <a:xfrm xmlns:a="http://schemas.openxmlformats.org/drawingml/2006/main">
            <a:off x="1699736" y="3260693"/>
            <a:ext cx="2616518" cy="3222784"/>
          </a:xfrm>
          <a:custGeom xmlns:a="http://schemas.openxmlformats.org/drawingml/2006/main">
            <a:pathLst>
              <a:path w="2616518" h="3222784">
                <a:moveTo>
                  <a:pt x="0" y="0"/>
                </a:moveTo>
                <a:lnTo>
                  <a:pt x="0" y="1703927"/>
                </a:lnTo>
                <a:lnTo>
                  <a:pt x="2463356" y="1703927"/>
                </a:lnTo>
                <a:lnTo>
                  <a:pt x="2463356" y="3222784"/>
                </a:lnTo>
                <a:lnTo>
                  <a:pt x="2616518" y="3222784"/>
                </a:lnTo>
              </a:path>
            </a:pathLst>
          </a:custGeom>
          <a:noFill xmlns:a="http://schemas.openxmlformats.org/drawingml/2006/main"/>
          <a:ln xmlns:a="http://schemas.openxmlformats.org/drawingml/2006/main" w="7020">
            <a:solidFill>
              <a:srgbClr val="000000"/>
            </a:solidFill>
            <a:prstDash val="dash"/>
          </a:ln>
        </p:spPr>
      </p:sp>
      <p:sp>
        <p:nvSpPr>
          <p:cNvPr id="184" name="dp44-comparison / n156 / arrow">
            <a:extLst xmlns:a="http://schemas.openxmlformats.org/drawingml/2006/main">
              <a:ext uri="{FF2B5EF4-FFF2-40B4-BE49-F238E27FC236}">
                <a16:creationId xmlns:a16="http://schemas.microsoft.com/office/drawing/2014/main" id="{0231DA93-F729-4C76-B8C7-A931C8BCB9BE}"/>
              </a:ext>
            </a:extLst>
          </p:cNvPr>
          <p:cNvSpPr>
            <a:spLocks xmlns:a="http://schemas.openxmlformats.org/drawingml/2006/main" noGrp="1"/>
          </p:cNvSpPr>
          <p:nvPr/>
        </p:nvSpPr>
        <p:spPr>
          <a:xfrm xmlns:a="http://schemas.openxmlformats.org/drawingml/2006/main">
            <a:off x="4271326" y="64610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85" name="dp44-comparison / n157 / path">
            <a:extLst xmlns:a="http://schemas.openxmlformats.org/drawingml/2006/main">
              <a:ext uri="{FF2B5EF4-FFF2-40B4-BE49-F238E27FC236}">
                <a16:creationId xmlns:a16="http://schemas.microsoft.com/office/drawing/2014/main" id="{36AB34C5-190A-4184-ACAA-995D348E91F8}"/>
              </a:ext>
            </a:extLst>
          </p:cNvPr>
          <p:cNvSpPr>
            <a:spLocks xmlns:a="http://schemas.openxmlformats.org/drawingml/2006/main" noGrp="1"/>
          </p:cNvSpPr>
          <p:nvPr/>
        </p:nvSpPr>
        <p:spPr>
          <a:xfrm xmlns:a="http://schemas.openxmlformats.org/drawingml/2006/main">
            <a:off x="5528786" y="63877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186" name="dp44-comparison / n157 / arrow">
            <a:extLst xmlns:a="http://schemas.openxmlformats.org/drawingml/2006/main">
              <a:ext uri="{FF2B5EF4-FFF2-40B4-BE49-F238E27FC236}">
                <a16:creationId xmlns:a16="http://schemas.microsoft.com/office/drawing/2014/main" id="{CDE2D459-A042-49B1-A581-05EFF48D1D2B}"/>
              </a:ext>
            </a:extLst>
          </p:cNvPr>
          <p:cNvSpPr>
            <a:spLocks xmlns:a="http://schemas.openxmlformats.org/drawingml/2006/main" noGrp="1"/>
          </p:cNvSpPr>
          <p:nvPr/>
        </p:nvSpPr>
        <p:spPr>
          <a:xfrm xmlns:a="http://schemas.openxmlformats.org/drawingml/2006/main">
            <a:off x="5739129"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87" name="dp44-comparison / n158 / path">
            <a:extLst xmlns:a="http://schemas.openxmlformats.org/drawingml/2006/main">
              <a:ext uri="{FF2B5EF4-FFF2-40B4-BE49-F238E27FC236}">
                <a16:creationId xmlns:a16="http://schemas.microsoft.com/office/drawing/2014/main" id="{5EAAD995-248B-402D-AFD5-96F537A835C7}"/>
              </a:ext>
            </a:extLst>
          </p:cNvPr>
          <p:cNvSpPr>
            <a:spLocks xmlns:a="http://schemas.openxmlformats.org/drawingml/2006/main" noGrp="1"/>
          </p:cNvSpPr>
          <p:nvPr/>
        </p:nvSpPr>
        <p:spPr>
          <a:xfrm xmlns:a="http://schemas.openxmlformats.org/drawingml/2006/main">
            <a:off x="6741319" y="4543425"/>
            <a:ext cx="408432" cy="1844326"/>
          </a:xfrm>
          <a:custGeom xmlns:a="http://schemas.openxmlformats.org/drawingml/2006/main">
            <a:pathLst>
              <a:path w="408432" h="1844326">
                <a:moveTo>
                  <a:pt x="255270" y="1844326"/>
                </a:moveTo>
                <a:lnTo>
                  <a:pt x="408432" y="1844326"/>
                </a:lnTo>
                <a:lnTo>
                  <a:pt x="408432" y="0"/>
                </a:lnTo>
                <a:lnTo>
                  <a:pt x="0" y="0"/>
                </a:lnTo>
              </a:path>
            </a:pathLst>
          </a:custGeom>
          <a:noFill xmlns:a="http://schemas.openxmlformats.org/drawingml/2006/main"/>
          <a:ln xmlns:a="http://schemas.openxmlformats.org/drawingml/2006/main" w="7020">
            <a:solidFill>
              <a:srgbClr val="000000"/>
            </a:solidFill>
            <a:prstDash val="dash"/>
          </a:ln>
        </p:spPr>
      </p:sp>
      <p:sp>
        <p:nvSpPr>
          <p:cNvPr id="188" name="dp44-comparison / n158 / arrow">
            <a:extLst xmlns:a="http://schemas.openxmlformats.org/drawingml/2006/main">
              <a:ext uri="{FF2B5EF4-FFF2-40B4-BE49-F238E27FC236}">
                <a16:creationId xmlns:a16="http://schemas.microsoft.com/office/drawing/2014/main" id="{CB039F62-7934-40EB-81E3-FDE80091EC23}"/>
              </a:ext>
            </a:extLst>
          </p:cNvPr>
          <p:cNvSpPr>
            <a:spLocks xmlns:a="http://schemas.openxmlformats.org/drawingml/2006/main" noGrp="1"/>
          </p:cNvSpPr>
          <p:nvPr/>
        </p:nvSpPr>
        <p:spPr>
          <a:xfrm xmlns:a="http://schemas.openxmlformats.org/drawingml/2006/main">
            <a:off x="6741319"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89" name="dp44-comparison / n159 / path">
            <a:extLst xmlns:a="http://schemas.openxmlformats.org/drawingml/2006/main">
              <a:ext uri="{FF2B5EF4-FFF2-40B4-BE49-F238E27FC236}">
                <a16:creationId xmlns:a16="http://schemas.microsoft.com/office/drawing/2014/main" id="{4F2DF059-BD57-4D75-9711-8DC19CA0D843}"/>
              </a:ext>
            </a:extLst>
          </p:cNvPr>
          <p:cNvSpPr>
            <a:spLocks xmlns:a="http://schemas.openxmlformats.org/drawingml/2006/main" noGrp="1"/>
          </p:cNvSpPr>
          <p:nvPr/>
        </p:nvSpPr>
        <p:spPr>
          <a:xfrm xmlns:a="http://schemas.openxmlformats.org/drawingml/2006/main">
            <a:off x="6262688" y="3343656"/>
            <a:ext cx="382905" cy="31909"/>
          </a:xfrm>
          <a:custGeom xmlns:a="http://schemas.openxmlformats.org/drawingml/2006/main">
            <a:pathLst>
              <a:path w="382905" h="31909">
                <a:moveTo>
                  <a:pt x="0" y="0"/>
                </a:moveTo>
                <a:lnTo>
                  <a:pt x="0" y="31909"/>
                </a:lnTo>
                <a:lnTo>
                  <a:pt x="382905" y="31909"/>
                </a:lnTo>
              </a:path>
            </a:pathLst>
          </a:custGeom>
          <a:noFill xmlns:a="http://schemas.openxmlformats.org/drawingml/2006/main"/>
          <a:ln xmlns:a="http://schemas.openxmlformats.org/drawingml/2006/main" w="7020">
            <a:solidFill>
              <a:srgbClr val="000000"/>
            </a:solidFill>
            <a:prstDash val="solid"/>
          </a:ln>
        </p:spPr>
      </p:sp>
      <p:sp>
        <p:nvSpPr>
          <p:cNvPr id="190" name="dp44-comparison / n159 / arrow">
            <a:extLst xmlns:a="http://schemas.openxmlformats.org/drawingml/2006/main">
              <a:ext uri="{FF2B5EF4-FFF2-40B4-BE49-F238E27FC236}">
                <a16:creationId xmlns:a16="http://schemas.microsoft.com/office/drawing/2014/main" id="{2A0D2665-1CB0-4745-B90C-0E397F7038B7}"/>
              </a:ext>
            </a:extLst>
          </p:cNvPr>
          <p:cNvSpPr>
            <a:spLocks xmlns:a="http://schemas.openxmlformats.org/drawingml/2006/main" noGrp="1"/>
          </p:cNvSpPr>
          <p:nvPr/>
        </p:nvSpPr>
        <p:spPr>
          <a:xfrm xmlns:a="http://schemas.openxmlformats.org/drawingml/2006/main">
            <a:off x="6600665" y="3353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1" name="dp44-comparison / n160 / path">
            <a:extLst xmlns:a="http://schemas.openxmlformats.org/drawingml/2006/main">
              <a:ext uri="{FF2B5EF4-FFF2-40B4-BE49-F238E27FC236}">
                <a16:creationId xmlns:a16="http://schemas.microsoft.com/office/drawing/2014/main" id="{DC2F729D-2C76-4B83-A459-78ED5ED99B69}"/>
              </a:ext>
            </a:extLst>
          </p:cNvPr>
          <p:cNvSpPr>
            <a:spLocks xmlns:a="http://schemas.openxmlformats.org/drawingml/2006/main" noGrp="1"/>
          </p:cNvSpPr>
          <p:nvPr/>
        </p:nvSpPr>
        <p:spPr>
          <a:xfrm xmlns:a="http://schemas.openxmlformats.org/drawingml/2006/main">
            <a:off x="6262688" y="3439382"/>
            <a:ext cx="382905" cy="31909"/>
          </a:xfrm>
          <a:custGeom xmlns:a="http://schemas.openxmlformats.org/drawingml/2006/main">
            <a:pathLst>
              <a:path w="382905" h="31909">
                <a:moveTo>
                  <a:pt x="382905" y="31909"/>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192" name="dp44-comparison / n160 / arrow">
            <a:extLst xmlns:a="http://schemas.openxmlformats.org/drawingml/2006/main">
              <a:ext uri="{FF2B5EF4-FFF2-40B4-BE49-F238E27FC236}">
                <a16:creationId xmlns:a16="http://schemas.microsoft.com/office/drawing/2014/main" id="{749FE6A5-B4A7-453B-9A5D-6AAAAEC2F6B3}"/>
              </a:ext>
            </a:extLst>
          </p:cNvPr>
          <p:cNvSpPr>
            <a:spLocks xmlns:a="http://schemas.openxmlformats.org/drawingml/2006/main" noGrp="1"/>
          </p:cNvSpPr>
          <p:nvPr/>
        </p:nvSpPr>
        <p:spPr>
          <a:xfrm xmlns:a="http://schemas.openxmlformats.org/drawingml/2006/main">
            <a:off x="6262688" y="341691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93" name="dp44-comparison / n161 / path">
            <a:extLst xmlns:a="http://schemas.openxmlformats.org/drawingml/2006/main">
              <a:ext uri="{FF2B5EF4-FFF2-40B4-BE49-F238E27FC236}">
                <a16:creationId xmlns:a16="http://schemas.microsoft.com/office/drawing/2014/main" id="{48F0B130-52D4-4B71-AA5B-F42362F41B36}"/>
              </a:ext>
            </a:extLst>
          </p:cNvPr>
          <p:cNvSpPr>
            <a:spLocks xmlns:a="http://schemas.openxmlformats.org/drawingml/2006/main" noGrp="1"/>
          </p:cNvSpPr>
          <p:nvPr/>
        </p:nvSpPr>
        <p:spPr>
          <a:xfrm xmlns:a="http://schemas.openxmlformats.org/drawingml/2006/main">
            <a:off x="4163092" y="3535109"/>
            <a:ext cx="1206151" cy="1837944"/>
          </a:xfrm>
          <a:custGeom xmlns:a="http://schemas.openxmlformats.org/drawingml/2006/main">
            <a:pathLst>
              <a:path w="1206151" h="1837944">
                <a:moveTo>
                  <a:pt x="1206151" y="0"/>
                </a:moveTo>
                <a:lnTo>
                  <a:pt x="0" y="0"/>
                </a:lnTo>
                <a:lnTo>
                  <a:pt x="0" y="1837944"/>
                </a:lnTo>
                <a:lnTo>
                  <a:pt x="759428" y="1837944"/>
                </a:lnTo>
              </a:path>
            </a:pathLst>
          </a:custGeom>
          <a:noFill xmlns:a="http://schemas.openxmlformats.org/drawingml/2006/main"/>
          <a:ln xmlns:a="http://schemas.openxmlformats.org/drawingml/2006/main" w="7020">
            <a:solidFill>
              <a:srgbClr val="000000"/>
            </a:solidFill>
            <a:prstDash val="solid"/>
          </a:ln>
        </p:spPr>
      </p:sp>
      <p:sp>
        <p:nvSpPr>
          <p:cNvPr id="194" name="dp44-comparison / n161 / arrow">
            <a:extLst xmlns:a="http://schemas.openxmlformats.org/drawingml/2006/main">
              <a:ext uri="{FF2B5EF4-FFF2-40B4-BE49-F238E27FC236}">
                <a16:creationId xmlns:a16="http://schemas.microsoft.com/office/drawing/2014/main" id="{298D72E1-0300-4918-B83C-C1E402CCF494}"/>
              </a:ext>
            </a:extLst>
          </p:cNvPr>
          <p:cNvSpPr>
            <a:spLocks xmlns:a="http://schemas.openxmlformats.org/drawingml/2006/main" noGrp="1"/>
          </p:cNvSpPr>
          <p:nvPr/>
        </p:nvSpPr>
        <p:spPr>
          <a:xfrm xmlns:a="http://schemas.openxmlformats.org/drawingml/2006/main">
            <a:off x="4877592"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5" name="dp44-comparison / n162 / path">
            <a:extLst xmlns:a="http://schemas.openxmlformats.org/drawingml/2006/main">
              <a:ext uri="{FF2B5EF4-FFF2-40B4-BE49-F238E27FC236}">
                <a16:creationId xmlns:a16="http://schemas.microsoft.com/office/drawing/2014/main" id="{9704EF93-5019-4C15-8EC0-7F81E852D2FE}"/>
              </a:ext>
            </a:extLst>
          </p:cNvPr>
          <p:cNvSpPr>
            <a:spLocks xmlns:a="http://schemas.openxmlformats.org/drawingml/2006/main" noGrp="1"/>
          </p:cNvSpPr>
          <p:nvPr/>
        </p:nvSpPr>
        <p:spPr>
          <a:xfrm xmlns:a="http://schemas.openxmlformats.org/drawingml/2006/main">
            <a:off x="4163092" y="3535109"/>
            <a:ext cx="1461421" cy="1837944"/>
          </a:xfrm>
          <a:custGeom xmlns:a="http://schemas.openxmlformats.org/drawingml/2006/main">
            <a:pathLst>
              <a:path w="1461421" h="1837944">
                <a:moveTo>
                  <a:pt x="1014698" y="1837944"/>
                </a:moveTo>
                <a:lnTo>
                  <a:pt x="0" y="1837944"/>
                </a:lnTo>
                <a:lnTo>
                  <a:pt x="0" y="0"/>
                </a:lnTo>
                <a:lnTo>
                  <a:pt x="1461421" y="0"/>
                </a:lnTo>
              </a:path>
            </a:pathLst>
          </a:custGeom>
          <a:noFill xmlns:a="http://schemas.openxmlformats.org/drawingml/2006/main"/>
          <a:ln xmlns:a="http://schemas.openxmlformats.org/drawingml/2006/main" w="7020">
            <a:solidFill>
              <a:srgbClr val="000000"/>
            </a:solidFill>
            <a:prstDash val="dash"/>
          </a:ln>
        </p:spPr>
      </p:sp>
      <p:sp>
        <p:nvSpPr>
          <p:cNvPr id="196" name="dp44-comparison / n162 / arrow">
            <a:extLst xmlns:a="http://schemas.openxmlformats.org/drawingml/2006/main">
              <a:ext uri="{FF2B5EF4-FFF2-40B4-BE49-F238E27FC236}">
                <a16:creationId xmlns:a16="http://schemas.microsoft.com/office/drawing/2014/main" id="{A28FCA91-6483-430D-8BD2-6560691A1F7B}"/>
              </a:ext>
            </a:extLst>
          </p:cNvPr>
          <p:cNvSpPr>
            <a:spLocks xmlns:a="http://schemas.openxmlformats.org/drawingml/2006/main" noGrp="1"/>
          </p:cNvSpPr>
          <p:nvPr/>
        </p:nvSpPr>
        <p:spPr>
          <a:xfrm xmlns:a="http://schemas.openxmlformats.org/drawingml/2006/main">
            <a:off x="5579585" y="351264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7" name="dp44-comparison / n163 / path">
            <a:extLst xmlns:a="http://schemas.openxmlformats.org/drawingml/2006/main">
              <a:ext uri="{FF2B5EF4-FFF2-40B4-BE49-F238E27FC236}">
                <a16:creationId xmlns:a16="http://schemas.microsoft.com/office/drawing/2014/main" id="{D65CB443-EB22-4D63-83C3-AB11F8CE0356}"/>
              </a:ext>
            </a:extLst>
          </p:cNvPr>
          <p:cNvSpPr>
            <a:spLocks xmlns:a="http://schemas.openxmlformats.org/drawingml/2006/main" noGrp="1"/>
          </p:cNvSpPr>
          <p:nvPr/>
        </p:nvSpPr>
        <p:spPr>
          <a:xfrm xmlns:a="http://schemas.openxmlformats.org/drawingml/2006/main">
            <a:off x="4163092" y="3535109"/>
            <a:ext cx="631793" cy="2852642"/>
          </a:xfrm>
          <a:custGeom xmlns:a="http://schemas.openxmlformats.org/drawingml/2006/main">
            <a:pathLst>
              <a:path w="631793" h="2852642">
                <a:moveTo>
                  <a:pt x="631793" y="0"/>
                </a:moveTo>
                <a:lnTo>
                  <a:pt x="0" y="0"/>
                </a:lnTo>
                <a:lnTo>
                  <a:pt x="0" y="2852642"/>
                </a:lnTo>
                <a:lnTo>
                  <a:pt x="153162" y="2852642"/>
                </a:lnTo>
              </a:path>
            </a:pathLst>
          </a:custGeom>
          <a:noFill xmlns:a="http://schemas.openxmlformats.org/drawingml/2006/main"/>
          <a:ln xmlns:a="http://schemas.openxmlformats.org/drawingml/2006/main" w="7020">
            <a:solidFill>
              <a:srgbClr val="000000"/>
            </a:solidFill>
            <a:prstDash val="solid"/>
          </a:ln>
        </p:spPr>
      </p:sp>
      <p:sp>
        <p:nvSpPr>
          <p:cNvPr id="198" name="dp44-comparison / n163 / arrow">
            <a:extLst xmlns:a="http://schemas.openxmlformats.org/drawingml/2006/main">
              <a:ext uri="{FF2B5EF4-FFF2-40B4-BE49-F238E27FC236}">
                <a16:creationId xmlns:a16="http://schemas.microsoft.com/office/drawing/2014/main" id="{B73E23BC-CC41-4FA4-ACA5-628C380AEED4}"/>
              </a:ext>
            </a:extLst>
          </p:cNvPr>
          <p:cNvSpPr>
            <a:spLocks xmlns:a="http://schemas.openxmlformats.org/drawingml/2006/main" noGrp="1"/>
          </p:cNvSpPr>
          <p:nvPr/>
        </p:nvSpPr>
        <p:spPr>
          <a:xfrm xmlns:a="http://schemas.openxmlformats.org/drawingml/2006/main">
            <a:off x="4271326"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9" name="dp44-comparison / n164 / path">
            <a:extLst xmlns:a="http://schemas.openxmlformats.org/drawingml/2006/main">
              <a:ext uri="{FF2B5EF4-FFF2-40B4-BE49-F238E27FC236}">
                <a16:creationId xmlns:a16="http://schemas.microsoft.com/office/drawing/2014/main" id="{2D63D4BF-1C69-4C18-BB60-9E4E8C97E5C2}"/>
              </a:ext>
            </a:extLst>
          </p:cNvPr>
          <p:cNvSpPr>
            <a:spLocks xmlns:a="http://schemas.openxmlformats.org/drawingml/2006/main" noGrp="1"/>
          </p:cNvSpPr>
          <p:nvPr/>
        </p:nvSpPr>
        <p:spPr>
          <a:xfrm xmlns:a="http://schemas.openxmlformats.org/drawingml/2006/main">
            <a:off x="5528786" y="4543425"/>
            <a:ext cx="1620964" cy="1767745"/>
          </a:xfrm>
          <a:custGeom xmlns:a="http://schemas.openxmlformats.org/drawingml/2006/main">
            <a:pathLst>
              <a:path w="1620964" h="1767745">
                <a:moveTo>
                  <a:pt x="0" y="1767745"/>
                </a:moveTo>
                <a:lnTo>
                  <a:pt x="0" y="880682"/>
                </a:lnTo>
                <a:lnTo>
                  <a:pt x="1620964" y="880682"/>
                </a:lnTo>
                <a:lnTo>
                  <a:pt x="1620964" y="0"/>
                </a:lnTo>
                <a:lnTo>
                  <a:pt x="829628" y="0"/>
                </a:lnTo>
              </a:path>
            </a:pathLst>
          </a:custGeom>
          <a:noFill xmlns:a="http://schemas.openxmlformats.org/drawingml/2006/main"/>
          <a:ln xmlns:a="http://schemas.openxmlformats.org/drawingml/2006/main" w="7020">
            <a:solidFill>
              <a:srgbClr val="000000"/>
            </a:solidFill>
            <a:prstDash val="solid"/>
          </a:ln>
        </p:spPr>
      </p:sp>
      <p:sp>
        <p:nvSpPr>
          <p:cNvPr id="200" name="dp44-comparison / n164 / arrow">
            <a:extLst xmlns:a="http://schemas.openxmlformats.org/drawingml/2006/main">
              <a:ext uri="{FF2B5EF4-FFF2-40B4-BE49-F238E27FC236}">
                <a16:creationId xmlns:a16="http://schemas.microsoft.com/office/drawing/2014/main" id="{4FE16473-A087-4672-B68B-2C3C69D24F5F}"/>
              </a:ext>
            </a:extLst>
          </p:cNvPr>
          <p:cNvSpPr>
            <a:spLocks xmlns:a="http://schemas.openxmlformats.org/drawingml/2006/main" noGrp="1"/>
          </p:cNvSpPr>
          <p:nvPr/>
        </p:nvSpPr>
        <p:spPr>
          <a:xfrm xmlns:a="http://schemas.openxmlformats.org/drawingml/2006/main">
            <a:off x="6358414"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01" name="dp44-comparison / n165 / path">
            <a:extLst xmlns:a="http://schemas.openxmlformats.org/drawingml/2006/main">
              <a:ext uri="{FF2B5EF4-FFF2-40B4-BE49-F238E27FC236}">
                <a16:creationId xmlns:a16="http://schemas.microsoft.com/office/drawing/2014/main" id="{DA9B2D01-E0C2-4985-85CE-B7E54FC6993E}"/>
              </a:ext>
            </a:extLst>
          </p:cNvPr>
          <p:cNvSpPr>
            <a:spLocks xmlns:a="http://schemas.openxmlformats.org/drawingml/2006/main" noGrp="1"/>
          </p:cNvSpPr>
          <p:nvPr/>
        </p:nvSpPr>
        <p:spPr>
          <a:xfrm xmlns:a="http://schemas.openxmlformats.org/drawingml/2006/main">
            <a:off x="5528786" y="4543425"/>
            <a:ext cx="1620964" cy="1716691"/>
          </a:xfrm>
          <a:custGeom xmlns:a="http://schemas.openxmlformats.org/drawingml/2006/main">
            <a:pathLst>
              <a:path w="1620964" h="1716691">
                <a:moveTo>
                  <a:pt x="957263" y="0"/>
                </a:moveTo>
                <a:lnTo>
                  <a:pt x="1620964" y="0"/>
                </a:lnTo>
                <a:lnTo>
                  <a:pt x="1620964" y="1614583"/>
                </a:lnTo>
                <a:lnTo>
                  <a:pt x="0" y="1614583"/>
                </a:lnTo>
                <a:lnTo>
                  <a:pt x="0" y="1716691"/>
                </a:lnTo>
              </a:path>
            </a:pathLst>
          </a:custGeom>
          <a:noFill xmlns:a="http://schemas.openxmlformats.org/drawingml/2006/main"/>
          <a:ln xmlns:a="http://schemas.openxmlformats.org/drawingml/2006/main" w="7020">
            <a:solidFill>
              <a:srgbClr val="000000"/>
            </a:solidFill>
            <a:prstDash val="dash"/>
          </a:ln>
        </p:spPr>
      </p:sp>
      <p:sp>
        <p:nvSpPr>
          <p:cNvPr id="202" name="dp44-comparison / n165 / arrow">
            <a:extLst xmlns:a="http://schemas.openxmlformats.org/drawingml/2006/main">
              <a:ext uri="{FF2B5EF4-FFF2-40B4-BE49-F238E27FC236}">
                <a16:creationId xmlns:a16="http://schemas.microsoft.com/office/drawing/2014/main" id="{EC0B92C4-D2D1-4F67-AEB2-1405C2E0331F}"/>
              </a:ext>
            </a:extLst>
          </p:cNvPr>
          <p:cNvSpPr>
            <a:spLocks xmlns:a="http://schemas.openxmlformats.org/drawingml/2006/main" noGrp="1"/>
          </p:cNvSpPr>
          <p:nvPr/>
        </p:nvSpPr>
        <p:spPr>
          <a:xfrm xmlns:a="http://schemas.openxmlformats.org/drawingml/2006/main">
            <a:off x="5506322" y="6215188"/>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03" name="dp44-comparison / n166 / path">
            <a:extLst xmlns:a="http://schemas.openxmlformats.org/drawingml/2006/main">
              <a:ext uri="{FF2B5EF4-FFF2-40B4-BE49-F238E27FC236}">
                <a16:creationId xmlns:a16="http://schemas.microsoft.com/office/drawing/2014/main" id="{7936C15C-89A0-4DC0-B0B9-E70F3D0BE95B}"/>
              </a:ext>
            </a:extLst>
          </p:cNvPr>
          <p:cNvSpPr>
            <a:spLocks xmlns:a="http://schemas.openxmlformats.org/drawingml/2006/main" noGrp="1"/>
          </p:cNvSpPr>
          <p:nvPr/>
        </p:nvSpPr>
        <p:spPr>
          <a:xfrm xmlns:a="http://schemas.openxmlformats.org/drawingml/2006/main">
            <a:off x="5528786" y="5194364"/>
            <a:ext cx="2010251" cy="1257205"/>
          </a:xfrm>
          <a:custGeom xmlns:a="http://schemas.openxmlformats.org/drawingml/2006/main">
            <a:pathLst>
              <a:path w="2010251" h="1257205">
                <a:moveTo>
                  <a:pt x="0" y="1257205"/>
                </a:moveTo>
                <a:lnTo>
                  <a:pt x="0" y="229743"/>
                </a:lnTo>
                <a:lnTo>
                  <a:pt x="2010251" y="229743"/>
                </a:lnTo>
                <a:lnTo>
                  <a:pt x="2010251" y="0"/>
                </a:lnTo>
              </a:path>
            </a:pathLst>
          </a:custGeom>
          <a:noFill xmlns:a="http://schemas.openxmlformats.org/drawingml/2006/main"/>
          <a:ln xmlns:a="http://schemas.openxmlformats.org/drawingml/2006/main" w="7020">
            <a:solidFill>
              <a:srgbClr val="000000"/>
            </a:solidFill>
            <a:prstDash val="solid"/>
          </a:ln>
        </p:spPr>
      </p:sp>
      <p:sp>
        <p:nvSpPr>
          <p:cNvPr id="204" name="dp44-comparison / n166 / arrow">
            <a:extLst xmlns:a="http://schemas.openxmlformats.org/drawingml/2006/main">
              <a:ext uri="{FF2B5EF4-FFF2-40B4-BE49-F238E27FC236}">
                <a16:creationId xmlns:a16="http://schemas.microsoft.com/office/drawing/2014/main" id="{73D6245A-945C-4DCA-B15B-9C6728564671}"/>
              </a:ext>
            </a:extLst>
          </p:cNvPr>
          <p:cNvSpPr>
            <a:spLocks xmlns:a="http://schemas.openxmlformats.org/drawingml/2006/main" noGrp="1"/>
          </p:cNvSpPr>
          <p:nvPr/>
        </p:nvSpPr>
        <p:spPr>
          <a:xfrm xmlns:a="http://schemas.openxmlformats.org/drawingml/2006/main">
            <a:off x="7516574" y="5194364"/>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05" name="dp44-comparison / n167 / path">
            <a:extLst xmlns:a="http://schemas.openxmlformats.org/drawingml/2006/main">
              <a:ext uri="{FF2B5EF4-FFF2-40B4-BE49-F238E27FC236}">
                <a16:creationId xmlns:a16="http://schemas.microsoft.com/office/drawing/2014/main" id="{F4F0415F-86F2-43BD-9F0C-15CBA31F21EE}"/>
              </a:ext>
            </a:extLst>
          </p:cNvPr>
          <p:cNvSpPr>
            <a:spLocks xmlns:a="http://schemas.openxmlformats.org/drawingml/2006/main" noGrp="1"/>
          </p:cNvSpPr>
          <p:nvPr/>
        </p:nvSpPr>
        <p:spPr>
          <a:xfrm xmlns:a="http://schemas.openxmlformats.org/drawingml/2006/main">
            <a:off x="5528786" y="5258181"/>
            <a:ext cx="2010251" cy="1225296"/>
          </a:xfrm>
          <a:custGeom xmlns:a="http://schemas.openxmlformats.org/drawingml/2006/main">
            <a:pathLst>
              <a:path w="2010251" h="1225296">
                <a:moveTo>
                  <a:pt x="2010251" y="0"/>
                </a:moveTo>
                <a:lnTo>
                  <a:pt x="2010251" y="899827"/>
                </a:lnTo>
                <a:lnTo>
                  <a:pt x="0" y="899827"/>
                </a:lnTo>
                <a:lnTo>
                  <a:pt x="0" y="1225296"/>
                </a:lnTo>
              </a:path>
            </a:pathLst>
          </a:custGeom>
          <a:noFill xmlns:a="http://schemas.openxmlformats.org/drawingml/2006/main"/>
          <a:ln xmlns:a="http://schemas.openxmlformats.org/drawingml/2006/main" w="7020">
            <a:solidFill>
              <a:srgbClr val="000000"/>
            </a:solidFill>
            <a:prstDash val="dash"/>
          </a:ln>
        </p:spPr>
      </p:sp>
      <p:sp>
        <p:nvSpPr>
          <p:cNvPr id="206" name="dp44-comparison / n167 / arrow">
            <a:extLst xmlns:a="http://schemas.openxmlformats.org/drawingml/2006/main">
              <a:ext uri="{FF2B5EF4-FFF2-40B4-BE49-F238E27FC236}">
                <a16:creationId xmlns:a16="http://schemas.microsoft.com/office/drawing/2014/main" id="{42339CA9-9341-48D3-BB9D-27248BA7409F}"/>
              </a:ext>
            </a:extLst>
          </p:cNvPr>
          <p:cNvSpPr>
            <a:spLocks xmlns:a="http://schemas.openxmlformats.org/drawingml/2006/main" noGrp="1"/>
          </p:cNvSpPr>
          <p:nvPr/>
        </p:nvSpPr>
        <p:spPr>
          <a:xfrm xmlns:a="http://schemas.openxmlformats.org/drawingml/2006/main">
            <a:off x="5506322" y="643854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07" name="dp44-comparison / n168 / path">
            <a:extLst xmlns:a="http://schemas.openxmlformats.org/drawingml/2006/main">
              <a:ext uri="{FF2B5EF4-FFF2-40B4-BE49-F238E27FC236}">
                <a16:creationId xmlns:a16="http://schemas.microsoft.com/office/drawing/2014/main" id="{ABA2A7DC-D521-4E99-9E00-D70886145BE6}"/>
              </a:ext>
            </a:extLst>
          </p:cNvPr>
          <p:cNvSpPr>
            <a:spLocks xmlns:a="http://schemas.openxmlformats.org/drawingml/2006/main" noGrp="1"/>
          </p:cNvSpPr>
          <p:nvPr/>
        </p:nvSpPr>
        <p:spPr>
          <a:xfrm xmlns:a="http://schemas.openxmlformats.org/drawingml/2006/main">
            <a:off x="3263265" y="6323933"/>
            <a:ext cx="1052989" cy="127635"/>
          </a:xfrm>
          <a:custGeom xmlns:a="http://schemas.openxmlformats.org/drawingml/2006/main">
            <a:pathLst>
              <a:path w="1052989" h="127635">
                <a:moveTo>
                  <a:pt x="1052989" y="0"/>
                </a:moveTo>
                <a:lnTo>
                  <a:pt x="1052989" y="127635"/>
                </a:lnTo>
                <a:lnTo>
                  <a:pt x="0" y="127635"/>
                </a:lnTo>
              </a:path>
            </a:pathLst>
          </a:custGeom>
          <a:noFill xmlns:a="http://schemas.openxmlformats.org/drawingml/2006/main"/>
          <a:ln xmlns:a="http://schemas.openxmlformats.org/drawingml/2006/main" w="7020">
            <a:solidFill>
              <a:srgbClr val="000000"/>
            </a:solidFill>
            <a:prstDash val="solid"/>
          </a:ln>
        </p:spPr>
      </p:sp>
      <p:sp>
        <p:nvSpPr>
          <p:cNvPr id="208" name="dp44-comparison / n168 / arrow">
            <a:extLst xmlns:a="http://schemas.openxmlformats.org/drawingml/2006/main">
              <a:ext uri="{FF2B5EF4-FFF2-40B4-BE49-F238E27FC236}">
                <a16:creationId xmlns:a16="http://schemas.microsoft.com/office/drawing/2014/main" id="{86700A65-29CD-4EDB-970F-585DC21F7288}"/>
              </a:ext>
            </a:extLst>
          </p:cNvPr>
          <p:cNvSpPr>
            <a:spLocks xmlns:a="http://schemas.openxmlformats.org/drawingml/2006/main" noGrp="1"/>
          </p:cNvSpPr>
          <p:nvPr/>
        </p:nvSpPr>
        <p:spPr>
          <a:xfrm xmlns:a="http://schemas.openxmlformats.org/drawingml/2006/main">
            <a:off x="3263265" y="6429104"/>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09" name="dp44-comparison / n169 / path">
            <a:extLst xmlns:a="http://schemas.openxmlformats.org/drawingml/2006/main">
              <a:ext uri="{FF2B5EF4-FFF2-40B4-BE49-F238E27FC236}">
                <a16:creationId xmlns:a16="http://schemas.microsoft.com/office/drawing/2014/main" id="{806F1440-B518-47A6-A128-EE12C7349E7E}"/>
              </a:ext>
            </a:extLst>
          </p:cNvPr>
          <p:cNvSpPr>
            <a:spLocks xmlns:a="http://schemas.openxmlformats.org/drawingml/2006/main" noGrp="1"/>
          </p:cNvSpPr>
          <p:nvPr/>
        </p:nvSpPr>
        <p:spPr>
          <a:xfrm xmlns:a="http://schemas.openxmlformats.org/drawingml/2006/main">
            <a:off x="3263265" y="4288155"/>
            <a:ext cx="1084897" cy="2227231"/>
          </a:xfrm>
          <a:custGeom xmlns:a="http://schemas.openxmlformats.org/drawingml/2006/main">
            <a:pathLst>
              <a:path w="1084897" h="2227231">
                <a:moveTo>
                  <a:pt x="1084897" y="0"/>
                </a:moveTo>
                <a:lnTo>
                  <a:pt x="567976" y="0"/>
                </a:lnTo>
                <a:lnTo>
                  <a:pt x="567976" y="2227231"/>
                </a:lnTo>
                <a:lnTo>
                  <a:pt x="0" y="2227231"/>
                </a:lnTo>
              </a:path>
            </a:pathLst>
          </a:custGeom>
          <a:noFill xmlns:a="http://schemas.openxmlformats.org/drawingml/2006/main"/>
          <a:ln xmlns:a="http://schemas.openxmlformats.org/drawingml/2006/main" w="7020">
            <a:solidFill>
              <a:srgbClr val="000000"/>
            </a:solidFill>
            <a:prstDash val="solid"/>
          </a:ln>
        </p:spPr>
      </p:sp>
      <p:sp>
        <p:nvSpPr>
          <p:cNvPr id="210" name="dp44-comparison / n169 / arrow">
            <a:extLst xmlns:a="http://schemas.openxmlformats.org/drawingml/2006/main">
              <a:ext uri="{FF2B5EF4-FFF2-40B4-BE49-F238E27FC236}">
                <a16:creationId xmlns:a16="http://schemas.microsoft.com/office/drawing/2014/main" id="{A0FF2C51-7492-43E8-B505-D7F33EE497FE}"/>
              </a:ext>
            </a:extLst>
          </p:cNvPr>
          <p:cNvSpPr>
            <a:spLocks xmlns:a="http://schemas.openxmlformats.org/drawingml/2006/main" noGrp="1"/>
          </p:cNvSpPr>
          <p:nvPr/>
        </p:nvSpPr>
        <p:spPr>
          <a:xfrm xmlns:a="http://schemas.openxmlformats.org/drawingml/2006/main">
            <a:off x="3263265" y="649292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11" name="dp44-comparison / n170 / path">
            <a:extLst xmlns:a="http://schemas.openxmlformats.org/drawingml/2006/main">
              <a:ext uri="{FF2B5EF4-FFF2-40B4-BE49-F238E27FC236}">
                <a16:creationId xmlns:a16="http://schemas.microsoft.com/office/drawing/2014/main" id="{D40F5CA2-95F7-409F-AEF1-AB366A567EBA}"/>
              </a:ext>
            </a:extLst>
          </p:cNvPr>
          <p:cNvSpPr>
            <a:spLocks xmlns:a="http://schemas.openxmlformats.org/drawingml/2006/main" noGrp="1"/>
          </p:cNvSpPr>
          <p:nvPr/>
        </p:nvSpPr>
        <p:spPr>
          <a:xfrm xmlns:a="http://schemas.openxmlformats.org/drawingml/2006/main">
            <a:off x="3263265" y="4351973"/>
            <a:ext cx="1084897" cy="2259140"/>
          </a:xfrm>
          <a:custGeom xmlns:a="http://schemas.openxmlformats.org/drawingml/2006/main">
            <a:pathLst>
              <a:path w="1084897" h="2259140">
                <a:moveTo>
                  <a:pt x="0" y="2259140"/>
                </a:moveTo>
                <a:lnTo>
                  <a:pt x="899827" y="2259140"/>
                </a:lnTo>
                <a:lnTo>
                  <a:pt x="899827" y="0"/>
                </a:lnTo>
                <a:lnTo>
                  <a:pt x="1084897" y="0"/>
                </a:lnTo>
              </a:path>
            </a:pathLst>
          </a:custGeom>
          <a:noFill xmlns:a="http://schemas.openxmlformats.org/drawingml/2006/main"/>
          <a:ln xmlns:a="http://schemas.openxmlformats.org/drawingml/2006/main" w="7020">
            <a:solidFill>
              <a:srgbClr val="000000"/>
            </a:solidFill>
            <a:prstDash val="dash"/>
          </a:ln>
        </p:spPr>
      </p:sp>
      <p:sp>
        <p:nvSpPr>
          <p:cNvPr id="212" name="dp44-comparison / n170 / arrow">
            <a:extLst xmlns:a="http://schemas.openxmlformats.org/drawingml/2006/main">
              <a:ext uri="{FF2B5EF4-FFF2-40B4-BE49-F238E27FC236}">
                <a16:creationId xmlns:a16="http://schemas.microsoft.com/office/drawing/2014/main" id="{5F3B5917-5963-451C-8368-2A54F165F04A}"/>
              </a:ext>
            </a:extLst>
          </p:cNvPr>
          <p:cNvSpPr>
            <a:spLocks xmlns:a="http://schemas.openxmlformats.org/drawingml/2006/main" noGrp="1"/>
          </p:cNvSpPr>
          <p:nvPr/>
        </p:nvSpPr>
        <p:spPr>
          <a:xfrm xmlns:a="http://schemas.openxmlformats.org/drawingml/2006/main">
            <a:off x="4303235" y="43295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3" name="dp44-comparison / n171 / path">
            <a:extLst xmlns:a="http://schemas.openxmlformats.org/drawingml/2006/main">
              <a:ext uri="{FF2B5EF4-FFF2-40B4-BE49-F238E27FC236}">
                <a16:creationId xmlns:a16="http://schemas.microsoft.com/office/drawing/2014/main" id="{6E60D9AD-95B5-4C47-A6C4-B85FB7698678}"/>
              </a:ext>
            </a:extLst>
          </p:cNvPr>
          <p:cNvSpPr>
            <a:spLocks xmlns:a="http://schemas.openxmlformats.org/drawingml/2006/main" noGrp="1"/>
          </p:cNvSpPr>
          <p:nvPr/>
        </p:nvSpPr>
        <p:spPr>
          <a:xfrm xmlns:a="http://schemas.openxmlformats.org/drawingml/2006/main">
            <a:off x="3263265" y="6560058"/>
            <a:ext cx="3127057" cy="561594"/>
          </a:xfrm>
          <a:custGeom xmlns:a="http://schemas.openxmlformats.org/drawingml/2006/main">
            <a:pathLst>
              <a:path w="3127057" h="561594">
                <a:moveTo>
                  <a:pt x="3127057" y="0"/>
                </a:moveTo>
                <a:lnTo>
                  <a:pt x="3127057" y="561594"/>
                </a:lnTo>
                <a:lnTo>
                  <a:pt x="0" y="561594"/>
                </a:lnTo>
              </a:path>
            </a:pathLst>
          </a:custGeom>
          <a:noFill xmlns:a="http://schemas.openxmlformats.org/drawingml/2006/main"/>
          <a:ln xmlns:a="http://schemas.openxmlformats.org/drawingml/2006/main" w="7020">
            <a:solidFill>
              <a:srgbClr val="000000"/>
            </a:solidFill>
            <a:prstDash val="solid"/>
          </a:ln>
        </p:spPr>
      </p:sp>
      <p:sp>
        <p:nvSpPr>
          <p:cNvPr id="214" name="dp44-comparison / n171 / arrow">
            <a:extLst xmlns:a="http://schemas.openxmlformats.org/drawingml/2006/main">
              <a:ext uri="{FF2B5EF4-FFF2-40B4-BE49-F238E27FC236}">
                <a16:creationId xmlns:a16="http://schemas.microsoft.com/office/drawing/2014/main" id="{0760BC9F-E9AD-4F44-9D2A-76CE55B44BEF}"/>
              </a:ext>
            </a:extLst>
          </p:cNvPr>
          <p:cNvSpPr>
            <a:spLocks xmlns:a="http://schemas.openxmlformats.org/drawingml/2006/main" noGrp="1"/>
          </p:cNvSpPr>
          <p:nvPr/>
        </p:nvSpPr>
        <p:spPr>
          <a:xfrm xmlns:a="http://schemas.openxmlformats.org/drawingml/2006/main">
            <a:off x="3263265" y="709918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15" name="dp44-comparison / n172 / path">
            <a:extLst xmlns:a="http://schemas.openxmlformats.org/drawingml/2006/main">
              <a:ext uri="{FF2B5EF4-FFF2-40B4-BE49-F238E27FC236}">
                <a16:creationId xmlns:a16="http://schemas.microsoft.com/office/drawing/2014/main" id="{385CE9E5-4BA6-47FD-B192-812BC489A503}"/>
              </a:ext>
            </a:extLst>
          </p:cNvPr>
          <p:cNvSpPr>
            <a:spLocks xmlns:a="http://schemas.openxmlformats.org/drawingml/2006/main" noGrp="1"/>
          </p:cNvSpPr>
          <p:nvPr/>
        </p:nvSpPr>
        <p:spPr>
          <a:xfrm xmlns:a="http://schemas.openxmlformats.org/drawingml/2006/main">
            <a:off x="3263265" y="6560058"/>
            <a:ext cx="3318510" cy="657320"/>
          </a:xfrm>
          <a:custGeom xmlns:a="http://schemas.openxmlformats.org/drawingml/2006/main">
            <a:pathLst>
              <a:path w="3318510" h="657320">
                <a:moveTo>
                  <a:pt x="0" y="657320"/>
                </a:moveTo>
                <a:lnTo>
                  <a:pt x="0" y="0"/>
                </a:lnTo>
                <a:lnTo>
                  <a:pt x="3318510" y="0"/>
                </a:lnTo>
              </a:path>
            </a:pathLst>
          </a:custGeom>
          <a:noFill xmlns:a="http://schemas.openxmlformats.org/drawingml/2006/main"/>
          <a:ln xmlns:a="http://schemas.openxmlformats.org/drawingml/2006/main" w="7020">
            <a:solidFill>
              <a:srgbClr val="000000"/>
            </a:solidFill>
            <a:prstDash val="dash"/>
          </a:ln>
        </p:spPr>
      </p:sp>
      <p:sp>
        <p:nvSpPr>
          <p:cNvPr id="216" name="dp44-comparison / n172 / arrow">
            <a:extLst xmlns:a="http://schemas.openxmlformats.org/drawingml/2006/main">
              <a:ext uri="{FF2B5EF4-FFF2-40B4-BE49-F238E27FC236}">
                <a16:creationId xmlns:a16="http://schemas.microsoft.com/office/drawing/2014/main" id="{72C884E8-04CA-450C-97DD-80A36B7BA747}"/>
              </a:ext>
            </a:extLst>
          </p:cNvPr>
          <p:cNvSpPr>
            <a:spLocks xmlns:a="http://schemas.openxmlformats.org/drawingml/2006/main" noGrp="1"/>
          </p:cNvSpPr>
          <p:nvPr/>
        </p:nvSpPr>
        <p:spPr>
          <a:xfrm xmlns:a="http://schemas.openxmlformats.org/drawingml/2006/main">
            <a:off x="6536847" y="653759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7" name="dp44-comparison / n173 / path">
            <a:extLst xmlns:a="http://schemas.openxmlformats.org/drawingml/2006/main">
              <a:ext uri="{FF2B5EF4-FFF2-40B4-BE49-F238E27FC236}">
                <a16:creationId xmlns:a16="http://schemas.microsoft.com/office/drawing/2014/main" id="{E91A18C0-0E41-43E8-A712-E35165C22164}"/>
              </a:ext>
            </a:extLst>
          </p:cNvPr>
          <p:cNvSpPr>
            <a:spLocks xmlns:a="http://schemas.openxmlformats.org/drawingml/2006/main" noGrp="1"/>
          </p:cNvSpPr>
          <p:nvPr/>
        </p:nvSpPr>
        <p:spPr>
          <a:xfrm xmlns:a="http://schemas.openxmlformats.org/drawingml/2006/main">
            <a:off x="2433638" y="5928265"/>
            <a:ext cx="5105400" cy="970026"/>
          </a:xfrm>
          <a:custGeom xmlns:a="http://schemas.openxmlformats.org/drawingml/2006/main">
            <a:pathLst>
              <a:path w="5105400" h="970026">
                <a:moveTo>
                  <a:pt x="0" y="0"/>
                </a:moveTo>
                <a:lnTo>
                  <a:pt x="1729454" y="0"/>
                </a:lnTo>
                <a:lnTo>
                  <a:pt x="1729454" y="970026"/>
                </a:lnTo>
                <a:lnTo>
                  <a:pt x="5105400" y="970026"/>
                </a:lnTo>
              </a:path>
            </a:pathLst>
          </a:custGeom>
          <a:noFill xmlns:a="http://schemas.openxmlformats.org/drawingml/2006/main"/>
          <a:ln xmlns:a="http://schemas.openxmlformats.org/drawingml/2006/main" w="7020">
            <a:solidFill>
              <a:srgbClr val="000000"/>
            </a:solidFill>
            <a:prstDash val="solid"/>
          </a:ln>
        </p:spPr>
      </p:sp>
      <p:sp>
        <p:nvSpPr>
          <p:cNvPr id="218" name="dp44-comparison / n173 / arrow">
            <a:extLst xmlns:a="http://schemas.openxmlformats.org/drawingml/2006/main">
              <a:ext uri="{FF2B5EF4-FFF2-40B4-BE49-F238E27FC236}">
                <a16:creationId xmlns:a16="http://schemas.microsoft.com/office/drawing/2014/main" id="{7D49F185-C042-49FD-9C7E-DA89490E5EE0}"/>
              </a:ext>
            </a:extLst>
          </p:cNvPr>
          <p:cNvSpPr>
            <a:spLocks xmlns:a="http://schemas.openxmlformats.org/drawingml/2006/main" noGrp="1"/>
          </p:cNvSpPr>
          <p:nvPr/>
        </p:nvSpPr>
        <p:spPr>
          <a:xfrm xmlns:a="http://schemas.openxmlformats.org/drawingml/2006/main">
            <a:off x="7494110" y="687582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9" name="dp44-comparison / n174 / path">
            <a:extLst xmlns:a="http://schemas.openxmlformats.org/drawingml/2006/main">
              <a:ext uri="{FF2B5EF4-FFF2-40B4-BE49-F238E27FC236}">
                <a16:creationId xmlns:a16="http://schemas.microsoft.com/office/drawing/2014/main" id="{1BF7C141-AA32-499C-8B7D-CD6307B455F3}"/>
              </a:ext>
            </a:extLst>
          </p:cNvPr>
          <p:cNvSpPr>
            <a:spLocks xmlns:a="http://schemas.openxmlformats.org/drawingml/2006/main" noGrp="1"/>
          </p:cNvSpPr>
          <p:nvPr/>
        </p:nvSpPr>
        <p:spPr>
          <a:xfrm xmlns:a="http://schemas.openxmlformats.org/drawingml/2006/main">
            <a:off x="4731068" y="5724049"/>
            <a:ext cx="2807970" cy="1269968"/>
          </a:xfrm>
          <a:custGeom xmlns:a="http://schemas.openxmlformats.org/drawingml/2006/main">
            <a:pathLst>
              <a:path w="2807970" h="1269968">
                <a:moveTo>
                  <a:pt x="0" y="0"/>
                </a:moveTo>
                <a:lnTo>
                  <a:pt x="2807970" y="0"/>
                </a:lnTo>
                <a:lnTo>
                  <a:pt x="2807970" y="1269968"/>
                </a:lnTo>
              </a:path>
            </a:pathLst>
          </a:custGeom>
          <a:noFill xmlns:a="http://schemas.openxmlformats.org/drawingml/2006/main"/>
          <a:ln xmlns:a="http://schemas.openxmlformats.org/drawingml/2006/main" w="7020">
            <a:solidFill>
              <a:srgbClr val="000000"/>
            </a:solidFill>
            <a:prstDash val="solid"/>
          </a:ln>
        </p:spPr>
      </p:sp>
      <p:sp>
        <p:nvSpPr>
          <p:cNvPr id="220" name="dp44-comparison / n174 / arrow">
            <a:extLst xmlns:a="http://schemas.openxmlformats.org/drawingml/2006/main">
              <a:ext uri="{FF2B5EF4-FFF2-40B4-BE49-F238E27FC236}">
                <a16:creationId xmlns:a16="http://schemas.microsoft.com/office/drawing/2014/main" id="{E83DE495-282C-4EC1-9F28-CDE4BB31E85F}"/>
              </a:ext>
            </a:extLst>
          </p:cNvPr>
          <p:cNvSpPr>
            <a:spLocks xmlns:a="http://schemas.openxmlformats.org/drawingml/2006/main" noGrp="1"/>
          </p:cNvSpPr>
          <p:nvPr/>
        </p:nvSpPr>
        <p:spPr>
          <a:xfrm xmlns:a="http://schemas.openxmlformats.org/drawingml/2006/main">
            <a:off x="7516574" y="694908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21" name="dp44-comparison / n175 / path">
            <a:extLst xmlns:a="http://schemas.openxmlformats.org/drawingml/2006/main">
              <a:ext uri="{FF2B5EF4-FFF2-40B4-BE49-F238E27FC236}">
                <a16:creationId xmlns:a16="http://schemas.microsoft.com/office/drawing/2014/main" id="{BD4CEFBF-EFF0-406A-BCFB-FE804C874786}"/>
              </a:ext>
            </a:extLst>
          </p:cNvPr>
          <p:cNvSpPr>
            <a:spLocks xmlns:a="http://schemas.openxmlformats.org/drawingml/2006/main" noGrp="1"/>
          </p:cNvSpPr>
          <p:nvPr/>
        </p:nvSpPr>
        <p:spPr>
          <a:xfrm xmlns:a="http://schemas.openxmlformats.org/drawingml/2006/main">
            <a:off x="3773805" y="4351973"/>
            <a:ext cx="3765232" cy="2450592"/>
          </a:xfrm>
          <a:custGeom xmlns:a="http://schemas.openxmlformats.org/drawingml/2006/main">
            <a:pathLst>
              <a:path w="3765232" h="2450592">
                <a:moveTo>
                  <a:pt x="0" y="0"/>
                </a:moveTo>
                <a:lnTo>
                  <a:pt x="0" y="2450592"/>
                </a:lnTo>
                <a:lnTo>
                  <a:pt x="3765232" y="2450592"/>
                </a:lnTo>
              </a:path>
            </a:pathLst>
          </a:custGeom>
          <a:noFill xmlns:a="http://schemas.openxmlformats.org/drawingml/2006/main"/>
          <a:ln xmlns:a="http://schemas.openxmlformats.org/drawingml/2006/main" w="7020">
            <a:solidFill>
              <a:srgbClr val="000000"/>
            </a:solidFill>
            <a:prstDash val="solid"/>
          </a:ln>
        </p:spPr>
      </p:sp>
      <p:sp>
        <p:nvSpPr>
          <p:cNvPr id="222" name="dp44-comparison / n175 / arrow">
            <a:extLst xmlns:a="http://schemas.openxmlformats.org/drawingml/2006/main">
              <a:ext uri="{FF2B5EF4-FFF2-40B4-BE49-F238E27FC236}">
                <a16:creationId xmlns:a16="http://schemas.microsoft.com/office/drawing/2014/main" id="{E5ED759B-3E55-4621-89FD-600228807AC7}"/>
              </a:ext>
            </a:extLst>
          </p:cNvPr>
          <p:cNvSpPr>
            <a:spLocks xmlns:a="http://schemas.openxmlformats.org/drawingml/2006/main" noGrp="1"/>
          </p:cNvSpPr>
          <p:nvPr/>
        </p:nvSpPr>
        <p:spPr>
          <a:xfrm xmlns:a="http://schemas.openxmlformats.org/drawingml/2006/main">
            <a:off x="7494110" y="6780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23" name="dp44-comparison / n176 / path">
            <a:extLst xmlns:a="http://schemas.openxmlformats.org/drawingml/2006/main">
              <a:ext uri="{FF2B5EF4-FFF2-40B4-BE49-F238E27FC236}">
                <a16:creationId xmlns:a16="http://schemas.microsoft.com/office/drawing/2014/main" id="{51BCECF6-9FE2-4F41-8C29-EB6070373489}"/>
              </a:ext>
            </a:extLst>
          </p:cNvPr>
          <p:cNvSpPr>
            <a:spLocks xmlns:a="http://schemas.openxmlformats.org/drawingml/2006/main" noGrp="1"/>
          </p:cNvSpPr>
          <p:nvPr/>
        </p:nvSpPr>
        <p:spPr>
          <a:xfrm xmlns:a="http://schemas.openxmlformats.org/drawingml/2006/main">
            <a:off x="2625090" y="5928265"/>
            <a:ext cx="4913948" cy="1033843"/>
          </a:xfrm>
          <a:custGeom xmlns:a="http://schemas.openxmlformats.org/drawingml/2006/main">
            <a:pathLst>
              <a:path w="4913948" h="1033843">
                <a:moveTo>
                  <a:pt x="4913948" y="1033843"/>
                </a:moveTo>
                <a:lnTo>
                  <a:pt x="695611" y="1033843"/>
                </a:lnTo>
                <a:lnTo>
                  <a:pt x="695611" y="0"/>
                </a:lnTo>
                <a:lnTo>
                  <a:pt x="0" y="0"/>
                </a:lnTo>
              </a:path>
            </a:pathLst>
          </a:custGeom>
          <a:noFill xmlns:a="http://schemas.openxmlformats.org/drawingml/2006/main"/>
          <a:ln xmlns:a="http://schemas.openxmlformats.org/drawingml/2006/main" w="7020">
            <a:solidFill>
              <a:srgbClr val="000000"/>
            </a:solidFill>
            <a:prstDash val="dash"/>
          </a:ln>
        </p:spPr>
      </p:sp>
      <p:sp>
        <p:nvSpPr>
          <p:cNvPr id="224" name="dp44-comparison / n176 / arrow">
            <a:extLst xmlns:a="http://schemas.openxmlformats.org/drawingml/2006/main">
              <a:ext uri="{FF2B5EF4-FFF2-40B4-BE49-F238E27FC236}">
                <a16:creationId xmlns:a16="http://schemas.microsoft.com/office/drawing/2014/main" id="{04D9AE22-33EB-4416-91FD-34C74332695F}"/>
              </a:ext>
            </a:extLst>
          </p:cNvPr>
          <p:cNvSpPr>
            <a:spLocks xmlns:a="http://schemas.openxmlformats.org/drawingml/2006/main" noGrp="1"/>
          </p:cNvSpPr>
          <p:nvPr/>
        </p:nvSpPr>
        <p:spPr>
          <a:xfrm xmlns:a="http://schemas.openxmlformats.org/drawingml/2006/main">
            <a:off x="2625090" y="590580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25" name="dp44-comparison / n177 / path">
            <a:extLst xmlns:a="http://schemas.openxmlformats.org/drawingml/2006/main">
              <a:ext uri="{FF2B5EF4-FFF2-40B4-BE49-F238E27FC236}">
                <a16:creationId xmlns:a16="http://schemas.microsoft.com/office/drawing/2014/main" id="{32EAA6EA-1D14-4D3E-99EE-A64BB5E60328}"/>
              </a:ext>
            </a:extLst>
          </p:cNvPr>
          <p:cNvSpPr>
            <a:spLocks xmlns:a="http://schemas.openxmlformats.org/drawingml/2006/main" noGrp="1"/>
          </p:cNvSpPr>
          <p:nvPr/>
        </p:nvSpPr>
        <p:spPr>
          <a:xfrm xmlns:a="http://schemas.openxmlformats.org/drawingml/2006/main">
            <a:off x="5113973" y="5724049"/>
            <a:ext cx="2425065" cy="1110424"/>
          </a:xfrm>
          <a:custGeom xmlns:a="http://schemas.openxmlformats.org/drawingml/2006/main">
            <a:pathLst>
              <a:path w="2425065" h="1110424">
                <a:moveTo>
                  <a:pt x="2425065" y="1110424"/>
                </a:moveTo>
                <a:lnTo>
                  <a:pt x="2425065" y="0"/>
                </a:lnTo>
                <a:lnTo>
                  <a:pt x="0" y="0"/>
                </a:lnTo>
              </a:path>
            </a:pathLst>
          </a:custGeom>
          <a:noFill xmlns:a="http://schemas.openxmlformats.org/drawingml/2006/main"/>
          <a:ln xmlns:a="http://schemas.openxmlformats.org/drawingml/2006/main" w="7020">
            <a:solidFill>
              <a:srgbClr val="000000"/>
            </a:solidFill>
            <a:prstDash val="dash"/>
          </a:ln>
        </p:spPr>
      </p:sp>
      <p:sp>
        <p:nvSpPr>
          <p:cNvPr id="226" name="dp44-comparison / n177 / arrow">
            <a:extLst xmlns:a="http://schemas.openxmlformats.org/drawingml/2006/main">
              <a:ext uri="{FF2B5EF4-FFF2-40B4-BE49-F238E27FC236}">
                <a16:creationId xmlns:a16="http://schemas.microsoft.com/office/drawing/2014/main" id="{04FCB0E6-77AC-41B6-BA93-80C89B2DBD3E}"/>
              </a:ext>
            </a:extLst>
          </p:cNvPr>
          <p:cNvSpPr>
            <a:spLocks xmlns:a="http://schemas.openxmlformats.org/drawingml/2006/main" noGrp="1"/>
          </p:cNvSpPr>
          <p:nvPr/>
        </p:nvSpPr>
        <p:spPr>
          <a:xfrm xmlns:a="http://schemas.openxmlformats.org/drawingml/2006/main">
            <a:off x="5113973" y="5701585"/>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27" name="dp44-comparison / n178 / path">
            <a:extLst xmlns:a="http://schemas.openxmlformats.org/drawingml/2006/main">
              <a:ext uri="{FF2B5EF4-FFF2-40B4-BE49-F238E27FC236}">
                <a16:creationId xmlns:a16="http://schemas.microsoft.com/office/drawing/2014/main" id="{A119C7E7-94CE-4E76-ABE8-5C0B5CA01762}"/>
              </a:ext>
            </a:extLst>
          </p:cNvPr>
          <p:cNvSpPr>
            <a:spLocks xmlns:a="http://schemas.openxmlformats.org/drawingml/2006/main" noGrp="1"/>
          </p:cNvSpPr>
          <p:nvPr/>
        </p:nvSpPr>
        <p:spPr>
          <a:xfrm xmlns:a="http://schemas.openxmlformats.org/drawingml/2006/main">
            <a:off x="3773805" y="4288155"/>
            <a:ext cx="3765232" cy="2482501"/>
          </a:xfrm>
          <a:custGeom xmlns:a="http://schemas.openxmlformats.org/drawingml/2006/main">
            <a:pathLst>
              <a:path w="3765232" h="2482501">
                <a:moveTo>
                  <a:pt x="3765232" y="2482501"/>
                </a:moveTo>
                <a:lnTo>
                  <a:pt x="0" y="2482501"/>
                </a:lnTo>
                <a:lnTo>
                  <a:pt x="0" y="0"/>
                </a:lnTo>
              </a:path>
            </a:pathLst>
          </a:custGeom>
          <a:noFill xmlns:a="http://schemas.openxmlformats.org/drawingml/2006/main"/>
          <a:ln xmlns:a="http://schemas.openxmlformats.org/drawingml/2006/main" w="7020">
            <a:solidFill>
              <a:srgbClr val="000000"/>
            </a:solidFill>
            <a:prstDash val="dash"/>
          </a:ln>
        </p:spPr>
      </p:sp>
      <p:sp>
        <p:nvSpPr>
          <p:cNvPr id="228" name="dp44-comparison / n178 / arrow">
            <a:extLst xmlns:a="http://schemas.openxmlformats.org/drawingml/2006/main">
              <a:ext uri="{FF2B5EF4-FFF2-40B4-BE49-F238E27FC236}">
                <a16:creationId xmlns:a16="http://schemas.microsoft.com/office/drawing/2014/main" id="{E2F76194-24F5-4745-ABC5-F956818BB5AD}"/>
              </a:ext>
            </a:extLst>
          </p:cNvPr>
          <p:cNvSpPr>
            <a:spLocks xmlns:a="http://schemas.openxmlformats.org/drawingml/2006/main" noGrp="1"/>
          </p:cNvSpPr>
          <p:nvPr/>
        </p:nvSpPr>
        <p:spPr>
          <a:xfrm xmlns:a="http://schemas.openxmlformats.org/drawingml/2006/main">
            <a:off x="3751341" y="428815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29" name="dp44-comparison / n179 / path">
            <a:extLst xmlns:a="http://schemas.openxmlformats.org/drawingml/2006/main">
              <a:ext uri="{FF2B5EF4-FFF2-40B4-BE49-F238E27FC236}">
                <a16:creationId xmlns:a16="http://schemas.microsoft.com/office/drawing/2014/main" id="{78E77810-35D0-4F32-A801-E016C6745FBF}"/>
              </a:ext>
            </a:extLst>
          </p:cNvPr>
          <p:cNvSpPr>
            <a:spLocks xmlns:a="http://schemas.openxmlformats.org/drawingml/2006/main" noGrp="1"/>
          </p:cNvSpPr>
          <p:nvPr/>
        </p:nvSpPr>
        <p:spPr>
          <a:xfrm xmlns:a="http://schemas.openxmlformats.org/drawingml/2006/main">
            <a:off x="8145304" y="7070598"/>
            <a:ext cx="953" cy="153162"/>
          </a:xfrm>
          <a:custGeom xmlns:a="http://schemas.openxmlformats.org/drawingml/2006/main">
            <a:pathLst>
              <a:path w="953" h="153162">
                <a:moveTo>
                  <a:pt x="0" y="0"/>
                </a:moveTo>
                <a:lnTo>
                  <a:pt x="0" y="153162"/>
                </a:lnTo>
              </a:path>
            </a:pathLst>
          </a:custGeom>
          <a:noFill xmlns:a="http://schemas.openxmlformats.org/drawingml/2006/main"/>
          <a:ln xmlns:a="http://schemas.openxmlformats.org/drawingml/2006/main" w="7020">
            <a:solidFill>
              <a:srgbClr val="000000"/>
            </a:solidFill>
            <a:prstDash val="solid"/>
          </a:ln>
        </p:spPr>
      </p:sp>
      <p:sp>
        <p:nvSpPr>
          <p:cNvPr id="230" name="dp44-comparison / n179 / arrow">
            <a:extLst xmlns:a="http://schemas.openxmlformats.org/drawingml/2006/main">
              <a:ext uri="{FF2B5EF4-FFF2-40B4-BE49-F238E27FC236}">
                <a16:creationId xmlns:a16="http://schemas.microsoft.com/office/drawing/2014/main" id="{C6453470-F67B-4FA9-9BBD-06E5E875C4B7}"/>
              </a:ext>
            </a:extLst>
          </p:cNvPr>
          <p:cNvSpPr>
            <a:spLocks xmlns:a="http://schemas.openxmlformats.org/drawingml/2006/main" noGrp="1"/>
          </p:cNvSpPr>
          <p:nvPr/>
        </p:nvSpPr>
        <p:spPr>
          <a:xfrm xmlns:a="http://schemas.openxmlformats.org/drawingml/2006/main">
            <a:off x="8122840" y="717883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31" name="dp44-comparison / n180 / path">
            <a:extLst xmlns:a="http://schemas.openxmlformats.org/drawingml/2006/main">
              <a:ext uri="{FF2B5EF4-FFF2-40B4-BE49-F238E27FC236}">
                <a16:creationId xmlns:a16="http://schemas.microsoft.com/office/drawing/2014/main" id="{D9E39EAF-5BAB-45FF-B58E-5F3E8D1C07F0}"/>
              </a:ext>
            </a:extLst>
          </p:cNvPr>
          <p:cNvSpPr>
            <a:spLocks xmlns:a="http://schemas.openxmlformats.org/drawingml/2006/main" noGrp="1"/>
          </p:cNvSpPr>
          <p:nvPr/>
        </p:nvSpPr>
        <p:spPr>
          <a:xfrm xmlns:a="http://schemas.openxmlformats.org/drawingml/2006/main">
            <a:off x="8432483" y="7070598"/>
            <a:ext cx="953" cy="153162"/>
          </a:xfrm>
          <a:custGeom xmlns:a="http://schemas.openxmlformats.org/drawingml/2006/main">
            <a:pathLst>
              <a:path w="953" h="153162">
                <a:moveTo>
                  <a:pt x="0" y="153162"/>
                </a:moveTo>
                <a:lnTo>
                  <a:pt x="0" y="0"/>
                </a:lnTo>
              </a:path>
            </a:pathLst>
          </a:custGeom>
          <a:noFill xmlns:a="http://schemas.openxmlformats.org/drawingml/2006/main"/>
          <a:ln xmlns:a="http://schemas.openxmlformats.org/drawingml/2006/main" w="7020">
            <a:solidFill>
              <a:srgbClr val="000000"/>
            </a:solidFill>
            <a:prstDash val="dash"/>
          </a:ln>
        </p:spPr>
      </p:sp>
      <p:sp>
        <p:nvSpPr>
          <p:cNvPr id="232" name="dp44-comparison / n180 / arrow">
            <a:extLst xmlns:a="http://schemas.openxmlformats.org/drawingml/2006/main">
              <a:ext uri="{FF2B5EF4-FFF2-40B4-BE49-F238E27FC236}">
                <a16:creationId xmlns:a16="http://schemas.microsoft.com/office/drawing/2014/main" id="{A712CC55-AA13-4CFF-9749-97E587571163}"/>
              </a:ext>
            </a:extLst>
          </p:cNvPr>
          <p:cNvSpPr>
            <a:spLocks xmlns:a="http://schemas.openxmlformats.org/drawingml/2006/main" noGrp="1"/>
          </p:cNvSpPr>
          <p:nvPr/>
        </p:nvSpPr>
        <p:spPr>
          <a:xfrm xmlns:a="http://schemas.openxmlformats.org/drawingml/2006/main">
            <a:off x="8410019" y="707059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33" name="dp44-comparison / n181">
            <a:extLst xmlns:a="http://schemas.openxmlformats.org/drawingml/2006/main">
              <a:ext uri="{FF2B5EF4-FFF2-40B4-BE49-F238E27FC236}">
                <a16:creationId xmlns:a16="http://schemas.microsoft.com/office/drawing/2014/main" id="{033BB9C4-27E4-439E-8F2D-97EF423993BE}"/>
              </a:ext>
            </a:extLst>
          </p:cNvPr>
          <p:cNvSpPr>
            <a:spLocks xmlns:a="http://schemas.openxmlformats.org/drawingml/2006/main" noGrp="1"/>
          </p:cNvSpPr>
          <p:nvPr/>
        </p:nvSpPr>
        <p:spPr>
          <a:xfrm xmlns:a="http://schemas.openxmlformats.org/drawingml/2006/main">
            <a:off x="1686973" y="4588097"/>
            <a:ext cx="175268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4" name="dp44-comparison / n182 / text 1">
            <a:extLst xmlns:a="http://schemas.openxmlformats.org/drawingml/2006/main">
              <a:ext uri="{FF2B5EF4-FFF2-40B4-BE49-F238E27FC236}">
                <a16:creationId xmlns:a16="http://schemas.microsoft.com/office/drawing/2014/main" id="{44F00EC0-558A-4F6F-AAC5-A505C6AFBD89}"/>
              </a:ext>
            </a:extLst>
          </p:cNvPr>
          <p:cNvSpPr>
            <a:spLocks xmlns:a="http://schemas.openxmlformats.org/drawingml/2006/main" noGrp="1"/>
          </p:cNvSpPr>
          <p:nvPr/>
        </p:nvSpPr>
        <p:spPr>
          <a:xfrm xmlns:a="http://schemas.openxmlformats.org/drawingml/2006/main">
            <a:off x="1699736" y="4594479"/>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1 입력 / revision / evidence</a:t>
            </a:r>
          </a:p>
        </p:txBody>
      </p:sp>
      <p:sp>
        <p:nvSpPr>
          <p:cNvPr id="235" name="dp44-comparison / n183">
            <a:extLst xmlns:a="http://schemas.openxmlformats.org/drawingml/2006/main">
              <a:ext uri="{FF2B5EF4-FFF2-40B4-BE49-F238E27FC236}">
                <a16:creationId xmlns:a16="http://schemas.microsoft.com/office/drawing/2014/main" id="{3E8215BF-E16D-402A-9C55-FDB0CBAF7EAE}"/>
              </a:ext>
            </a:extLst>
          </p:cNvPr>
          <p:cNvSpPr>
            <a:spLocks xmlns:a="http://schemas.openxmlformats.org/drawingml/2006/main" noGrp="1"/>
          </p:cNvSpPr>
          <p:nvPr/>
        </p:nvSpPr>
        <p:spPr>
          <a:xfrm xmlns:a="http://schemas.openxmlformats.org/drawingml/2006/main">
            <a:off x="3792950" y="2494883"/>
            <a:ext cx="780616"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6" name="dp44-comparison / n184 / text 1">
            <a:extLst xmlns:a="http://schemas.openxmlformats.org/drawingml/2006/main">
              <a:ext uri="{FF2B5EF4-FFF2-40B4-BE49-F238E27FC236}">
                <a16:creationId xmlns:a16="http://schemas.microsoft.com/office/drawing/2014/main" id="{55BE82AA-236B-4BF5-B414-ACF5E54719F4}"/>
              </a:ext>
            </a:extLst>
          </p:cNvPr>
          <p:cNvSpPr>
            <a:spLocks xmlns:a="http://schemas.openxmlformats.org/drawingml/2006/main" noGrp="1"/>
          </p:cNvSpPr>
          <p:nvPr/>
        </p:nvSpPr>
        <p:spPr>
          <a:xfrm xmlns:a="http://schemas.openxmlformats.org/drawingml/2006/main">
            <a:off x="3805714" y="2501265"/>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InputStarted</a:t>
            </a:r>
          </a:p>
        </p:txBody>
      </p:sp>
      <p:sp>
        <p:nvSpPr>
          <p:cNvPr id="237" name="dp44-comparison / n185">
            <a:extLst xmlns:a="http://schemas.openxmlformats.org/drawingml/2006/main">
              <a:ext uri="{FF2B5EF4-FFF2-40B4-BE49-F238E27FC236}">
                <a16:creationId xmlns:a16="http://schemas.microsoft.com/office/drawing/2014/main" id="{0E84D515-D973-4051-A1C5-AA654450B40B}"/>
              </a:ext>
            </a:extLst>
          </p:cNvPr>
          <p:cNvSpPr>
            <a:spLocks xmlns:a="http://schemas.openxmlformats.org/drawingml/2006/main" noGrp="1"/>
          </p:cNvSpPr>
          <p:nvPr/>
        </p:nvSpPr>
        <p:spPr>
          <a:xfrm xmlns:a="http://schemas.openxmlformats.org/drawingml/2006/main">
            <a:off x="3799332" y="3637217"/>
            <a:ext cx="1717967"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8" name="dp44-comparison / n186 / text 1">
            <a:extLst xmlns:a="http://schemas.openxmlformats.org/drawingml/2006/main">
              <a:ext uri="{FF2B5EF4-FFF2-40B4-BE49-F238E27FC236}">
                <a16:creationId xmlns:a16="http://schemas.microsoft.com/office/drawing/2014/main" id="{4FED9903-89BD-4A33-B9EF-8AD46BBCCE5C}"/>
              </a:ext>
            </a:extLst>
          </p:cNvPr>
          <p:cNvSpPr>
            <a:spLocks xmlns:a="http://schemas.openxmlformats.org/drawingml/2006/main" noGrp="1"/>
          </p:cNvSpPr>
          <p:nvPr/>
        </p:nvSpPr>
        <p:spPr>
          <a:xfrm xmlns:a="http://schemas.openxmlformats.org/drawingml/2006/main">
            <a:off x="3812096" y="3643598"/>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Direct 후보 → 좁은 admission</a:t>
            </a:r>
          </a:p>
        </p:txBody>
      </p:sp>
      <p:sp>
        <p:nvSpPr>
          <p:cNvPr id="239" name="dp44-comparison / n187">
            <a:extLst xmlns:a="http://schemas.openxmlformats.org/drawingml/2006/main">
              <a:ext uri="{FF2B5EF4-FFF2-40B4-BE49-F238E27FC236}">
                <a16:creationId xmlns:a16="http://schemas.microsoft.com/office/drawing/2014/main" id="{5349D946-81A0-450B-B68C-7F936E66132F}"/>
              </a:ext>
            </a:extLst>
          </p:cNvPr>
          <p:cNvSpPr>
            <a:spLocks xmlns:a="http://schemas.openxmlformats.org/drawingml/2006/main" noGrp="1"/>
          </p:cNvSpPr>
          <p:nvPr/>
        </p:nvSpPr>
        <p:spPr>
          <a:xfrm xmlns:a="http://schemas.openxmlformats.org/drawingml/2006/main">
            <a:off x="1604010" y="4760405"/>
            <a:ext cx="103665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0" name="dp44-comparison / n188 / text 1">
            <a:extLst xmlns:a="http://schemas.openxmlformats.org/drawingml/2006/main">
              <a:ext uri="{FF2B5EF4-FFF2-40B4-BE49-F238E27FC236}">
                <a16:creationId xmlns:a16="http://schemas.microsoft.com/office/drawing/2014/main" id="{0BB0771A-DAB0-46A9-8B73-E114945DE076}"/>
              </a:ext>
            </a:extLst>
          </p:cNvPr>
          <p:cNvSpPr>
            <a:spLocks xmlns:a="http://schemas.openxmlformats.org/drawingml/2006/main" noGrp="1"/>
          </p:cNvSpPr>
          <p:nvPr/>
        </p:nvSpPr>
        <p:spPr>
          <a:xfrm xmlns:a="http://schemas.openxmlformats.org/drawingml/2006/main">
            <a:off x="1616774" y="4766786"/>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2 허용된 근거 조회</a:t>
            </a:r>
          </a:p>
        </p:txBody>
      </p:sp>
      <p:sp>
        <p:nvSpPr>
          <p:cNvPr id="241" name="dp44-comparison / n189">
            <a:extLst xmlns:a="http://schemas.openxmlformats.org/drawingml/2006/main">
              <a:ext uri="{FF2B5EF4-FFF2-40B4-BE49-F238E27FC236}">
                <a16:creationId xmlns:a16="http://schemas.microsoft.com/office/drawing/2014/main" id="{810B12E9-4504-4517-853C-17BFB9506A93}"/>
              </a:ext>
            </a:extLst>
          </p:cNvPr>
          <p:cNvSpPr>
            <a:spLocks xmlns:a="http://schemas.openxmlformats.org/drawingml/2006/main" noGrp="1"/>
          </p:cNvSpPr>
          <p:nvPr/>
        </p:nvSpPr>
        <p:spPr>
          <a:xfrm xmlns:a="http://schemas.openxmlformats.org/drawingml/2006/main">
            <a:off x="1604010" y="5411343"/>
            <a:ext cx="18720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2" name="dp44-comparison / n190 / text 1">
            <a:extLst xmlns:a="http://schemas.openxmlformats.org/drawingml/2006/main">
              <a:ext uri="{FF2B5EF4-FFF2-40B4-BE49-F238E27FC236}">
                <a16:creationId xmlns:a16="http://schemas.microsoft.com/office/drawing/2014/main" id="{C69A6181-B079-4940-8BE4-DFF2C2433EDC}"/>
              </a:ext>
            </a:extLst>
          </p:cNvPr>
          <p:cNvSpPr>
            <a:spLocks xmlns:a="http://schemas.openxmlformats.org/drawingml/2006/main" noGrp="1"/>
          </p:cNvSpPr>
          <p:nvPr/>
        </p:nvSpPr>
        <p:spPr>
          <a:xfrm xmlns:a="http://schemas.openxmlformats.org/drawingml/2006/main">
            <a:off x="1616774" y="5417725"/>
            <a:ext cx="2137886"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3 입력 / 근거 / revision / 예산</a:t>
            </a:r>
          </a:p>
        </p:txBody>
      </p:sp>
      <p:sp>
        <p:nvSpPr>
          <p:cNvPr id="243" name="dp44-comparison / n191">
            <a:extLst xmlns:a="http://schemas.openxmlformats.org/drawingml/2006/main">
              <a:ext uri="{FF2B5EF4-FFF2-40B4-BE49-F238E27FC236}">
                <a16:creationId xmlns:a16="http://schemas.microsoft.com/office/drawing/2014/main" id="{9DF39572-DF71-41E2-84F8-0B60A4490A4F}"/>
              </a:ext>
            </a:extLst>
          </p:cNvPr>
          <p:cNvSpPr>
            <a:spLocks xmlns:a="http://schemas.openxmlformats.org/drawingml/2006/main" noGrp="1"/>
          </p:cNvSpPr>
          <p:nvPr/>
        </p:nvSpPr>
        <p:spPr>
          <a:xfrm xmlns:a="http://schemas.openxmlformats.org/drawingml/2006/main">
            <a:off x="1604010" y="6011228"/>
            <a:ext cx="148796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4" name="dp44-comparison / n192 / text 1">
            <a:extLst xmlns:a="http://schemas.openxmlformats.org/drawingml/2006/main">
              <a:ext uri="{FF2B5EF4-FFF2-40B4-BE49-F238E27FC236}">
                <a16:creationId xmlns:a16="http://schemas.microsoft.com/office/drawing/2014/main" id="{40162493-0D72-4BDF-A8A3-EC520C1686F1}"/>
              </a:ext>
            </a:extLst>
          </p:cNvPr>
          <p:cNvSpPr>
            <a:spLocks xmlns:a="http://schemas.openxmlformats.org/drawingml/2006/main" noGrp="1"/>
          </p:cNvSpPr>
          <p:nvPr/>
        </p:nvSpPr>
        <p:spPr>
          <a:xfrm xmlns:a="http://schemas.openxmlformats.org/drawingml/2006/main">
            <a:off x="1616774" y="6017609"/>
            <a:ext cx="216979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의미 제안 / 추가 근거 요구</a:t>
            </a:r>
          </a:p>
        </p:txBody>
      </p:sp>
      <p:sp>
        <p:nvSpPr>
          <p:cNvPr id="245" name="dp44-comparison / n193">
            <a:extLst xmlns:a="http://schemas.openxmlformats.org/drawingml/2006/main">
              <a:ext uri="{FF2B5EF4-FFF2-40B4-BE49-F238E27FC236}">
                <a16:creationId xmlns:a16="http://schemas.microsoft.com/office/drawing/2014/main" id="{A54105B3-5347-456B-B032-8AEC1903690E}"/>
              </a:ext>
            </a:extLst>
          </p:cNvPr>
          <p:cNvSpPr>
            <a:spLocks xmlns:a="http://schemas.openxmlformats.org/drawingml/2006/main" noGrp="1"/>
          </p:cNvSpPr>
          <p:nvPr/>
        </p:nvSpPr>
        <p:spPr>
          <a:xfrm xmlns:a="http://schemas.openxmlformats.org/drawingml/2006/main">
            <a:off x="6677501" y="4798695"/>
            <a:ext cx="18438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6" name="dp44-comparison / n194 / text 1">
            <a:extLst xmlns:a="http://schemas.openxmlformats.org/drawingml/2006/main">
              <a:ext uri="{FF2B5EF4-FFF2-40B4-BE49-F238E27FC236}">
                <a16:creationId xmlns:a16="http://schemas.microsoft.com/office/drawing/2014/main" id="{FEF2212F-3CC3-45E6-8E74-118AB416FCD7}"/>
              </a:ext>
            </a:extLst>
          </p:cNvPr>
          <p:cNvSpPr>
            <a:spLocks xmlns:a="http://schemas.openxmlformats.org/drawingml/2006/main" noGrp="1"/>
          </p:cNvSpPr>
          <p:nvPr/>
        </p:nvSpPr>
        <p:spPr>
          <a:xfrm xmlns:a="http://schemas.openxmlformats.org/drawingml/2006/main">
            <a:off x="6690265" y="4805077"/>
            <a:ext cx="2157032"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4 채택 의미 / hold / admission</a:t>
            </a:r>
          </a:p>
        </p:txBody>
      </p:sp>
      <p:sp>
        <p:nvSpPr>
          <p:cNvPr id="247" name="dp44-comparison / n195">
            <a:extLst xmlns:a="http://schemas.openxmlformats.org/drawingml/2006/main">
              <a:ext uri="{FF2B5EF4-FFF2-40B4-BE49-F238E27FC236}">
                <a16:creationId xmlns:a16="http://schemas.microsoft.com/office/drawing/2014/main" id="{5624808E-DBDA-4FFC-9DA6-BB99AF13E0CF}"/>
              </a:ext>
            </a:extLst>
          </p:cNvPr>
          <p:cNvSpPr>
            <a:spLocks xmlns:a="http://schemas.openxmlformats.org/drawingml/2006/main" noGrp="1"/>
          </p:cNvSpPr>
          <p:nvPr/>
        </p:nvSpPr>
        <p:spPr>
          <a:xfrm xmlns:a="http://schemas.openxmlformats.org/drawingml/2006/main">
            <a:off x="7309295" y="5404961"/>
            <a:ext cx="13686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8" name="dp44-comparison / n196 / text 1">
            <a:extLst xmlns:a="http://schemas.openxmlformats.org/drawingml/2006/main">
              <a:ext uri="{FF2B5EF4-FFF2-40B4-BE49-F238E27FC236}">
                <a16:creationId xmlns:a16="http://schemas.microsoft.com/office/drawing/2014/main" id="{3596682B-26BE-4F2F-8CCF-98D4FFC69492}"/>
              </a:ext>
            </a:extLst>
          </p:cNvPr>
          <p:cNvSpPr>
            <a:spLocks xmlns:a="http://schemas.openxmlformats.org/drawingml/2006/main" noGrp="1"/>
          </p:cNvSpPr>
          <p:nvPr/>
        </p:nvSpPr>
        <p:spPr>
          <a:xfrm xmlns:a="http://schemas.openxmlformats.org/drawingml/2006/main">
            <a:off x="7322058" y="5411343"/>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명령 / hold / 반환 사건</a:t>
            </a:r>
          </a:p>
        </p:txBody>
      </p:sp>
      <p:sp>
        <p:nvSpPr>
          <p:cNvPr id="249" name="dp44-comparison / n197">
            <a:extLst xmlns:a="http://schemas.openxmlformats.org/drawingml/2006/main">
              <a:ext uri="{FF2B5EF4-FFF2-40B4-BE49-F238E27FC236}">
                <a16:creationId xmlns:a16="http://schemas.microsoft.com/office/drawing/2014/main" id="{ABD2AE53-7609-4C91-85E5-FECA86127E85}"/>
              </a:ext>
            </a:extLst>
          </p:cNvPr>
          <p:cNvSpPr>
            <a:spLocks xmlns:a="http://schemas.openxmlformats.org/drawingml/2006/main" noGrp="1"/>
          </p:cNvSpPr>
          <p:nvPr/>
        </p:nvSpPr>
        <p:spPr>
          <a:xfrm xmlns:a="http://schemas.openxmlformats.org/drawingml/2006/main">
            <a:off x="7360349" y="5960174"/>
            <a:ext cx="145503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0" name="dp44-comparison / n198 / text 1">
            <a:extLst xmlns:a="http://schemas.openxmlformats.org/drawingml/2006/main">
              <a:ext uri="{FF2B5EF4-FFF2-40B4-BE49-F238E27FC236}">
                <a16:creationId xmlns:a16="http://schemas.microsoft.com/office/drawing/2014/main" id="{F6B92CD3-9C9C-42D3-8FAF-26EC5B6DDAF7}"/>
              </a:ext>
            </a:extLst>
          </p:cNvPr>
          <p:cNvSpPr>
            <a:spLocks xmlns:a="http://schemas.openxmlformats.org/drawingml/2006/main" noGrp="1"/>
          </p:cNvSpPr>
          <p:nvPr/>
        </p:nvSpPr>
        <p:spPr>
          <a:xfrm xmlns:a="http://schemas.openxmlformats.org/drawingml/2006/main">
            <a:off x="7373112" y="5966555"/>
            <a:ext cx="14550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전송 / 외부 접수 / 질문 / 결과</a:t>
            </a:r>
          </a:p>
        </p:txBody>
      </p:sp>
      <p:sp>
        <p:nvSpPr>
          <p:cNvPr id="251" name="dp44-comparison / n199">
            <a:extLst xmlns:a="http://schemas.openxmlformats.org/drawingml/2006/main">
              <a:ext uri="{FF2B5EF4-FFF2-40B4-BE49-F238E27FC236}">
                <a16:creationId xmlns:a16="http://schemas.microsoft.com/office/drawing/2014/main" id="{54A953F5-EECB-4C7F-BB4F-03F6D441135B}"/>
              </a:ext>
            </a:extLst>
          </p:cNvPr>
          <p:cNvSpPr>
            <a:spLocks xmlns:a="http://schemas.openxmlformats.org/drawingml/2006/main" noGrp="1"/>
          </p:cNvSpPr>
          <p:nvPr/>
        </p:nvSpPr>
        <p:spPr>
          <a:xfrm xmlns:a="http://schemas.openxmlformats.org/drawingml/2006/main">
            <a:off x="6868954" y="4620006"/>
            <a:ext cx="163117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2" name="dp44-comparison / n200 / text 1">
            <a:extLst xmlns:a="http://schemas.openxmlformats.org/drawingml/2006/main">
              <a:ext uri="{FF2B5EF4-FFF2-40B4-BE49-F238E27FC236}">
                <a16:creationId xmlns:a16="http://schemas.microsoft.com/office/drawing/2014/main" id="{18BA7EC2-63ED-4751-AAD8-C556288BAA35}"/>
              </a:ext>
            </a:extLst>
          </p:cNvPr>
          <p:cNvSpPr>
            <a:spLocks xmlns:a="http://schemas.openxmlformats.org/drawingml/2006/main" noGrp="1"/>
          </p:cNvSpPr>
          <p:nvPr/>
        </p:nvSpPr>
        <p:spPr>
          <a:xfrm xmlns:a="http://schemas.openxmlformats.org/drawingml/2006/main">
            <a:off x="6881717" y="4626388"/>
            <a:ext cx="196557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확인 / 저장 후 대화 연결</a:t>
            </a:r>
          </a:p>
        </p:txBody>
      </p:sp>
      <p:sp>
        <p:nvSpPr>
          <p:cNvPr id="253" name="dp44-comparison / n201">
            <a:extLst xmlns:a="http://schemas.openxmlformats.org/drawingml/2006/main">
              <a:ext uri="{FF2B5EF4-FFF2-40B4-BE49-F238E27FC236}">
                <a16:creationId xmlns:a16="http://schemas.microsoft.com/office/drawing/2014/main" id="{738543BF-4953-431E-A153-99BAE1AFA39C}"/>
              </a:ext>
            </a:extLst>
          </p:cNvPr>
          <p:cNvSpPr>
            <a:spLocks xmlns:a="http://schemas.openxmlformats.org/drawingml/2006/main" noGrp="1"/>
          </p:cNvSpPr>
          <p:nvPr/>
        </p:nvSpPr>
        <p:spPr>
          <a:xfrm xmlns:a="http://schemas.openxmlformats.org/drawingml/2006/main">
            <a:off x="4080129" y="6725984"/>
            <a:ext cx="178740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4" name="dp44-comparison / n202 / text 1">
            <a:extLst xmlns:a="http://schemas.openxmlformats.org/drawingml/2006/main">
              <a:ext uri="{FF2B5EF4-FFF2-40B4-BE49-F238E27FC236}">
                <a16:creationId xmlns:a16="http://schemas.microsoft.com/office/drawing/2014/main" id="{4F031685-9215-452D-B4D6-F8C193B3D9C4}"/>
              </a:ext>
            </a:extLst>
          </p:cNvPr>
          <p:cNvSpPr>
            <a:spLocks xmlns:a="http://schemas.openxmlformats.org/drawingml/2006/main" noGrp="1"/>
          </p:cNvSpPr>
          <p:nvPr/>
        </p:nvSpPr>
        <p:spPr>
          <a:xfrm xmlns:a="http://schemas.openxmlformats.org/drawingml/2006/main">
            <a:off x="4092893" y="6732365"/>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7 release / P2 / Q1 identity</a:t>
            </a:r>
          </a:p>
        </p:txBody>
      </p:sp>
      <p:sp>
        <p:nvSpPr>
          <p:cNvPr id="255" name="dp44-comparison / n203">
            <a:extLst xmlns:a="http://schemas.openxmlformats.org/drawingml/2006/main">
              <a:ext uri="{FF2B5EF4-FFF2-40B4-BE49-F238E27FC236}">
                <a16:creationId xmlns:a16="http://schemas.microsoft.com/office/drawing/2014/main" id="{3F95956B-56F1-4E1F-8769-4E17796F6167}"/>
              </a:ext>
            </a:extLst>
          </p:cNvPr>
          <p:cNvSpPr>
            <a:spLocks xmlns:a="http://schemas.openxmlformats.org/drawingml/2006/main" noGrp="1"/>
          </p:cNvSpPr>
          <p:nvPr/>
        </p:nvSpPr>
        <p:spPr>
          <a:xfrm xmlns:a="http://schemas.openxmlformats.org/drawingml/2006/main">
            <a:off x="1578483" y="6764274"/>
            <a:ext cx="23754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6" name="dp44-comparison / n204 / text 1">
            <a:extLst xmlns:a="http://schemas.openxmlformats.org/drawingml/2006/main">
              <a:ext uri="{FF2B5EF4-FFF2-40B4-BE49-F238E27FC236}">
                <a16:creationId xmlns:a16="http://schemas.microsoft.com/office/drawing/2014/main" id="{D92BDE86-178F-408A-84A3-E0A5078A031A}"/>
              </a:ext>
            </a:extLst>
          </p:cNvPr>
          <p:cNvSpPr>
            <a:spLocks xmlns:a="http://schemas.openxmlformats.org/drawingml/2006/main" noGrp="1"/>
          </p:cNvSpPr>
          <p:nvPr/>
        </p:nvSpPr>
        <p:spPr>
          <a:xfrm xmlns:a="http://schemas.openxmlformats.org/drawingml/2006/main">
            <a:off x="1591247" y="6770656"/>
            <a:ext cx="382905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실제 전달 / 중단 receipt / actual range</a:t>
            </a:r>
          </a:p>
        </p:txBody>
      </p:sp>
      <p:sp>
        <p:nvSpPr>
          <p:cNvPr id="257" name="dp44-comparison / n205">
            <a:extLst xmlns:a="http://schemas.openxmlformats.org/drawingml/2006/main">
              <a:ext uri="{FF2B5EF4-FFF2-40B4-BE49-F238E27FC236}">
                <a16:creationId xmlns:a16="http://schemas.microsoft.com/office/drawing/2014/main" id="{209B45AA-53B5-4F7A-9957-509079A8A4DA}"/>
              </a:ext>
            </a:extLst>
          </p:cNvPr>
          <p:cNvSpPr>
            <a:spLocks xmlns:a="http://schemas.openxmlformats.org/drawingml/2006/main" noGrp="1"/>
          </p:cNvSpPr>
          <p:nvPr/>
        </p:nvSpPr>
        <p:spPr>
          <a:xfrm xmlns:a="http://schemas.openxmlformats.org/drawingml/2006/main">
            <a:off x="5630894" y="6585585"/>
            <a:ext cx="80231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8" name="dp44-comparison / n206 / text 1">
            <a:extLst xmlns:a="http://schemas.openxmlformats.org/drawingml/2006/main">
              <a:ext uri="{FF2B5EF4-FFF2-40B4-BE49-F238E27FC236}">
                <a16:creationId xmlns:a16="http://schemas.microsoft.com/office/drawing/2014/main" id="{2FC6CA08-9D1D-42ED-98C0-1EE2C1BE499F}"/>
              </a:ext>
            </a:extLst>
          </p:cNvPr>
          <p:cNvSpPr>
            <a:spLocks xmlns:a="http://schemas.openxmlformats.org/drawingml/2006/main" noGrp="1"/>
          </p:cNvSpPr>
          <p:nvPr/>
        </p:nvSpPr>
        <p:spPr>
          <a:xfrm xmlns:a="http://schemas.openxmlformats.org/drawingml/2006/main">
            <a:off x="5643658" y="6591967"/>
            <a:ext cx="135931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전달 기록 갱신</a:t>
            </a:r>
          </a:p>
        </p:txBody>
      </p:sp>
      <p:sp>
        <p:nvSpPr>
          <p:cNvPr id="259" name="dp44-comparison / n207">
            <a:extLst xmlns:a="http://schemas.openxmlformats.org/drawingml/2006/main">
              <a:ext uri="{FF2B5EF4-FFF2-40B4-BE49-F238E27FC236}">
                <a16:creationId xmlns:a16="http://schemas.microsoft.com/office/drawing/2014/main" id="{4BFCD8E8-1CCD-47AD-99F9-FDDDEAD87DB8}"/>
              </a:ext>
            </a:extLst>
          </p:cNvPr>
          <p:cNvSpPr>
            <a:spLocks xmlns:a="http://schemas.openxmlformats.org/drawingml/2006/main" noGrp="1"/>
          </p:cNvSpPr>
          <p:nvPr/>
        </p:nvSpPr>
        <p:spPr>
          <a:xfrm xmlns:a="http://schemas.openxmlformats.org/drawingml/2006/main">
            <a:off x="4341781" y="4862513"/>
            <a:ext cx="154004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0" name="dp44-comparison / n208 / text 1">
            <a:extLst xmlns:a="http://schemas.openxmlformats.org/drawingml/2006/main">
              <a:ext uri="{FF2B5EF4-FFF2-40B4-BE49-F238E27FC236}">
                <a16:creationId xmlns:a16="http://schemas.microsoft.com/office/drawing/2014/main" id="{31EEDD7A-29F1-4F25-9DE3-371732ADC43A}"/>
              </a:ext>
            </a:extLst>
          </p:cNvPr>
          <p:cNvSpPr>
            <a:spLocks xmlns:a="http://schemas.openxmlformats.org/drawingml/2006/main" noGrp="1"/>
          </p:cNvSpPr>
          <p:nvPr/>
        </p:nvSpPr>
        <p:spPr>
          <a:xfrm xmlns:a="http://schemas.openxmlformats.org/drawingml/2006/main">
            <a:off x="4354544" y="4868894"/>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8 확인된 제시 → 질문 focus</a:t>
            </a:r>
          </a:p>
        </p:txBody>
      </p:sp>
      <p:sp>
        <p:nvSpPr>
          <p:cNvPr id="261" name="dp44-comparison / n209">
            <a:extLst xmlns:a="http://schemas.openxmlformats.org/drawingml/2006/main">
              <a:ext uri="{FF2B5EF4-FFF2-40B4-BE49-F238E27FC236}">
                <a16:creationId xmlns:a16="http://schemas.microsoft.com/office/drawing/2014/main" id="{8E39E10E-F1DB-4D75-BF78-58E6438EA5A2}"/>
              </a:ext>
            </a:extLst>
          </p:cNvPr>
          <p:cNvSpPr>
            <a:spLocks xmlns:a="http://schemas.openxmlformats.org/drawingml/2006/main" noGrp="1"/>
          </p:cNvSpPr>
          <p:nvPr/>
        </p:nvSpPr>
        <p:spPr>
          <a:xfrm xmlns:a="http://schemas.openxmlformats.org/drawingml/2006/main">
            <a:off x="6377559" y="3656362"/>
            <a:ext cx="159211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2" name="dp44-comparison / n210 / text 1">
            <a:extLst xmlns:a="http://schemas.openxmlformats.org/drawingml/2006/main">
              <a:ext uri="{FF2B5EF4-FFF2-40B4-BE49-F238E27FC236}">
                <a16:creationId xmlns:a16="http://schemas.microsoft.com/office/drawing/2014/main" id="{C28E6510-19EF-4C96-A78E-F82277451B9C}"/>
              </a:ext>
            </a:extLst>
          </p:cNvPr>
          <p:cNvSpPr>
            <a:spLocks xmlns:a="http://schemas.openxmlformats.org/drawingml/2006/main" noGrp="1"/>
          </p:cNvSpPr>
          <p:nvPr/>
        </p:nvSpPr>
        <p:spPr>
          <a:xfrm xmlns:a="http://schemas.openxmlformats.org/drawingml/2006/main">
            <a:off x="6390323" y="3662744"/>
            <a:ext cx="23293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job / revision / 대기 참조</a:t>
            </a:r>
          </a:p>
        </p:txBody>
      </p:sp>
      <p:sp>
        <p:nvSpPr>
          <p:cNvPr id="263" name="dp44-comparison / n211">
            <a:extLst xmlns:a="http://schemas.openxmlformats.org/drawingml/2006/main">
              <a:ext uri="{FF2B5EF4-FFF2-40B4-BE49-F238E27FC236}">
                <a16:creationId xmlns:a16="http://schemas.microsoft.com/office/drawing/2014/main" id="{6D92B297-3169-4116-8DA9-89E0261D12AF}"/>
              </a:ext>
            </a:extLst>
          </p:cNvPr>
          <p:cNvSpPr>
            <a:spLocks xmlns:a="http://schemas.openxmlformats.org/drawingml/2006/main" noGrp="1"/>
          </p:cNvSpPr>
          <p:nvPr/>
        </p:nvSpPr>
        <p:spPr>
          <a:xfrm xmlns:a="http://schemas.openxmlformats.org/drawingml/2006/main">
            <a:off x="4322636" y="4683824"/>
            <a:ext cx="19002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4" name="dp44-comparison / n212 / text 1">
            <a:extLst xmlns:a="http://schemas.openxmlformats.org/drawingml/2006/main">
              <a:ext uri="{FF2B5EF4-FFF2-40B4-BE49-F238E27FC236}">
                <a16:creationId xmlns:a16="http://schemas.microsoft.com/office/drawing/2014/main" id="{DE56F23B-BF7C-47A7-90FF-364E8B00B2F5}"/>
              </a:ext>
            </a:extLst>
          </p:cNvPr>
          <p:cNvSpPr>
            <a:spLocks xmlns:a="http://schemas.openxmlformats.org/drawingml/2006/main" noGrp="1"/>
          </p:cNvSpPr>
          <p:nvPr/>
        </p:nvSpPr>
        <p:spPr>
          <a:xfrm xmlns:a="http://schemas.openxmlformats.org/drawingml/2006/main">
            <a:off x="4335399" y="4690205"/>
            <a:ext cx="201025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5 채택 의미 / 허용 사실 / job ID</a:t>
            </a:r>
          </a:p>
        </p:txBody>
      </p:sp>
      <p:sp>
        <p:nvSpPr>
          <p:cNvPr id="265" name="dp44-comparison / n213">
            <a:extLst xmlns:a="http://schemas.openxmlformats.org/drawingml/2006/main">
              <a:ext uri="{FF2B5EF4-FFF2-40B4-BE49-F238E27FC236}">
                <a16:creationId xmlns:a16="http://schemas.microsoft.com/office/drawing/2014/main" id="{AE79408C-CB7A-416F-BE0F-A029736E5EAE}"/>
              </a:ext>
            </a:extLst>
          </p:cNvPr>
          <p:cNvSpPr>
            <a:spLocks xmlns:a="http://schemas.openxmlformats.org/drawingml/2006/main" noGrp="1"/>
          </p:cNvSpPr>
          <p:nvPr/>
        </p:nvSpPr>
        <p:spPr>
          <a:xfrm xmlns:a="http://schemas.openxmlformats.org/drawingml/2006/main">
            <a:off x="4309872" y="5768721"/>
            <a:ext cx="1494478"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6" name="dp44-comparison / n214 / text 1">
            <a:extLst xmlns:a="http://schemas.openxmlformats.org/drawingml/2006/main">
              <a:ext uri="{FF2B5EF4-FFF2-40B4-BE49-F238E27FC236}">
                <a16:creationId xmlns:a16="http://schemas.microsoft.com/office/drawing/2014/main" id="{B6821C64-8A9A-4E21-B342-B3000F407C1D}"/>
              </a:ext>
            </a:extLst>
          </p:cNvPr>
          <p:cNvSpPr>
            <a:spLocks xmlns:a="http://schemas.openxmlformats.org/drawingml/2006/main" noGrp="1"/>
          </p:cNvSpPr>
          <p:nvPr/>
        </p:nvSpPr>
        <p:spPr>
          <a:xfrm xmlns:a="http://schemas.openxmlformats.org/drawingml/2006/main">
            <a:off x="4322636" y="5775103"/>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후보 반환 / 시작 revision</a:t>
            </a:r>
          </a:p>
        </p:txBody>
      </p:sp>
      <p:sp>
        <p:nvSpPr>
          <p:cNvPr id="267" name="dp44-comparison / n215">
            <a:extLst xmlns:a="http://schemas.openxmlformats.org/drawingml/2006/main">
              <a:ext uri="{FF2B5EF4-FFF2-40B4-BE49-F238E27FC236}">
                <a16:creationId xmlns:a16="http://schemas.microsoft.com/office/drawing/2014/main" id="{DF057C91-07B2-4A6A-B92D-47797BB214CA}"/>
              </a:ext>
            </a:extLst>
          </p:cNvPr>
          <p:cNvSpPr>
            <a:spLocks xmlns:a="http://schemas.openxmlformats.org/drawingml/2006/main" noGrp="1"/>
          </p:cNvSpPr>
          <p:nvPr/>
        </p:nvSpPr>
        <p:spPr>
          <a:xfrm xmlns:a="http://schemas.openxmlformats.org/drawingml/2006/main">
            <a:off x="4316254" y="6043136"/>
            <a:ext cx="133391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8" name="dp44-comparison / n216 / text 1">
            <a:extLst xmlns:a="http://schemas.openxmlformats.org/drawingml/2006/main">
              <a:ext uri="{FF2B5EF4-FFF2-40B4-BE49-F238E27FC236}">
                <a16:creationId xmlns:a16="http://schemas.microsoft.com/office/drawing/2014/main" id="{E41ABFF0-42E3-4A8A-AE8B-5C38DC26F202}"/>
              </a:ext>
            </a:extLst>
          </p:cNvPr>
          <p:cNvSpPr>
            <a:spLocks xmlns:a="http://schemas.openxmlformats.org/drawingml/2006/main" noGrp="1"/>
          </p:cNvSpPr>
          <p:nvPr/>
        </p:nvSpPr>
        <p:spPr>
          <a:xfrm xmlns:a="http://schemas.openxmlformats.org/drawingml/2006/main">
            <a:off x="4329017" y="6049518"/>
            <a:ext cx="211874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6 유효 후보 → 게시 요청</a:t>
            </a:r>
          </a:p>
        </p:txBody>
      </p:sp>
      <p:sp>
        <p:nvSpPr>
          <p:cNvPr id="269" name="dp44-comparison / n217">
            <a:extLst xmlns:a="http://schemas.openxmlformats.org/drawingml/2006/main">
              <a:ext uri="{FF2B5EF4-FFF2-40B4-BE49-F238E27FC236}">
                <a16:creationId xmlns:a16="http://schemas.microsoft.com/office/drawing/2014/main" id="{29AFA91C-264F-4445-9F57-4C163AA242F7}"/>
              </a:ext>
            </a:extLst>
          </p:cNvPr>
          <p:cNvSpPr>
            <a:spLocks xmlns:a="http://schemas.openxmlformats.org/drawingml/2006/main" noGrp="1"/>
          </p:cNvSpPr>
          <p:nvPr/>
        </p:nvSpPr>
        <p:spPr>
          <a:xfrm xmlns:a="http://schemas.openxmlformats.org/drawingml/2006/main">
            <a:off x="9890760" y="2341721"/>
            <a:ext cx="1084898" cy="255270"/>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270" name="dp44-comparison / n218 / text 1">
            <a:extLst xmlns:a="http://schemas.openxmlformats.org/drawingml/2006/main">
              <a:ext uri="{FF2B5EF4-FFF2-40B4-BE49-F238E27FC236}">
                <a16:creationId xmlns:a16="http://schemas.microsoft.com/office/drawing/2014/main" id="{A5B922D2-243C-4BB7-9DF8-0739AFF4CAA9}"/>
              </a:ext>
            </a:extLst>
          </p:cNvPr>
          <p:cNvSpPr>
            <a:spLocks xmlns:a="http://schemas.openxmlformats.org/drawingml/2006/main" noGrp="1"/>
          </p:cNvSpPr>
          <p:nvPr/>
        </p:nvSpPr>
        <p:spPr>
          <a:xfrm xmlns:a="http://schemas.openxmlformats.org/drawingml/2006/main">
            <a:off x="9935432" y="2394690"/>
            <a:ext cx="995553"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사용자</a:t>
            </a:r>
          </a:p>
        </p:txBody>
      </p:sp>
      <p:sp>
        <p:nvSpPr>
          <p:cNvPr id="271" name="dp44-comparison / n219">
            <a:extLst xmlns:a="http://schemas.openxmlformats.org/drawingml/2006/main">
              <a:ext uri="{FF2B5EF4-FFF2-40B4-BE49-F238E27FC236}">
                <a16:creationId xmlns:a16="http://schemas.microsoft.com/office/drawing/2014/main" id="{3C5C1378-8AD4-4B1E-8BAC-BCA819492500}"/>
              </a:ext>
            </a:extLst>
          </p:cNvPr>
          <p:cNvSpPr>
            <a:spLocks xmlns:a="http://schemas.openxmlformats.org/drawingml/2006/main" noGrp="1"/>
          </p:cNvSpPr>
          <p:nvPr/>
        </p:nvSpPr>
        <p:spPr>
          <a:xfrm xmlns:a="http://schemas.openxmlformats.org/drawingml/2006/main">
            <a:off x="9890760" y="2756535"/>
            <a:ext cx="2169795"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72" name="dp44-comparison / n220 / text 1">
            <a:extLst xmlns:a="http://schemas.openxmlformats.org/drawingml/2006/main">
              <a:ext uri="{FF2B5EF4-FFF2-40B4-BE49-F238E27FC236}">
                <a16:creationId xmlns:a16="http://schemas.microsoft.com/office/drawing/2014/main" id="{1926FC80-755D-4DBE-A86A-7D784F866C13}"/>
              </a:ext>
            </a:extLst>
          </p:cNvPr>
          <p:cNvSpPr>
            <a:spLocks xmlns:a="http://schemas.openxmlformats.org/drawingml/2006/main" noGrp="1"/>
          </p:cNvSpPr>
          <p:nvPr/>
        </p:nvSpPr>
        <p:spPr>
          <a:xfrm xmlns:a="http://schemas.openxmlformats.org/drawingml/2006/main">
            <a:off x="9967341" y="2813971"/>
            <a:ext cx="2016633"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Interaction Manager</a:t>
            </a:r>
          </a:p>
        </p:txBody>
      </p:sp>
      <p:sp>
        <p:nvSpPr>
          <p:cNvPr id="273" name="dp44-comparison / n221">
            <a:extLst xmlns:a="http://schemas.openxmlformats.org/drawingml/2006/main">
              <a:ext uri="{FF2B5EF4-FFF2-40B4-BE49-F238E27FC236}">
                <a16:creationId xmlns:a16="http://schemas.microsoft.com/office/drawing/2014/main" id="{D29520CB-B331-4AC4-8AB5-8DFF8BFCCD3A}"/>
              </a:ext>
            </a:extLst>
          </p:cNvPr>
          <p:cNvSpPr>
            <a:spLocks xmlns:a="http://schemas.openxmlformats.org/drawingml/2006/main" noGrp="1"/>
          </p:cNvSpPr>
          <p:nvPr/>
        </p:nvSpPr>
        <p:spPr>
          <a:xfrm xmlns:a="http://schemas.openxmlformats.org/drawingml/2006/main">
            <a:off x="9986486"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274" name="dp44-comparison / n222 / text 1">
            <a:extLst xmlns:a="http://schemas.openxmlformats.org/drawingml/2006/main">
              <a:ext uri="{FF2B5EF4-FFF2-40B4-BE49-F238E27FC236}">
                <a16:creationId xmlns:a16="http://schemas.microsoft.com/office/drawing/2014/main" id="{03B9ED2B-D36E-461F-8C87-2C06EBA796DC}"/>
              </a:ext>
            </a:extLst>
          </p:cNvPr>
          <p:cNvSpPr>
            <a:spLocks xmlns:a="http://schemas.openxmlformats.org/drawingml/2006/main" noGrp="1"/>
          </p:cNvSpPr>
          <p:nvPr/>
        </p:nvSpPr>
        <p:spPr>
          <a:xfrm xmlns:a="http://schemas.openxmlformats.org/drawingml/2006/main">
            <a:off x="10031159" y="3189760"/>
            <a:ext cx="836009"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Channel I/O</a:t>
            </a:r>
          </a:p>
        </p:txBody>
      </p:sp>
      <p:sp>
        <p:nvSpPr>
          <p:cNvPr id="275" name="dp44-comparison / n223">
            <a:extLst xmlns:a="http://schemas.openxmlformats.org/drawingml/2006/main">
              <a:ext uri="{FF2B5EF4-FFF2-40B4-BE49-F238E27FC236}">
                <a16:creationId xmlns:a16="http://schemas.microsoft.com/office/drawing/2014/main" id="{84DA9C80-0560-46F8-801E-F06A558DFABF}"/>
              </a:ext>
            </a:extLst>
          </p:cNvPr>
          <p:cNvSpPr>
            <a:spLocks xmlns:a="http://schemas.openxmlformats.org/drawingml/2006/main" noGrp="1"/>
          </p:cNvSpPr>
          <p:nvPr/>
        </p:nvSpPr>
        <p:spPr>
          <a:xfrm xmlns:a="http://schemas.openxmlformats.org/drawingml/2006/main">
            <a:off x="11026712"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276" name="dp44-comparison / n224 / text 1">
            <a:extLst xmlns:a="http://schemas.openxmlformats.org/drawingml/2006/main">
              <a:ext uri="{FF2B5EF4-FFF2-40B4-BE49-F238E27FC236}">
                <a16:creationId xmlns:a16="http://schemas.microsoft.com/office/drawing/2014/main" id="{9ED0E3E4-48D2-4FBA-9BF1-690E3735779F}"/>
              </a:ext>
            </a:extLst>
          </p:cNvPr>
          <p:cNvSpPr>
            <a:spLocks xmlns:a="http://schemas.openxmlformats.org/drawingml/2006/main" noGrp="1"/>
          </p:cNvSpPr>
          <p:nvPr/>
        </p:nvSpPr>
        <p:spPr>
          <a:xfrm xmlns:a="http://schemas.openxmlformats.org/drawingml/2006/main">
            <a:off x="11071384" y="3126294"/>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Turn-Taking</a:t>
            </a:r>
          </a:p>
        </p:txBody>
      </p:sp>
      <p:sp>
        <p:nvSpPr>
          <p:cNvPr id="277" name="dp44-comparison / n224 / text 2">
            <a:extLst xmlns:a="http://schemas.openxmlformats.org/drawingml/2006/main">
              <a:ext uri="{FF2B5EF4-FFF2-40B4-BE49-F238E27FC236}">
                <a16:creationId xmlns:a16="http://schemas.microsoft.com/office/drawing/2014/main" id="{7C7EE43A-FC80-4F12-A807-DC1F993209F8}"/>
              </a:ext>
            </a:extLst>
          </p:cNvPr>
          <p:cNvSpPr>
            <a:spLocks xmlns:a="http://schemas.openxmlformats.org/drawingml/2006/main" noGrp="1"/>
          </p:cNvSpPr>
          <p:nvPr/>
        </p:nvSpPr>
        <p:spPr>
          <a:xfrm xmlns:a="http://schemas.openxmlformats.org/drawingml/2006/main">
            <a:off x="11071384" y="3260693"/>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Control</a:t>
            </a:r>
          </a:p>
        </p:txBody>
      </p:sp>
      <p:sp>
        <p:nvSpPr>
          <p:cNvPr id="278" name="dp44-comparison / n225">
            <a:extLst xmlns:a="http://schemas.openxmlformats.org/drawingml/2006/main">
              <a:ext uri="{FF2B5EF4-FFF2-40B4-BE49-F238E27FC236}">
                <a16:creationId xmlns:a16="http://schemas.microsoft.com/office/drawing/2014/main" id="{A5853246-908D-4C3E-8BED-7A87DB81598E}"/>
              </a:ext>
            </a:extLst>
          </p:cNvPr>
          <p:cNvSpPr>
            <a:spLocks xmlns:a="http://schemas.openxmlformats.org/drawingml/2006/main" noGrp="1"/>
          </p:cNvSpPr>
          <p:nvPr/>
        </p:nvSpPr>
        <p:spPr>
          <a:xfrm xmlns:a="http://schemas.openxmlformats.org/drawingml/2006/main">
            <a:off x="9986486"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279" name="dp44-comparison / n226 / text 1">
            <a:extLst xmlns:a="http://schemas.openxmlformats.org/drawingml/2006/main">
              <a:ext uri="{FF2B5EF4-FFF2-40B4-BE49-F238E27FC236}">
                <a16:creationId xmlns:a16="http://schemas.microsoft.com/office/drawing/2014/main" id="{CA007DFA-1EFC-4CFD-8BA2-A5DFE57CADDA}"/>
              </a:ext>
            </a:extLst>
          </p:cNvPr>
          <p:cNvSpPr>
            <a:spLocks xmlns:a="http://schemas.openxmlformats.org/drawingml/2006/main" noGrp="1"/>
          </p:cNvSpPr>
          <p:nvPr/>
        </p:nvSpPr>
        <p:spPr>
          <a:xfrm xmlns:a="http://schemas.openxmlformats.org/drawingml/2006/main">
            <a:off x="10031159"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Evidence</a:t>
            </a:r>
          </a:p>
        </p:txBody>
      </p:sp>
      <p:sp>
        <p:nvSpPr>
          <p:cNvPr id="280" name="dp44-comparison / n226 / text 2">
            <a:extLst xmlns:a="http://schemas.openxmlformats.org/drawingml/2006/main">
              <a:ext uri="{FF2B5EF4-FFF2-40B4-BE49-F238E27FC236}">
                <a16:creationId xmlns:a16="http://schemas.microsoft.com/office/drawing/2014/main" id="{295418E4-CD32-4ECE-A0B9-6344A56D01FD}"/>
              </a:ext>
            </a:extLst>
          </p:cNvPr>
          <p:cNvSpPr>
            <a:spLocks xmlns:a="http://schemas.openxmlformats.org/drawingml/2006/main" noGrp="1"/>
          </p:cNvSpPr>
          <p:nvPr/>
        </p:nvSpPr>
        <p:spPr>
          <a:xfrm xmlns:a="http://schemas.openxmlformats.org/drawingml/2006/main">
            <a:off x="10031159"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Capture</a:t>
            </a:r>
          </a:p>
        </p:txBody>
      </p:sp>
      <p:sp>
        <p:nvSpPr>
          <p:cNvPr id="281" name="dp44-comparison / n227">
            <a:extLst xmlns:a="http://schemas.openxmlformats.org/drawingml/2006/main">
              <a:ext uri="{FF2B5EF4-FFF2-40B4-BE49-F238E27FC236}">
                <a16:creationId xmlns:a16="http://schemas.microsoft.com/office/drawing/2014/main" id="{9C8E7DB5-18A7-4984-826D-5E5393A68228}"/>
              </a:ext>
            </a:extLst>
          </p:cNvPr>
          <p:cNvSpPr>
            <a:spLocks xmlns:a="http://schemas.openxmlformats.org/drawingml/2006/main" noGrp="1"/>
          </p:cNvSpPr>
          <p:nvPr/>
        </p:nvSpPr>
        <p:spPr>
          <a:xfrm xmlns:a="http://schemas.openxmlformats.org/drawingml/2006/main">
            <a:off x="11026712"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282" name="dp44-comparison / n228 / text 1">
            <a:extLst xmlns:a="http://schemas.openxmlformats.org/drawingml/2006/main">
              <a:ext uri="{FF2B5EF4-FFF2-40B4-BE49-F238E27FC236}">
                <a16:creationId xmlns:a16="http://schemas.microsoft.com/office/drawing/2014/main" id="{85E1E6BF-A541-4119-9F45-BA7C397BFE9A}"/>
              </a:ext>
            </a:extLst>
          </p:cNvPr>
          <p:cNvSpPr>
            <a:spLocks xmlns:a="http://schemas.openxmlformats.org/drawingml/2006/main" noGrp="1"/>
          </p:cNvSpPr>
          <p:nvPr/>
        </p:nvSpPr>
        <p:spPr>
          <a:xfrm xmlns:a="http://schemas.openxmlformats.org/drawingml/2006/main">
            <a:off x="11071384"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Timeline &amp;</a:t>
            </a:r>
          </a:p>
        </p:txBody>
      </p:sp>
      <p:sp>
        <p:nvSpPr>
          <p:cNvPr id="283" name="dp44-comparison / n228 / text 2">
            <a:extLst xmlns:a="http://schemas.openxmlformats.org/drawingml/2006/main">
              <a:ext uri="{FF2B5EF4-FFF2-40B4-BE49-F238E27FC236}">
                <a16:creationId xmlns:a16="http://schemas.microsoft.com/office/drawing/2014/main" id="{105480FE-961C-44DD-8351-702A17BC6109}"/>
              </a:ext>
            </a:extLst>
          </p:cNvPr>
          <p:cNvSpPr>
            <a:spLocks xmlns:a="http://schemas.openxmlformats.org/drawingml/2006/main" noGrp="1"/>
          </p:cNvSpPr>
          <p:nvPr/>
        </p:nvSpPr>
        <p:spPr>
          <a:xfrm xmlns:a="http://schemas.openxmlformats.org/drawingml/2006/main">
            <a:off x="11071384"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Buffer</a:t>
            </a:r>
          </a:p>
        </p:txBody>
      </p:sp>
      <p:sp>
        <p:nvSpPr>
          <p:cNvPr id="284" name="dp44-comparison / n229">
            <a:extLst xmlns:a="http://schemas.openxmlformats.org/drawingml/2006/main">
              <a:ext uri="{FF2B5EF4-FFF2-40B4-BE49-F238E27FC236}">
                <a16:creationId xmlns:a16="http://schemas.microsoft.com/office/drawing/2014/main" id="{4263A3B1-0087-4845-A22A-0F353229D879}"/>
              </a:ext>
            </a:extLst>
          </p:cNvPr>
          <p:cNvSpPr>
            <a:spLocks xmlns:a="http://schemas.openxmlformats.org/drawingml/2006/main" noGrp="1"/>
          </p:cNvSpPr>
          <p:nvPr/>
        </p:nvSpPr>
        <p:spPr>
          <a:xfrm xmlns:a="http://schemas.openxmlformats.org/drawingml/2006/main">
            <a:off x="10433209" y="4128611"/>
            <a:ext cx="1116806" cy="331851"/>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285" name="dp44-comparison / n230 / text 1">
            <a:extLst xmlns:a="http://schemas.openxmlformats.org/drawingml/2006/main">
              <a:ext uri="{FF2B5EF4-FFF2-40B4-BE49-F238E27FC236}">
                <a16:creationId xmlns:a16="http://schemas.microsoft.com/office/drawing/2014/main" id="{5399081A-52DB-4981-9E67-C29FA8E9D897}"/>
              </a:ext>
            </a:extLst>
          </p:cNvPr>
          <p:cNvSpPr>
            <a:spLocks xmlns:a="http://schemas.openxmlformats.org/drawingml/2006/main" noGrp="1"/>
          </p:cNvSpPr>
          <p:nvPr/>
        </p:nvSpPr>
        <p:spPr>
          <a:xfrm xmlns:a="http://schemas.openxmlformats.org/drawingml/2006/main">
            <a:off x="10477881" y="4252864"/>
            <a:ext cx="1027462"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Playback State</a:t>
            </a:r>
          </a:p>
        </p:txBody>
      </p:sp>
      <p:sp>
        <p:nvSpPr>
          <p:cNvPr id="286" name="dp44-comparison / n231">
            <a:extLst xmlns:a="http://schemas.openxmlformats.org/drawingml/2006/main">
              <a:ext uri="{FF2B5EF4-FFF2-40B4-BE49-F238E27FC236}">
                <a16:creationId xmlns:a16="http://schemas.microsoft.com/office/drawing/2014/main" id="{05FCCD86-475A-454F-ACE8-F576319EC512}"/>
              </a:ext>
            </a:extLst>
          </p:cNvPr>
          <p:cNvSpPr>
            <a:spLocks xmlns:a="http://schemas.openxmlformats.org/drawingml/2006/main" noGrp="1"/>
          </p:cNvSpPr>
          <p:nvPr/>
        </p:nvSpPr>
        <p:spPr>
          <a:xfrm xmlns:a="http://schemas.openxmlformats.org/drawingml/2006/main">
            <a:off x="12634913" y="2756535"/>
            <a:ext cx="4403408"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87" name="dp44-comparison / n232 / text 1">
            <a:extLst xmlns:a="http://schemas.openxmlformats.org/drawingml/2006/main">
              <a:ext uri="{FF2B5EF4-FFF2-40B4-BE49-F238E27FC236}">
                <a16:creationId xmlns:a16="http://schemas.microsoft.com/office/drawing/2014/main" id="{C939D403-26CD-4C2E-B4FA-888FBF0270CD}"/>
              </a:ext>
            </a:extLst>
          </p:cNvPr>
          <p:cNvSpPr>
            <a:spLocks xmlns:a="http://schemas.openxmlformats.org/drawingml/2006/main" noGrp="1"/>
          </p:cNvSpPr>
          <p:nvPr/>
        </p:nvSpPr>
        <p:spPr>
          <a:xfrm xmlns:a="http://schemas.openxmlformats.org/drawingml/2006/main">
            <a:off x="12711494" y="2813971"/>
            <a:ext cx="425024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Request Controller</a:t>
            </a:r>
          </a:p>
        </p:txBody>
      </p:sp>
      <p:sp>
        <p:nvSpPr>
          <p:cNvPr id="288" name="dp44-comparison / n233">
            <a:extLst xmlns:a="http://schemas.openxmlformats.org/drawingml/2006/main">
              <a:ext uri="{FF2B5EF4-FFF2-40B4-BE49-F238E27FC236}">
                <a16:creationId xmlns:a16="http://schemas.microsoft.com/office/drawing/2014/main" id="{5505C0D1-DA69-42A2-BAC7-9389DEDE6A4A}"/>
              </a:ext>
            </a:extLst>
          </p:cNvPr>
          <p:cNvSpPr>
            <a:spLocks xmlns:a="http://schemas.openxmlformats.org/drawingml/2006/main" noGrp="1"/>
          </p:cNvSpPr>
          <p:nvPr/>
        </p:nvSpPr>
        <p:spPr>
          <a:xfrm xmlns:a="http://schemas.openxmlformats.org/drawingml/2006/main">
            <a:off x="12762548" y="3152204"/>
            <a:ext cx="1786890" cy="344615"/>
          </a:xfrm>
          <a:prstGeom xmlns:a="http://schemas.openxmlformats.org/drawingml/2006/main" prst="roundRect">
            <a:avLst>
              <a:gd name="adj" fmla="val 22112"/>
            </a:avLst>
          </a:prstGeom>
          <a:solidFill xmlns:a="http://schemas.openxmlformats.org/drawingml/2006/main">
            <a:srgbClr val="FFF0DD"/>
          </a:solidFill>
          <a:ln xmlns:a="http://schemas.openxmlformats.org/drawingml/2006/main" w="11487">
            <a:solidFill>
              <a:srgbClr val="B8753F"/>
            </a:solidFill>
            <a:prstDash val="solid"/>
          </a:ln>
        </p:spPr>
      </p:sp>
      <p:sp>
        <p:nvSpPr>
          <p:cNvPr id="289" name="dp44-comparison / n234 / text 1">
            <a:extLst xmlns:a="http://schemas.openxmlformats.org/drawingml/2006/main">
              <a:ext uri="{FF2B5EF4-FFF2-40B4-BE49-F238E27FC236}">
                <a16:creationId xmlns:a16="http://schemas.microsoft.com/office/drawing/2014/main" id="{ED12642E-F7B0-4130-8FEC-44E350D7D832}"/>
              </a:ext>
            </a:extLst>
          </p:cNvPr>
          <p:cNvSpPr>
            <a:spLocks xmlns:a="http://schemas.openxmlformats.org/drawingml/2006/main" noGrp="1"/>
          </p:cNvSpPr>
          <p:nvPr/>
        </p:nvSpPr>
        <p:spPr>
          <a:xfrm xmlns:a="http://schemas.openxmlformats.org/drawingml/2006/main">
            <a:off x="12807220" y="3246111"/>
            <a:ext cx="1697546"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Input Resolution Stage</a:t>
            </a:r>
          </a:p>
        </p:txBody>
      </p:sp>
      <p:sp>
        <p:nvSpPr>
          <p:cNvPr id="290" name="dp44-comparison / n235">
            <a:extLst xmlns:a="http://schemas.openxmlformats.org/drawingml/2006/main">
              <a:ext uri="{FF2B5EF4-FFF2-40B4-BE49-F238E27FC236}">
                <a16:creationId xmlns:a16="http://schemas.microsoft.com/office/drawing/2014/main" id="{19300C66-BC30-4BDF-929D-862E643D3F42}"/>
              </a:ext>
            </a:extLst>
          </p:cNvPr>
          <p:cNvSpPr>
            <a:spLocks xmlns:a="http://schemas.openxmlformats.org/drawingml/2006/main" noGrp="1"/>
          </p:cNvSpPr>
          <p:nvPr/>
        </p:nvSpPr>
        <p:spPr>
          <a:xfrm xmlns:a="http://schemas.openxmlformats.org/drawingml/2006/main">
            <a:off x="14932343" y="3152204"/>
            <a:ext cx="1946434" cy="38290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291" name="dp44-comparison / n236 / text 1">
            <a:extLst xmlns:a="http://schemas.openxmlformats.org/drawingml/2006/main">
              <a:ext uri="{FF2B5EF4-FFF2-40B4-BE49-F238E27FC236}">
                <a16:creationId xmlns:a16="http://schemas.microsoft.com/office/drawing/2014/main" id="{70B45354-15B7-42C0-BD5C-872AE7191499}"/>
              </a:ext>
            </a:extLst>
          </p:cNvPr>
          <p:cNvSpPr>
            <a:spLocks xmlns:a="http://schemas.openxmlformats.org/drawingml/2006/main" noGrp="1"/>
          </p:cNvSpPr>
          <p:nvPr/>
        </p:nvSpPr>
        <p:spPr>
          <a:xfrm xmlns:a="http://schemas.openxmlformats.org/drawingml/2006/main">
            <a:off x="14977015" y="3294517"/>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Input Window</a:t>
            </a:r>
          </a:p>
        </p:txBody>
      </p:sp>
      <p:sp>
        <p:nvSpPr>
          <p:cNvPr id="292" name="dp44-comparison / n237">
            <a:extLst xmlns:a="http://schemas.openxmlformats.org/drawingml/2006/main">
              <a:ext uri="{FF2B5EF4-FFF2-40B4-BE49-F238E27FC236}">
                <a16:creationId xmlns:a16="http://schemas.microsoft.com/office/drawing/2014/main" id="{6F863FBC-D9E7-4CCE-83EA-DFB698947250}"/>
              </a:ext>
            </a:extLst>
          </p:cNvPr>
          <p:cNvSpPr>
            <a:spLocks xmlns:a="http://schemas.openxmlformats.org/drawingml/2006/main" noGrp="1"/>
          </p:cNvSpPr>
          <p:nvPr/>
        </p:nvSpPr>
        <p:spPr>
          <a:xfrm xmlns:a="http://schemas.openxmlformats.org/drawingml/2006/main">
            <a:off x="12762548" y="3886105"/>
            <a:ext cx="1786890" cy="344615"/>
          </a:xfrm>
          <a:prstGeom xmlns:a="http://schemas.openxmlformats.org/drawingml/2006/main" prst="roundRect">
            <a:avLst>
              <a:gd name="adj" fmla="val 22112"/>
            </a:avLst>
          </a:prstGeom>
          <a:solidFill xmlns:a="http://schemas.openxmlformats.org/drawingml/2006/main">
            <a:srgbClr val="FFF0DD"/>
          </a:solidFill>
          <a:ln xmlns:a="http://schemas.openxmlformats.org/drawingml/2006/main" w="11487">
            <a:solidFill>
              <a:srgbClr val="B8753F"/>
            </a:solidFill>
            <a:prstDash val="solid"/>
          </a:ln>
        </p:spPr>
      </p:sp>
      <p:sp>
        <p:nvSpPr>
          <p:cNvPr id="293" name="dp44-comparison / n238 / text 1">
            <a:extLst xmlns:a="http://schemas.openxmlformats.org/drawingml/2006/main">
              <a:ext uri="{FF2B5EF4-FFF2-40B4-BE49-F238E27FC236}">
                <a16:creationId xmlns:a16="http://schemas.microsoft.com/office/drawing/2014/main" id="{968CADDB-F434-479C-BF52-3D5DA58E7958}"/>
              </a:ext>
            </a:extLst>
          </p:cNvPr>
          <p:cNvSpPr>
            <a:spLocks xmlns:a="http://schemas.openxmlformats.org/drawingml/2006/main" noGrp="1"/>
          </p:cNvSpPr>
          <p:nvPr/>
        </p:nvSpPr>
        <p:spPr>
          <a:xfrm xmlns:a="http://schemas.openxmlformats.org/drawingml/2006/main">
            <a:off x="12807220" y="3980012"/>
            <a:ext cx="1697546"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Task Notice Stage</a:t>
            </a:r>
          </a:p>
        </p:txBody>
      </p:sp>
      <p:sp>
        <p:nvSpPr>
          <p:cNvPr id="294" name="dp44-comparison / n239">
            <a:extLst xmlns:a="http://schemas.openxmlformats.org/drawingml/2006/main">
              <a:ext uri="{FF2B5EF4-FFF2-40B4-BE49-F238E27FC236}">
                <a16:creationId xmlns:a16="http://schemas.microsoft.com/office/drawing/2014/main" id="{679A48A2-1C60-40C5-A280-676926E012E5}"/>
              </a:ext>
            </a:extLst>
          </p:cNvPr>
          <p:cNvSpPr>
            <a:spLocks xmlns:a="http://schemas.openxmlformats.org/drawingml/2006/main" noGrp="1"/>
          </p:cNvSpPr>
          <p:nvPr/>
        </p:nvSpPr>
        <p:spPr>
          <a:xfrm xmlns:a="http://schemas.openxmlformats.org/drawingml/2006/main">
            <a:off x="14932343" y="3886105"/>
            <a:ext cx="1946434" cy="38290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295" name="dp44-comparison / n240 / text 1">
            <a:extLst xmlns:a="http://schemas.openxmlformats.org/drawingml/2006/main">
              <a:ext uri="{FF2B5EF4-FFF2-40B4-BE49-F238E27FC236}">
                <a16:creationId xmlns:a16="http://schemas.microsoft.com/office/drawing/2014/main" id="{C2C904A6-1BFE-4A9D-9F7B-A82ABDFBF00F}"/>
              </a:ext>
            </a:extLst>
          </p:cNvPr>
          <p:cNvSpPr>
            <a:spLocks xmlns:a="http://schemas.openxmlformats.org/drawingml/2006/main" noGrp="1"/>
          </p:cNvSpPr>
          <p:nvPr/>
        </p:nvSpPr>
        <p:spPr>
          <a:xfrm xmlns:a="http://schemas.openxmlformats.org/drawingml/2006/main">
            <a:off x="14977015" y="4028418"/>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Notice Window</a:t>
            </a:r>
          </a:p>
        </p:txBody>
      </p:sp>
      <p:sp>
        <p:nvSpPr>
          <p:cNvPr id="296" name="dp44-comparison / n241">
            <a:extLst xmlns:a="http://schemas.openxmlformats.org/drawingml/2006/main">
              <a:ext uri="{FF2B5EF4-FFF2-40B4-BE49-F238E27FC236}">
                <a16:creationId xmlns:a16="http://schemas.microsoft.com/office/drawing/2014/main" id="{B5C47010-64CC-4E5A-9104-EB504C07F8ED}"/>
              </a:ext>
            </a:extLst>
          </p:cNvPr>
          <p:cNvSpPr>
            <a:spLocks xmlns:a="http://schemas.openxmlformats.org/drawingml/2006/main" noGrp="1"/>
          </p:cNvSpPr>
          <p:nvPr/>
        </p:nvSpPr>
        <p:spPr>
          <a:xfrm xmlns:a="http://schemas.openxmlformats.org/drawingml/2006/main">
            <a:off x="9890760" y="5022056"/>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97" name="dp44-comparison / n242 / text 1">
            <a:extLst xmlns:a="http://schemas.openxmlformats.org/drawingml/2006/main">
              <a:ext uri="{FF2B5EF4-FFF2-40B4-BE49-F238E27FC236}">
                <a16:creationId xmlns:a16="http://schemas.microsoft.com/office/drawing/2014/main" id="{B4BBC143-6F78-498C-9FF0-45B1D9129B35}"/>
              </a:ext>
            </a:extLst>
          </p:cNvPr>
          <p:cNvSpPr>
            <a:spLocks xmlns:a="http://schemas.openxmlformats.org/drawingml/2006/main" noGrp="1"/>
          </p:cNvSpPr>
          <p:nvPr/>
        </p:nvSpPr>
        <p:spPr>
          <a:xfrm xmlns:a="http://schemas.openxmlformats.org/drawingml/2006/main">
            <a:off x="9935432" y="5112230"/>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Context Manager</a:t>
            </a:r>
          </a:p>
        </p:txBody>
      </p:sp>
      <p:sp>
        <p:nvSpPr>
          <p:cNvPr id="298" name="dp44-comparison / n243">
            <a:extLst xmlns:a="http://schemas.openxmlformats.org/drawingml/2006/main">
              <a:ext uri="{FF2B5EF4-FFF2-40B4-BE49-F238E27FC236}">
                <a16:creationId xmlns:a16="http://schemas.microsoft.com/office/drawing/2014/main" id="{EB866F02-A225-4A83-9F79-35052228DD4E}"/>
              </a:ext>
            </a:extLst>
          </p:cNvPr>
          <p:cNvSpPr>
            <a:spLocks xmlns:a="http://schemas.openxmlformats.org/drawingml/2006/main" noGrp="1"/>
          </p:cNvSpPr>
          <p:nvPr/>
        </p:nvSpPr>
        <p:spPr>
          <a:xfrm xmlns:a="http://schemas.openxmlformats.org/drawingml/2006/main">
            <a:off x="9890760" y="5583650"/>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99" name="dp44-comparison / n244 / text 1">
            <a:extLst xmlns:a="http://schemas.openxmlformats.org/drawingml/2006/main">
              <a:ext uri="{FF2B5EF4-FFF2-40B4-BE49-F238E27FC236}">
                <a16:creationId xmlns:a16="http://schemas.microsoft.com/office/drawing/2014/main" id="{20D27F4C-9683-45F4-8136-43C68C7248E9}"/>
              </a:ext>
            </a:extLst>
          </p:cNvPr>
          <p:cNvSpPr>
            <a:spLocks xmlns:a="http://schemas.openxmlformats.org/drawingml/2006/main" noGrp="1"/>
          </p:cNvSpPr>
          <p:nvPr/>
        </p:nvSpPr>
        <p:spPr>
          <a:xfrm xmlns:a="http://schemas.openxmlformats.org/drawingml/2006/main">
            <a:off x="9935432" y="5677558"/>
            <a:ext cx="1569911"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Request Interpreter</a:t>
            </a:r>
          </a:p>
        </p:txBody>
      </p:sp>
      <p:sp>
        <p:nvSpPr>
          <p:cNvPr id="300" name="dp44-comparison / n245">
            <a:extLst xmlns:a="http://schemas.openxmlformats.org/drawingml/2006/main">
              <a:ext uri="{FF2B5EF4-FFF2-40B4-BE49-F238E27FC236}">
                <a16:creationId xmlns:a16="http://schemas.microsoft.com/office/drawing/2014/main" id="{DB5DBF9E-6B77-45AB-A706-C29A5C2962C7}"/>
              </a:ext>
            </a:extLst>
          </p:cNvPr>
          <p:cNvSpPr>
            <a:spLocks xmlns:a="http://schemas.openxmlformats.org/drawingml/2006/main" noGrp="1"/>
          </p:cNvSpPr>
          <p:nvPr/>
        </p:nvSpPr>
        <p:spPr>
          <a:xfrm xmlns:a="http://schemas.openxmlformats.org/drawingml/2006/main">
            <a:off x="12507278" y="5022056"/>
            <a:ext cx="2871788" cy="1627346"/>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01" name="dp44-comparison / n246 / text 1">
            <a:extLst xmlns:a="http://schemas.openxmlformats.org/drawingml/2006/main">
              <a:ext uri="{FF2B5EF4-FFF2-40B4-BE49-F238E27FC236}">
                <a16:creationId xmlns:a16="http://schemas.microsoft.com/office/drawing/2014/main" id="{DB758E8E-D9CE-4273-9052-43E30EE84740}"/>
              </a:ext>
            </a:extLst>
          </p:cNvPr>
          <p:cNvSpPr>
            <a:spLocks xmlns:a="http://schemas.openxmlformats.org/drawingml/2006/main" noGrp="1"/>
          </p:cNvSpPr>
          <p:nvPr/>
        </p:nvSpPr>
        <p:spPr>
          <a:xfrm xmlns:a="http://schemas.openxmlformats.org/drawingml/2006/main">
            <a:off x="12583859" y="5079492"/>
            <a:ext cx="271862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Response Manager</a:t>
            </a:r>
          </a:p>
        </p:txBody>
      </p:sp>
      <p:sp>
        <p:nvSpPr>
          <p:cNvPr id="302" name="dp44-comparison / n247">
            <a:extLst xmlns:a="http://schemas.openxmlformats.org/drawingml/2006/main">
              <a:ext uri="{FF2B5EF4-FFF2-40B4-BE49-F238E27FC236}">
                <a16:creationId xmlns:a16="http://schemas.microsoft.com/office/drawing/2014/main" id="{59ECB4CD-923E-427F-B68B-0D0D06C9CD32}"/>
              </a:ext>
            </a:extLst>
          </p:cNvPr>
          <p:cNvSpPr>
            <a:spLocks xmlns:a="http://schemas.openxmlformats.org/drawingml/2006/main" noGrp="1"/>
          </p:cNvSpPr>
          <p:nvPr/>
        </p:nvSpPr>
        <p:spPr>
          <a:xfrm xmlns:a="http://schemas.openxmlformats.org/drawingml/2006/main">
            <a:off x="12603004" y="5373053"/>
            <a:ext cx="1212533" cy="350996"/>
          </a:xfrm>
          <a:prstGeom xmlns:a="http://schemas.openxmlformats.org/drawingml/2006/main" prst="roundRect">
            <a:avLst>
              <a:gd name="adj" fmla="val 21710"/>
            </a:avLst>
          </a:prstGeom>
          <a:solidFill xmlns:a="http://schemas.openxmlformats.org/drawingml/2006/main">
            <a:srgbClr val="FFFFFF"/>
          </a:solidFill>
          <a:ln xmlns:a="http://schemas.openxmlformats.org/drawingml/2006/main" w="6382">
            <a:solidFill>
              <a:srgbClr val="000000"/>
            </a:solidFill>
            <a:prstDash val="solid"/>
          </a:ln>
        </p:spPr>
      </p:sp>
      <p:sp>
        <p:nvSpPr>
          <p:cNvPr id="303" name="dp44-comparison / n248 / text 1">
            <a:extLst xmlns:a="http://schemas.openxmlformats.org/drawingml/2006/main">
              <a:ext uri="{FF2B5EF4-FFF2-40B4-BE49-F238E27FC236}">
                <a16:creationId xmlns:a16="http://schemas.microsoft.com/office/drawing/2014/main" id="{B75E0FD2-21EB-4D34-8863-9595D48C8139}"/>
              </a:ext>
            </a:extLst>
          </p:cNvPr>
          <p:cNvSpPr>
            <a:spLocks xmlns:a="http://schemas.openxmlformats.org/drawingml/2006/main" noGrp="1"/>
          </p:cNvSpPr>
          <p:nvPr/>
        </p:nvSpPr>
        <p:spPr>
          <a:xfrm xmlns:a="http://schemas.openxmlformats.org/drawingml/2006/main">
            <a:off x="12647676" y="5391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Response</a:t>
            </a:r>
          </a:p>
        </p:txBody>
      </p:sp>
      <p:sp>
        <p:nvSpPr>
          <p:cNvPr id="304" name="dp44-comparison / n248 / text 2">
            <a:extLst xmlns:a="http://schemas.openxmlformats.org/drawingml/2006/main">
              <a:ext uri="{FF2B5EF4-FFF2-40B4-BE49-F238E27FC236}">
                <a16:creationId xmlns:a16="http://schemas.microsoft.com/office/drawing/2014/main" id="{84784AD0-C445-43F4-BC60-CFE6E3615985}"/>
              </a:ext>
            </a:extLst>
          </p:cNvPr>
          <p:cNvSpPr>
            <a:spLocks xmlns:a="http://schemas.openxmlformats.org/drawingml/2006/main" noGrp="1"/>
          </p:cNvSpPr>
          <p:nvPr/>
        </p:nvSpPr>
        <p:spPr>
          <a:xfrm xmlns:a="http://schemas.openxmlformats.org/drawingml/2006/main">
            <a:off x="12647676" y="55485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Composer</a:t>
            </a:r>
          </a:p>
        </p:txBody>
      </p:sp>
      <p:sp>
        <p:nvSpPr>
          <p:cNvPr id="305" name="dp44-comparison / n249">
            <a:extLst xmlns:a="http://schemas.openxmlformats.org/drawingml/2006/main">
              <a:ext uri="{FF2B5EF4-FFF2-40B4-BE49-F238E27FC236}">
                <a16:creationId xmlns:a16="http://schemas.microsoft.com/office/drawing/2014/main" id="{353C7137-9728-42AD-BF0F-0AC89354C355}"/>
              </a:ext>
            </a:extLst>
          </p:cNvPr>
          <p:cNvSpPr>
            <a:spLocks xmlns:a="http://schemas.openxmlformats.org/drawingml/2006/main" noGrp="1"/>
          </p:cNvSpPr>
          <p:nvPr/>
        </p:nvSpPr>
        <p:spPr>
          <a:xfrm xmlns:a="http://schemas.openxmlformats.org/drawingml/2006/main">
            <a:off x="14070806" y="5373053"/>
            <a:ext cx="1212533" cy="350996"/>
          </a:xfrm>
          <a:prstGeom xmlns:a="http://schemas.openxmlformats.org/drawingml/2006/main" prst="roundRect">
            <a:avLst>
              <a:gd name="adj" fmla="val 21710"/>
            </a:avLst>
          </a:prstGeom>
          <a:solidFill xmlns:a="http://schemas.openxmlformats.org/drawingml/2006/main">
            <a:srgbClr val="FFF0DD"/>
          </a:solidFill>
          <a:ln xmlns:a="http://schemas.openxmlformats.org/drawingml/2006/main" w="11487">
            <a:solidFill>
              <a:srgbClr val="B8753F"/>
            </a:solidFill>
            <a:prstDash val="solid"/>
          </a:ln>
        </p:spPr>
      </p:sp>
      <p:sp>
        <p:nvSpPr>
          <p:cNvPr id="306" name="dp44-comparison / n250 / text 1">
            <a:extLst xmlns:a="http://schemas.openxmlformats.org/drawingml/2006/main">
              <a:ext uri="{FF2B5EF4-FFF2-40B4-BE49-F238E27FC236}">
                <a16:creationId xmlns:a16="http://schemas.microsoft.com/office/drawing/2014/main" id="{5760CD59-D3C4-4C1D-ACCD-339490A78607}"/>
              </a:ext>
            </a:extLst>
          </p:cNvPr>
          <p:cNvSpPr>
            <a:spLocks xmlns:a="http://schemas.openxmlformats.org/drawingml/2006/main" noGrp="1"/>
          </p:cNvSpPr>
          <p:nvPr/>
        </p:nvSpPr>
        <p:spPr>
          <a:xfrm xmlns:a="http://schemas.openxmlformats.org/drawingml/2006/main">
            <a:off x="14115479" y="547761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Publication Join</a:t>
            </a:r>
          </a:p>
        </p:txBody>
      </p:sp>
      <p:sp>
        <p:nvSpPr>
          <p:cNvPr id="307" name="dp44-comparison / n251">
            <a:extLst xmlns:a="http://schemas.openxmlformats.org/drawingml/2006/main">
              <a:ext uri="{FF2B5EF4-FFF2-40B4-BE49-F238E27FC236}">
                <a16:creationId xmlns:a16="http://schemas.microsoft.com/office/drawing/2014/main" id="{2A02400E-3DF3-4BD2-9571-F95A38150A6C}"/>
              </a:ext>
            </a:extLst>
          </p:cNvPr>
          <p:cNvSpPr>
            <a:spLocks xmlns:a="http://schemas.openxmlformats.org/drawingml/2006/main" noGrp="1"/>
          </p:cNvSpPr>
          <p:nvPr/>
        </p:nvSpPr>
        <p:spPr>
          <a:xfrm xmlns:a="http://schemas.openxmlformats.org/drawingml/2006/main">
            <a:off x="14070806" y="5826157"/>
            <a:ext cx="1212533" cy="34461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308" name="dp44-comparison / n252 / text 1">
            <a:extLst xmlns:a="http://schemas.openxmlformats.org/drawingml/2006/main">
              <a:ext uri="{FF2B5EF4-FFF2-40B4-BE49-F238E27FC236}">
                <a16:creationId xmlns:a16="http://schemas.microsoft.com/office/drawing/2014/main" id="{CF278785-2CD0-42D0-8FD1-F88FA035A92C}"/>
              </a:ext>
            </a:extLst>
          </p:cNvPr>
          <p:cNvSpPr>
            <a:spLocks xmlns:a="http://schemas.openxmlformats.org/drawingml/2006/main" noGrp="1"/>
          </p:cNvSpPr>
          <p:nvPr/>
        </p:nvSpPr>
        <p:spPr>
          <a:xfrm xmlns:a="http://schemas.openxmlformats.org/drawingml/2006/main">
            <a:off x="14115479" y="5964258"/>
            <a:ext cx="1123188"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04" b="1">
                <a:solidFill>
                  <a:srgbClr val="000000"/>
                </a:solidFill>
                <a:latin typeface="Apple SD Gothic Neo"/>
                <a:ea typeface="Apple SD Gothic Neo"/>
                <a:cs typeface="Apple SD Gothic Neo"/>
              </a:defRPr>
            </a:pPr>
            <a:r>
              <a:rPr sz="804" b="1">
                <a:solidFill>
                  <a:srgbClr val="000000"/>
                </a:solidFill>
                <a:latin typeface="Apple SD Gothic Neo"/>
                <a:ea typeface="Apple SD Gothic Neo"/>
                <a:cs typeface="Apple SD Gothic Neo"/>
              </a:rPr>
              <a:t>Publication Window</a:t>
            </a:r>
          </a:p>
        </p:txBody>
      </p:sp>
      <p:sp>
        <p:nvSpPr>
          <p:cNvPr id="309" name="dp44-comparison / n253">
            <a:extLst xmlns:a="http://schemas.openxmlformats.org/drawingml/2006/main">
              <a:ext uri="{FF2B5EF4-FFF2-40B4-BE49-F238E27FC236}">
                <a16:creationId xmlns:a16="http://schemas.microsoft.com/office/drawing/2014/main" id="{7339A264-A5D9-4D3E-8806-C527B621A8F2}"/>
              </a:ext>
            </a:extLst>
          </p:cNvPr>
          <p:cNvSpPr>
            <a:spLocks xmlns:a="http://schemas.openxmlformats.org/drawingml/2006/main" noGrp="1"/>
          </p:cNvSpPr>
          <p:nvPr/>
        </p:nvSpPr>
        <p:spPr>
          <a:xfrm xmlns:a="http://schemas.openxmlformats.org/drawingml/2006/main">
            <a:off x="12603004" y="6215444"/>
            <a:ext cx="1212533" cy="344615"/>
          </a:xfrm>
          <a:prstGeom xmlns:a="http://schemas.openxmlformats.org/drawingml/2006/main" prst="roundRect">
            <a:avLst>
              <a:gd name="adj" fmla="val 22112"/>
            </a:avLst>
          </a:prstGeom>
          <a:solidFill xmlns:a="http://schemas.openxmlformats.org/drawingml/2006/main">
            <a:srgbClr val="FFFFFF"/>
          </a:solidFill>
          <a:ln xmlns:a="http://schemas.openxmlformats.org/drawingml/2006/main" w="6382">
            <a:solidFill>
              <a:srgbClr val="000000"/>
            </a:solidFill>
            <a:prstDash val="solid"/>
          </a:ln>
        </p:spPr>
      </p:sp>
      <p:sp>
        <p:nvSpPr>
          <p:cNvPr id="310" name="dp44-comparison / n254 / text 1">
            <a:extLst xmlns:a="http://schemas.openxmlformats.org/drawingml/2006/main">
              <a:ext uri="{FF2B5EF4-FFF2-40B4-BE49-F238E27FC236}">
                <a16:creationId xmlns:a16="http://schemas.microsoft.com/office/drawing/2014/main" id="{F34FB6AA-AACF-4E62-9FF1-1C368E768660}"/>
              </a:ext>
            </a:extLst>
          </p:cNvPr>
          <p:cNvSpPr>
            <a:spLocks xmlns:a="http://schemas.openxmlformats.org/drawingml/2006/main" noGrp="1"/>
          </p:cNvSpPr>
          <p:nvPr/>
        </p:nvSpPr>
        <p:spPr>
          <a:xfrm xmlns:a="http://schemas.openxmlformats.org/drawingml/2006/main">
            <a:off x="12647676" y="62309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Publication</a:t>
            </a:r>
          </a:p>
        </p:txBody>
      </p:sp>
      <p:sp>
        <p:nvSpPr>
          <p:cNvPr id="311" name="dp44-comparison / n254 / text 2">
            <a:extLst xmlns:a="http://schemas.openxmlformats.org/drawingml/2006/main">
              <a:ext uri="{FF2B5EF4-FFF2-40B4-BE49-F238E27FC236}">
                <a16:creationId xmlns:a16="http://schemas.microsoft.com/office/drawing/2014/main" id="{E7D2A5C2-84DC-4806-89BB-542DE06AE45D}"/>
              </a:ext>
            </a:extLst>
          </p:cNvPr>
          <p:cNvSpPr>
            <a:spLocks xmlns:a="http://schemas.openxmlformats.org/drawingml/2006/main" noGrp="1"/>
          </p:cNvSpPr>
          <p:nvPr/>
        </p:nvSpPr>
        <p:spPr>
          <a:xfrm xmlns:a="http://schemas.openxmlformats.org/drawingml/2006/main">
            <a:off x="12647676" y="6387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Control</a:t>
            </a:r>
          </a:p>
        </p:txBody>
      </p:sp>
      <p:sp>
        <p:nvSpPr>
          <p:cNvPr id="312" name="dp44-comparison / n255">
            <a:extLst xmlns:a="http://schemas.openxmlformats.org/drawingml/2006/main">
              <a:ext uri="{FF2B5EF4-FFF2-40B4-BE49-F238E27FC236}">
                <a16:creationId xmlns:a16="http://schemas.microsoft.com/office/drawing/2014/main" id="{694DFA99-3C55-41BA-BD7B-1E6CA84187FC}"/>
              </a:ext>
            </a:extLst>
          </p:cNvPr>
          <p:cNvSpPr>
            <a:spLocks xmlns:a="http://schemas.openxmlformats.org/drawingml/2006/main" noGrp="1"/>
          </p:cNvSpPr>
          <p:nvPr/>
        </p:nvSpPr>
        <p:spPr>
          <a:xfrm xmlns:a="http://schemas.openxmlformats.org/drawingml/2006/main">
            <a:off x="14070806" y="6215444"/>
            <a:ext cx="1212533" cy="344615"/>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313" name="dp44-comparison / n256 / text 1">
            <a:extLst xmlns:a="http://schemas.openxmlformats.org/drawingml/2006/main">
              <a:ext uri="{FF2B5EF4-FFF2-40B4-BE49-F238E27FC236}">
                <a16:creationId xmlns:a16="http://schemas.microsoft.com/office/drawing/2014/main" id="{77622628-37EE-4221-BE6D-8AC153CB47D9}"/>
              </a:ext>
            </a:extLst>
          </p:cNvPr>
          <p:cNvSpPr>
            <a:spLocks xmlns:a="http://schemas.openxmlformats.org/drawingml/2006/main" noGrp="1"/>
          </p:cNvSpPr>
          <p:nvPr/>
        </p:nvSpPr>
        <p:spPr>
          <a:xfrm xmlns:a="http://schemas.openxmlformats.org/drawingml/2006/main">
            <a:off x="14115479" y="6349811"/>
            <a:ext cx="112318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54" b="1">
                <a:solidFill>
                  <a:srgbClr val="000000"/>
                </a:solidFill>
                <a:latin typeface="Apple SD Gothic Neo"/>
                <a:ea typeface="Apple SD Gothic Neo"/>
                <a:cs typeface="Apple SD Gothic Neo"/>
              </a:defRPr>
            </a:pPr>
            <a:r>
              <a:rPr sz="854" b="1">
                <a:solidFill>
                  <a:srgbClr val="000000"/>
                </a:solidFill>
                <a:latin typeface="Apple SD Gothic Neo"/>
                <a:ea typeface="Apple SD Gothic Neo"/>
                <a:cs typeface="Apple SD Gothic Neo"/>
              </a:rPr>
              <a:t>Publication Outbox</a:t>
            </a:r>
          </a:p>
        </p:txBody>
      </p:sp>
      <p:sp>
        <p:nvSpPr>
          <p:cNvPr id="314" name="dp44-comparison / n257">
            <a:extLst xmlns:a="http://schemas.openxmlformats.org/drawingml/2006/main">
              <a:ext uri="{FF2B5EF4-FFF2-40B4-BE49-F238E27FC236}">
                <a16:creationId xmlns:a16="http://schemas.microsoft.com/office/drawing/2014/main" id="{F78FCED0-95E0-4E36-90C9-5BE0EFD13828}"/>
              </a:ext>
            </a:extLst>
          </p:cNvPr>
          <p:cNvSpPr>
            <a:spLocks xmlns:a="http://schemas.openxmlformats.org/drawingml/2006/main" noGrp="1"/>
          </p:cNvSpPr>
          <p:nvPr/>
        </p:nvSpPr>
        <p:spPr>
          <a:xfrm xmlns:a="http://schemas.openxmlformats.org/drawingml/2006/main">
            <a:off x="15825788" y="5022056"/>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15" name="dp44-comparison / n258 / text 1">
            <a:extLst xmlns:a="http://schemas.openxmlformats.org/drawingml/2006/main">
              <a:ext uri="{FF2B5EF4-FFF2-40B4-BE49-F238E27FC236}">
                <a16:creationId xmlns:a16="http://schemas.microsoft.com/office/drawing/2014/main" id="{37F83B0B-D23C-4EBC-B368-ECB11818ADD8}"/>
              </a:ext>
            </a:extLst>
          </p:cNvPr>
          <p:cNvSpPr>
            <a:spLocks xmlns:a="http://schemas.openxmlformats.org/drawingml/2006/main" noGrp="1"/>
          </p:cNvSpPr>
          <p:nvPr/>
        </p:nvSpPr>
        <p:spPr>
          <a:xfrm xmlns:a="http://schemas.openxmlformats.org/drawingml/2006/main">
            <a:off x="15870460" y="5112230"/>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Task Manager</a:t>
            </a:r>
          </a:p>
        </p:txBody>
      </p:sp>
      <p:sp>
        <p:nvSpPr>
          <p:cNvPr id="316" name="dp44-comparison / n259">
            <a:extLst xmlns:a="http://schemas.openxmlformats.org/drawingml/2006/main">
              <a:ext uri="{FF2B5EF4-FFF2-40B4-BE49-F238E27FC236}">
                <a16:creationId xmlns:a16="http://schemas.microsoft.com/office/drawing/2014/main" id="{A4BB6257-8574-4623-AA45-65AD614E2463}"/>
              </a:ext>
            </a:extLst>
          </p:cNvPr>
          <p:cNvSpPr>
            <a:spLocks xmlns:a="http://schemas.openxmlformats.org/drawingml/2006/main" noGrp="1"/>
          </p:cNvSpPr>
          <p:nvPr/>
        </p:nvSpPr>
        <p:spPr>
          <a:xfrm xmlns:a="http://schemas.openxmlformats.org/drawingml/2006/main">
            <a:off x="15825788" y="5583650"/>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17" name="dp44-comparison / n260 / text 1">
            <a:extLst xmlns:a="http://schemas.openxmlformats.org/drawingml/2006/main">
              <a:ext uri="{FF2B5EF4-FFF2-40B4-BE49-F238E27FC236}">
                <a16:creationId xmlns:a16="http://schemas.microsoft.com/office/drawing/2014/main" id="{578A292A-3E0B-4305-872C-257918C21B44}"/>
              </a:ext>
            </a:extLst>
          </p:cNvPr>
          <p:cNvSpPr>
            <a:spLocks xmlns:a="http://schemas.openxmlformats.org/drawingml/2006/main" noGrp="1"/>
          </p:cNvSpPr>
          <p:nvPr/>
        </p:nvSpPr>
        <p:spPr>
          <a:xfrm xmlns:a="http://schemas.openxmlformats.org/drawingml/2006/main">
            <a:off x="15870460" y="5673824"/>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Agent Gateway</a:t>
            </a:r>
          </a:p>
        </p:txBody>
      </p:sp>
      <p:sp>
        <p:nvSpPr>
          <p:cNvPr id="318" name="dp44-comparison / n261">
            <a:extLst xmlns:a="http://schemas.openxmlformats.org/drawingml/2006/main">
              <a:ext uri="{FF2B5EF4-FFF2-40B4-BE49-F238E27FC236}">
                <a16:creationId xmlns:a16="http://schemas.microsoft.com/office/drawing/2014/main" id="{0BD001EE-49DD-42A7-92C7-6337C8DE9884}"/>
              </a:ext>
            </a:extLst>
          </p:cNvPr>
          <p:cNvSpPr>
            <a:spLocks xmlns:a="http://schemas.openxmlformats.org/drawingml/2006/main" noGrp="1"/>
          </p:cNvSpPr>
          <p:nvPr/>
        </p:nvSpPr>
        <p:spPr>
          <a:xfrm xmlns:a="http://schemas.openxmlformats.org/drawingml/2006/main">
            <a:off x="15825788" y="6138863"/>
            <a:ext cx="1212533" cy="344615"/>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319" name="dp44-comparison / n262 / text 1">
            <a:extLst xmlns:a="http://schemas.openxmlformats.org/drawingml/2006/main">
              <a:ext uri="{FF2B5EF4-FFF2-40B4-BE49-F238E27FC236}">
                <a16:creationId xmlns:a16="http://schemas.microsoft.com/office/drawing/2014/main" id="{C14AC542-194A-4EFD-8C8F-480F2322F118}"/>
              </a:ext>
            </a:extLst>
          </p:cNvPr>
          <p:cNvSpPr>
            <a:spLocks xmlns:a="http://schemas.openxmlformats.org/drawingml/2006/main" noGrp="1"/>
          </p:cNvSpPr>
          <p:nvPr/>
        </p:nvSpPr>
        <p:spPr>
          <a:xfrm xmlns:a="http://schemas.openxmlformats.org/drawingml/2006/main">
            <a:off x="15870460" y="624023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Downstream Agent</a:t>
            </a:r>
          </a:p>
        </p:txBody>
      </p:sp>
      <p:sp>
        <p:nvSpPr>
          <p:cNvPr id="320" name="dp44-comparison / n263">
            <a:extLst xmlns:a="http://schemas.openxmlformats.org/drawingml/2006/main">
              <a:ext uri="{FF2B5EF4-FFF2-40B4-BE49-F238E27FC236}">
                <a16:creationId xmlns:a16="http://schemas.microsoft.com/office/drawing/2014/main" id="{1E215157-9B55-43EC-A02F-E7C20E388F63}"/>
              </a:ext>
            </a:extLst>
          </p:cNvPr>
          <p:cNvSpPr>
            <a:spLocks xmlns:a="http://schemas.openxmlformats.org/drawingml/2006/main" noGrp="1"/>
          </p:cNvSpPr>
          <p:nvPr/>
        </p:nvSpPr>
        <p:spPr>
          <a:xfrm xmlns:a="http://schemas.openxmlformats.org/drawingml/2006/main">
            <a:off x="9890760" y="6343079"/>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1" name="dp44-comparison / n264 / text 1">
            <a:extLst xmlns:a="http://schemas.openxmlformats.org/drawingml/2006/main">
              <a:ext uri="{FF2B5EF4-FFF2-40B4-BE49-F238E27FC236}">
                <a16:creationId xmlns:a16="http://schemas.microsoft.com/office/drawing/2014/main" id="{99524F40-C74A-47FA-ACEC-7E082EF2D698}"/>
              </a:ext>
            </a:extLst>
          </p:cNvPr>
          <p:cNvSpPr>
            <a:spLocks xmlns:a="http://schemas.openxmlformats.org/drawingml/2006/main" noGrp="1"/>
          </p:cNvSpPr>
          <p:nvPr/>
        </p:nvSpPr>
        <p:spPr>
          <a:xfrm xmlns:a="http://schemas.openxmlformats.org/drawingml/2006/main">
            <a:off x="9935432" y="6433253"/>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Policy Manager</a:t>
            </a:r>
          </a:p>
        </p:txBody>
      </p:sp>
      <p:sp>
        <p:nvSpPr>
          <p:cNvPr id="322" name="dp44-comparison / n265">
            <a:extLst xmlns:a="http://schemas.openxmlformats.org/drawingml/2006/main">
              <a:ext uri="{FF2B5EF4-FFF2-40B4-BE49-F238E27FC236}">
                <a16:creationId xmlns:a16="http://schemas.microsoft.com/office/drawing/2014/main" id="{8B5305D2-6CD2-42BE-9CA5-16109145E3F8}"/>
              </a:ext>
            </a:extLst>
          </p:cNvPr>
          <p:cNvSpPr>
            <a:spLocks xmlns:a="http://schemas.openxmlformats.org/drawingml/2006/main" noGrp="1"/>
          </p:cNvSpPr>
          <p:nvPr/>
        </p:nvSpPr>
        <p:spPr>
          <a:xfrm xmlns:a="http://schemas.openxmlformats.org/drawingml/2006/main">
            <a:off x="9890760" y="6949345"/>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3" name="dp44-comparison / n266 / text 1">
            <a:extLst xmlns:a="http://schemas.openxmlformats.org/drawingml/2006/main">
              <a:ext uri="{FF2B5EF4-FFF2-40B4-BE49-F238E27FC236}">
                <a16:creationId xmlns:a16="http://schemas.microsoft.com/office/drawing/2014/main" id="{2C97774D-CAF7-401A-A4D6-801159159B79}"/>
              </a:ext>
            </a:extLst>
          </p:cNvPr>
          <p:cNvSpPr>
            <a:spLocks xmlns:a="http://schemas.openxmlformats.org/drawingml/2006/main" noGrp="1"/>
          </p:cNvSpPr>
          <p:nvPr/>
        </p:nvSpPr>
        <p:spPr>
          <a:xfrm xmlns:a="http://schemas.openxmlformats.org/drawingml/2006/main">
            <a:off x="9935432" y="7039519"/>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State Store</a:t>
            </a:r>
          </a:p>
        </p:txBody>
      </p:sp>
      <p:sp>
        <p:nvSpPr>
          <p:cNvPr id="324" name="dp44-comparison / n267">
            <a:extLst xmlns:a="http://schemas.openxmlformats.org/drawingml/2006/main">
              <a:ext uri="{FF2B5EF4-FFF2-40B4-BE49-F238E27FC236}">
                <a16:creationId xmlns:a16="http://schemas.microsoft.com/office/drawing/2014/main" id="{6137AC8D-5ECC-48EF-B956-8E1FB7761844}"/>
              </a:ext>
            </a:extLst>
          </p:cNvPr>
          <p:cNvSpPr>
            <a:spLocks xmlns:a="http://schemas.openxmlformats.org/drawingml/2006/main" noGrp="1"/>
          </p:cNvSpPr>
          <p:nvPr/>
        </p:nvSpPr>
        <p:spPr>
          <a:xfrm xmlns:a="http://schemas.openxmlformats.org/drawingml/2006/main">
            <a:off x="15825788" y="6725984"/>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5" name="dp44-comparison / n268 / text 1">
            <a:extLst xmlns:a="http://schemas.openxmlformats.org/drawingml/2006/main">
              <a:ext uri="{FF2B5EF4-FFF2-40B4-BE49-F238E27FC236}">
                <a16:creationId xmlns:a16="http://schemas.microsoft.com/office/drawing/2014/main" id="{87BD667B-B61D-4A11-9709-723027996401}"/>
              </a:ext>
            </a:extLst>
          </p:cNvPr>
          <p:cNvSpPr>
            <a:spLocks xmlns:a="http://schemas.openxmlformats.org/drawingml/2006/main" noGrp="1"/>
          </p:cNvSpPr>
          <p:nvPr/>
        </p:nvSpPr>
        <p:spPr>
          <a:xfrm xmlns:a="http://schemas.openxmlformats.org/drawingml/2006/main">
            <a:off x="15870460" y="6816158"/>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Model Access</a:t>
            </a:r>
          </a:p>
        </p:txBody>
      </p:sp>
      <p:sp>
        <p:nvSpPr>
          <p:cNvPr id="326" name="dp44-comparison / n269">
            <a:extLst xmlns:a="http://schemas.openxmlformats.org/drawingml/2006/main">
              <a:ext uri="{FF2B5EF4-FFF2-40B4-BE49-F238E27FC236}">
                <a16:creationId xmlns:a16="http://schemas.microsoft.com/office/drawing/2014/main" id="{FFC942D4-8B8D-4A71-A1F3-C3C7CB0A6B2A}"/>
              </a:ext>
            </a:extLst>
          </p:cNvPr>
          <p:cNvSpPr>
            <a:spLocks xmlns:a="http://schemas.openxmlformats.org/drawingml/2006/main" noGrp="1"/>
          </p:cNvSpPr>
          <p:nvPr/>
        </p:nvSpPr>
        <p:spPr>
          <a:xfrm xmlns:a="http://schemas.openxmlformats.org/drawingml/2006/main">
            <a:off x="15825788" y="7223760"/>
            <a:ext cx="1212533" cy="268034"/>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327" name="dp44-comparison / n270 / text 1">
            <a:extLst xmlns:a="http://schemas.openxmlformats.org/drawingml/2006/main">
              <a:ext uri="{FF2B5EF4-FFF2-40B4-BE49-F238E27FC236}">
                <a16:creationId xmlns:a16="http://schemas.microsoft.com/office/drawing/2014/main" id="{A31CA8BB-488E-4ABF-A54E-B3FE789C59F3}"/>
              </a:ext>
            </a:extLst>
          </p:cNvPr>
          <p:cNvSpPr>
            <a:spLocks xmlns:a="http://schemas.openxmlformats.org/drawingml/2006/main" noGrp="1"/>
          </p:cNvSpPr>
          <p:nvPr/>
        </p:nvSpPr>
        <p:spPr>
          <a:xfrm xmlns:a="http://schemas.openxmlformats.org/drawingml/2006/main">
            <a:off x="15870460" y="7283110"/>
            <a:ext cx="1123188"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Shared Omni</a:t>
            </a:r>
          </a:p>
        </p:txBody>
      </p:sp>
      <p:sp>
        <p:nvSpPr>
          <p:cNvPr id="328" name="dp44-comparison / n271 / path">
            <a:extLst xmlns:a="http://schemas.openxmlformats.org/drawingml/2006/main">
              <a:ext uri="{FF2B5EF4-FFF2-40B4-BE49-F238E27FC236}">
                <a16:creationId xmlns:a16="http://schemas.microsoft.com/office/drawing/2014/main" id="{93DE1F70-3B8D-49DF-81E1-1FA0371B44EF}"/>
              </a:ext>
            </a:extLst>
          </p:cNvPr>
          <p:cNvSpPr>
            <a:spLocks xmlns:a="http://schemas.openxmlformats.org/drawingml/2006/main" noGrp="1"/>
          </p:cNvSpPr>
          <p:nvPr/>
        </p:nvSpPr>
        <p:spPr>
          <a:xfrm xmlns:a="http://schemas.openxmlformats.org/drawingml/2006/main">
            <a:off x="9833324" y="2596991"/>
            <a:ext cx="615839" cy="529685"/>
          </a:xfrm>
          <a:custGeom xmlns:a="http://schemas.openxmlformats.org/drawingml/2006/main">
            <a:pathLst>
              <a:path w="615839" h="529685">
                <a:moveTo>
                  <a:pt x="599885" y="0"/>
                </a:moveTo>
                <a:lnTo>
                  <a:pt x="0" y="0"/>
                </a:lnTo>
                <a:lnTo>
                  <a:pt x="0" y="529685"/>
                </a:lnTo>
                <a:lnTo>
                  <a:pt x="615839" y="529685"/>
                </a:lnTo>
              </a:path>
            </a:pathLst>
          </a:custGeom>
          <a:noFill xmlns:a="http://schemas.openxmlformats.org/drawingml/2006/main"/>
          <a:ln xmlns:a="http://schemas.openxmlformats.org/drawingml/2006/main" w="7020">
            <a:solidFill>
              <a:srgbClr val="000000"/>
            </a:solidFill>
            <a:prstDash val="solid"/>
          </a:ln>
        </p:spPr>
      </p:sp>
      <p:sp>
        <p:nvSpPr>
          <p:cNvPr id="329" name="dp44-comparison / n271 / arrow">
            <a:extLst xmlns:a="http://schemas.openxmlformats.org/drawingml/2006/main">
              <a:ext uri="{FF2B5EF4-FFF2-40B4-BE49-F238E27FC236}">
                <a16:creationId xmlns:a16="http://schemas.microsoft.com/office/drawing/2014/main" id="{C5F15B4B-196B-4456-9BD0-97266CE89691}"/>
              </a:ext>
            </a:extLst>
          </p:cNvPr>
          <p:cNvSpPr>
            <a:spLocks xmlns:a="http://schemas.openxmlformats.org/drawingml/2006/main" noGrp="1"/>
          </p:cNvSpPr>
          <p:nvPr/>
        </p:nvSpPr>
        <p:spPr>
          <a:xfrm xmlns:a="http://schemas.openxmlformats.org/drawingml/2006/main">
            <a:off x="10404236" y="31042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30" name="dp44-comparison / n272 / path">
            <a:extLst xmlns:a="http://schemas.openxmlformats.org/drawingml/2006/main">
              <a:ext uri="{FF2B5EF4-FFF2-40B4-BE49-F238E27FC236}">
                <a16:creationId xmlns:a16="http://schemas.microsoft.com/office/drawing/2014/main" id="{54672E9D-E47A-465D-BCAD-DEAC3F21B9AD}"/>
              </a:ext>
            </a:extLst>
          </p:cNvPr>
          <p:cNvSpPr>
            <a:spLocks xmlns:a="http://schemas.openxmlformats.org/drawingml/2006/main" noGrp="1"/>
          </p:cNvSpPr>
          <p:nvPr/>
        </p:nvSpPr>
        <p:spPr>
          <a:xfrm xmlns:a="http://schemas.openxmlformats.org/drawingml/2006/main">
            <a:off x="10911840" y="3260693"/>
            <a:ext cx="114872" cy="953"/>
          </a:xfrm>
          <a:custGeom xmlns:a="http://schemas.openxmlformats.org/drawingml/2006/main">
            <a:pathLst>
              <a:path w="114872" h="953">
                <a:moveTo>
                  <a:pt x="114872" y="0"/>
                </a:moveTo>
                <a:lnTo>
                  <a:pt x="0" y="0"/>
                </a:lnTo>
              </a:path>
            </a:pathLst>
          </a:custGeom>
          <a:noFill xmlns:a="http://schemas.openxmlformats.org/drawingml/2006/main"/>
          <a:ln xmlns:a="http://schemas.openxmlformats.org/drawingml/2006/main" w="7020">
            <a:solidFill>
              <a:srgbClr val="000000"/>
            </a:solidFill>
            <a:prstDash val="solid"/>
          </a:ln>
        </p:spPr>
      </p:sp>
      <p:sp>
        <p:nvSpPr>
          <p:cNvPr id="331" name="dp44-comparison / n272 / arrow">
            <a:extLst xmlns:a="http://schemas.openxmlformats.org/drawingml/2006/main">
              <a:ext uri="{FF2B5EF4-FFF2-40B4-BE49-F238E27FC236}">
                <a16:creationId xmlns:a16="http://schemas.microsoft.com/office/drawing/2014/main" id="{7A3DC2CA-D17F-4682-B217-1BFF87B462A5}"/>
              </a:ext>
            </a:extLst>
          </p:cNvPr>
          <p:cNvSpPr>
            <a:spLocks xmlns:a="http://schemas.openxmlformats.org/drawingml/2006/main" noGrp="1"/>
          </p:cNvSpPr>
          <p:nvPr/>
        </p:nvSpPr>
        <p:spPr>
          <a:xfrm xmlns:a="http://schemas.openxmlformats.org/drawingml/2006/main">
            <a:off x="10911840" y="323822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32" name="dp44-comparison / n273">
            <a:extLst xmlns:a="http://schemas.openxmlformats.org/drawingml/2006/main">
              <a:ext uri="{FF2B5EF4-FFF2-40B4-BE49-F238E27FC236}">
                <a16:creationId xmlns:a16="http://schemas.microsoft.com/office/drawing/2014/main" id="{87EF3A47-41E4-4C96-8A5F-616578CAA15C}"/>
              </a:ext>
            </a:extLst>
          </p:cNvPr>
          <p:cNvSpPr>
            <a:spLocks xmlns:a="http://schemas.openxmlformats.org/drawingml/2006/main" noGrp="1"/>
          </p:cNvSpPr>
          <p:nvPr/>
        </p:nvSpPr>
        <p:spPr>
          <a:xfrm xmlns:a="http://schemas.openxmlformats.org/drawingml/2006/main">
            <a:off x="9980105" y="3433001"/>
            <a:ext cx="2042160"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4-comparison / n274 / text 1">
            <a:extLst xmlns:a="http://schemas.openxmlformats.org/drawingml/2006/main">
              <a:ext uri="{FF2B5EF4-FFF2-40B4-BE49-F238E27FC236}">
                <a16:creationId xmlns:a16="http://schemas.microsoft.com/office/drawing/2014/main" id="{AFB76439-2A61-40F2-AB2A-195E08E60A58}"/>
              </a:ext>
            </a:extLst>
          </p:cNvPr>
          <p:cNvSpPr>
            <a:spLocks xmlns:a="http://schemas.openxmlformats.org/drawingml/2006/main" noGrp="1"/>
          </p:cNvSpPr>
          <p:nvPr/>
        </p:nvSpPr>
        <p:spPr>
          <a:xfrm xmlns:a="http://schemas.openxmlformats.org/drawingml/2006/main">
            <a:off x="9992868" y="3439382"/>
            <a:ext cx="2042160"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InputStarted: 즉시 stop / epoch 무효화</a:t>
            </a:r>
          </a:p>
        </p:txBody>
      </p:sp>
      <p:sp>
        <p:nvSpPr>
          <p:cNvPr id="334" name="dp44-comparison / n275 / path">
            <a:extLst xmlns:a="http://schemas.openxmlformats.org/drawingml/2006/main">
              <a:ext uri="{FF2B5EF4-FFF2-40B4-BE49-F238E27FC236}">
                <a16:creationId xmlns:a16="http://schemas.microsoft.com/office/drawing/2014/main" id="{E96E24EE-2931-4AA8-BC64-4AB6A1A15B49}"/>
              </a:ext>
            </a:extLst>
          </p:cNvPr>
          <p:cNvSpPr>
            <a:spLocks xmlns:a="http://schemas.openxmlformats.org/drawingml/2006/main" noGrp="1"/>
          </p:cNvSpPr>
          <p:nvPr/>
        </p:nvSpPr>
        <p:spPr>
          <a:xfrm xmlns:a="http://schemas.openxmlformats.org/drawingml/2006/main">
            <a:off x="10911840" y="3790379"/>
            <a:ext cx="114872" cy="953"/>
          </a:xfrm>
          <a:custGeom xmlns:a="http://schemas.openxmlformats.org/drawingml/2006/main">
            <a:pathLst>
              <a:path w="114872" h="953">
                <a:moveTo>
                  <a:pt x="0" y="0"/>
                </a:moveTo>
                <a:lnTo>
                  <a:pt x="114872" y="0"/>
                </a:lnTo>
              </a:path>
            </a:pathLst>
          </a:custGeom>
          <a:noFill xmlns:a="http://schemas.openxmlformats.org/drawingml/2006/main"/>
          <a:ln xmlns:a="http://schemas.openxmlformats.org/drawingml/2006/main" w="7020">
            <a:solidFill>
              <a:srgbClr val="000000"/>
            </a:solidFill>
            <a:prstDash val="solid"/>
          </a:ln>
        </p:spPr>
      </p:sp>
      <p:sp>
        <p:nvSpPr>
          <p:cNvPr id="335" name="dp44-comparison / n275 / arrow">
            <a:extLst xmlns:a="http://schemas.openxmlformats.org/drawingml/2006/main">
              <a:ext uri="{FF2B5EF4-FFF2-40B4-BE49-F238E27FC236}">
                <a16:creationId xmlns:a16="http://schemas.microsoft.com/office/drawing/2014/main" id="{AACA1DA8-2C4F-459F-B470-ECDE4305E2FE}"/>
              </a:ext>
            </a:extLst>
          </p:cNvPr>
          <p:cNvSpPr>
            <a:spLocks xmlns:a="http://schemas.openxmlformats.org/drawingml/2006/main" noGrp="1"/>
          </p:cNvSpPr>
          <p:nvPr/>
        </p:nvSpPr>
        <p:spPr>
          <a:xfrm xmlns:a="http://schemas.openxmlformats.org/drawingml/2006/main">
            <a:off x="10981784" y="376791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36" name="dp44-comparison / n276">
            <a:extLst xmlns:a="http://schemas.openxmlformats.org/drawingml/2006/main">
              <a:ext uri="{FF2B5EF4-FFF2-40B4-BE49-F238E27FC236}">
                <a16:creationId xmlns:a16="http://schemas.microsoft.com/office/drawing/2014/main" id="{0F68D5C2-00FA-4CE3-BEF8-E7FCDF8CA59A}"/>
              </a:ext>
            </a:extLst>
          </p:cNvPr>
          <p:cNvSpPr>
            <a:spLocks xmlns:a="http://schemas.openxmlformats.org/drawingml/2006/main" noGrp="1"/>
          </p:cNvSpPr>
          <p:nvPr/>
        </p:nvSpPr>
        <p:spPr>
          <a:xfrm xmlns:a="http://schemas.openxmlformats.org/drawingml/2006/main">
            <a:off x="9973723" y="3969068"/>
            <a:ext cx="1779742"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7" name="dp44-comparison / n277 / text 1">
            <a:extLst xmlns:a="http://schemas.openxmlformats.org/drawingml/2006/main">
              <a:ext uri="{FF2B5EF4-FFF2-40B4-BE49-F238E27FC236}">
                <a16:creationId xmlns:a16="http://schemas.microsoft.com/office/drawing/2014/main" id="{84A354F7-5EDB-4580-A1CE-849ED977FB7C}"/>
              </a:ext>
            </a:extLst>
          </p:cNvPr>
          <p:cNvSpPr>
            <a:spLocks xmlns:a="http://schemas.openxmlformats.org/drawingml/2006/main" noGrp="1"/>
          </p:cNvSpPr>
          <p:nvPr/>
        </p:nvSpPr>
        <p:spPr>
          <a:xfrm xmlns:a="http://schemas.openxmlformats.org/drawingml/2006/main">
            <a:off x="9986486" y="3975449"/>
            <a:ext cx="1914525"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시점별 evidence ↔ 입력 revision</a:t>
            </a:r>
          </a:p>
        </p:txBody>
      </p:sp>
      <p:sp>
        <p:nvSpPr>
          <p:cNvPr id="338" name="dp44-comparison / n278 / path">
            <a:extLst xmlns:a="http://schemas.openxmlformats.org/drawingml/2006/main">
              <a:ext uri="{FF2B5EF4-FFF2-40B4-BE49-F238E27FC236}">
                <a16:creationId xmlns:a16="http://schemas.microsoft.com/office/drawing/2014/main" id="{821392DB-4F30-42CD-8CBB-3F71BBF6E8FD}"/>
              </a:ext>
            </a:extLst>
          </p:cNvPr>
          <p:cNvSpPr>
            <a:spLocks xmlns:a="http://schemas.openxmlformats.org/drawingml/2006/main" noGrp="1"/>
          </p:cNvSpPr>
          <p:nvPr/>
        </p:nvSpPr>
        <p:spPr>
          <a:xfrm xmlns:a="http://schemas.openxmlformats.org/drawingml/2006/main">
            <a:off x="10449163" y="3394710"/>
            <a:ext cx="542449" cy="733901"/>
          </a:xfrm>
          <a:custGeom xmlns:a="http://schemas.openxmlformats.org/drawingml/2006/main">
            <a:pathLst>
              <a:path w="542449" h="733901">
                <a:moveTo>
                  <a:pt x="0" y="0"/>
                </a:moveTo>
                <a:lnTo>
                  <a:pt x="542449" y="0"/>
                </a:lnTo>
                <a:lnTo>
                  <a:pt x="542449" y="733901"/>
                </a:lnTo>
              </a:path>
            </a:pathLst>
          </a:custGeom>
          <a:noFill xmlns:a="http://schemas.openxmlformats.org/drawingml/2006/main"/>
          <a:ln xmlns:a="http://schemas.openxmlformats.org/drawingml/2006/main" w="7020">
            <a:solidFill>
              <a:srgbClr val="000000"/>
            </a:solidFill>
            <a:prstDash val="solid"/>
          </a:ln>
        </p:spPr>
      </p:sp>
      <p:sp>
        <p:nvSpPr>
          <p:cNvPr id="339" name="dp44-comparison / n278 / arrow">
            <a:extLst xmlns:a="http://schemas.openxmlformats.org/drawingml/2006/main">
              <a:ext uri="{FF2B5EF4-FFF2-40B4-BE49-F238E27FC236}">
                <a16:creationId xmlns:a16="http://schemas.microsoft.com/office/drawing/2014/main" id="{5959ADA2-7A81-46F8-82E3-8AC5BB407086}"/>
              </a:ext>
            </a:extLst>
          </p:cNvPr>
          <p:cNvSpPr>
            <a:spLocks xmlns:a="http://schemas.openxmlformats.org/drawingml/2006/main" noGrp="1"/>
          </p:cNvSpPr>
          <p:nvPr/>
        </p:nvSpPr>
        <p:spPr>
          <a:xfrm xmlns:a="http://schemas.openxmlformats.org/drawingml/2006/main">
            <a:off x="10969148" y="4083684"/>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40" name="dp44-comparison / n279 / path">
            <a:extLst xmlns:a="http://schemas.openxmlformats.org/drawingml/2006/main">
              <a:ext uri="{FF2B5EF4-FFF2-40B4-BE49-F238E27FC236}">
                <a16:creationId xmlns:a16="http://schemas.microsoft.com/office/drawing/2014/main" id="{DF77462C-4B88-48FE-98D7-EBE80ACF16C3}"/>
              </a:ext>
            </a:extLst>
          </p:cNvPr>
          <p:cNvSpPr>
            <a:spLocks xmlns:a="http://schemas.openxmlformats.org/drawingml/2006/main" noGrp="1"/>
          </p:cNvSpPr>
          <p:nvPr/>
        </p:nvSpPr>
        <p:spPr>
          <a:xfrm xmlns:a="http://schemas.openxmlformats.org/drawingml/2006/main">
            <a:off x="11952065" y="3324511"/>
            <a:ext cx="810482" cy="465868"/>
          </a:xfrm>
          <a:custGeom xmlns:a="http://schemas.openxmlformats.org/drawingml/2006/main">
            <a:pathLst>
              <a:path w="810482" h="465868">
                <a:moveTo>
                  <a:pt x="0" y="465868"/>
                </a:moveTo>
                <a:lnTo>
                  <a:pt x="0" y="0"/>
                </a:lnTo>
                <a:lnTo>
                  <a:pt x="810482" y="0"/>
                </a:lnTo>
              </a:path>
            </a:pathLst>
          </a:custGeom>
          <a:noFill xmlns:a="http://schemas.openxmlformats.org/drawingml/2006/main"/>
          <a:ln xmlns:a="http://schemas.openxmlformats.org/drawingml/2006/main" w="7020">
            <a:solidFill>
              <a:srgbClr val="000000"/>
            </a:solidFill>
            <a:prstDash val="solid"/>
          </a:ln>
        </p:spPr>
      </p:sp>
      <p:sp>
        <p:nvSpPr>
          <p:cNvPr id="341" name="dp44-comparison / n279 / arrow">
            <a:extLst xmlns:a="http://schemas.openxmlformats.org/drawingml/2006/main">
              <a:ext uri="{FF2B5EF4-FFF2-40B4-BE49-F238E27FC236}">
                <a16:creationId xmlns:a16="http://schemas.microsoft.com/office/drawing/2014/main" id="{444DDF1A-3C5D-4693-BDD9-EF1F6CB1AF34}"/>
              </a:ext>
            </a:extLst>
          </p:cNvPr>
          <p:cNvSpPr>
            <a:spLocks xmlns:a="http://schemas.openxmlformats.org/drawingml/2006/main" noGrp="1"/>
          </p:cNvSpPr>
          <p:nvPr/>
        </p:nvSpPr>
        <p:spPr>
          <a:xfrm xmlns:a="http://schemas.openxmlformats.org/drawingml/2006/main">
            <a:off x="12717620" y="330204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42" name="dp44-comparison / n280 / path">
            <a:extLst xmlns:a="http://schemas.openxmlformats.org/drawingml/2006/main">
              <a:ext uri="{FF2B5EF4-FFF2-40B4-BE49-F238E27FC236}">
                <a16:creationId xmlns:a16="http://schemas.microsoft.com/office/drawing/2014/main" id="{6D52BF22-119C-4B6F-8AC5-E67E139697F2}"/>
              </a:ext>
            </a:extLst>
          </p:cNvPr>
          <p:cNvSpPr>
            <a:spLocks xmlns:a="http://schemas.openxmlformats.org/drawingml/2006/main" noGrp="1"/>
          </p:cNvSpPr>
          <p:nvPr/>
        </p:nvSpPr>
        <p:spPr>
          <a:xfrm xmlns:a="http://schemas.openxmlformats.org/drawingml/2006/main">
            <a:off x="10911840" y="3094768"/>
            <a:ext cx="1850708" cy="153162"/>
          </a:xfrm>
          <a:custGeom xmlns:a="http://schemas.openxmlformats.org/drawingml/2006/main">
            <a:pathLst>
              <a:path w="1850708" h="153162">
                <a:moveTo>
                  <a:pt x="0" y="121253"/>
                </a:moveTo>
                <a:lnTo>
                  <a:pt x="0" y="0"/>
                </a:lnTo>
                <a:lnTo>
                  <a:pt x="1850708" y="0"/>
                </a:lnTo>
                <a:lnTo>
                  <a:pt x="1850708" y="153162"/>
                </a:lnTo>
              </a:path>
            </a:pathLst>
          </a:custGeom>
          <a:noFill xmlns:a="http://schemas.openxmlformats.org/drawingml/2006/main"/>
          <a:ln xmlns:a="http://schemas.openxmlformats.org/drawingml/2006/main" w="7020">
            <a:solidFill>
              <a:srgbClr val="000000"/>
            </a:solidFill>
            <a:prstDash val="solid"/>
          </a:ln>
        </p:spPr>
      </p:sp>
      <p:sp>
        <p:nvSpPr>
          <p:cNvPr id="343" name="dp44-comparison / n280 / arrow">
            <a:extLst xmlns:a="http://schemas.openxmlformats.org/drawingml/2006/main">
              <a:ext uri="{FF2B5EF4-FFF2-40B4-BE49-F238E27FC236}">
                <a16:creationId xmlns:a16="http://schemas.microsoft.com/office/drawing/2014/main" id="{C3294F11-95CF-4B12-9EB2-5EEBF166CD21}"/>
              </a:ext>
            </a:extLst>
          </p:cNvPr>
          <p:cNvSpPr>
            <a:spLocks xmlns:a="http://schemas.openxmlformats.org/drawingml/2006/main" noGrp="1"/>
          </p:cNvSpPr>
          <p:nvPr/>
        </p:nvSpPr>
        <p:spPr>
          <a:xfrm xmlns:a="http://schemas.openxmlformats.org/drawingml/2006/main">
            <a:off x="12740084" y="320300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44" name="dp44-comparison / n281 / path">
            <a:extLst xmlns:a="http://schemas.openxmlformats.org/drawingml/2006/main">
              <a:ext uri="{FF2B5EF4-FFF2-40B4-BE49-F238E27FC236}">
                <a16:creationId xmlns:a16="http://schemas.microsoft.com/office/drawing/2014/main" id="{925FE8A4-D15D-4DC7-941E-A1530493CE84}"/>
              </a:ext>
            </a:extLst>
          </p:cNvPr>
          <p:cNvSpPr>
            <a:spLocks xmlns:a="http://schemas.openxmlformats.org/drawingml/2006/main" noGrp="1"/>
          </p:cNvSpPr>
          <p:nvPr/>
        </p:nvSpPr>
        <p:spPr>
          <a:xfrm xmlns:a="http://schemas.openxmlformats.org/drawingml/2006/main">
            <a:off x="12060555" y="3369183"/>
            <a:ext cx="701993" cy="274415"/>
          </a:xfrm>
          <a:custGeom xmlns:a="http://schemas.openxmlformats.org/drawingml/2006/main">
            <a:pathLst>
              <a:path w="701993" h="274415">
                <a:moveTo>
                  <a:pt x="0" y="274415"/>
                </a:moveTo>
                <a:lnTo>
                  <a:pt x="0" y="0"/>
                </a:lnTo>
                <a:lnTo>
                  <a:pt x="701993" y="0"/>
                </a:lnTo>
              </a:path>
            </a:pathLst>
          </a:custGeom>
          <a:noFill xmlns:a="http://schemas.openxmlformats.org/drawingml/2006/main"/>
          <a:ln xmlns:a="http://schemas.openxmlformats.org/drawingml/2006/main" w="7020">
            <a:solidFill>
              <a:srgbClr val="000000"/>
            </a:solidFill>
            <a:prstDash val="solid"/>
          </a:ln>
        </p:spPr>
      </p:sp>
      <p:sp>
        <p:nvSpPr>
          <p:cNvPr id="345" name="dp44-comparison / n281 / arrow">
            <a:extLst xmlns:a="http://schemas.openxmlformats.org/drawingml/2006/main">
              <a:ext uri="{FF2B5EF4-FFF2-40B4-BE49-F238E27FC236}">
                <a16:creationId xmlns:a16="http://schemas.microsoft.com/office/drawing/2014/main" id="{AE0BAEFB-67C3-4C59-B520-F3A171C3ADF5}"/>
              </a:ext>
            </a:extLst>
          </p:cNvPr>
          <p:cNvSpPr>
            <a:spLocks xmlns:a="http://schemas.openxmlformats.org/drawingml/2006/main" noGrp="1"/>
          </p:cNvSpPr>
          <p:nvPr/>
        </p:nvSpPr>
        <p:spPr>
          <a:xfrm xmlns:a="http://schemas.openxmlformats.org/drawingml/2006/main">
            <a:off x="12717620" y="334671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46" name="dp44-comparison / n282 / path">
            <a:extLst xmlns:a="http://schemas.openxmlformats.org/drawingml/2006/main">
              <a:ext uri="{FF2B5EF4-FFF2-40B4-BE49-F238E27FC236}">
                <a16:creationId xmlns:a16="http://schemas.microsoft.com/office/drawing/2014/main" id="{1AF3ECFE-2937-40D7-AD8A-BF41F63E28F7}"/>
              </a:ext>
            </a:extLst>
          </p:cNvPr>
          <p:cNvSpPr>
            <a:spLocks xmlns:a="http://schemas.openxmlformats.org/drawingml/2006/main" noGrp="1"/>
          </p:cNvSpPr>
          <p:nvPr/>
        </p:nvSpPr>
        <p:spPr>
          <a:xfrm xmlns:a="http://schemas.openxmlformats.org/drawingml/2006/main">
            <a:off x="10720388" y="3401092"/>
            <a:ext cx="2042160" cy="1620965"/>
          </a:xfrm>
          <a:custGeom xmlns:a="http://schemas.openxmlformats.org/drawingml/2006/main">
            <a:pathLst>
              <a:path w="2042160" h="1620965">
                <a:moveTo>
                  <a:pt x="2042160" y="0"/>
                </a:moveTo>
                <a:lnTo>
                  <a:pt x="2042160" y="1620965"/>
                </a:lnTo>
                <a:lnTo>
                  <a:pt x="0" y="1620965"/>
                </a:lnTo>
              </a:path>
            </a:pathLst>
          </a:custGeom>
          <a:noFill xmlns:a="http://schemas.openxmlformats.org/drawingml/2006/main"/>
          <a:ln xmlns:a="http://schemas.openxmlformats.org/drawingml/2006/main" w="7020">
            <a:solidFill>
              <a:srgbClr val="000000"/>
            </a:solidFill>
            <a:prstDash val="solid"/>
          </a:ln>
        </p:spPr>
      </p:sp>
      <p:sp>
        <p:nvSpPr>
          <p:cNvPr id="347" name="dp44-comparison / n282 / arrow">
            <a:extLst xmlns:a="http://schemas.openxmlformats.org/drawingml/2006/main">
              <a:ext uri="{FF2B5EF4-FFF2-40B4-BE49-F238E27FC236}">
                <a16:creationId xmlns:a16="http://schemas.microsoft.com/office/drawing/2014/main" id="{8D1310EB-4F9D-4106-B4B9-068D6ACE2554}"/>
              </a:ext>
            </a:extLst>
          </p:cNvPr>
          <p:cNvSpPr>
            <a:spLocks xmlns:a="http://schemas.openxmlformats.org/drawingml/2006/main" noGrp="1"/>
          </p:cNvSpPr>
          <p:nvPr/>
        </p:nvSpPr>
        <p:spPr>
          <a:xfrm xmlns:a="http://schemas.openxmlformats.org/drawingml/2006/main">
            <a:off x="10720388"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48" name="dp44-comparison / n283 / path">
            <a:extLst xmlns:a="http://schemas.openxmlformats.org/drawingml/2006/main">
              <a:ext uri="{FF2B5EF4-FFF2-40B4-BE49-F238E27FC236}">
                <a16:creationId xmlns:a16="http://schemas.microsoft.com/office/drawing/2014/main" id="{FAFF7F38-7639-4187-A9E3-07AECC4E4CF1}"/>
              </a:ext>
            </a:extLst>
          </p:cNvPr>
          <p:cNvSpPr>
            <a:spLocks xmlns:a="http://schemas.openxmlformats.org/drawingml/2006/main" noGrp="1"/>
          </p:cNvSpPr>
          <p:nvPr/>
        </p:nvSpPr>
        <p:spPr>
          <a:xfrm xmlns:a="http://schemas.openxmlformats.org/drawingml/2006/main">
            <a:off x="11550015" y="3439382"/>
            <a:ext cx="1212533" cy="1754981"/>
          </a:xfrm>
          <a:custGeom xmlns:a="http://schemas.openxmlformats.org/drawingml/2006/main">
            <a:pathLst>
              <a:path w="1212533" h="1754981">
                <a:moveTo>
                  <a:pt x="0" y="1754981"/>
                </a:moveTo>
                <a:lnTo>
                  <a:pt x="899827" y="1754981"/>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349" name="dp44-comparison / n283 / arrow">
            <a:extLst xmlns:a="http://schemas.openxmlformats.org/drawingml/2006/main">
              <a:ext uri="{FF2B5EF4-FFF2-40B4-BE49-F238E27FC236}">
                <a16:creationId xmlns:a16="http://schemas.microsoft.com/office/drawing/2014/main" id="{87B9B1E7-5DB8-474C-88D9-887CA4968D0A}"/>
              </a:ext>
            </a:extLst>
          </p:cNvPr>
          <p:cNvSpPr>
            <a:spLocks xmlns:a="http://schemas.openxmlformats.org/drawingml/2006/main" noGrp="1"/>
          </p:cNvSpPr>
          <p:nvPr/>
        </p:nvSpPr>
        <p:spPr>
          <a:xfrm xmlns:a="http://schemas.openxmlformats.org/drawingml/2006/main">
            <a:off x="12717620" y="3416918"/>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50" name="dp44-comparison / n284 / path">
            <a:extLst xmlns:a="http://schemas.openxmlformats.org/drawingml/2006/main">
              <a:ext uri="{FF2B5EF4-FFF2-40B4-BE49-F238E27FC236}">
                <a16:creationId xmlns:a16="http://schemas.microsoft.com/office/drawing/2014/main" id="{0BF44CA5-BD01-4005-BB81-DDAC60694D37}"/>
              </a:ext>
            </a:extLst>
          </p:cNvPr>
          <p:cNvSpPr>
            <a:spLocks xmlns:a="http://schemas.openxmlformats.org/drawingml/2006/main" noGrp="1"/>
          </p:cNvSpPr>
          <p:nvPr/>
        </p:nvSpPr>
        <p:spPr>
          <a:xfrm xmlns:a="http://schemas.openxmlformats.org/drawingml/2006/main">
            <a:off x="10720388" y="3471291"/>
            <a:ext cx="2042160" cy="2112359"/>
          </a:xfrm>
          <a:custGeom xmlns:a="http://schemas.openxmlformats.org/drawingml/2006/main">
            <a:pathLst>
              <a:path w="2042160" h="2112359">
                <a:moveTo>
                  <a:pt x="2042160" y="0"/>
                </a:moveTo>
                <a:lnTo>
                  <a:pt x="1397603" y="0"/>
                </a:lnTo>
                <a:lnTo>
                  <a:pt x="1397603" y="2112359"/>
                </a:lnTo>
                <a:lnTo>
                  <a:pt x="0" y="2112359"/>
                </a:lnTo>
              </a:path>
            </a:pathLst>
          </a:custGeom>
          <a:noFill xmlns:a="http://schemas.openxmlformats.org/drawingml/2006/main"/>
          <a:ln xmlns:a="http://schemas.openxmlformats.org/drawingml/2006/main" w="7020">
            <a:solidFill>
              <a:srgbClr val="000000"/>
            </a:solidFill>
            <a:prstDash val="solid"/>
          </a:ln>
        </p:spPr>
      </p:sp>
      <p:sp>
        <p:nvSpPr>
          <p:cNvPr id="351" name="dp44-comparison / n284 / arrow">
            <a:extLst xmlns:a="http://schemas.openxmlformats.org/drawingml/2006/main">
              <a:ext uri="{FF2B5EF4-FFF2-40B4-BE49-F238E27FC236}">
                <a16:creationId xmlns:a16="http://schemas.microsoft.com/office/drawing/2014/main" id="{4885FC75-08F7-430C-B81E-589F858AD375}"/>
              </a:ext>
            </a:extLst>
          </p:cNvPr>
          <p:cNvSpPr>
            <a:spLocks xmlns:a="http://schemas.openxmlformats.org/drawingml/2006/main" noGrp="1"/>
          </p:cNvSpPr>
          <p:nvPr/>
        </p:nvSpPr>
        <p:spPr>
          <a:xfrm xmlns:a="http://schemas.openxmlformats.org/drawingml/2006/main">
            <a:off x="10720388" y="556118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52" name="dp44-comparison / n285 / path">
            <a:extLst xmlns:a="http://schemas.openxmlformats.org/drawingml/2006/main">
              <a:ext uri="{FF2B5EF4-FFF2-40B4-BE49-F238E27FC236}">
                <a16:creationId xmlns:a16="http://schemas.microsoft.com/office/drawing/2014/main" id="{FD44BA20-DC52-47E3-92D3-331EEB798FFA}"/>
              </a:ext>
            </a:extLst>
          </p:cNvPr>
          <p:cNvSpPr>
            <a:spLocks xmlns:a="http://schemas.openxmlformats.org/drawingml/2006/main" noGrp="1"/>
          </p:cNvSpPr>
          <p:nvPr/>
        </p:nvSpPr>
        <p:spPr>
          <a:xfrm xmlns:a="http://schemas.openxmlformats.org/drawingml/2006/main">
            <a:off x="11550015" y="3477673"/>
            <a:ext cx="1212533" cy="2278285"/>
          </a:xfrm>
          <a:custGeom xmlns:a="http://schemas.openxmlformats.org/drawingml/2006/main">
            <a:pathLst>
              <a:path w="1212533" h="2278285">
                <a:moveTo>
                  <a:pt x="0" y="2278285"/>
                </a:moveTo>
                <a:lnTo>
                  <a:pt x="899827" y="2278285"/>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353" name="dp44-comparison / n285 / arrow">
            <a:extLst xmlns:a="http://schemas.openxmlformats.org/drawingml/2006/main">
              <a:ext uri="{FF2B5EF4-FFF2-40B4-BE49-F238E27FC236}">
                <a16:creationId xmlns:a16="http://schemas.microsoft.com/office/drawing/2014/main" id="{46D6D9D5-0C4C-49F8-96C8-478D379BDDCE}"/>
              </a:ext>
            </a:extLst>
          </p:cNvPr>
          <p:cNvSpPr>
            <a:spLocks xmlns:a="http://schemas.openxmlformats.org/drawingml/2006/main" noGrp="1"/>
          </p:cNvSpPr>
          <p:nvPr/>
        </p:nvSpPr>
        <p:spPr>
          <a:xfrm xmlns:a="http://schemas.openxmlformats.org/drawingml/2006/main">
            <a:off x="12717620" y="34552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54" name="dp44-comparison / n286 / path">
            <a:extLst xmlns:a="http://schemas.openxmlformats.org/drawingml/2006/main">
              <a:ext uri="{FF2B5EF4-FFF2-40B4-BE49-F238E27FC236}">
                <a16:creationId xmlns:a16="http://schemas.microsoft.com/office/drawing/2014/main" id="{2459E966-BD35-4DF0-9777-6ED9A37E32DC}"/>
              </a:ext>
            </a:extLst>
          </p:cNvPr>
          <p:cNvSpPr>
            <a:spLocks xmlns:a="http://schemas.openxmlformats.org/drawingml/2006/main" noGrp="1"/>
          </p:cNvSpPr>
          <p:nvPr/>
        </p:nvSpPr>
        <p:spPr>
          <a:xfrm xmlns:a="http://schemas.openxmlformats.org/drawingml/2006/main">
            <a:off x="16432054" y="4224338"/>
            <a:ext cx="606266" cy="797719"/>
          </a:xfrm>
          <a:custGeom xmlns:a="http://schemas.openxmlformats.org/drawingml/2006/main">
            <a:pathLst>
              <a:path w="606266" h="797719">
                <a:moveTo>
                  <a:pt x="606266" y="0"/>
                </a:moveTo>
                <a:lnTo>
                  <a:pt x="606266" y="797719"/>
                </a:lnTo>
                <a:lnTo>
                  <a:pt x="0" y="797719"/>
                </a:lnTo>
              </a:path>
            </a:pathLst>
          </a:custGeom>
          <a:noFill xmlns:a="http://schemas.openxmlformats.org/drawingml/2006/main"/>
          <a:ln xmlns:a="http://schemas.openxmlformats.org/drawingml/2006/main" w="7020">
            <a:solidFill>
              <a:srgbClr val="000000"/>
            </a:solidFill>
            <a:prstDash val="solid"/>
          </a:ln>
        </p:spPr>
      </p:sp>
      <p:sp>
        <p:nvSpPr>
          <p:cNvPr id="355" name="dp44-comparison / n286 / arrow">
            <a:extLst xmlns:a="http://schemas.openxmlformats.org/drawingml/2006/main">
              <a:ext uri="{FF2B5EF4-FFF2-40B4-BE49-F238E27FC236}">
                <a16:creationId xmlns:a16="http://schemas.microsoft.com/office/drawing/2014/main" id="{CF6BE620-DDF5-42BC-933F-AAC603C47788}"/>
              </a:ext>
            </a:extLst>
          </p:cNvPr>
          <p:cNvSpPr>
            <a:spLocks xmlns:a="http://schemas.openxmlformats.org/drawingml/2006/main" noGrp="1"/>
          </p:cNvSpPr>
          <p:nvPr/>
        </p:nvSpPr>
        <p:spPr>
          <a:xfrm xmlns:a="http://schemas.openxmlformats.org/drawingml/2006/main">
            <a:off x="16432054"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56" name="dp44-comparison / n287 / path">
            <a:extLst xmlns:a="http://schemas.openxmlformats.org/drawingml/2006/main">
              <a:ext uri="{FF2B5EF4-FFF2-40B4-BE49-F238E27FC236}">
                <a16:creationId xmlns:a16="http://schemas.microsoft.com/office/drawing/2014/main" id="{3AD0A800-BC9A-4C9A-AD67-2B92518B9B0A}"/>
              </a:ext>
            </a:extLst>
          </p:cNvPr>
          <p:cNvSpPr>
            <a:spLocks xmlns:a="http://schemas.openxmlformats.org/drawingml/2006/main" noGrp="1"/>
          </p:cNvSpPr>
          <p:nvPr/>
        </p:nvSpPr>
        <p:spPr>
          <a:xfrm xmlns:a="http://schemas.openxmlformats.org/drawingml/2006/main">
            <a:off x="16432054" y="5366671"/>
            <a:ext cx="953" cy="216979"/>
          </a:xfrm>
          <a:custGeom xmlns:a="http://schemas.openxmlformats.org/drawingml/2006/main">
            <a:pathLst>
              <a:path w="953" h="216979">
                <a:moveTo>
                  <a:pt x="0" y="0"/>
                </a:moveTo>
                <a:lnTo>
                  <a:pt x="0" y="216979"/>
                </a:lnTo>
              </a:path>
            </a:pathLst>
          </a:custGeom>
          <a:noFill xmlns:a="http://schemas.openxmlformats.org/drawingml/2006/main"/>
          <a:ln xmlns:a="http://schemas.openxmlformats.org/drawingml/2006/main" w="7020">
            <a:solidFill>
              <a:srgbClr val="000000"/>
            </a:solidFill>
            <a:prstDash val="solid"/>
          </a:ln>
        </p:spPr>
      </p:sp>
      <p:sp>
        <p:nvSpPr>
          <p:cNvPr id="357" name="dp44-comparison / n287 / arrow">
            <a:extLst xmlns:a="http://schemas.openxmlformats.org/drawingml/2006/main">
              <a:ext uri="{FF2B5EF4-FFF2-40B4-BE49-F238E27FC236}">
                <a16:creationId xmlns:a16="http://schemas.microsoft.com/office/drawing/2014/main" id="{3B4C441F-5DD3-4DB9-BD36-3D6FCB6CBEA6}"/>
              </a:ext>
            </a:extLst>
          </p:cNvPr>
          <p:cNvSpPr>
            <a:spLocks xmlns:a="http://schemas.openxmlformats.org/drawingml/2006/main" noGrp="1"/>
          </p:cNvSpPr>
          <p:nvPr/>
        </p:nvSpPr>
        <p:spPr>
          <a:xfrm xmlns:a="http://schemas.openxmlformats.org/drawingml/2006/main">
            <a:off x="16409590" y="5538723"/>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58" name="dp44-comparison / n288 / path">
            <a:extLst xmlns:a="http://schemas.openxmlformats.org/drawingml/2006/main">
              <a:ext uri="{FF2B5EF4-FFF2-40B4-BE49-F238E27FC236}">
                <a16:creationId xmlns:a16="http://schemas.microsoft.com/office/drawing/2014/main" id="{603012E3-292B-4F5A-BDD1-1B13DD7060C7}"/>
              </a:ext>
            </a:extLst>
          </p:cNvPr>
          <p:cNvSpPr>
            <a:spLocks xmlns:a="http://schemas.openxmlformats.org/drawingml/2006/main" noGrp="1"/>
          </p:cNvSpPr>
          <p:nvPr/>
        </p:nvSpPr>
        <p:spPr>
          <a:xfrm xmlns:a="http://schemas.openxmlformats.org/drawingml/2006/main">
            <a:off x="16432054" y="5928265"/>
            <a:ext cx="953" cy="210598"/>
          </a:xfrm>
          <a:custGeom xmlns:a="http://schemas.openxmlformats.org/drawingml/2006/main">
            <a:pathLst>
              <a:path w="953" h="210598">
                <a:moveTo>
                  <a:pt x="0" y="0"/>
                </a:moveTo>
                <a:lnTo>
                  <a:pt x="0" y="210598"/>
                </a:lnTo>
              </a:path>
            </a:pathLst>
          </a:custGeom>
          <a:noFill xmlns:a="http://schemas.openxmlformats.org/drawingml/2006/main"/>
          <a:ln xmlns:a="http://schemas.openxmlformats.org/drawingml/2006/main" w="7020">
            <a:solidFill>
              <a:srgbClr val="000000"/>
            </a:solidFill>
            <a:prstDash val="solid"/>
          </a:ln>
        </p:spPr>
      </p:sp>
      <p:sp>
        <p:nvSpPr>
          <p:cNvPr id="359" name="dp44-comparison / n288 / arrow">
            <a:extLst xmlns:a="http://schemas.openxmlformats.org/drawingml/2006/main">
              <a:ext uri="{FF2B5EF4-FFF2-40B4-BE49-F238E27FC236}">
                <a16:creationId xmlns:a16="http://schemas.microsoft.com/office/drawing/2014/main" id="{DF850F1D-8732-486D-9DB3-075BFAD985E1}"/>
              </a:ext>
            </a:extLst>
          </p:cNvPr>
          <p:cNvSpPr>
            <a:spLocks xmlns:a="http://schemas.openxmlformats.org/drawingml/2006/main" noGrp="1"/>
          </p:cNvSpPr>
          <p:nvPr/>
        </p:nvSpPr>
        <p:spPr>
          <a:xfrm xmlns:a="http://schemas.openxmlformats.org/drawingml/2006/main">
            <a:off x="16409590" y="6093935"/>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60" name="dp44-comparison / n289 / path">
            <a:extLst xmlns:a="http://schemas.openxmlformats.org/drawingml/2006/main">
              <a:ext uri="{FF2B5EF4-FFF2-40B4-BE49-F238E27FC236}">
                <a16:creationId xmlns:a16="http://schemas.microsoft.com/office/drawing/2014/main" id="{6E5ADF04-821D-408C-A882-6AF3CBF29221}"/>
              </a:ext>
            </a:extLst>
          </p:cNvPr>
          <p:cNvSpPr>
            <a:spLocks xmlns:a="http://schemas.openxmlformats.org/drawingml/2006/main" noGrp="1"/>
          </p:cNvSpPr>
          <p:nvPr/>
        </p:nvSpPr>
        <p:spPr>
          <a:xfrm xmlns:a="http://schemas.openxmlformats.org/drawingml/2006/main">
            <a:off x="16687324" y="5366671"/>
            <a:ext cx="953" cy="216979"/>
          </a:xfrm>
          <a:custGeom xmlns:a="http://schemas.openxmlformats.org/drawingml/2006/main">
            <a:pathLst>
              <a:path w="953" h="216979">
                <a:moveTo>
                  <a:pt x="0" y="216979"/>
                </a:moveTo>
                <a:lnTo>
                  <a:pt x="0" y="0"/>
                </a:lnTo>
              </a:path>
            </a:pathLst>
          </a:custGeom>
          <a:noFill xmlns:a="http://schemas.openxmlformats.org/drawingml/2006/main"/>
          <a:ln xmlns:a="http://schemas.openxmlformats.org/drawingml/2006/main" w="7020">
            <a:solidFill>
              <a:srgbClr val="000000"/>
            </a:solidFill>
            <a:prstDash val="dash"/>
          </a:ln>
        </p:spPr>
      </p:sp>
      <p:sp>
        <p:nvSpPr>
          <p:cNvPr id="361" name="dp44-comparison / n289 / arrow">
            <a:extLst xmlns:a="http://schemas.openxmlformats.org/drawingml/2006/main">
              <a:ext uri="{FF2B5EF4-FFF2-40B4-BE49-F238E27FC236}">
                <a16:creationId xmlns:a16="http://schemas.microsoft.com/office/drawing/2014/main" id="{E2BE71AD-0E5E-454E-85A5-EDE1DE52C5E5}"/>
              </a:ext>
            </a:extLst>
          </p:cNvPr>
          <p:cNvSpPr>
            <a:spLocks xmlns:a="http://schemas.openxmlformats.org/drawingml/2006/main" noGrp="1"/>
          </p:cNvSpPr>
          <p:nvPr/>
        </p:nvSpPr>
        <p:spPr>
          <a:xfrm xmlns:a="http://schemas.openxmlformats.org/drawingml/2006/main">
            <a:off x="16664860" y="536667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2" name="dp44-comparison / n290 / path">
            <a:extLst xmlns:a="http://schemas.openxmlformats.org/drawingml/2006/main">
              <a:ext uri="{FF2B5EF4-FFF2-40B4-BE49-F238E27FC236}">
                <a16:creationId xmlns:a16="http://schemas.microsoft.com/office/drawing/2014/main" id="{F287E493-DCF5-4660-8CC9-BCE11642E496}"/>
              </a:ext>
            </a:extLst>
          </p:cNvPr>
          <p:cNvSpPr>
            <a:spLocks xmlns:a="http://schemas.openxmlformats.org/drawingml/2006/main" noGrp="1"/>
          </p:cNvSpPr>
          <p:nvPr/>
        </p:nvSpPr>
        <p:spPr>
          <a:xfrm xmlns:a="http://schemas.openxmlformats.org/drawingml/2006/main">
            <a:off x="16687324" y="5928265"/>
            <a:ext cx="953" cy="210598"/>
          </a:xfrm>
          <a:custGeom xmlns:a="http://schemas.openxmlformats.org/drawingml/2006/main">
            <a:pathLst>
              <a:path w="953" h="210598">
                <a:moveTo>
                  <a:pt x="0" y="210598"/>
                </a:moveTo>
                <a:lnTo>
                  <a:pt x="0" y="0"/>
                </a:lnTo>
              </a:path>
            </a:pathLst>
          </a:custGeom>
          <a:noFill xmlns:a="http://schemas.openxmlformats.org/drawingml/2006/main"/>
          <a:ln xmlns:a="http://schemas.openxmlformats.org/drawingml/2006/main" w="7020">
            <a:solidFill>
              <a:srgbClr val="000000"/>
            </a:solidFill>
            <a:prstDash val="dash"/>
          </a:ln>
        </p:spPr>
      </p:sp>
      <p:sp>
        <p:nvSpPr>
          <p:cNvPr id="363" name="dp44-comparison / n290 / arrow">
            <a:extLst xmlns:a="http://schemas.openxmlformats.org/drawingml/2006/main">
              <a:ext uri="{FF2B5EF4-FFF2-40B4-BE49-F238E27FC236}">
                <a16:creationId xmlns:a16="http://schemas.microsoft.com/office/drawing/2014/main" id="{2812CA2E-0212-43D1-A1DD-CCD79C56279C}"/>
              </a:ext>
            </a:extLst>
          </p:cNvPr>
          <p:cNvSpPr>
            <a:spLocks xmlns:a="http://schemas.openxmlformats.org/drawingml/2006/main" noGrp="1"/>
          </p:cNvSpPr>
          <p:nvPr/>
        </p:nvSpPr>
        <p:spPr>
          <a:xfrm xmlns:a="http://schemas.openxmlformats.org/drawingml/2006/main">
            <a:off x="16664860" y="592826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4" name="dp44-comparison / n291 / path">
            <a:extLst xmlns:a="http://schemas.openxmlformats.org/drawingml/2006/main">
              <a:ext uri="{FF2B5EF4-FFF2-40B4-BE49-F238E27FC236}">
                <a16:creationId xmlns:a16="http://schemas.microsoft.com/office/drawing/2014/main" id="{5EDAD9A8-00A5-4AD4-88BB-96FD0F67527E}"/>
              </a:ext>
            </a:extLst>
          </p:cNvPr>
          <p:cNvSpPr>
            <a:spLocks xmlns:a="http://schemas.openxmlformats.org/drawingml/2006/main" noGrp="1"/>
          </p:cNvSpPr>
          <p:nvPr/>
        </p:nvSpPr>
        <p:spPr>
          <a:xfrm xmlns:a="http://schemas.openxmlformats.org/drawingml/2006/main">
            <a:off x="14549438" y="4154138"/>
            <a:ext cx="1276350" cy="1040225"/>
          </a:xfrm>
          <a:custGeom xmlns:a="http://schemas.openxmlformats.org/drawingml/2006/main">
            <a:pathLst>
              <a:path w="1276350" h="1040225">
                <a:moveTo>
                  <a:pt x="1276350" y="1040225"/>
                </a:moveTo>
                <a:lnTo>
                  <a:pt x="1276350" y="134017"/>
                </a:lnTo>
                <a:lnTo>
                  <a:pt x="0" y="134017"/>
                </a:lnTo>
                <a:lnTo>
                  <a:pt x="0" y="0"/>
                </a:lnTo>
              </a:path>
            </a:pathLst>
          </a:custGeom>
          <a:noFill xmlns:a="http://schemas.openxmlformats.org/drawingml/2006/main"/>
          <a:ln xmlns:a="http://schemas.openxmlformats.org/drawingml/2006/main" w="7020">
            <a:solidFill>
              <a:srgbClr val="000000"/>
            </a:solidFill>
            <a:prstDash val="dash"/>
          </a:ln>
        </p:spPr>
      </p:sp>
      <p:sp>
        <p:nvSpPr>
          <p:cNvPr id="365" name="dp44-comparison / n291 / arrow">
            <a:extLst xmlns:a="http://schemas.openxmlformats.org/drawingml/2006/main">
              <a:ext uri="{FF2B5EF4-FFF2-40B4-BE49-F238E27FC236}">
                <a16:creationId xmlns:a16="http://schemas.microsoft.com/office/drawing/2014/main" id="{809ED0EA-324B-4360-9F23-115596DC33AA}"/>
              </a:ext>
            </a:extLst>
          </p:cNvPr>
          <p:cNvSpPr>
            <a:spLocks xmlns:a="http://schemas.openxmlformats.org/drawingml/2006/main" noGrp="1"/>
          </p:cNvSpPr>
          <p:nvPr/>
        </p:nvSpPr>
        <p:spPr>
          <a:xfrm xmlns:a="http://schemas.openxmlformats.org/drawingml/2006/main">
            <a:off x="14526974" y="415413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6" name="dp44-comparison / n292 / path">
            <a:extLst xmlns:a="http://schemas.openxmlformats.org/drawingml/2006/main">
              <a:ext uri="{FF2B5EF4-FFF2-40B4-BE49-F238E27FC236}">
                <a16:creationId xmlns:a16="http://schemas.microsoft.com/office/drawing/2014/main" id="{F44C4C2C-2011-415A-85CA-EDD93CAED327}"/>
              </a:ext>
            </a:extLst>
          </p:cNvPr>
          <p:cNvSpPr>
            <a:spLocks xmlns:a="http://schemas.openxmlformats.org/drawingml/2006/main" noGrp="1"/>
          </p:cNvSpPr>
          <p:nvPr/>
        </p:nvSpPr>
        <p:spPr>
          <a:xfrm xmlns:a="http://schemas.openxmlformats.org/drawingml/2006/main">
            <a:off x="11489388" y="3394710"/>
            <a:ext cx="1113615" cy="2993041"/>
          </a:xfrm>
          <a:custGeom xmlns:a="http://schemas.openxmlformats.org/drawingml/2006/main">
            <a:pathLst>
              <a:path w="1113615" h="2993041">
                <a:moveTo>
                  <a:pt x="1113615" y="2993041"/>
                </a:moveTo>
                <a:lnTo>
                  <a:pt x="520113" y="2993041"/>
                </a:lnTo>
                <a:lnTo>
                  <a:pt x="520113" y="0"/>
                </a:lnTo>
                <a:lnTo>
                  <a:pt x="0" y="0"/>
                </a:lnTo>
              </a:path>
            </a:pathLst>
          </a:custGeom>
          <a:noFill xmlns:a="http://schemas.openxmlformats.org/drawingml/2006/main"/>
          <a:ln xmlns:a="http://schemas.openxmlformats.org/drawingml/2006/main" w="7020">
            <a:solidFill>
              <a:srgbClr val="000000"/>
            </a:solidFill>
            <a:prstDash val="solid"/>
          </a:ln>
        </p:spPr>
      </p:sp>
      <p:sp>
        <p:nvSpPr>
          <p:cNvPr id="367" name="dp44-comparison / n292 / arrow">
            <a:extLst xmlns:a="http://schemas.openxmlformats.org/drawingml/2006/main">
              <a:ext uri="{FF2B5EF4-FFF2-40B4-BE49-F238E27FC236}">
                <a16:creationId xmlns:a16="http://schemas.microsoft.com/office/drawing/2014/main" id="{B38AC97C-5DA9-47FB-9F3F-4600B866C50B}"/>
              </a:ext>
            </a:extLst>
          </p:cNvPr>
          <p:cNvSpPr>
            <a:spLocks xmlns:a="http://schemas.openxmlformats.org/drawingml/2006/main" noGrp="1"/>
          </p:cNvSpPr>
          <p:nvPr/>
        </p:nvSpPr>
        <p:spPr>
          <a:xfrm xmlns:a="http://schemas.openxmlformats.org/drawingml/2006/main">
            <a:off x="11489388" y="337224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68" name="dp44-comparison / n293 / path">
            <a:extLst xmlns:a="http://schemas.openxmlformats.org/drawingml/2006/main">
              <a:ext uri="{FF2B5EF4-FFF2-40B4-BE49-F238E27FC236}">
                <a16:creationId xmlns:a16="http://schemas.microsoft.com/office/drawing/2014/main" id="{C8CD99F0-1F7B-4DA9-9784-5A4E1A597EBC}"/>
              </a:ext>
            </a:extLst>
          </p:cNvPr>
          <p:cNvSpPr>
            <a:spLocks xmlns:a="http://schemas.openxmlformats.org/drawingml/2006/main" noGrp="1"/>
          </p:cNvSpPr>
          <p:nvPr/>
        </p:nvSpPr>
        <p:spPr>
          <a:xfrm xmlns:a="http://schemas.openxmlformats.org/drawingml/2006/main">
            <a:off x="9986486" y="3260693"/>
            <a:ext cx="2616518" cy="3222784"/>
          </a:xfrm>
          <a:custGeom xmlns:a="http://schemas.openxmlformats.org/drawingml/2006/main">
            <a:pathLst>
              <a:path w="2616518" h="3222784">
                <a:moveTo>
                  <a:pt x="0" y="0"/>
                </a:moveTo>
                <a:lnTo>
                  <a:pt x="0" y="1703927"/>
                </a:lnTo>
                <a:lnTo>
                  <a:pt x="2463355" y="1703927"/>
                </a:lnTo>
                <a:lnTo>
                  <a:pt x="2463355" y="3222784"/>
                </a:lnTo>
                <a:lnTo>
                  <a:pt x="2616518" y="3222784"/>
                </a:lnTo>
              </a:path>
            </a:pathLst>
          </a:custGeom>
          <a:noFill xmlns:a="http://schemas.openxmlformats.org/drawingml/2006/main"/>
          <a:ln xmlns:a="http://schemas.openxmlformats.org/drawingml/2006/main" w="7020">
            <a:solidFill>
              <a:srgbClr val="000000"/>
            </a:solidFill>
            <a:prstDash val="dash"/>
          </a:ln>
        </p:spPr>
      </p:sp>
      <p:sp>
        <p:nvSpPr>
          <p:cNvPr id="369" name="dp44-comparison / n293 / arrow">
            <a:extLst xmlns:a="http://schemas.openxmlformats.org/drawingml/2006/main">
              <a:ext uri="{FF2B5EF4-FFF2-40B4-BE49-F238E27FC236}">
                <a16:creationId xmlns:a16="http://schemas.microsoft.com/office/drawing/2014/main" id="{BE130A04-29AA-4BFF-B248-9242C00DDB4C}"/>
              </a:ext>
            </a:extLst>
          </p:cNvPr>
          <p:cNvSpPr>
            <a:spLocks xmlns:a="http://schemas.openxmlformats.org/drawingml/2006/main" noGrp="1"/>
          </p:cNvSpPr>
          <p:nvPr/>
        </p:nvSpPr>
        <p:spPr>
          <a:xfrm xmlns:a="http://schemas.openxmlformats.org/drawingml/2006/main">
            <a:off x="12558076" y="64610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0" name="dp44-comparison / n294 / path">
            <a:extLst xmlns:a="http://schemas.openxmlformats.org/drawingml/2006/main">
              <a:ext uri="{FF2B5EF4-FFF2-40B4-BE49-F238E27FC236}">
                <a16:creationId xmlns:a16="http://schemas.microsoft.com/office/drawing/2014/main" id="{54434E75-CA1E-44F7-80F4-B14C55623D8C}"/>
              </a:ext>
            </a:extLst>
          </p:cNvPr>
          <p:cNvSpPr>
            <a:spLocks xmlns:a="http://schemas.openxmlformats.org/drawingml/2006/main" noGrp="1"/>
          </p:cNvSpPr>
          <p:nvPr/>
        </p:nvSpPr>
        <p:spPr>
          <a:xfrm xmlns:a="http://schemas.openxmlformats.org/drawingml/2006/main">
            <a:off x="13815536" y="63877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371" name="dp44-comparison / n294 / arrow">
            <a:extLst xmlns:a="http://schemas.openxmlformats.org/drawingml/2006/main">
              <a:ext uri="{FF2B5EF4-FFF2-40B4-BE49-F238E27FC236}">
                <a16:creationId xmlns:a16="http://schemas.microsoft.com/office/drawing/2014/main" id="{3AA8906B-D1A5-4EC8-841E-DED8F575E539}"/>
              </a:ext>
            </a:extLst>
          </p:cNvPr>
          <p:cNvSpPr>
            <a:spLocks xmlns:a="http://schemas.openxmlformats.org/drawingml/2006/main" noGrp="1"/>
          </p:cNvSpPr>
          <p:nvPr/>
        </p:nvSpPr>
        <p:spPr>
          <a:xfrm xmlns:a="http://schemas.openxmlformats.org/drawingml/2006/main">
            <a:off x="14025879"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2" name="dp44-comparison / n295 / path">
            <a:extLst xmlns:a="http://schemas.openxmlformats.org/drawingml/2006/main">
              <a:ext uri="{FF2B5EF4-FFF2-40B4-BE49-F238E27FC236}">
                <a16:creationId xmlns:a16="http://schemas.microsoft.com/office/drawing/2014/main" id="{7D8FE20A-C17D-43E8-B1C7-00B317FE80AE}"/>
              </a:ext>
            </a:extLst>
          </p:cNvPr>
          <p:cNvSpPr>
            <a:spLocks xmlns:a="http://schemas.openxmlformats.org/drawingml/2006/main" noGrp="1"/>
          </p:cNvSpPr>
          <p:nvPr/>
        </p:nvSpPr>
        <p:spPr>
          <a:xfrm xmlns:a="http://schemas.openxmlformats.org/drawingml/2006/main">
            <a:off x="15028069" y="4543425"/>
            <a:ext cx="408432" cy="1844326"/>
          </a:xfrm>
          <a:custGeom xmlns:a="http://schemas.openxmlformats.org/drawingml/2006/main">
            <a:pathLst>
              <a:path w="408432" h="1844326">
                <a:moveTo>
                  <a:pt x="255270" y="1844326"/>
                </a:moveTo>
                <a:lnTo>
                  <a:pt x="408432" y="1844326"/>
                </a:lnTo>
                <a:lnTo>
                  <a:pt x="408432" y="0"/>
                </a:lnTo>
                <a:lnTo>
                  <a:pt x="0" y="0"/>
                </a:lnTo>
              </a:path>
            </a:pathLst>
          </a:custGeom>
          <a:noFill xmlns:a="http://schemas.openxmlformats.org/drawingml/2006/main"/>
          <a:ln xmlns:a="http://schemas.openxmlformats.org/drawingml/2006/main" w="7020">
            <a:solidFill>
              <a:srgbClr val="000000"/>
            </a:solidFill>
            <a:prstDash val="dash"/>
          </a:ln>
        </p:spPr>
      </p:sp>
      <p:sp>
        <p:nvSpPr>
          <p:cNvPr id="373" name="dp44-comparison / n295 / arrow">
            <a:extLst xmlns:a="http://schemas.openxmlformats.org/drawingml/2006/main">
              <a:ext uri="{FF2B5EF4-FFF2-40B4-BE49-F238E27FC236}">
                <a16:creationId xmlns:a16="http://schemas.microsoft.com/office/drawing/2014/main" id="{1BA5247F-43AB-4213-B0D6-4B0A434E83FD}"/>
              </a:ext>
            </a:extLst>
          </p:cNvPr>
          <p:cNvSpPr>
            <a:spLocks xmlns:a="http://schemas.openxmlformats.org/drawingml/2006/main" noGrp="1"/>
          </p:cNvSpPr>
          <p:nvPr/>
        </p:nvSpPr>
        <p:spPr>
          <a:xfrm xmlns:a="http://schemas.openxmlformats.org/drawingml/2006/main">
            <a:off x="15028069"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74" name="dp44-comparison / n296 / path">
            <a:extLst xmlns:a="http://schemas.openxmlformats.org/drawingml/2006/main">
              <a:ext uri="{FF2B5EF4-FFF2-40B4-BE49-F238E27FC236}">
                <a16:creationId xmlns:a16="http://schemas.microsoft.com/office/drawing/2014/main" id="{9EA45603-99EB-4C5F-8769-3E26AAF088B3}"/>
              </a:ext>
            </a:extLst>
          </p:cNvPr>
          <p:cNvSpPr>
            <a:spLocks xmlns:a="http://schemas.openxmlformats.org/drawingml/2006/main" noGrp="1"/>
          </p:cNvSpPr>
          <p:nvPr/>
        </p:nvSpPr>
        <p:spPr>
          <a:xfrm xmlns:a="http://schemas.openxmlformats.org/drawingml/2006/main">
            <a:off x="14549438" y="3324511"/>
            <a:ext cx="382905" cy="19145"/>
          </a:xfrm>
          <a:custGeom xmlns:a="http://schemas.openxmlformats.org/drawingml/2006/main">
            <a:pathLst>
              <a:path w="382905" h="19145">
                <a:moveTo>
                  <a:pt x="0" y="0"/>
                </a:moveTo>
                <a:lnTo>
                  <a:pt x="0" y="19145"/>
                </a:lnTo>
                <a:lnTo>
                  <a:pt x="382905" y="19145"/>
                </a:lnTo>
              </a:path>
            </a:pathLst>
          </a:custGeom>
          <a:noFill xmlns:a="http://schemas.openxmlformats.org/drawingml/2006/main"/>
          <a:ln xmlns:a="http://schemas.openxmlformats.org/drawingml/2006/main" w="7020">
            <a:solidFill>
              <a:srgbClr val="000000"/>
            </a:solidFill>
            <a:prstDash val="solid"/>
          </a:ln>
        </p:spPr>
      </p:sp>
      <p:sp>
        <p:nvSpPr>
          <p:cNvPr id="375" name="dp44-comparison / n296 / arrow">
            <a:extLst xmlns:a="http://schemas.openxmlformats.org/drawingml/2006/main">
              <a:ext uri="{FF2B5EF4-FFF2-40B4-BE49-F238E27FC236}">
                <a16:creationId xmlns:a16="http://schemas.microsoft.com/office/drawing/2014/main" id="{F425219F-0C2F-49F5-999D-EBDB75E34037}"/>
              </a:ext>
            </a:extLst>
          </p:cNvPr>
          <p:cNvSpPr>
            <a:spLocks xmlns:a="http://schemas.openxmlformats.org/drawingml/2006/main" noGrp="1"/>
          </p:cNvSpPr>
          <p:nvPr/>
        </p:nvSpPr>
        <p:spPr>
          <a:xfrm xmlns:a="http://schemas.openxmlformats.org/drawingml/2006/main">
            <a:off x="14887415" y="3321192"/>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6" name="dp44-comparison / n297 / path">
            <a:extLst xmlns:a="http://schemas.openxmlformats.org/drawingml/2006/main">
              <a:ext uri="{FF2B5EF4-FFF2-40B4-BE49-F238E27FC236}">
                <a16:creationId xmlns:a16="http://schemas.microsoft.com/office/drawing/2014/main" id="{5D9B5792-1C60-419D-8403-2B917B2CEAE5}"/>
              </a:ext>
            </a:extLst>
          </p:cNvPr>
          <p:cNvSpPr>
            <a:spLocks xmlns:a="http://schemas.openxmlformats.org/drawingml/2006/main" noGrp="1"/>
          </p:cNvSpPr>
          <p:nvPr/>
        </p:nvSpPr>
        <p:spPr>
          <a:xfrm xmlns:a="http://schemas.openxmlformats.org/drawingml/2006/main">
            <a:off x="14549438" y="3407474"/>
            <a:ext cx="382905" cy="19145"/>
          </a:xfrm>
          <a:custGeom xmlns:a="http://schemas.openxmlformats.org/drawingml/2006/main">
            <a:pathLst>
              <a:path w="382905" h="19145">
                <a:moveTo>
                  <a:pt x="382905" y="19145"/>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377" name="dp44-comparison / n297 / arrow">
            <a:extLst xmlns:a="http://schemas.openxmlformats.org/drawingml/2006/main">
              <a:ext uri="{FF2B5EF4-FFF2-40B4-BE49-F238E27FC236}">
                <a16:creationId xmlns:a16="http://schemas.microsoft.com/office/drawing/2014/main" id="{F85EB791-73BD-417C-8633-42876163F36D}"/>
              </a:ext>
            </a:extLst>
          </p:cNvPr>
          <p:cNvSpPr>
            <a:spLocks xmlns:a="http://schemas.openxmlformats.org/drawingml/2006/main" noGrp="1"/>
          </p:cNvSpPr>
          <p:nvPr/>
        </p:nvSpPr>
        <p:spPr>
          <a:xfrm xmlns:a="http://schemas.openxmlformats.org/drawingml/2006/main">
            <a:off x="14549438" y="3385010"/>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78" name="dp44-comparison / n298 / path">
            <a:extLst xmlns:a="http://schemas.openxmlformats.org/drawingml/2006/main">
              <a:ext uri="{FF2B5EF4-FFF2-40B4-BE49-F238E27FC236}">
                <a16:creationId xmlns:a16="http://schemas.microsoft.com/office/drawing/2014/main" id="{5BA7B38C-FE1E-49FE-AE60-EA82284326F4}"/>
              </a:ext>
            </a:extLst>
          </p:cNvPr>
          <p:cNvSpPr>
            <a:spLocks xmlns:a="http://schemas.openxmlformats.org/drawingml/2006/main" noGrp="1"/>
          </p:cNvSpPr>
          <p:nvPr/>
        </p:nvSpPr>
        <p:spPr>
          <a:xfrm xmlns:a="http://schemas.openxmlformats.org/drawingml/2006/main">
            <a:off x="14549438" y="4058412"/>
            <a:ext cx="382905" cy="19145"/>
          </a:xfrm>
          <a:custGeom xmlns:a="http://schemas.openxmlformats.org/drawingml/2006/main">
            <a:pathLst>
              <a:path w="382905" h="19145">
                <a:moveTo>
                  <a:pt x="0" y="0"/>
                </a:moveTo>
                <a:lnTo>
                  <a:pt x="0" y="19145"/>
                </a:lnTo>
                <a:lnTo>
                  <a:pt x="382905" y="19145"/>
                </a:lnTo>
              </a:path>
            </a:pathLst>
          </a:custGeom>
          <a:noFill xmlns:a="http://schemas.openxmlformats.org/drawingml/2006/main"/>
          <a:ln xmlns:a="http://schemas.openxmlformats.org/drawingml/2006/main" w="7020">
            <a:solidFill>
              <a:srgbClr val="000000"/>
            </a:solidFill>
            <a:prstDash val="solid"/>
          </a:ln>
        </p:spPr>
      </p:sp>
      <p:sp>
        <p:nvSpPr>
          <p:cNvPr id="379" name="dp44-comparison / n298 / arrow">
            <a:extLst xmlns:a="http://schemas.openxmlformats.org/drawingml/2006/main">
              <a:ext uri="{FF2B5EF4-FFF2-40B4-BE49-F238E27FC236}">
                <a16:creationId xmlns:a16="http://schemas.microsoft.com/office/drawing/2014/main" id="{ADAA29FE-9FC5-406B-A079-2C04B7E2171E}"/>
              </a:ext>
            </a:extLst>
          </p:cNvPr>
          <p:cNvSpPr>
            <a:spLocks xmlns:a="http://schemas.openxmlformats.org/drawingml/2006/main" noGrp="1"/>
          </p:cNvSpPr>
          <p:nvPr/>
        </p:nvSpPr>
        <p:spPr>
          <a:xfrm xmlns:a="http://schemas.openxmlformats.org/drawingml/2006/main">
            <a:off x="14887415" y="405509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0" name="dp44-comparison / n299 / path">
            <a:extLst xmlns:a="http://schemas.openxmlformats.org/drawingml/2006/main">
              <a:ext uri="{FF2B5EF4-FFF2-40B4-BE49-F238E27FC236}">
                <a16:creationId xmlns:a16="http://schemas.microsoft.com/office/drawing/2014/main" id="{1994E0AE-E929-4E78-9E06-C20BD68B393A}"/>
              </a:ext>
            </a:extLst>
          </p:cNvPr>
          <p:cNvSpPr>
            <a:spLocks xmlns:a="http://schemas.openxmlformats.org/drawingml/2006/main" noGrp="1"/>
          </p:cNvSpPr>
          <p:nvPr/>
        </p:nvSpPr>
        <p:spPr>
          <a:xfrm xmlns:a="http://schemas.openxmlformats.org/drawingml/2006/main">
            <a:off x="14549438" y="4141375"/>
            <a:ext cx="382905" cy="19145"/>
          </a:xfrm>
          <a:custGeom xmlns:a="http://schemas.openxmlformats.org/drawingml/2006/main">
            <a:pathLst>
              <a:path w="382905" h="19145">
                <a:moveTo>
                  <a:pt x="382905" y="19145"/>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381" name="dp44-comparison / n299 / arrow">
            <a:extLst xmlns:a="http://schemas.openxmlformats.org/drawingml/2006/main">
              <a:ext uri="{FF2B5EF4-FFF2-40B4-BE49-F238E27FC236}">
                <a16:creationId xmlns:a16="http://schemas.microsoft.com/office/drawing/2014/main" id="{A402B438-B14C-4378-B8EB-1A650667B1C2}"/>
              </a:ext>
            </a:extLst>
          </p:cNvPr>
          <p:cNvSpPr>
            <a:spLocks xmlns:a="http://schemas.openxmlformats.org/drawingml/2006/main" noGrp="1"/>
          </p:cNvSpPr>
          <p:nvPr/>
        </p:nvSpPr>
        <p:spPr>
          <a:xfrm xmlns:a="http://schemas.openxmlformats.org/drawingml/2006/main">
            <a:off x="14549438" y="411891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82" name="dp44-comparison / n300 / path">
            <a:extLst xmlns:a="http://schemas.openxmlformats.org/drawingml/2006/main">
              <a:ext uri="{FF2B5EF4-FFF2-40B4-BE49-F238E27FC236}">
                <a16:creationId xmlns:a16="http://schemas.microsoft.com/office/drawing/2014/main" id="{16D5340C-A340-46DC-B246-4ACAF820BD7B}"/>
              </a:ext>
            </a:extLst>
          </p:cNvPr>
          <p:cNvSpPr>
            <a:spLocks xmlns:a="http://schemas.openxmlformats.org/drawingml/2006/main" noGrp="1"/>
          </p:cNvSpPr>
          <p:nvPr/>
        </p:nvSpPr>
        <p:spPr>
          <a:xfrm xmlns:a="http://schemas.openxmlformats.org/drawingml/2006/main">
            <a:off x="12449842" y="3496818"/>
            <a:ext cx="1206151" cy="1876235"/>
          </a:xfrm>
          <a:custGeom xmlns:a="http://schemas.openxmlformats.org/drawingml/2006/main">
            <a:pathLst>
              <a:path w="1206151" h="1876235">
                <a:moveTo>
                  <a:pt x="1206151" y="0"/>
                </a:moveTo>
                <a:lnTo>
                  <a:pt x="0" y="0"/>
                </a:lnTo>
                <a:lnTo>
                  <a:pt x="0" y="1876235"/>
                </a:lnTo>
                <a:lnTo>
                  <a:pt x="759428" y="1876235"/>
                </a:lnTo>
              </a:path>
            </a:pathLst>
          </a:custGeom>
          <a:noFill xmlns:a="http://schemas.openxmlformats.org/drawingml/2006/main"/>
          <a:ln xmlns:a="http://schemas.openxmlformats.org/drawingml/2006/main" w="7020">
            <a:solidFill>
              <a:srgbClr val="000000"/>
            </a:solidFill>
            <a:prstDash val="solid"/>
          </a:ln>
        </p:spPr>
      </p:sp>
      <p:sp>
        <p:nvSpPr>
          <p:cNvPr id="383" name="dp44-comparison / n300 / arrow">
            <a:extLst xmlns:a="http://schemas.openxmlformats.org/drawingml/2006/main">
              <a:ext uri="{FF2B5EF4-FFF2-40B4-BE49-F238E27FC236}">
                <a16:creationId xmlns:a16="http://schemas.microsoft.com/office/drawing/2014/main" id="{E77B06A8-75AB-4351-9118-3041AFA94C27}"/>
              </a:ext>
            </a:extLst>
          </p:cNvPr>
          <p:cNvSpPr>
            <a:spLocks xmlns:a="http://schemas.openxmlformats.org/drawingml/2006/main" noGrp="1"/>
          </p:cNvSpPr>
          <p:nvPr/>
        </p:nvSpPr>
        <p:spPr>
          <a:xfrm xmlns:a="http://schemas.openxmlformats.org/drawingml/2006/main">
            <a:off x="13164342"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4" name="dp44-comparison / n301 / path">
            <a:extLst xmlns:a="http://schemas.openxmlformats.org/drawingml/2006/main">
              <a:ext uri="{FF2B5EF4-FFF2-40B4-BE49-F238E27FC236}">
                <a16:creationId xmlns:a16="http://schemas.microsoft.com/office/drawing/2014/main" id="{087611A5-7DD6-4672-9BA9-2B92EEEC533D}"/>
              </a:ext>
            </a:extLst>
          </p:cNvPr>
          <p:cNvSpPr>
            <a:spLocks xmlns:a="http://schemas.openxmlformats.org/drawingml/2006/main" noGrp="1"/>
          </p:cNvSpPr>
          <p:nvPr/>
        </p:nvSpPr>
        <p:spPr>
          <a:xfrm xmlns:a="http://schemas.openxmlformats.org/drawingml/2006/main">
            <a:off x="12449842" y="4230719"/>
            <a:ext cx="1652873" cy="1142333"/>
          </a:xfrm>
          <a:custGeom xmlns:a="http://schemas.openxmlformats.org/drawingml/2006/main">
            <a:pathLst>
              <a:path w="1652873" h="1142333">
                <a:moveTo>
                  <a:pt x="1652873" y="0"/>
                </a:moveTo>
                <a:lnTo>
                  <a:pt x="0" y="0"/>
                </a:lnTo>
                <a:lnTo>
                  <a:pt x="0" y="1142333"/>
                </a:lnTo>
                <a:lnTo>
                  <a:pt x="1046607" y="1142333"/>
                </a:lnTo>
              </a:path>
            </a:pathLst>
          </a:custGeom>
          <a:noFill xmlns:a="http://schemas.openxmlformats.org/drawingml/2006/main"/>
          <a:ln xmlns:a="http://schemas.openxmlformats.org/drawingml/2006/main" w="7020">
            <a:solidFill>
              <a:srgbClr val="000000"/>
            </a:solidFill>
            <a:prstDash val="solid"/>
          </a:ln>
        </p:spPr>
      </p:sp>
      <p:sp>
        <p:nvSpPr>
          <p:cNvPr id="385" name="dp44-comparison / n301 / arrow">
            <a:extLst xmlns:a="http://schemas.openxmlformats.org/drawingml/2006/main">
              <a:ext uri="{FF2B5EF4-FFF2-40B4-BE49-F238E27FC236}">
                <a16:creationId xmlns:a16="http://schemas.microsoft.com/office/drawing/2014/main" id="{38E65B52-6EFB-4EAF-935B-9B5BA76595C2}"/>
              </a:ext>
            </a:extLst>
          </p:cNvPr>
          <p:cNvSpPr>
            <a:spLocks xmlns:a="http://schemas.openxmlformats.org/drawingml/2006/main" noGrp="1"/>
          </p:cNvSpPr>
          <p:nvPr/>
        </p:nvSpPr>
        <p:spPr>
          <a:xfrm xmlns:a="http://schemas.openxmlformats.org/drawingml/2006/main">
            <a:off x="13451521"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6" name="dp44-comparison / n302 / path">
            <a:extLst xmlns:a="http://schemas.openxmlformats.org/drawingml/2006/main">
              <a:ext uri="{FF2B5EF4-FFF2-40B4-BE49-F238E27FC236}">
                <a16:creationId xmlns:a16="http://schemas.microsoft.com/office/drawing/2014/main" id="{94747745-7519-4263-A2FB-5F6D028514C4}"/>
              </a:ext>
            </a:extLst>
          </p:cNvPr>
          <p:cNvSpPr>
            <a:spLocks xmlns:a="http://schemas.openxmlformats.org/drawingml/2006/main" noGrp="1"/>
          </p:cNvSpPr>
          <p:nvPr/>
        </p:nvSpPr>
        <p:spPr>
          <a:xfrm xmlns:a="http://schemas.openxmlformats.org/drawingml/2006/main">
            <a:off x="13815536" y="55485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387" name="dp44-comparison / n302 / arrow">
            <a:extLst xmlns:a="http://schemas.openxmlformats.org/drawingml/2006/main">
              <a:ext uri="{FF2B5EF4-FFF2-40B4-BE49-F238E27FC236}">
                <a16:creationId xmlns:a16="http://schemas.microsoft.com/office/drawing/2014/main" id="{1A54905D-C816-4CC9-884D-7494E8751026}"/>
              </a:ext>
            </a:extLst>
          </p:cNvPr>
          <p:cNvSpPr>
            <a:spLocks xmlns:a="http://schemas.openxmlformats.org/drawingml/2006/main" noGrp="1"/>
          </p:cNvSpPr>
          <p:nvPr/>
        </p:nvSpPr>
        <p:spPr>
          <a:xfrm xmlns:a="http://schemas.openxmlformats.org/drawingml/2006/main">
            <a:off x="14025879" y="55260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8" name="dp44-comparison / n303 / path">
            <a:extLst xmlns:a="http://schemas.openxmlformats.org/drawingml/2006/main">
              <a:ext uri="{FF2B5EF4-FFF2-40B4-BE49-F238E27FC236}">
                <a16:creationId xmlns:a16="http://schemas.microsoft.com/office/drawing/2014/main" id="{F8020BBF-624F-4600-A251-6139DA157362}"/>
              </a:ext>
            </a:extLst>
          </p:cNvPr>
          <p:cNvSpPr>
            <a:spLocks xmlns:a="http://schemas.openxmlformats.org/drawingml/2006/main" noGrp="1"/>
          </p:cNvSpPr>
          <p:nvPr/>
        </p:nvSpPr>
        <p:spPr>
          <a:xfrm xmlns:a="http://schemas.openxmlformats.org/drawingml/2006/main">
            <a:off x="14677073" y="5724049"/>
            <a:ext cx="953" cy="102108"/>
          </a:xfrm>
          <a:custGeom xmlns:a="http://schemas.openxmlformats.org/drawingml/2006/main">
            <a:pathLst>
              <a:path w="953" h="102108">
                <a:moveTo>
                  <a:pt x="0" y="0"/>
                </a:moveTo>
                <a:lnTo>
                  <a:pt x="0" y="102108"/>
                </a:lnTo>
              </a:path>
            </a:pathLst>
          </a:custGeom>
          <a:noFill xmlns:a="http://schemas.openxmlformats.org/drawingml/2006/main"/>
          <a:ln xmlns:a="http://schemas.openxmlformats.org/drawingml/2006/main" w="7020">
            <a:solidFill>
              <a:srgbClr val="000000"/>
            </a:solidFill>
            <a:prstDash val="solid"/>
          </a:ln>
        </p:spPr>
      </p:sp>
      <p:sp>
        <p:nvSpPr>
          <p:cNvPr id="389" name="dp44-comparison / n303 / arrow">
            <a:extLst xmlns:a="http://schemas.openxmlformats.org/drawingml/2006/main">
              <a:ext uri="{FF2B5EF4-FFF2-40B4-BE49-F238E27FC236}">
                <a16:creationId xmlns:a16="http://schemas.microsoft.com/office/drawing/2014/main" id="{ABE72D6D-8A0E-4900-9000-BB91219407CF}"/>
              </a:ext>
            </a:extLst>
          </p:cNvPr>
          <p:cNvSpPr>
            <a:spLocks xmlns:a="http://schemas.openxmlformats.org/drawingml/2006/main" noGrp="1"/>
          </p:cNvSpPr>
          <p:nvPr/>
        </p:nvSpPr>
        <p:spPr>
          <a:xfrm xmlns:a="http://schemas.openxmlformats.org/drawingml/2006/main">
            <a:off x="14654609" y="578122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90" name="dp44-comparison / n304 / path">
            <a:extLst xmlns:a="http://schemas.openxmlformats.org/drawingml/2006/main">
              <a:ext uri="{FF2B5EF4-FFF2-40B4-BE49-F238E27FC236}">
                <a16:creationId xmlns:a16="http://schemas.microsoft.com/office/drawing/2014/main" id="{E5A30391-ED78-44F8-BAB7-D0BECDF0BC3B}"/>
              </a:ext>
            </a:extLst>
          </p:cNvPr>
          <p:cNvSpPr>
            <a:spLocks xmlns:a="http://schemas.openxmlformats.org/drawingml/2006/main" noGrp="1"/>
          </p:cNvSpPr>
          <p:nvPr/>
        </p:nvSpPr>
        <p:spPr>
          <a:xfrm xmlns:a="http://schemas.openxmlformats.org/drawingml/2006/main">
            <a:off x="14932343" y="5724049"/>
            <a:ext cx="953" cy="102108"/>
          </a:xfrm>
          <a:custGeom xmlns:a="http://schemas.openxmlformats.org/drawingml/2006/main">
            <a:pathLst>
              <a:path w="953" h="102108">
                <a:moveTo>
                  <a:pt x="0" y="102108"/>
                </a:moveTo>
                <a:lnTo>
                  <a:pt x="0" y="0"/>
                </a:lnTo>
              </a:path>
            </a:pathLst>
          </a:custGeom>
          <a:noFill xmlns:a="http://schemas.openxmlformats.org/drawingml/2006/main"/>
          <a:ln xmlns:a="http://schemas.openxmlformats.org/drawingml/2006/main" w="7020">
            <a:solidFill>
              <a:srgbClr val="000000"/>
            </a:solidFill>
            <a:prstDash val="dash"/>
          </a:ln>
        </p:spPr>
      </p:sp>
      <p:sp>
        <p:nvSpPr>
          <p:cNvPr id="391" name="dp44-comparison / n304 / arrow">
            <a:extLst xmlns:a="http://schemas.openxmlformats.org/drawingml/2006/main">
              <a:ext uri="{FF2B5EF4-FFF2-40B4-BE49-F238E27FC236}">
                <a16:creationId xmlns:a16="http://schemas.microsoft.com/office/drawing/2014/main" id="{B158E72C-7421-404D-AF83-A1B7ADB241EE}"/>
              </a:ext>
            </a:extLst>
          </p:cNvPr>
          <p:cNvSpPr>
            <a:spLocks xmlns:a="http://schemas.openxmlformats.org/drawingml/2006/main" noGrp="1"/>
          </p:cNvSpPr>
          <p:nvPr/>
        </p:nvSpPr>
        <p:spPr>
          <a:xfrm xmlns:a="http://schemas.openxmlformats.org/drawingml/2006/main">
            <a:off x="14909879" y="5724049"/>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92" name="dp44-comparison / n305 / path">
            <a:extLst xmlns:a="http://schemas.openxmlformats.org/drawingml/2006/main">
              <a:ext uri="{FF2B5EF4-FFF2-40B4-BE49-F238E27FC236}">
                <a16:creationId xmlns:a16="http://schemas.microsoft.com/office/drawing/2014/main" id="{58F6C8A7-63CF-4A73-BF90-923E6CB4FA78}"/>
              </a:ext>
            </a:extLst>
          </p:cNvPr>
          <p:cNvSpPr>
            <a:spLocks xmlns:a="http://schemas.openxmlformats.org/drawingml/2006/main" noGrp="1"/>
          </p:cNvSpPr>
          <p:nvPr/>
        </p:nvSpPr>
        <p:spPr>
          <a:xfrm xmlns:a="http://schemas.openxmlformats.org/drawingml/2006/main">
            <a:off x="13209270" y="5548551"/>
            <a:ext cx="861536" cy="666893"/>
          </a:xfrm>
          <a:custGeom xmlns:a="http://schemas.openxmlformats.org/drawingml/2006/main">
            <a:pathLst>
              <a:path w="861536" h="666893">
                <a:moveTo>
                  <a:pt x="861536" y="0"/>
                </a:moveTo>
                <a:lnTo>
                  <a:pt x="861536" y="666893"/>
                </a:lnTo>
                <a:lnTo>
                  <a:pt x="0" y="666893"/>
                </a:lnTo>
              </a:path>
            </a:pathLst>
          </a:custGeom>
          <a:noFill xmlns:a="http://schemas.openxmlformats.org/drawingml/2006/main"/>
          <a:ln xmlns:a="http://schemas.openxmlformats.org/drawingml/2006/main" w="7020">
            <a:solidFill>
              <a:srgbClr val="000000"/>
            </a:solidFill>
            <a:prstDash val="solid"/>
          </a:ln>
        </p:spPr>
      </p:sp>
      <p:sp>
        <p:nvSpPr>
          <p:cNvPr id="393" name="dp44-comparison / n305 / arrow">
            <a:extLst xmlns:a="http://schemas.openxmlformats.org/drawingml/2006/main">
              <a:ext uri="{FF2B5EF4-FFF2-40B4-BE49-F238E27FC236}">
                <a16:creationId xmlns:a16="http://schemas.microsoft.com/office/drawing/2014/main" id="{F30F1E74-1DB0-4BE5-A454-229B727E3AC2}"/>
              </a:ext>
            </a:extLst>
          </p:cNvPr>
          <p:cNvSpPr>
            <a:spLocks xmlns:a="http://schemas.openxmlformats.org/drawingml/2006/main" noGrp="1"/>
          </p:cNvSpPr>
          <p:nvPr/>
        </p:nvSpPr>
        <p:spPr>
          <a:xfrm xmlns:a="http://schemas.openxmlformats.org/drawingml/2006/main">
            <a:off x="13209270" y="6192980"/>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94" name="dp44-comparison / n306 / path">
            <a:extLst xmlns:a="http://schemas.openxmlformats.org/drawingml/2006/main">
              <a:ext uri="{FF2B5EF4-FFF2-40B4-BE49-F238E27FC236}">
                <a16:creationId xmlns:a16="http://schemas.microsoft.com/office/drawing/2014/main" id="{EE88F538-FBAC-4C1D-ABC6-046451C90B6E}"/>
              </a:ext>
            </a:extLst>
          </p:cNvPr>
          <p:cNvSpPr>
            <a:spLocks xmlns:a="http://schemas.openxmlformats.org/drawingml/2006/main" noGrp="1"/>
          </p:cNvSpPr>
          <p:nvPr/>
        </p:nvSpPr>
        <p:spPr>
          <a:xfrm xmlns:a="http://schemas.openxmlformats.org/drawingml/2006/main">
            <a:off x="14836616" y="4543425"/>
            <a:ext cx="599885" cy="829628"/>
          </a:xfrm>
          <a:custGeom xmlns:a="http://schemas.openxmlformats.org/drawingml/2006/main">
            <a:pathLst>
              <a:path w="599885" h="829628">
                <a:moveTo>
                  <a:pt x="0" y="0"/>
                </a:moveTo>
                <a:lnTo>
                  <a:pt x="599885" y="0"/>
                </a:lnTo>
                <a:lnTo>
                  <a:pt x="599885" y="829628"/>
                </a:lnTo>
                <a:lnTo>
                  <a:pt x="223361" y="829628"/>
                </a:lnTo>
              </a:path>
            </a:pathLst>
          </a:custGeom>
          <a:noFill xmlns:a="http://schemas.openxmlformats.org/drawingml/2006/main"/>
          <a:ln xmlns:a="http://schemas.openxmlformats.org/drawingml/2006/main" w="7020">
            <a:solidFill>
              <a:srgbClr val="000000"/>
            </a:solidFill>
            <a:prstDash val="solid"/>
          </a:ln>
        </p:spPr>
      </p:sp>
      <p:sp>
        <p:nvSpPr>
          <p:cNvPr id="395" name="dp44-comparison / n306 / arrow">
            <a:extLst xmlns:a="http://schemas.openxmlformats.org/drawingml/2006/main">
              <a:ext uri="{FF2B5EF4-FFF2-40B4-BE49-F238E27FC236}">
                <a16:creationId xmlns:a16="http://schemas.microsoft.com/office/drawing/2014/main" id="{230859EB-B04C-4554-A290-E1E6A6FFC0BE}"/>
              </a:ext>
            </a:extLst>
          </p:cNvPr>
          <p:cNvSpPr>
            <a:spLocks xmlns:a="http://schemas.openxmlformats.org/drawingml/2006/main" noGrp="1"/>
          </p:cNvSpPr>
          <p:nvPr/>
        </p:nvSpPr>
        <p:spPr>
          <a:xfrm xmlns:a="http://schemas.openxmlformats.org/drawingml/2006/main">
            <a:off x="15059978" y="535058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96" name="dp44-comparison / n307 / path">
            <a:extLst xmlns:a="http://schemas.openxmlformats.org/drawingml/2006/main">
              <a:ext uri="{FF2B5EF4-FFF2-40B4-BE49-F238E27FC236}">
                <a16:creationId xmlns:a16="http://schemas.microsoft.com/office/drawing/2014/main" id="{180EC745-12C4-4F43-922F-C330B24FFA7A}"/>
              </a:ext>
            </a:extLst>
          </p:cNvPr>
          <p:cNvSpPr>
            <a:spLocks xmlns:a="http://schemas.openxmlformats.org/drawingml/2006/main" noGrp="1"/>
          </p:cNvSpPr>
          <p:nvPr/>
        </p:nvSpPr>
        <p:spPr>
          <a:xfrm xmlns:a="http://schemas.openxmlformats.org/drawingml/2006/main">
            <a:off x="15283339" y="5548551"/>
            <a:ext cx="953" cy="839200"/>
          </a:xfrm>
          <a:custGeom xmlns:a="http://schemas.openxmlformats.org/drawingml/2006/main">
            <a:pathLst>
              <a:path w="953" h="839200">
                <a:moveTo>
                  <a:pt x="0" y="839200"/>
                </a:moveTo>
                <a:lnTo>
                  <a:pt x="0" y="0"/>
                </a:lnTo>
              </a:path>
            </a:pathLst>
          </a:custGeom>
          <a:noFill xmlns:a="http://schemas.openxmlformats.org/drawingml/2006/main"/>
          <a:ln xmlns:a="http://schemas.openxmlformats.org/drawingml/2006/main" w="7020">
            <a:solidFill>
              <a:srgbClr val="000000"/>
            </a:solidFill>
            <a:prstDash val="dash"/>
          </a:ln>
        </p:spPr>
      </p:sp>
      <p:sp>
        <p:nvSpPr>
          <p:cNvPr id="397" name="dp44-comparison / n307 / arrow">
            <a:extLst xmlns:a="http://schemas.openxmlformats.org/drawingml/2006/main">
              <a:ext uri="{FF2B5EF4-FFF2-40B4-BE49-F238E27FC236}">
                <a16:creationId xmlns:a16="http://schemas.microsoft.com/office/drawing/2014/main" id="{7A6A00A6-EEB2-4F93-AF6C-EFD9A2D8CF40}"/>
              </a:ext>
            </a:extLst>
          </p:cNvPr>
          <p:cNvSpPr>
            <a:spLocks xmlns:a="http://schemas.openxmlformats.org/drawingml/2006/main" noGrp="1"/>
          </p:cNvSpPr>
          <p:nvPr/>
        </p:nvSpPr>
        <p:spPr>
          <a:xfrm xmlns:a="http://schemas.openxmlformats.org/drawingml/2006/main">
            <a:off x="15260875" y="554855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98" name="dp44-comparison / n308 / path">
            <a:extLst xmlns:a="http://schemas.openxmlformats.org/drawingml/2006/main">
              <a:ext uri="{FF2B5EF4-FFF2-40B4-BE49-F238E27FC236}">
                <a16:creationId xmlns:a16="http://schemas.microsoft.com/office/drawing/2014/main" id="{44614C54-45E0-45DA-B0C8-63D8CD2E3A35}"/>
              </a:ext>
            </a:extLst>
          </p:cNvPr>
          <p:cNvSpPr>
            <a:spLocks xmlns:a="http://schemas.openxmlformats.org/drawingml/2006/main" noGrp="1"/>
          </p:cNvSpPr>
          <p:nvPr/>
        </p:nvSpPr>
        <p:spPr>
          <a:xfrm xmlns:a="http://schemas.openxmlformats.org/drawingml/2006/main">
            <a:off x="13815536" y="5657040"/>
            <a:ext cx="255270" cy="953"/>
          </a:xfrm>
          <a:custGeom xmlns:a="http://schemas.openxmlformats.org/drawingml/2006/main">
            <a:pathLst>
              <a:path w="255270" h="953">
                <a:moveTo>
                  <a:pt x="255270" y="0"/>
                </a:moveTo>
                <a:lnTo>
                  <a:pt x="0" y="0"/>
                </a:lnTo>
              </a:path>
            </a:pathLst>
          </a:custGeom>
          <a:noFill xmlns:a="http://schemas.openxmlformats.org/drawingml/2006/main"/>
          <a:ln xmlns:a="http://schemas.openxmlformats.org/drawingml/2006/main" w="7020">
            <a:solidFill>
              <a:srgbClr val="000000"/>
            </a:solidFill>
            <a:prstDash val="dash"/>
          </a:ln>
        </p:spPr>
      </p:sp>
      <p:sp>
        <p:nvSpPr>
          <p:cNvPr id="399" name="dp44-comparison / n308 / arrow">
            <a:extLst xmlns:a="http://schemas.openxmlformats.org/drawingml/2006/main">
              <a:ext uri="{FF2B5EF4-FFF2-40B4-BE49-F238E27FC236}">
                <a16:creationId xmlns:a16="http://schemas.microsoft.com/office/drawing/2014/main" id="{62715697-ED57-46C1-8855-FD8464D5BC99}"/>
              </a:ext>
            </a:extLst>
          </p:cNvPr>
          <p:cNvSpPr>
            <a:spLocks xmlns:a="http://schemas.openxmlformats.org/drawingml/2006/main" noGrp="1"/>
          </p:cNvSpPr>
          <p:nvPr/>
        </p:nvSpPr>
        <p:spPr>
          <a:xfrm xmlns:a="http://schemas.openxmlformats.org/drawingml/2006/main">
            <a:off x="13815536" y="5634577"/>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00" name="dp44-comparison / n309 / path">
            <a:extLst xmlns:a="http://schemas.openxmlformats.org/drawingml/2006/main">
              <a:ext uri="{FF2B5EF4-FFF2-40B4-BE49-F238E27FC236}">
                <a16:creationId xmlns:a16="http://schemas.microsoft.com/office/drawing/2014/main" id="{E98719D9-6BB6-4ED7-A6B6-20A6DD8B5ADE}"/>
              </a:ext>
            </a:extLst>
          </p:cNvPr>
          <p:cNvSpPr>
            <a:spLocks xmlns:a="http://schemas.openxmlformats.org/drawingml/2006/main" noGrp="1"/>
          </p:cNvSpPr>
          <p:nvPr/>
        </p:nvSpPr>
        <p:spPr>
          <a:xfrm xmlns:a="http://schemas.openxmlformats.org/drawingml/2006/main">
            <a:off x="14549438" y="3324511"/>
            <a:ext cx="887063" cy="2048542"/>
          </a:xfrm>
          <a:custGeom xmlns:a="http://schemas.openxmlformats.org/drawingml/2006/main">
            <a:pathLst>
              <a:path w="887063" h="2048542">
                <a:moveTo>
                  <a:pt x="319088" y="2048542"/>
                </a:moveTo>
                <a:lnTo>
                  <a:pt x="887063" y="2048542"/>
                </a:lnTo>
                <a:lnTo>
                  <a:pt x="887063" y="963644"/>
                </a:lnTo>
                <a:lnTo>
                  <a:pt x="0" y="963644"/>
                </a:lnTo>
                <a:lnTo>
                  <a:pt x="0" y="0"/>
                </a:lnTo>
              </a:path>
            </a:pathLst>
          </a:custGeom>
          <a:noFill xmlns:a="http://schemas.openxmlformats.org/drawingml/2006/main"/>
          <a:ln xmlns:a="http://schemas.openxmlformats.org/drawingml/2006/main" w="7020">
            <a:solidFill>
              <a:srgbClr val="000000"/>
            </a:solidFill>
            <a:prstDash val="dash"/>
          </a:ln>
        </p:spPr>
      </p:sp>
      <p:sp>
        <p:nvSpPr>
          <p:cNvPr id="401" name="dp44-comparison / n309 / arrow">
            <a:extLst xmlns:a="http://schemas.openxmlformats.org/drawingml/2006/main">
              <a:ext uri="{FF2B5EF4-FFF2-40B4-BE49-F238E27FC236}">
                <a16:creationId xmlns:a16="http://schemas.microsoft.com/office/drawing/2014/main" id="{AE14786A-13EB-4B55-9D88-A776279D4EE8}"/>
              </a:ext>
            </a:extLst>
          </p:cNvPr>
          <p:cNvSpPr>
            <a:spLocks xmlns:a="http://schemas.openxmlformats.org/drawingml/2006/main" noGrp="1"/>
          </p:cNvSpPr>
          <p:nvPr/>
        </p:nvSpPr>
        <p:spPr>
          <a:xfrm xmlns:a="http://schemas.openxmlformats.org/drawingml/2006/main">
            <a:off x="14526974" y="332451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02" name="dp44-comparison / n310 / path">
            <a:extLst xmlns:a="http://schemas.openxmlformats.org/drawingml/2006/main">
              <a:ext uri="{FF2B5EF4-FFF2-40B4-BE49-F238E27FC236}">
                <a16:creationId xmlns:a16="http://schemas.microsoft.com/office/drawing/2014/main" id="{7F059AA9-7BCB-4E46-B0E6-5CE46DE195D1}"/>
              </a:ext>
            </a:extLst>
          </p:cNvPr>
          <p:cNvSpPr>
            <a:spLocks xmlns:a="http://schemas.openxmlformats.org/drawingml/2006/main" noGrp="1"/>
          </p:cNvSpPr>
          <p:nvPr/>
        </p:nvSpPr>
        <p:spPr>
          <a:xfrm xmlns:a="http://schemas.openxmlformats.org/drawingml/2006/main">
            <a:off x="13847445" y="4230719"/>
            <a:ext cx="1589056" cy="1142333"/>
          </a:xfrm>
          <a:custGeom xmlns:a="http://schemas.openxmlformats.org/drawingml/2006/main">
            <a:pathLst>
              <a:path w="1589056" h="1142333">
                <a:moveTo>
                  <a:pt x="638175" y="1142333"/>
                </a:moveTo>
                <a:lnTo>
                  <a:pt x="1589056" y="1142333"/>
                </a:lnTo>
                <a:lnTo>
                  <a:pt x="1589056" y="57436"/>
                </a:lnTo>
                <a:lnTo>
                  <a:pt x="0" y="57436"/>
                </a:lnTo>
                <a:lnTo>
                  <a:pt x="0" y="0"/>
                </a:lnTo>
              </a:path>
            </a:pathLst>
          </a:custGeom>
          <a:noFill xmlns:a="http://schemas.openxmlformats.org/drawingml/2006/main"/>
          <a:ln xmlns:a="http://schemas.openxmlformats.org/drawingml/2006/main" w="7020">
            <a:solidFill>
              <a:srgbClr val="000000"/>
            </a:solidFill>
            <a:prstDash val="dash"/>
          </a:ln>
        </p:spPr>
      </p:sp>
      <p:sp>
        <p:nvSpPr>
          <p:cNvPr id="403" name="dp44-comparison / n310 / arrow">
            <a:extLst xmlns:a="http://schemas.openxmlformats.org/drawingml/2006/main">
              <a:ext uri="{FF2B5EF4-FFF2-40B4-BE49-F238E27FC236}">
                <a16:creationId xmlns:a16="http://schemas.microsoft.com/office/drawing/2014/main" id="{228C8EDD-A45C-43EE-8F3D-79317E518AC0}"/>
              </a:ext>
            </a:extLst>
          </p:cNvPr>
          <p:cNvSpPr>
            <a:spLocks xmlns:a="http://schemas.openxmlformats.org/drawingml/2006/main" noGrp="1"/>
          </p:cNvSpPr>
          <p:nvPr/>
        </p:nvSpPr>
        <p:spPr>
          <a:xfrm xmlns:a="http://schemas.openxmlformats.org/drawingml/2006/main">
            <a:off x="13824981" y="4230719"/>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04" name="dp44-comparison / n311 / path">
            <a:extLst xmlns:a="http://schemas.openxmlformats.org/drawingml/2006/main">
              <a:ext uri="{FF2B5EF4-FFF2-40B4-BE49-F238E27FC236}">
                <a16:creationId xmlns:a16="http://schemas.microsoft.com/office/drawing/2014/main" id="{47E0571F-0F85-42D9-AC19-7BBA314AE852}"/>
              </a:ext>
            </a:extLst>
          </p:cNvPr>
          <p:cNvSpPr>
            <a:spLocks xmlns:a="http://schemas.openxmlformats.org/drawingml/2006/main" noGrp="1"/>
          </p:cNvSpPr>
          <p:nvPr/>
        </p:nvSpPr>
        <p:spPr>
          <a:xfrm xmlns:a="http://schemas.openxmlformats.org/drawingml/2006/main">
            <a:off x="13017818" y="5724049"/>
            <a:ext cx="1467802" cy="491395"/>
          </a:xfrm>
          <a:custGeom xmlns:a="http://schemas.openxmlformats.org/drawingml/2006/main">
            <a:pathLst>
              <a:path w="1467802" h="491395">
                <a:moveTo>
                  <a:pt x="0" y="491395"/>
                </a:moveTo>
                <a:lnTo>
                  <a:pt x="0" y="0"/>
                </a:lnTo>
                <a:lnTo>
                  <a:pt x="1467802" y="0"/>
                </a:lnTo>
              </a:path>
            </a:pathLst>
          </a:custGeom>
          <a:noFill xmlns:a="http://schemas.openxmlformats.org/drawingml/2006/main"/>
          <a:ln xmlns:a="http://schemas.openxmlformats.org/drawingml/2006/main" w="7020">
            <a:solidFill>
              <a:srgbClr val="000000"/>
            </a:solidFill>
            <a:prstDash val="dash"/>
          </a:ln>
        </p:spPr>
      </p:sp>
      <p:sp>
        <p:nvSpPr>
          <p:cNvPr id="405" name="dp44-comparison / n311 / arrow">
            <a:extLst xmlns:a="http://schemas.openxmlformats.org/drawingml/2006/main">
              <a:ext uri="{FF2B5EF4-FFF2-40B4-BE49-F238E27FC236}">
                <a16:creationId xmlns:a16="http://schemas.microsoft.com/office/drawing/2014/main" id="{D551AFD4-3E26-41F1-9ADB-648FC531B28F}"/>
              </a:ext>
            </a:extLst>
          </p:cNvPr>
          <p:cNvSpPr>
            <a:spLocks xmlns:a="http://schemas.openxmlformats.org/drawingml/2006/main" noGrp="1"/>
          </p:cNvSpPr>
          <p:nvPr/>
        </p:nvSpPr>
        <p:spPr>
          <a:xfrm xmlns:a="http://schemas.openxmlformats.org/drawingml/2006/main">
            <a:off x="14440692" y="570158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06" name="dp44-comparison / n312 / path">
            <a:extLst xmlns:a="http://schemas.openxmlformats.org/drawingml/2006/main">
              <a:ext uri="{FF2B5EF4-FFF2-40B4-BE49-F238E27FC236}">
                <a16:creationId xmlns:a16="http://schemas.microsoft.com/office/drawing/2014/main" id="{5FF4C40A-2AE5-4CCF-8412-E0CF05FFD251}"/>
              </a:ext>
            </a:extLst>
          </p:cNvPr>
          <p:cNvSpPr>
            <a:spLocks xmlns:a="http://schemas.openxmlformats.org/drawingml/2006/main" noGrp="1"/>
          </p:cNvSpPr>
          <p:nvPr/>
        </p:nvSpPr>
        <p:spPr>
          <a:xfrm xmlns:a="http://schemas.openxmlformats.org/drawingml/2006/main">
            <a:off x="13815536" y="4543425"/>
            <a:ext cx="1620965" cy="1767745"/>
          </a:xfrm>
          <a:custGeom xmlns:a="http://schemas.openxmlformats.org/drawingml/2006/main">
            <a:pathLst>
              <a:path w="1620965" h="1767745">
                <a:moveTo>
                  <a:pt x="0" y="1767745"/>
                </a:moveTo>
                <a:lnTo>
                  <a:pt x="0" y="1225296"/>
                </a:lnTo>
                <a:lnTo>
                  <a:pt x="1620965" y="1225296"/>
                </a:lnTo>
                <a:lnTo>
                  <a:pt x="1620965" y="0"/>
                </a:lnTo>
                <a:lnTo>
                  <a:pt x="829628" y="0"/>
                </a:lnTo>
              </a:path>
            </a:pathLst>
          </a:custGeom>
          <a:noFill xmlns:a="http://schemas.openxmlformats.org/drawingml/2006/main"/>
          <a:ln xmlns:a="http://schemas.openxmlformats.org/drawingml/2006/main" w="7020">
            <a:solidFill>
              <a:srgbClr val="000000"/>
            </a:solidFill>
            <a:prstDash val="solid"/>
          </a:ln>
        </p:spPr>
      </p:sp>
      <p:sp>
        <p:nvSpPr>
          <p:cNvPr id="407" name="dp44-comparison / n312 / arrow">
            <a:extLst xmlns:a="http://schemas.openxmlformats.org/drawingml/2006/main">
              <a:ext uri="{FF2B5EF4-FFF2-40B4-BE49-F238E27FC236}">
                <a16:creationId xmlns:a16="http://schemas.microsoft.com/office/drawing/2014/main" id="{481DAEB7-BDF7-42A5-8ECC-F35A84A46F1C}"/>
              </a:ext>
            </a:extLst>
          </p:cNvPr>
          <p:cNvSpPr>
            <a:spLocks xmlns:a="http://schemas.openxmlformats.org/drawingml/2006/main" noGrp="1"/>
          </p:cNvSpPr>
          <p:nvPr/>
        </p:nvSpPr>
        <p:spPr>
          <a:xfrm xmlns:a="http://schemas.openxmlformats.org/drawingml/2006/main">
            <a:off x="14645164"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08" name="dp44-comparison / n313 / path">
            <a:extLst xmlns:a="http://schemas.openxmlformats.org/drawingml/2006/main">
              <a:ext uri="{FF2B5EF4-FFF2-40B4-BE49-F238E27FC236}">
                <a16:creationId xmlns:a16="http://schemas.microsoft.com/office/drawing/2014/main" id="{50F3BCED-8ABB-4E6A-98B9-D952543B478F}"/>
              </a:ext>
            </a:extLst>
          </p:cNvPr>
          <p:cNvSpPr>
            <a:spLocks xmlns:a="http://schemas.openxmlformats.org/drawingml/2006/main" noGrp="1"/>
          </p:cNvSpPr>
          <p:nvPr/>
        </p:nvSpPr>
        <p:spPr>
          <a:xfrm xmlns:a="http://schemas.openxmlformats.org/drawingml/2006/main">
            <a:off x="13815536" y="4543425"/>
            <a:ext cx="1620965" cy="1716691"/>
          </a:xfrm>
          <a:custGeom xmlns:a="http://schemas.openxmlformats.org/drawingml/2006/main">
            <a:pathLst>
              <a:path w="1620965" h="1716691">
                <a:moveTo>
                  <a:pt x="957263" y="0"/>
                </a:moveTo>
                <a:lnTo>
                  <a:pt x="1620965" y="0"/>
                </a:lnTo>
                <a:lnTo>
                  <a:pt x="1620965" y="1238060"/>
                </a:lnTo>
                <a:lnTo>
                  <a:pt x="0" y="1238060"/>
                </a:lnTo>
                <a:lnTo>
                  <a:pt x="0" y="1716691"/>
                </a:lnTo>
              </a:path>
            </a:pathLst>
          </a:custGeom>
          <a:noFill xmlns:a="http://schemas.openxmlformats.org/drawingml/2006/main"/>
          <a:ln xmlns:a="http://schemas.openxmlformats.org/drawingml/2006/main" w="7020">
            <a:solidFill>
              <a:srgbClr val="000000"/>
            </a:solidFill>
            <a:prstDash val="dash"/>
          </a:ln>
        </p:spPr>
      </p:sp>
      <p:sp>
        <p:nvSpPr>
          <p:cNvPr id="409" name="dp44-comparison / n313 / arrow">
            <a:extLst xmlns:a="http://schemas.openxmlformats.org/drawingml/2006/main">
              <a:ext uri="{FF2B5EF4-FFF2-40B4-BE49-F238E27FC236}">
                <a16:creationId xmlns:a16="http://schemas.microsoft.com/office/drawing/2014/main" id="{B23D9FAC-8476-4ED4-B1F2-11D1DCFBA455}"/>
              </a:ext>
            </a:extLst>
          </p:cNvPr>
          <p:cNvSpPr>
            <a:spLocks xmlns:a="http://schemas.openxmlformats.org/drawingml/2006/main" noGrp="1"/>
          </p:cNvSpPr>
          <p:nvPr/>
        </p:nvSpPr>
        <p:spPr>
          <a:xfrm xmlns:a="http://schemas.openxmlformats.org/drawingml/2006/main">
            <a:off x="13793072" y="6215188"/>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10" name="dp44-comparison / n314 / path">
            <a:extLst xmlns:a="http://schemas.openxmlformats.org/drawingml/2006/main">
              <a:ext uri="{FF2B5EF4-FFF2-40B4-BE49-F238E27FC236}">
                <a16:creationId xmlns:a16="http://schemas.microsoft.com/office/drawing/2014/main" id="{F85DC652-5BF2-4354-8477-8A26B6E5C291}"/>
              </a:ext>
            </a:extLst>
          </p:cNvPr>
          <p:cNvSpPr>
            <a:spLocks xmlns:a="http://schemas.openxmlformats.org/drawingml/2006/main" noGrp="1"/>
          </p:cNvSpPr>
          <p:nvPr/>
        </p:nvSpPr>
        <p:spPr>
          <a:xfrm xmlns:a="http://schemas.openxmlformats.org/drawingml/2006/main">
            <a:off x="13815536" y="5194364"/>
            <a:ext cx="2010251" cy="1257205"/>
          </a:xfrm>
          <a:custGeom xmlns:a="http://schemas.openxmlformats.org/drawingml/2006/main">
            <a:pathLst>
              <a:path w="2010251" h="1257205">
                <a:moveTo>
                  <a:pt x="0" y="1257205"/>
                </a:moveTo>
                <a:lnTo>
                  <a:pt x="0" y="574358"/>
                </a:lnTo>
                <a:lnTo>
                  <a:pt x="2010251" y="574358"/>
                </a:lnTo>
                <a:lnTo>
                  <a:pt x="2010251" y="0"/>
                </a:lnTo>
              </a:path>
            </a:pathLst>
          </a:custGeom>
          <a:noFill xmlns:a="http://schemas.openxmlformats.org/drawingml/2006/main"/>
          <a:ln xmlns:a="http://schemas.openxmlformats.org/drawingml/2006/main" w="7020">
            <a:solidFill>
              <a:srgbClr val="000000"/>
            </a:solidFill>
            <a:prstDash val="solid"/>
          </a:ln>
        </p:spPr>
      </p:sp>
      <p:sp>
        <p:nvSpPr>
          <p:cNvPr id="411" name="dp44-comparison / n314 / arrow">
            <a:extLst xmlns:a="http://schemas.openxmlformats.org/drawingml/2006/main">
              <a:ext uri="{FF2B5EF4-FFF2-40B4-BE49-F238E27FC236}">
                <a16:creationId xmlns:a16="http://schemas.microsoft.com/office/drawing/2014/main" id="{EEC576F0-8069-4359-A184-E18752DAA132}"/>
              </a:ext>
            </a:extLst>
          </p:cNvPr>
          <p:cNvSpPr>
            <a:spLocks xmlns:a="http://schemas.openxmlformats.org/drawingml/2006/main" noGrp="1"/>
          </p:cNvSpPr>
          <p:nvPr/>
        </p:nvSpPr>
        <p:spPr>
          <a:xfrm xmlns:a="http://schemas.openxmlformats.org/drawingml/2006/main">
            <a:off x="15803324" y="5194364"/>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12" name="dp44-comparison / n315 / path">
            <a:extLst xmlns:a="http://schemas.openxmlformats.org/drawingml/2006/main">
              <a:ext uri="{FF2B5EF4-FFF2-40B4-BE49-F238E27FC236}">
                <a16:creationId xmlns:a16="http://schemas.microsoft.com/office/drawing/2014/main" id="{DA36C957-16B6-4ADE-8E88-E012757EC3E3}"/>
              </a:ext>
            </a:extLst>
          </p:cNvPr>
          <p:cNvSpPr>
            <a:spLocks xmlns:a="http://schemas.openxmlformats.org/drawingml/2006/main" noGrp="1"/>
          </p:cNvSpPr>
          <p:nvPr/>
        </p:nvSpPr>
        <p:spPr>
          <a:xfrm xmlns:a="http://schemas.openxmlformats.org/drawingml/2006/main">
            <a:off x="13815536" y="5258181"/>
            <a:ext cx="2010251" cy="1225296"/>
          </a:xfrm>
          <a:custGeom xmlns:a="http://schemas.openxmlformats.org/drawingml/2006/main">
            <a:pathLst>
              <a:path w="2010251" h="1225296">
                <a:moveTo>
                  <a:pt x="2010251" y="0"/>
                </a:moveTo>
                <a:lnTo>
                  <a:pt x="2010251" y="523304"/>
                </a:lnTo>
                <a:lnTo>
                  <a:pt x="0" y="523304"/>
                </a:lnTo>
                <a:lnTo>
                  <a:pt x="0" y="1225296"/>
                </a:lnTo>
              </a:path>
            </a:pathLst>
          </a:custGeom>
          <a:noFill xmlns:a="http://schemas.openxmlformats.org/drawingml/2006/main"/>
          <a:ln xmlns:a="http://schemas.openxmlformats.org/drawingml/2006/main" w="7020">
            <a:solidFill>
              <a:srgbClr val="000000"/>
            </a:solidFill>
            <a:prstDash val="dash"/>
          </a:ln>
        </p:spPr>
      </p:sp>
      <p:sp>
        <p:nvSpPr>
          <p:cNvPr id="413" name="dp44-comparison / n315 / arrow">
            <a:extLst xmlns:a="http://schemas.openxmlformats.org/drawingml/2006/main">
              <a:ext uri="{FF2B5EF4-FFF2-40B4-BE49-F238E27FC236}">
                <a16:creationId xmlns:a16="http://schemas.microsoft.com/office/drawing/2014/main" id="{A5169070-F424-4048-AB36-1EAE174D1CF9}"/>
              </a:ext>
            </a:extLst>
          </p:cNvPr>
          <p:cNvSpPr>
            <a:spLocks xmlns:a="http://schemas.openxmlformats.org/drawingml/2006/main" noGrp="1"/>
          </p:cNvSpPr>
          <p:nvPr/>
        </p:nvSpPr>
        <p:spPr>
          <a:xfrm xmlns:a="http://schemas.openxmlformats.org/drawingml/2006/main">
            <a:off x="13793072" y="643854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14" name="dp44-comparison / n316 / path">
            <a:extLst xmlns:a="http://schemas.openxmlformats.org/drawingml/2006/main">
              <a:ext uri="{FF2B5EF4-FFF2-40B4-BE49-F238E27FC236}">
                <a16:creationId xmlns:a16="http://schemas.microsoft.com/office/drawing/2014/main" id="{91F80B12-E5D8-43D1-AC6A-71CE01704606}"/>
              </a:ext>
            </a:extLst>
          </p:cNvPr>
          <p:cNvSpPr>
            <a:spLocks xmlns:a="http://schemas.openxmlformats.org/drawingml/2006/main" noGrp="1"/>
          </p:cNvSpPr>
          <p:nvPr/>
        </p:nvSpPr>
        <p:spPr>
          <a:xfrm xmlns:a="http://schemas.openxmlformats.org/drawingml/2006/main">
            <a:off x="11550015" y="6323933"/>
            <a:ext cx="1052989" cy="127635"/>
          </a:xfrm>
          <a:custGeom xmlns:a="http://schemas.openxmlformats.org/drawingml/2006/main">
            <a:pathLst>
              <a:path w="1052989" h="127635">
                <a:moveTo>
                  <a:pt x="1052989" y="0"/>
                </a:moveTo>
                <a:lnTo>
                  <a:pt x="1052989" y="127635"/>
                </a:lnTo>
                <a:lnTo>
                  <a:pt x="0" y="127635"/>
                </a:lnTo>
              </a:path>
            </a:pathLst>
          </a:custGeom>
          <a:noFill xmlns:a="http://schemas.openxmlformats.org/drawingml/2006/main"/>
          <a:ln xmlns:a="http://schemas.openxmlformats.org/drawingml/2006/main" w="7020">
            <a:solidFill>
              <a:srgbClr val="000000"/>
            </a:solidFill>
            <a:prstDash val="solid"/>
          </a:ln>
        </p:spPr>
      </p:sp>
      <p:sp>
        <p:nvSpPr>
          <p:cNvPr id="415" name="dp44-comparison / n316 / arrow">
            <a:extLst xmlns:a="http://schemas.openxmlformats.org/drawingml/2006/main">
              <a:ext uri="{FF2B5EF4-FFF2-40B4-BE49-F238E27FC236}">
                <a16:creationId xmlns:a16="http://schemas.microsoft.com/office/drawing/2014/main" id="{98ABAB14-6C3C-4533-8157-C93D098E4FC7}"/>
              </a:ext>
            </a:extLst>
          </p:cNvPr>
          <p:cNvSpPr>
            <a:spLocks xmlns:a="http://schemas.openxmlformats.org/drawingml/2006/main" noGrp="1"/>
          </p:cNvSpPr>
          <p:nvPr/>
        </p:nvSpPr>
        <p:spPr>
          <a:xfrm xmlns:a="http://schemas.openxmlformats.org/drawingml/2006/main">
            <a:off x="11550015" y="6429104"/>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16" name="dp44-comparison / n317 / path">
            <a:extLst xmlns:a="http://schemas.openxmlformats.org/drawingml/2006/main">
              <a:ext uri="{FF2B5EF4-FFF2-40B4-BE49-F238E27FC236}">
                <a16:creationId xmlns:a16="http://schemas.microsoft.com/office/drawing/2014/main" id="{FABD14AF-D5C4-4A86-9D6A-4ABE041AC7EE}"/>
              </a:ext>
            </a:extLst>
          </p:cNvPr>
          <p:cNvSpPr>
            <a:spLocks xmlns:a="http://schemas.openxmlformats.org/drawingml/2006/main" noGrp="1"/>
          </p:cNvSpPr>
          <p:nvPr/>
        </p:nvSpPr>
        <p:spPr>
          <a:xfrm xmlns:a="http://schemas.openxmlformats.org/drawingml/2006/main">
            <a:off x="11550015" y="4288155"/>
            <a:ext cx="1084898" cy="2227231"/>
          </a:xfrm>
          <a:custGeom xmlns:a="http://schemas.openxmlformats.org/drawingml/2006/main">
            <a:pathLst>
              <a:path w="1084898" h="2227231">
                <a:moveTo>
                  <a:pt x="1084898" y="0"/>
                </a:moveTo>
                <a:lnTo>
                  <a:pt x="567976" y="0"/>
                </a:lnTo>
                <a:lnTo>
                  <a:pt x="567976" y="2227231"/>
                </a:lnTo>
                <a:lnTo>
                  <a:pt x="0" y="2227231"/>
                </a:lnTo>
              </a:path>
            </a:pathLst>
          </a:custGeom>
          <a:noFill xmlns:a="http://schemas.openxmlformats.org/drawingml/2006/main"/>
          <a:ln xmlns:a="http://schemas.openxmlformats.org/drawingml/2006/main" w="7020">
            <a:solidFill>
              <a:srgbClr val="000000"/>
            </a:solidFill>
            <a:prstDash val="solid"/>
          </a:ln>
        </p:spPr>
      </p:sp>
      <p:sp>
        <p:nvSpPr>
          <p:cNvPr id="417" name="dp44-comparison / n317 / arrow">
            <a:extLst xmlns:a="http://schemas.openxmlformats.org/drawingml/2006/main">
              <a:ext uri="{FF2B5EF4-FFF2-40B4-BE49-F238E27FC236}">
                <a16:creationId xmlns:a16="http://schemas.microsoft.com/office/drawing/2014/main" id="{E621EC3A-91DD-4AB5-82CE-1ADC3FE3A3B1}"/>
              </a:ext>
            </a:extLst>
          </p:cNvPr>
          <p:cNvSpPr>
            <a:spLocks xmlns:a="http://schemas.openxmlformats.org/drawingml/2006/main" noGrp="1"/>
          </p:cNvSpPr>
          <p:nvPr/>
        </p:nvSpPr>
        <p:spPr>
          <a:xfrm xmlns:a="http://schemas.openxmlformats.org/drawingml/2006/main">
            <a:off x="11550015" y="649292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18" name="dp44-comparison / n318 / path">
            <a:extLst xmlns:a="http://schemas.openxmlformats.org/drawingml/2006/main">
              <a:ext uri="{FF2B5EF4-FFF2-40B4-BE49-F238E27FC236}">
                <a16:creationId xmlns:a16="http://schemas.microsoft.com/office/drawing/2014/main" id="{25331A72-E213-4C11-84CC-E432852C5E7E}"/>
              </a:ext>
            </a:extLst>
          </p:cNvPr>
          <p:cNvSpPr>
            <a:spLocks xmlns:a="http://schemas.openxmlformats.org/drawingml/2006/main" noGrp="1"/>
          </p:cNvSpPr>
          <p:nvPr/>
        </p:nvSpPr>
        <p:spPr>
          <a:xfrm xmlns:a="http://schemas.openxmlformats.org/drawingml/2006/main">
            <a:off x="11550015" y="4351973"/>
            <a:ext cx="1084898" cy="2259140"/>
          </a:xfrm>
          <a:custGeom xmlns:a="http://schemas.openxmlformats.org/drawingml/2006/main">
            <a:pathLst>
              <a:path w="1084898" h="2259140">
                <a:moveTo>
                  <a:pt x="0" y="2259140"/>
                </a:moveTo>
                <a:lnTo>
                  <a:pt x="899827" y="2259140"/>
                </a:lnTo>
                <a:lnTo>
                  <a:pt x="899827" y="0"/>
                </a:lnTo>
                <a:lnTo>
                  <a:pt x="1084898" y="0"/>
                </a:lnTo>
              </a:path>
            </a:pathLst>
          </a:custGeom>
          <a:noFill xmlns:a="http://schemas.openxmlformats.org/drawingml/2006/main"/>
          <a:ln xmlns:a="http://schemas.openxmlformats.org/drawingml/2006/main" w="7020">
            <a:solidFill>
              <a:srgbClr val="000000"/>
            </a:solidFill>
            <a:prstDash val="dash"/>
          </a:ln>
        </p:spPr>
      </p:sp>
      <p:sp>
        <p:nvSpPr>
          <p:cNvPr id="419" name="dp44-comparison / n318 / arrow">
            <a:extLst xmlns:a="http://schemas.openxmlformats.org/drawingml/2006/main">
              <a:ext uri="{FF2B5EF4-FFF2-40B4-BE49-F238E27FC236}">
                <a16:creationId xmlns:a16="http://schemas.microsoft.com/office/drawing/2014/main" id="{6BBE6608-92BB-4B33-8E42-CDA9A4FADBF7}"/>
              </a:ext>
            </a:extLst>
          </p:cNvPr>
          <p:cNvSpPr>
            <a:spLocks xmlns:a="http://schemas.openxmlformats.org/drawingml/2006/main" noGrp="1"/>
          </p:cNvSpPr>
          <p:nvPr/>
        </p:nvSpPr>
        <p:spPr>
          <a:xfrm xmlns:a="http://schemas.openxmlformats.org/drawingml/2006/main">
            <a:off x="12589985" y="43295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0" name="dp44-comparison / n319 / path">
            <a:extLst xmlns:a="http://schemas.openxmlformats.org/drawingml/2006/main">
              <a:ext uri="{FF2B5EF4-FFF2-40B4-BE49-F238E27FC236}">
                <a16:creationId xmlns:a16="http://schemas.microsoft.com/office/drawing/2014/main" id="{2340FC5D-F148-4FCD-96A7-FABC654A2B22}"/>
              </a:ext>
            </a:extLst>
          </p:cNvPr>
          <p:cNvSpPr>
            <a:spLocks xmlns:a="http://schemas.openxmlformats.org/drawingml/2006/main" noGrp="1"/>
          </p:cNvSpPr>
          <p:nvPr/>
        </p:nvSpPr>
        <p:spPr>
          <a:xfrm xmlns:a="http://schemas.openxmlformats.org/drawingml/2006/main">
            <a:off x="11550015" y="6560058"/>
            <a:ext cx="3127058" cy="561594"/>
          </a:xfrm>
          <a:custGeom xmlns:a="http://schemas.openxmlformats.org/drawingml/2006/main">
            <a:pathLst>
              <a:path w="3127058" h="561594">
                <a:moveTo>
                  <a:pt x="3127058" y="0"/>
                </a:moveTo>
                <a:lnTo>
                  <a:pt x="3127058" y="561594"/>
                </a:lnTo>
                <a:lnTo>
                  <a:pt x="0" y="561594"/>
                </a:lnTo>
              </a:path>
            </a:pathLst>
          </a:custGeom>
          <a:noFill xmlns:a="http://schemas.openxmlformats.org/drawingml/2006/main"/>
          <a:ln xmlns:a="http://schemas.openxmlformats.org/drawingml/2006/main" w="7020">
            <a:solidFill>
              <a:srgbClr val="000000"/>
            </a:solidFill>
            <a:prstDash val="solid"/>
          </a:ln>
        </p:spPr>
      </p:sp>
      <p:sp>
        <p:nvSpPr>
          <p:cNvPr id="421" name="dp44-comparison / n319 / arrow">
            <a:extLst xmlns:a="http://schemas.openxmlformats.org/drawingml/2006/main">
              <a:ext uri="{FF2B5EF4-FFF2-40B4-BE49-F238E27FC236}">
                <a16:creationId xmlns:a16="http://schemas.microsoft.com/office/drawing/2014/main" id="{4C1AD736-21B8-4565-BEBE-4178DD5EC8E2}"/>
              </a:ext>
            </a:extLst>
          </p:cNvPr>
          <p:cNvSpPr>
            <a:spLocks xmlns:a="http://schemas.openxmlformats.org/drawingml/2006/main" noGrp="1"/>
          </p:cNvSpPr>
          <p:nvPr/>
        </p:nvSpPr>
        <p:spPr>
          <a:xfrm xmlns:a="http://schemas.openxmlformats.org/drawingml/2006/main">
            <a:off x="11550015" y="709918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22" name="dp44-comparison / n320 / path">
            <a:extLst xmlns:a="http://schemas.openxmlformats.org/drawingml/2006/main">
              <a:ext uri="{FF2B5EF4-FFF2-40B4-BE49-F238E27FC236}">
                <a16:creationId xmlns:a16="http://schemas.microsoft.com/office/drawing/2014/main" id="{524B7BC5-D4D7-46B8-931A-28A34FCB8DDF}"/>
              </a:ext>
            </a:extLst>
          </p:cNvPr>
          <p:cNvSpPr>
            <a:spLocks xmlns:a="http://schemas.openxmlformats.org/drawingml/2006/main" noGrp="1"/>
          </p:cNvSpPr>
          <p:nvPr/>
        </p:nvSpPr>
        <p:spPr>
          <a:xfrm xmlns:a="http://schemas.openxmlformats.org/drawingml/2006/main">
            <a:off x="11550015" y="6560058"/>
            <a:ext cx="3318510" cy="657320"/>
          </a:xfrm>
          <a:custGeom xmlns:a="http://schemas.openxmlformats.org/drawingml/2006/main">
            <a:pathLst>
              <a:path w="3318510" h="657320">
                <a:moveTo>
                  <a:pt x="0" y="657320"/>
                </a:moveTo>
                <a:lnTo>
                  <a:pt x="0" y="0"/>
                </a:lnTo>
                <a:lnTo>
                  <a:pt x="3318510" y="0"/>
                </a:lnTo>
              </a:path>
            </a:pathLst>
          </a:custGeom>
          <a:noFill xmlns:a="http://schemas.openxmlformats.org/drawingml/2006/main"/>
          <a:ln xmlns:a="http://schemas.openxmlformats.org/drawingml/2006/main" w="7020">
            <a:solidFill>
              <a:srgbClr val="000000"/>
            </a:solidFill>
            <a:prstDash val="dash"/>
          </a:ln>
        </p:spPr>
      </p:sp>
      <p:sp>
        <p:nvSpPr>
          <p:cNvPr id="423" name="dp44-comparison / n320 / arrow">
            <a:extLst xmlns:a="http://schemas.openxmlformats.org/drawingml/2006/main">
              <a:ext uri="{FF2B5EF4-FFF2-40B4-BE49-F238E27FC236}">
                <a16:creationId xmlns:a16="http://schemas.microsoft.com/office/drawing/2014/main" id="{4AA0039B-B4F8-4234-9368-A43EF5D15D95}"/>
              </a:ext>
            </a:extLst>
          </p:cNvPr>
          <p:cNvSpPr>
            <a:spLocks xmlns:a="http://schemas.openxmlformats.org/drawingml/2006/main" noGrp="1"/>
          </p:cNvSpPr>
          <p:nvPr/>
        </p:nvSpPr>
        <p:spPr>
          <a:xfrm xmlns:a="http://schemas.openxmlformats.org/drawingml/2006/main">
            <a:off x="14823597" y="653759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4" name="dp44-comparison / n321 / path">
            <a:extLst xmlns:a="http://schemas.openxmlformats.org/drawingml/2006/main">
              <a:ext uri="{FF2B5EF4-FFF2-40B4-BE49-F238E27FC236}">
                <a16:creationId xmlns:a16="http://schemas.microsoft.com/office/drawing/2014/main" id="{06D4A531-1AD9-4E11-B1AD-A1C5F65C314F}"/>
              </a:ext>
            </a:extLst>
          </p:cNvPr>
          <p:cNvSpPr>
            <a:spLocks xmlns:a="http://schemas.openxmlformats.org/drawingml/2006/main" noGrp="1"/>
          </p:cNvSpPr>
          <p:nvPr/>
        </p:nvSpPr>
        <p:spPr>
          <a:xfrm xmlns:a="http://schemas.openxmlformats.org/drawingml/2006/main">
            <a:off x="10720388" y="5928265"/>
            <a:ext cx="5105400" cy="970026"/>
          </a:xfrm>
          <a:custGeom xmlns:a="http://schemas.openxmlformats.org/drawingml/2006/main">
            <a:pathLst>
              <a:path w="5105400" h="970026">
                <a:moveTo>
                  <a:pt x="0" y="0"/>
                </a:moveTo>
                <a:lnTo>
                  <a:pt x="1729454" y="0"/>
                </a:lnTo>
                <a:lnTo>
                  <a:pt x="1729454" y="970026"/>
                </a:lnTo>
                <a:lnTo>
                  <a:pt x="5105400" y="970026"/>
                </a:lnTo>
              </a:path>
            </a:pathLst>
          </a:custGeom>
          <a:noFill xmlns:a="http://schemas.openxmlformats.org/drawingml/2006/main"/>
          <a:ln xmlns:a="http://schemas.openxmlformats.org/drawingml/2006/main" w="7020">
            <a:solidFill>
              <a:srgbClr val="000000"/>
            </a:solidFill>
            <a:prstDash val="solid"/>
          </a:ln>
        </p:spPr>
      </p:sp>
      <p:sp>
        <p:nvSpPr>
          <p:cNvPr id="425" name="dp44-comparison / n321 / arrow">
            <a:extLst xmlns:a="http://schemas.openxmlformats.org/drawingml/2006/main">
              <a:ext uri="{FF2B5EF4-FFF2-40B4-BE49-F238E27FC236}">
                <a16:creationId xmlns:a16="http://schemas.microsoft.com/office/drawing/2014/main" id="{9CBE1697-3908-4057-AF28-7905FA0C6EC4}"/>
              </a:ext>
            </a:extLst>
          </p:cNvPr>
          <p:cNvSpPr>
            <a:spLocks xmlns:a="http://schemas.openxmlformats.org/drawingml/2006/main" noGrp="1"/>
          </p:cNvSpPr>
          <p:nvPr/>
        </p:nvSpPr>
        <p:spPr>
          <a:xfrm xmlns:a="http://schemas.openxmlformats.org/drawingml/2006/main">
            <a:off x="15780860" y="687582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6" name="dp44-comparison / n322 / path">
            <a:extLst xmlns:a="http://schemas.openxmlformats.org/drawingml/2006/main">
              <a:ext uri="{FF2B5EF4-FFF2-40B4-BE49-F238E27FC236}">
                <a16:creationId xmlns:a16="http://schemas.microsoft.com/office/drawing/2014/main" id="{54D05D88-5DFB-468E-BBA2-69790B000AAB}"/>
              </a:ext>
            </a:extLst>
          </p:cNvPr>
          <p:cNvSpPr>
            <a:spLocks xmlns:a="http://schemas.openxmlformats.org/drawingml/2006/main" noGrp="1"/>
          </p:cNvSpPr>
          <p:nvPr/>
        </p:nvSpPr>
        <p:spPr>
          <a:xfrm xmlns:a="http://schemas.openxmlformats.org/drawingml/2006/main">
            <a:off x="13017818" y="5724049"/>
            <a:ext cx="2807970" cy="1269968"/>
          </a:xfrm>
          <a:custGeom xmlns:a="http://schemas.openxmlformats.org/drawingml/2006/main">
            <a:pathLst>
              <a:path w="2807970" h="1269968">
                <a:moveTo>
                  <a:pt x="0" y="0"/>
                </a:moveTo>
                <a:lnTo>
                  <a:pt x="2807970" y="0"/>
                </a:lnTo>
                <a:lnTo>
                  <a:pt x="2807970" y="1269968"/>
                </a:lnTo>
              </a:path>
            </a:pathLst>
          </a:custGeom>
          <a:noFill xmlns:a="http://schemas.openxmlformats.org/drawingml/2006/main"/>
          <a:ln xmlns:a="http://schemas.openxmlformats.org/drawingml/2006/main" w="7020">
            <a:solidFill>
              <a:srgbClr val="000000"/>
            </a:solidFill>
            <a:prstDash val="solid"/>
          </a:ln>
        </p:spPr>
      </p:sp>
      <p:sp>
        <p:nvSpPr>
          <p:cNvPr id="427" name="dp44-comparison / n322 / arrow">
            <a:extLst xmlns:a="http://schemas.openxmlformats.org/drawingml/2006/main">
              <a:ext uri="{FF2B5EF4-FFF2-40B4-BE49-F238E27FC236}">
                <a16:creationId xmlns:a16="http://schemas.microsoft.com/office/drawing/2014/main" id="{3D1F9B6D-9C32-4A19-88E7-354042A2B11F}"/>
              </a:ext>
            </a:extLst>
          </p:cNvPr>
          <p:cNvSpPr>
            <a:spLocks xmlns:a="http://schemas.openxmlformats.org/drawingml/2006/main" noGrp="1"/>
          </p:cNvSpPr>
          <p:nvPr/>
        </p:nvSpPr>
        <p:spPr>
          <a:xfrm xmlns:a="http://schemas.openxmlformats.org/drawingml/2006/main">
            <a:off x="15803324" y="694908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28" name="dp44-comparison / n323 / path">
            <a:extLst xmlns:a="http://schemas.openxmlformats.org/drawingml/2006/main">
              <a:ext uri="{FF2B5EF4-FFF2-40B4-BE49-F238E27FC236}">
                <a16:creationId xmlns:a16="http://schemas.microsoft.com/office/drawing/2014/main" id="{850243B6-6108-4E94-A9AA-5EBD9E09D0F3}"/>
              </a:ext>
            </a:extLst>
          </p:cNvPr>
          <p:cNvSpPr>
            <a:spLocks xmlns:a="http://schemas.openxmlformats.org/drawingml/2006/main" noGrp="1"/>
          </p:cNvSpPr>
          <p:nvPr/>
        </p:nvSpPr>
        <p:spPr>
          <a:xfrm xmlns:a="http://schemas.openxmlformats.org/drawingml/2006/main">
            <a:off x="12060555" y="4351973"/>
            <a:ext cx="3765232" cy="2450592"/>
          </a:xfrm>
          <a:custGeom xmlns:a="http://schemas.openxmlformats.org/drawingml/2006/main">
            <a:pathLst>
              <a:path w="3765232" h="2450592">
                <a:moveTo>
                  <a:pt x="0" y="0"/>
                </a:moveTo>
                <a:lnTo>
                  <a:pt x="0" y="2450592"/>
                </a:lnTo>
                <a:lnTo>
                  <a:pt x="3765232" y="2450592"/>
                </a:lnTo>
              </a:path>
            </a:pathLst>
          </a:custGeom>
          <a:noFill xmlns:a="http://schemas.openxmlformats.org/drawingml/2006/main"/>
          <a:ln xmlns:a="http://schemas.openxmlformats.org/drawingml/2006/main" w="7020">
            <a:solidFill>
              <a:srgbClr val="000000"/>
            </a:solidFill>
            <a:prstDash val="solid"/>
          </a:ln>
        </p:spPr>
      </p:sp>
      <p:sp>
        <p:nvSpPr>
          <p:cNvPr id="429" name="dp44-comparison / n323 / arrow">
            <a:extLst xmlns:a="http://schemas.openxmlformats.org/drawingml/2006/main">
              <a:ext uri="{FF2B5EF4-FFF2-40B4-BE49-F238E27FC236}">
                <a16:creationId xmlns:a16="http://schemas.microsoft.com/office/drawing/2014/main" id="{62E56CC1-F933-4E30-A025-D14E7FBFD1DD}"/>
              </a:ext>
            </a:extLst>
          </p:cNvPr>
          <p:cNvSpPr>
            <a:spLocks xmlns:a="http://schemas.openxmlformats.org/drawingml/2006/main" noGrp="1"/>
          </p:cNvSpPr>
          <p:nvPr/>
        </p:nvSpPr>
        <p:spPr>
          <a:xfrm xmlns:a="http://schemas.openxmlformats.org/drawingml/2006/main">
            <a:off x="15780860" y="6780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30" name="dp44-comparison / n324 / path">
            <a:extLst xmlns:a="http://schemas.openxmlformats.org/drawingml/2006/main">
              <a:ext uri="{FF2B5EF4-FFF2-40B4-BE49-F238E27FC236}">
                <a16:creationId xmlns:a16="http://schemas.microsoft.com/office/drawing/2014/main" id="{03841351-F4A9-4F2C-A294-E4F0E78CDDC0}"/>
              </a:ext>
            </a:extLst>
          </p:cNvPr>
          <p:cNvSpPr>
            <a:spLocks xmlns:a="http://schemas.openxmlformats.org/drawingml/2006/main" noGrp="1"/>
          </p:cNvSpPr>
          <p:nvPr/>
        </p:nvSpPr>
        <p:spPr>
          <a:xfrm xmlns:a="http://schemas.openxmlformats.org/drawingml/2006/main">
            <a:off x="10911840" y="5928265"/>
            <a:ext cx="4913948" cy="1033843"/>
          </a:xfrm>
          <a:custGeom xmlns:a="http://schemas.openxmlformats.org/drawingml/2006/main">
            <a:pathLst>
              <a:path w="4913948" h="1033843">
                <a:moveTo>
                  <a:pt x="4913948" y="1033843"/>
                </a:moveTo>
                <a:lnTo>
                  <a:pt x="695611" y="1033843"/>
                </a:lnTo>
                <a:lnTo>
                  <a:pt x="695611" y="0"/>
                </a:lnTo>
                <a:lnTo>
                  <a:pt x="0" y="0"/>
                </a:lnTo>
              </a:path>
            </a:pathLst>
          </a:custGeom>
          <a:noFill xmlns:a="http://schemas.openxmlformats.org/drawingml/2006/main"/>
          <a:ln xmlns:a="http://schemas.openxmlformats.org/drawingml/2006/main" w="7020">
            <a:solidFill>
              <a:srgbClr val="000000"/>
            </a:solidFill>
            <a:prstDash val="dash"/>
          </a:ln>
        </p:spPr>
      </p:sp>
      <p:sp>
        <p:nvSpPr>
          <p:cNvPr id="431" name="dp44-comparison / n324 / arrow">
            <a:extLst xmlns:a="http://schemas.openxmlformats.org/drawingml/2006/main">
              <a:ext uri="{FF2B5EF4-FFF2-40B4-BE49-F238E27FC236}">
                <a16:creationId xmlns:a16="http://schemas.microsoft.com/office/drawing/2014/main" id="{A7E84DED-FF1E-4B4E-A76E-72641B81AA3B}"/>
              </a:ext>
            </a:extLst>
          </p:cNvPr>
          <p:cNvSpPr>
            <a:spLocks xmlns:a="http://schemas.openxmlformats.org/drawingml/2006/main" noGrp="1"/>
          </p:cNvSpPr>
          <p:nvPr/>
        </p:nvSpPr>
        <p:spPr>
          <a:xfrm xmlns:a="http://schemas.openxmlformats.org/drawingml/2006/main">
            <a:off x="10911840" y="590580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32" name="dp44-comparison / n325 / path">
            <a:extLst xmlns:a="http://schemas.openxmlformats.org/drawingml/2006/main">
              <a:ext uri="{FF2B5EF4-FFF2-40B4-BE49-F238E27FC236}">
                <a16:creationId xmlns:a16="http://schemas.microsoft.com/office/drawing/2014/main" id="{15A0AEDD-42A6-4885-9EC6-F68C8A759B51}"/>
              </a:ext>
            </a:extLst>
          </p:cNvPr>
          <p:cNvSpPr>
            <a:spLocks xmlns:a="http://schemas.openxmlformats.org/drawingml/2006/main" noGrp="1"/>
          </p:cNvSpPr>
          <p:nvPr/>
        </p:nvSpPr>
        <p:spPr>
          <a:xfrm xmlns:a="http://schemas.openxmlformats.org/drawingml/2006/main">
            <a:off x="13400723" y="5724049"/>
            <a:ext cx="2425065" cy="1110424"/>
          </a:xfrm>
          <a:custGeom xmlns:a="http://schemas.openxmlformats.org/drawingml/2006/main">
            <a:pathLst>
              <a:path w="2425065" h="1110424">
                <a:moveTo>
                  <a:pt x="2425065" y="1110424"/>
                </a:moveTo>
                <a:lnTo>
                  <a:pt x="2425065" y="0"/>
                </a:lnTo>
                <a:lnTo>
                  <a:pt x="0" y="0"/>
                </a:lnTo>
              </a:path>
            </a:pathLst>
          </a:custGeom>
          <a:noFill xmlns:a="http://schemas.openxmlformats.org/drawingml/2006/main"/>
          <a:ln xmlns:a="http://schemas.openxmlformats.org/drawingml/2006/main" w="7020">
            <a:solidFill>
              <a:srgbClr val="000000"/>
            </a:solidFill>
            <a:prstDash val="dash"/>
          </a:ln>
        </p:spPr>
      </p:sp>
      <p:sp>
        <p:nvSpPr>
          <p:cNvPr id="433" name="dp44-comparison / n325 / arrow">
            <a:extLst xmlns:a="http://schemas.openxmlformats.org/drawingml/2006/main">
              <a:ext uri="{FF2B5EF4-FFF2-40B4-BE49-F238E27FC236}">
                <a16:creationId xmlns:a16="http://schemas.microsoft.com/office/drawing/2014/main" id="{E2C8B514-C0EF-43E8-B9A0-6CE9D3BD97C0}"/>
              </a:ext>
            </a:extLst>
          </p:cNvPr>
          <p:cNvSpPr>
            <a:spLocks xmlns:a="http://schemas.openxmlformats.org/drawingml/2006/main" noGrp="1"/>
          </p:cNvSpPr>
          <p:nvPr/>
        </p:nvSpPr>
        <p:spPr>
          <a:xfrm xmlns:a="http://schemas.openxmlformats.org/drawingml/2006/main">
            <a:off x="13400723" y="5701585"/>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34" name="dp44-comparison / n326 / path">
            <a:extLst xmlns:a="http://schemas.openxmlformats.org/drawingml/2006/main">
              <a:ext uri="{FF2B5EF4-FFF2-40B4-BE49-F238E27FC236}">
                <a16:creationId xmlns:a16="http://schemas.microsoft.com/office/drawing/2014/main" id="{2DA4F5FE-56EF-42A5-AAE5-40968707EFB5}"/>
              </a:ext>
            </a:extLst>
          </p:cNvPr>
          <p:cNvSpPr>
            <a:spLocks xmlns:a="http://schemas.openxmlformats.org/drawingml/2006/main" noGrp="1"/>
          </p:cNvSpPr>
          <p:nvPr/>
        </p:nvSpPr>
        <p:spPr>
          <a:xfrm xmlns:a="http://schemas.openxmlformats.org/drawingml/2006/main">
            <a:off x="12060555" y="4288155"/>
            <a:ext cx="3765232" cy="2482501"/>
          </a:xfrm>
          <a:custGeom xmlns:a="http://schemas.openxmlformats.org/drawingml/2006/main">
            <a:pathLst>
              <a:path w="3765232" h="2482501">
                <a:moveTo>
                  <a:pt x="3765232" y="2482501"/>
                </a:moveTo>
                <a:lnTo>
                  <a:pt x="0" y="2482501"/>
                </a:lnTo>
                <a:lnTo>
                  <a:pt x="0" y="0"/>
                </a:lnTo>
              </a:path>
            </a:pathLst>
          </a:custGeom>
          <a:noFill xmlns:a="http://schemas.openxmlformats.org/drawingml/2006/main"/>
          <a:ln xmlns:a="http://schemas.openxmlformats.org/drawingml/2006/main" w="7020">
            <a:solidFill>
              <a:srgbClr val="000000"/>
            </a:solidFill>
            <a:prstDash val="dash"/>
          </a:ln>
        </p:spPr>
      </p:sp>
      <p:sp>
        <p:nvSpPr>
          <p:cNvPr id="435" name="dp44-comparison / n326 / arrow">
            <a:extLst xmlns:a="http://schemas.openxmlformats.org/drawingml/2006/main">
              <a:ext uri="{FF2B5EF4-FFF2-40B4-BE49-F238E27FC236}">
                <a16:creationId xmlns:a16="http://schemas.microsoft.com/office/drawing/2014/main" id="{C6E9D691-F998-43FB-9EE3-568CCC272AB9}"/>
              </a:ext>
            </a:extLst>
          </p:cNvPr>
          <p:cNvSpPr>
            <a:spLocks xmlns:a="http://schemas.openxmlformats.org/drawingml/2006/main" noGrp="1"/>
          </p:cNvSpPr>
          <p:nvPr/>
        </p:nvSpPr>
        <p:spPr>
          <a:xfrm xmlns:a="http://schemas.openxmlformats.org/drawingml/2006/main">
            <a:off x="12038091" y="428815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36" name="dp44-comparison / n327 / path">
            <a:extLst xmlns:a="http://schemas.openxmlformats.org/drawingml/2006/main">
              <a:ext uri="{FF2B5EF4-FFF2-40B4-BE49-F238E27FC236}">
                <a16:creationId xmlns:a16="http://schemas.microsoft.com/office/drawing/2014/main" id="{5DD9AEAA-07E2-4749-967F-63C4A0451814}"/>
              </a:ext>
            </a:extLst>
          </p:cNvPr>
          <p:cNvSpPr>
            <a:spLocks xmlns:a="http://schemas.openxmlformats.org/drawingml/2006/main" noGrp="1"/>
          </p:cNvSpPr>
          <p:nvPr/>
        </p:nvSpPr>
        <p:spPr>
          <a:xfrm xmlns:a="http://schemas.openxmlformats.org/drawingml/2006/main">
            <a:off x="16432054" y="7070598"/>
            <a:ext cx="953" cy="153162"/>
          </a:xfrm>
          <a:custGeom xmlns:a="http://schemas.openxmlformats.org/drawingml/2006/main">
            <a:pathLst>
              <a:path w="953" h="153162">
                <a:moveTo>
                  <a:pt x="0" y="0"/>
                </a:moveTo>
                <a:lnTo>
                  <a:pt x="0" y="153162"/>
                </a:lnTo>
              </a:path>
            </a:pathLst>
          </a:custGeom>
          <a:noFill xmlns:a="http://schemas.openxmlformats.org/drawingml/2006/main"/>
          <a:ln xmlns:a="http://schemas.openxmlformats.org/drawingml/2006/main" w="7020">
            <a:solidFill>
              <a:srgbClr val="000000"/>
            </a:solidFill>
            <a:prstDash val="solid"/>
          </a:ln>
        </p:spPr>
      </p:sp>
      <p:sp>
        <p:nvSpPr>
          <p:cNvPr id="437" name="dp44-comparison / n327 / arrow">
            <a:extLst xmlns:a="http://schemas.openxmlformats.org/drawingml/2006/main">
              <a:ext uri="{FF2B5EF4-FFF2-40B4-BE49-F238E27FC236}">
                <a16:creationId xmlns:a16="http://schemas.microsoft.com/office/drawing/2014/main" id="{568AC0A6-8927-4273-8FE4-058BB24E2A4F}"/>
              </a:ext>
            </a:extLst>
          </p:cNvPr>
          <p:cNvSpPr>
            <a:spLocks xmlns:a="http://schemas.openxmlformats.org/drawingml/2006/main" noGrp="1"/>
          </p:cNvSpPr>
          <p:nvPr/>
        </p:nvSpPr>
        <p:spPr>
          <a:xfrm xmlns:a="http://schemas.openxmlformats.org/drawingml/2006/main">
            <a:off x="16409590" y="717883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38" name="dp44-comparison / n328 / path">
            <a:extLst xmlns:a="http://schemas.openxmlformats.org/drawingml/2006/main">
              <a:ext uri="{FF2B5EF4-FFF2-40B4-BE49-F238E27FC236}">
                <a16:creationId xmlns:a16="http://schemas.microsoft.com/office/drawing/2014/main" id="{D5EB23F7-475C-4E16-8C56-3F270E7638B8}"/>
              </a:ext>
            </a:extLst>
          </p:cNvPr>
          <p:cNvSpPr>
            <a:spLocks xmlns:a="http://schemas.openxmlformats.org/drawingml/2006/main" noGrp="1"/>
          </p:cNvSpPr>
          <p:nvPr/>
        </p:nvSpPr>
        <p:spPr>
          <a:xfrm xmlns:a="http://schemas.openxmlformats.org/drawingml/2006/main">
            <a:off x="16719233" y="7070598"/>
            <a:ext cx="953" cy="153162"/>
          </a:xfrm>
          <a:custGeom xmlns:a="http://schemas.openxmlformats.org/drawingml/2006/main">
            <a:pathLst>
              <a:path w="953" h="153162">
                <a:moveTo>
                  <a:pt x="0" y="153162"/>
                </a:moveTo>
                <a:lnTo>
                  <a:pt x="0" y="0"/>
                </a:lnTo>
              </a:path>
            </a:pathLst>
          </a:custGeom>
          <a:noFill xmlns:a="http://schemas.openxmlformats.org/drawingml/2006/main"/>
          <a:ln xmlns:a="http://schemas.openxmlformats.org/drawingml/2006/main" w="7020">
            <a:solidFill>
              <a:srgbClr val="000000"/>
            </a:solidFill>
            <a:prstDash val="dash"/>
          </a:ln>
        </p:spPr>
      </p:sp>
      <p:sp>
        <p:nvSpPr>
          <p:cNvPr id="439" name="dp44-comparison / n328 / arrow">
            <a:extLst xmlns:a="http://schemas.openxmlformats.org/drawingml/2006/main">
              <a:ext uri="{FF2B5EF4-FFF2-40B4-BE49-F238E27FC236}">
                <a16:creationId xmlns:a16="http://schemas.microsoft.com/office/drawing/2014/main" id="{18FA6FA5-F4B6-4616-B2CC-ACD9D6E490B4}"/>
              </a:ext>
            </a:extLst>
          </p:cNvPr>
          <p:cNvSpPr>
            <a:spLocks xmlns:a="http://schemas.openxmlformats.org/drawingml/2006/main" noGrp="1"/>
          </p:cNvSpPr>
          <p:nvPr/>
        </p:nvSpPr>
        <p:spPr>
          <a:xfrm xmlns:a="http://schemas.openxmlformats.org/drawingml/2006/main">
            <a:off x="16696769" y="707059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40" name="dp44-comparison / n329">
            <a:extLst xmlns:a="http://schemas.openxmlformats.org/drawingml/2006/main">
              <a:ext uri="{FF2B5EF4-FFF2-40B4-BE49-F238E27FC236}">
                <a16:creationId xmlns:a16="http://schemas.microsoft.com/office/drawing/2014/main" id="{C282D997-DC3B-483F-8DA2-75C10EC0C7D8}"/>
              </a:ext>
            </a:extLst>
          </p:cNvPr>
          <p:cNvSpPr>
            <a:spLocks xmlns:a="http://schemas.openxmlformats.org/drawingml/2006/main" noGrp="1"/>
          </p:cNvSpPr>
          <p:nvPr/>
        </p:nvSpPr>
        <p:spPr>
          <a:xfrm xmlns:a="http://schemas.openxmlformats.org/drawingml/2006/main">
            <a:off x="9973723" y="4588097"/>
            <a:ext cx="175268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1" name="dp44-comparison / n330 / text 1">
            <a:extLst xmlns:a="http://schemas.openxmlformats.org/drawingml/2006/main">
              <a:ext uri="{FF2B5EF4-FFF2-40B4-BE49-F238E27FC236}">
                <a16:creationId xmlns:a16="http://schemas.microsoft.com/office/drawing/2014/main" id="{0F193EC7-8553-44ED-A0BA-2F40AEF0913F}"/>
              </a:ext>
            </a:extLst>
          </p:cNvPr>
          <p:cNvSpPr>
            <a:spLocks xmlns:a="http://schemas.openxmlformats.org/drawingml/2006/main" noGrp="1"/>
          </p:cNvSpPr>
          <p:nvPr/>
        </p:nvSpPr>
        <p:spPr>
          <a:xfrm xmlns:a="http://schemas.openxmlformats.org/drawingml/2006/main">
            <a:off x="9986486" y="4594479"/>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1 입력 / revision / evidence</a:t>
            </a:r>
          </a:p>
        </p:txBody>
      </p:sp>
      <p:sp>
        <p:nvSpPr>
          <p:cNvPr id="442" name="dp44-comparison / n331">
            <a:extLst xmlns:a="http://schemas.openxmlformats.org/drawingml/2006/main">
              <a:ext uri="{FF2B5EF4-FFF2-40B4-BE49-F238E27FC236}">
                <a16:creationId xmlns:a16="http://schemas.microsoft.com/office/drawing/2014/main" id="{61AAC3CE-82F2-426F-A1A3-7195F8C9DADE}"/>
              </a:ext>
            </a:extLst>
          </p:cNvPr>
          <p:cNvSpPr>
            <a:spLocks xmlns:a="http://schemas.openxmlformats.org/drawingml/2006/main" noGrp="1"/>
          </p:cNvSpPr>
          <p:nvPr/>
        </p:nvSpPr>
        <p:spPr>
          <a:xfrm xmlns:a="http://schemas.openxmlformats.org/drawingml/2006/main">
            <a:off x="12079700" y="2494883"/>
            <a:ext cx="780616"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3" name="dp44-comparison / n332 / text 1">
            <a:extLst xmlns:a="http://schemas.openxmlformats.org/drawingml/2006/main">
              <a:ext uri="{FF2B5EF4-FFF2-40B4-BE49-F238E27FC236}">
                <a16:creationId xmlns:a16="http://schemas.microsoft.com/office/drawing/2014/main" id="{729F2B9A-1A19-4A7D-AD16-89DC6AA1FBA5}"/>
              </a:ext>
            </a:extLst>
          </p:cNvPr>
          <p:cNvSpPr>
            <a:spLocks xmlns:a="http://schemas.openxmlformats.org/drawingml/2006/main" noGrp="1"/>
          </p:cNvSpPr>
          <p:nvPr/>
        </p:nvSpPr>
        <p:spPr>
          <a:xfrm xmlns:a="http://schemas.openxmlformats.org/drawingml/2006/main">
            <a:off x="12092464" y="2501265"/>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InputStarted</a:t>
            </a:r>
          </a:p>
        </p:txBody>
      </p:sp>
      <p:sp>
        <p:nvSpPr>
          <p:cNvPr id="444" name="dp44-comparison / n333">
            <a:extLst xmlns:a="http://schemas.openxmlformats.org/drawingml/2006/main">
              <a:ext uri="{FF2B5EF4-FFF2-40B4-BE49-F238E27FC236}">
                <a16:creationId xmlns:a16="http://schemas.microsoft.com/office/drawing/2014/main" id="{E49730A8-CC3B-428A-9BB2-D5F2CBFA6CC0}"/>
              </a:ext>
            </a:extLst>
          </p:cNvPr>
          <p:cNvSpPr>
            <a:spLocks xmlns:a="http://schemas.openxmlformats.org/drawingml/2006/main" noGrp="1"/>
          </p:cNvSpPr>
          <p:nvPr/>
        </p:nvSpPr>
        <p:spPr>
          <a:xfrm xmlns:a="http://schemas.openxmlformats.org/drawingml/2006/main">
            <a:off x="12086082" y="3637217"/>
            <a:ext cx="1717967"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5" name="dp44-comparison / n334 / text 1">
            <a:extLst xmlns:a="http://schemas.openxmlformats.org/drawingml/2006/main">
              <a:ext uri="{FF2B5EF4-FFF2-40B4-BE49-F238E27FC236}">
                <a16:creationId xmlns:a16="http://schemas.microsoft.com/office/drawing/2014/main" id="{8F38E836-F5E6-447A-A9BD-39B2E6AE799B}"/>
              </a:ext>
            </a:extLst>
          </p:cNvPr>
          <p:cNvSpPr>
            <a:spLocks xmlns:a="http://schemas.openxmlformats.org/drawingml/2006/main" noGrp="1"/>
          </p:cNvSpPr>
          <p:nvPr/>
        </p:nvSpPr>
        <p:spPr>
          <a:xfrm xmlns:a="http://schemas.openxmlformats.org/drawingml/2006/main">
            <a:off x="12098846" y="3643598"/>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Direct 후보 → 좁은 admission</a:t>
            </a:r>
          </a:p>
        </p:txBody>
      </p:sp>
      <p:sp>
        <p:nvSpPr>
          <p:cNvPr id="446" name="dp44-comparison / n335">
            <a:extLst xmlns:a="http://schemas.openxmlformats.org/drawingml/2006/main">
              <a:ext uri="{FF2B5EF4-FFF2-40B4-BE49-F238E27FC236}">
                <a16:creationId xmlns:a16="http://schemas.microsoft.com/office/drawing/2014/main" id="{B2FE7255-8B98-46D8-B24D-E08D45386D11}"/>
              </a:ext>
            </a:extLst>
          </p:cNvPr>
          <p:cNvSpPr>
            <a:spLocks xmlns:a="http://schemas.openxmlformats.org/drawingml/2006/main" noGrp="1"/>
          </p:cNvSpPr>
          <p:nvPr/>
        </p:nvSpPr>
        <p:spPr>
          <a:xfrm xmlns:a="http://schemas.openxmlformats.org/drawingml/2006/main">
            <a:off x="9890760" y="4760405"/>
            <a:ext cx="103665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7" name="dp44-comparison / n336 / text 1">
            <a:extLst xmlns:a="http://schemas.openxmlformats.org/drawingml/2006/main">
              <a:ext uri="{FF2B5EF4-FFF2-40B4-BE49-F238E27FC236}">
                <a16:creationId xmlns:a16="http://schemas.microsoft.com/office/drawing/2014/main" id="{2BE4D99A-18FB-4ABA-A953-E5410ECAB791}"/>
              </a:ext>
            </a:extLst>
          </p:cNvPr>
          <p:cNvSpPr>
            <a:spLocks xmlns:a="http://schemas.openxmlformats.org/drawingml/2006/main" noGrp="1"/>
          </p:cNvSpPr>
          <p:nvPr/>
        </p:nvSpPr>
        <p:spPr>
          <a:xfrm xmlns:a="http://schemas.openxmlformats.org/drawingml/2006/main">
            <a:off x="9903524" y="4766786"/>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2 허용된 근거 조회</a:t>
            </a:r>
          </a:p>
        </p:txBody>
      </p:sp>
      <p:sp>
        <p:nvSpPr>
          <p:cNvPr id="448" name="dp44-comparison / n337">
            <a:extLst xmlns:a="http://schemas.openxmlformats.org/drawingml/2006/main">
              <a:ext uri="{FF2B5EF4-FFF2-40B4-BE49-F238E27FC236}">
                <a16:creationId xmlns:a16="http://schemas.microsoft.com/office/drawing/2014/main" id="{60CF967D-D118-4649-9A1D-BFDAE1A658CD}"/>
              </a:ext>
            </a:extLst>
          </p:cNvPr>
          <p:cNvSpPr>
            <a:spLocks xmlns:a="http://schemas.openxmlformats.org/drawingml/2006/main" noGrp="1"/>
          </p:cNvSpPr>
          <p:nvPr/>
        </p:nvSpPr>
        <p:spPr>
          <a:xfrm xmlns:a="http://schemas.openxmlformats.org/drawingml/2006/main">
            <a:off x="9890760" y="5411343"/>
            <a:ext cx="18720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9" name="dp44-comparison / n338 / text 1">
            <a:extLst xmlns:a="http://schemas.openxmlformats.org/drawingml/2006/main">
              <a:ext uri="{FF2B5EF4-FFF2-40B4-BE49-F238E27FC236}">
                <a16:creationId xmlns:a16="http://schemas.microsoft.com/office/drawing/2014/main" id="{66ECE217-64C3-491B-8016-9588030D50A9}"/>
              </a:ext>
            </a:extLst>
          </p:cNvPr>
          <p:cNvSpPr>
            <a:spLocks xmlns:a="http://schemas.openxmlformats.org/drawingml/2006/main" noGrp="1"/>
          </p:cNvSpPr>
          <p:nvPr/>
        </p:nvSpPr>
        <p:spPr>
          <a:xfrm xmlns:a="http://schemas.openxmlformats.org/drawingml/2006/main">
            <a:off x="9903524" y="5417725"/>
            <a:ext cx="2137886"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3 입력 / 근거 / revision / 예산</a:t>
            </a:r>
          </a:p>
        </p:txBody>
      </p:sp>
      <p:sp>
        <p:nvSpPr>
          <p:cNvPr id="450" name="dp44-comparison / n339">
            <a:extLst xmlns:a="http://schemas.openxmlformats.org/drawingml/2006/main">
              <a:ext uri="{FF2B5EF4-FFF2-40B4-BE49-F238E27FC236}">
                <a16:creationId xmlns:a16="http://schemas.microsoft.com/office/drawing/2014/main" id="{2B33EFEA-3B3F-46D6-ADAB-A5FA54979BEA}"/>
              </a:ext>
            </a:extLst>
          </p:cNvPr>
          <p:cNvSpPr>
            <a:spLocks xmlns:a="http://schemas.openxmlformats.org/drawingml/2006/main" noGrp="1"/>
          </p:cNvSpPr>
          <p:nvPr/>
        </p:nvSpPr>
        <p:spPr>
          <a:xfrm xmlns:a="http://schemas.openxmlformats.org/drawingml/2006/main">
            <a:off x="9890760" y="6011228"/>
            <a:ext cx="148796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1" name="dp44-comparison / n340 / text 1">
            <a:extLst xmlns:a="http://schemas.openxmlformats.org/drawingml/2006/main">
              <a:ext uri="{FF2B5EF4-FFF2-40B4-BE49-F238E27FC236}">
                <a16:creationId xmlns:a16="http://schemas.microsoft.com/office/drawing/2014/main" id="{484E807D-00CF-493E-94FC-DB087B3DDD5F}"/>
              </a:ext>
            </a:extLst>
          </p:cNvPr>
          <p:cNvSpPr>
            <a:spLocks xmlns:a="http://schemas.openxmlformats.org/drawingml/2006/main" noGrp="1"/>
          </p:cNvSpPr>
          <p:nvPr/>
        </p:nvSpPr>
        <p:spPr>
          <a:xfrm xmlns:a="http://schemas.openxmlformats.org/drawingml/2006/main">
            <a:off x="9903524" y="6017609"/>
            <a:ext cx="216979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의미 제안 / 추가 근거 요구</a:t>
            </a:r>
          </a:p>
        </p:txBody>
      </p:sp>
      <p:sp>
        <p:nvSpPr>
          <p:cNvPr id="452" name="dp44-comparison / n341">
            <a:extLst xmlns:a="http://schemas.openxmlformats.org/drawingml/2006/main">
              <a:ext uri="{FF2B5EF4-FFF2-40B4-BE49-F238E27FC236}">
                <a16:creationId xmlns:a16="http://schemas.microsoft.com/office/drawing/2014/main" id="{E562A6C9-820C-42AA-8EFF-15A3A20221C3}"/>
              </a:ext>
            </a:extLst>
          </p:cNvPr>
          <p:cNvSpPr>
            <a:spLocks xmlns:a="http://schemas.openxmlformats.org/drawingml/2006/main" noGrp="1"/>
          </p:cNvSpPr>
          <p:nvPr/>
        </p:nvSpPr>
        <p:spPr>
          <a:xfrm xmlns:a="http://schemas.openxmlformats.org/drawingml/2006/main">
            <a:off x="14964251" y="4798695"/>
            <a:ext cx="18438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3" name="dp44-comparison / n342 / text 1">
            <a:extLst xmlns:a="http://schemas.openxmlformats.org/drawingml/2006/main">
              <a:ext uri="{FF2B5EF4-FFF2-40B4-BE49-F238E27FC236}">
                <a16:creationId xmlns:a16="http://schemas.microsoft.com/office/drawing/2014/main" id="{8CABC976-100C-4A13-BC3E-3FD54F6CF6F7}"/>
              </a:ext>
            </a:extLst>
          </p:cNvPr>
          <p:cNvSpPr>
            <a:spLocks xmlns:a="http://schemas.openxmlformats.org/drawingml/2006/main" noGrp="1"/>
          </p:cNvSpPr>
          <p:nvPr/>
        </p:nvSpPr>
        <p:spPr>
          <a:xfrm xmlns:a="http://schemas.openxmlformats.org/drawingml/2006/main">
            <a:off x="14977015" y="4805077"/>
            <a:ext cx="2157032"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4 채택 의미 / hold / admission</a:t>
            </a:r>
          </a:p>
        </p:txBody>
      </p:sp>
      <p:sp>
        <p:nvSpPr>
          <p:cNvPr id="454" name="dp44-comparison / n343">
            <a:extLst xmlns:a="http://schemas.openxmlformats.org/drawingml/2006/main">
              <a:ext uri="{FF2B5EF4-FFF2-40B4-BE49-F238E27FC236}">
                <a16:creationId xmlns:a16="http://schemas.microsoft.com/office/drawing/2014/main" id="{1AB9BD68-527F-48D0-A9BA-ED4CC29B6A32}"/>
              </a:ext>
            </a:extLst>
          </p:cNvPr>
          <p:cNvSpPr>
            <a:spLocks xmlns:a="http://schemas.openxmlformats.org/drawingml/2006/main" noGrp="1"/>
          </p:cNvSpPr>
          <p:nvPr/>
        </p:nvSpPr>
        <p:spPr>
          <a:xfrm xmlns:a="http://schemas.openxmlformats.org/drawingml/2006/main">
            <a:off x="15596045" y="5404961"/>
            <a:ext cx="13686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5" name="dp44-comparison / n344 / text 1">
            <a:extLst xmlns:a="http://schemas.openxmlformats.org/drawingml/2006/main">
              <a:ext uri="{FF2B5EF4-FFF2-40B4-BE49-F238E27FC236}">
                <a16:creationId xmlns:a16="http://schemas.microsoft.com/office/drawing/2014/main" id="{0241B60C-D296-4CB7-B3D3-17522D306A29}"/>
              </a:ext>
            </a:extLst>
          </p:cNvPr>
          <p:cNvSpPr>
            <a:spLocks xmlns:a="http://schemas.openxmlformats.org/drawingml/2006/main" noGrp="1"/>
          </p:cNvSpPr>
          <p:nvPr/>
        </p:nvSpPr>
        <p:spPr>
          <a:xfrm xmlns:a="http://schemas.openxmlformats.org/drawingml/2006/main">
            <a:off x="15608808" y="5411343"/>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명령 / hold / 반환 사건</a:t>
            </a:r>
          </a:p>
        </p:txBody>
      </p:sp>
      <p:sp>
        <p:nvSpPr>
          <p:cNvPr id="456" name="dp44-comparison / n345">
            <a:extLst xmlns:a="http://schemas.openxmlformats.org/drawingml/2006/main">
              <a:ext uri="{FF2B5EF4-FFF2-40B4-BE49-F238E27FC236}">
                <a16:creationId xmlns:a16="http://schemas.microsoft.com/office/drawing/2014/main" id="{3846F1E8-8B54-4301-B4D5-78A8A9852151}"/>
              </a:ext>
            </a:extLst>
          </p:cNvPr>
          <p:cNvSpPr>
            <a:spLocks xmlns:a="http://schemas.openxmlformats.org/drawingml/2006/main" noGrp="1"/>
          </p:cNvSpPr>
          <p:nvPr/>
        </p:nvSpPr>
        <p:spPr>
          <a:xfrm xmlns:a="http://schemas.openxmlformats.org/drawingml/2006/main">
            <a:off x="15647099" y="5960174"/>
            <a:ext cx="145503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7" name="dp44-comparison / n346 / text 1">
            <a:extLst xmlns:a="http://schemas.openxmlformats.org/drawingml/2006/main">
              <a:ext uri="{FF2B5EF4-FFF2-40B4-BE49-F238E27FC236}">
                <a16:creationId xmlns:a16="http://schemas.microsoft.com/office/drawing/2014/main" id="{7BB015EB-38AE-45BE-ADE2-8A6317F4CFCB}"/>
              </a:ext>
            </a:extLst>
          </p:cNvPr>
          <p:cNvSpPr>
            <a:spLocks xmlns:a="http://schemas.openxmlformats.org/drawingml/2006/main" noGrp="1"/>
          </p:cNvSpPr>
          <p:nvPr/>
        </p:nvSpPr>
        <p:spPr>
          <a:xfrm xmlns:a="http://schemas.openxmlformats.org/drawingml/2006/main">
            <a:off x="15659862" y="5966555"/>
            <a:ext cx="14550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전송 / 외부 접수 / 질문 / 결과</a:t>
            </a:r>
          </a:p>
        </p:txBody>
      </p:sp>
      <p:sp>
        <p:nvSpPr>
          <p:cNvPr id="458" name="dp44-comparison / n347">
            <a:extLst xmlns:a="http://schemas.openxmlformats.org/drawingml/2006/main">
              <a:ext uri="{FF2B5EF4-FFF2-40B4-BE49-F238E27FC236}">
                <a16:creationId xmlns:a16="http://schemas.microsoft.com/office/drawing/2014/main" id="{439640BD-B669-43FB-9BDE-5BA5353C4ED0}"/>
              </a:ext>
            </a:extLst>
          </p:cNvPr>
          <p:cNvSpPr>
            <a:spLocks xmlns:a="http://schemas.openxmlformats.org/drawingml/2006/main" noGrp="1"/>
          </p:cNvSpPr>
          <p:nvPr/>
        </p:nvSpPr>
        <p:spPr>
          <a:xfrm xmlns:a="http://schemas.openxmlformats.org/drawingml/2006/main">
            <a:off x="15155704" y="4620006"/>
            <a:ext cx="163117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9" name="dp44-comparison / n348 / text 1">
            <a:extLst xmlns:a="http://schemas.openxmlformats.org/drawingml/2006/main">
              <a:ext uri="{FF2B5EF4-FFF2-40B4-BE49-F238E27FC236}">
                <a16:creationId xmlns:a16="http://schemas.microsoft.com/office/drawing/2014/main" id="{C7D6BD2D-E3BA-4695-B1EB-3E41471DD179}"/>
              </a:ext>
            </a:extLst>
          </p:cNvPr>
          <p:cNvSpPr>
            <a:spLocks xmlns:a="http://schemas.openxmlformats.org/drawingml/2006/main" noGrp="1"/>
          </p:cNvSpPr>
          <p:nvPr/>
        </p:nvSpPr>
        <p:spPr>
          <a:xfrm xmlns:a="http://schemas.openxmlformats.org/drawingml/2006/main">
            <a:off x="15168467" y="4626388"/>
            <a:ext cx="196557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확인 / 저장 후 대화 연결</a:t>
            </a:r>
          </a:p>
        </p:txBody>
      </p:sp>
      <p:sp>
        <p:nvSpPr>
          <p:cNvPr id="460" name="dp44-comparison / n349">
            <a:extLst xmlns:a="http://schemas.openxmlformats.org/drawingml/2006/main">
              <a:ext uri="{FF2B5EF4-FFF2-40B4-BE49-F238E27FC236}">
                <a16:creationId xmlns:a16="http://schemas.microsoft.com/office/drawing/2014/main" id="{CA6C8717-F62E-4C7B-A5CE-480DBE211EAC}"/>
              </a:ext>
            </a:extLst>
          </p:cNvPr>
          <p:cNvSpPr>
            <a:spLocks xmlns:a="http://schemas.openxmlformats.org/drawingml/2006/main" noGrp="1"/>
          </p:cNvSpPr>
          <p:nvPr/>
        </p:nvSpPr>
        <p:spPr>
          <a:xfrm xmlns:a="http://schemas.openxmlformats.org/drawingml/2006/main">
            <a:off x="12366879" y="6725984"/>
            <a:ext cx="178740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1" name="dp44-comparison / n350 / text 1">
            <a:extLst xmlns:a="http://schemas.openxmlformats.org/drawingml/2006/main">
              <a:ext uri="{FF2B5EF4-FFF2-40B4-BE49-F238E27FC236}">
                <a16:creationId xmlns:a16="http://schemas.microsoft.com/office/drawing/2014/main" id="{C44B47BC-8240-4C9E-A63B-68B1B4F475C7}"/>
              </a:ext>
            </a:extLst>
          </p:cNvPr>
          <p:cNvSpPr>
            <a:spLocks xmlns:a="http://schemas.openxmlformats.org/drawingml/2006/main" noGrp="1"/>
          </p:cNvSpPr>
          <p:nvPr/>
        </p:nvSpPr>
        <p:spPr>
          <a:xfrm xmlns:a="http://schemas.openxmlformats.org/drawingml/2006/main">
            <a:off x="12379643" y="6732365"/>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7 release / P2 / Q1 identity</a:t>
            </a:r>
          </a:p>
        </p:txBody>
      </p:sp>
      <p:sp>
        <p:nvSpPr>
          <p:cNvPr id="462" name="dp44-comparison / n351">
            <a:extLst xmlns:a="http://schemas.openxmlformats.org/drawingml/2006/main">
              <a:ext uri="{FF2B5EF4-FFF2-40B4-BE49-F238E27FC236}">
                <a16:creationId xmlns:a16="http://schemas.microsoft.com/office/drawing/2014/main" id="{61546FF1-75E8-4678-BCC2-144C547C8D52}"/>
              </a:ext>
            </a:extLst>
          </p:cNvPr>
          <p:cNvSpPr>
            <a:spLocks xmlns:a="http://schemas.openxmlformats.org/drawingml/2006/main" noGrp="1"/>
          </p:cNvSpPr>
          <p:nvPr/>
        </p:nvSpPr>
        <p:spPr>
          <a:xfrm xmlns:a="http://schemas.openxmlformats.org/drawingml/2006/main">
            <a:off x="9865233" y="6764274"/>
            <a:ext cx="23754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3" name="dp44-comparison / n352 / text 1">
            <a:extLst xmlns:a="http://schemas.openxmlformats.org/drawingml/2006/main">
              <a:ext uri="{FF2B5EF4-FFF2-40B4-BE49-F238E27FC236}">
                <a16:creationId xmlns:a16="http://schemas.microsoft.com/office/drawing/2014/main" id="{21A9A2C2-BBBD-4FA4-8092-FC73749D6FFD}"/>
              </a:ext>
            </a:extLst>
          </p:cNvPr>
          <p:cNvSpPr>
            <a:spLocks xmlns:a="http://schemas.openxmlformats.org/drawingml/2006/main" noGrp="1"/>
          </p:cNvSpPr>
          <p:nvPr/>
        </p:nvSpPr>
        <p:spPr>
          <a:xfrm xmlns:a="http://schemas.openxmlformats.org/drawingml/2006/main">
            <a:off x="9877997" y="6770656"/>
            <a:ext cx="382905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실제 전달 / 중단 receipt / actual range</a:t>
            </a:r>
          </a:p>
        </p:txBody>
      </p:sp>
      <p:sp>
        <p:nvSpPr>
          <p:cNvPr id="464" name="dp44-comparison / n353">
            <a:extLst xmlns:a="http://schemas.openxmlformats.org/drawingml/2006/main">
              <a:ext uri="{FF2B5EF4-FFF2-40B4-BE49-F238E27FC236}">
                <a16:creationId xmlns:a16="http://schemas.microsoft.com/office/drawing/2014/main" id="{F3EA3515-30B5-4633-8240-9635C3B4A22A}"/>
              </a:ext>
            </a:extLst>
          </p:cNvPr>
          <p:cNvSpPr>
            <a:spLocks xmlns:a="http://schemas.openxmlformats.org/drawingml/2006/main" noGrp="1"/>
          </p:cNvSpPr>
          <p:nvPr/>
        </p:nvSpPr>
        <p:spPr>
          <a:xfrm xmlns:a="http://schemas.openxmlformats.org/drawingml/2006/main">
            <a:off x="13917644" y="6585585"/>
            <a:ext cx="80231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5" name="dp44-comparison / n354 / text 1">
            <a:extLst xmlns:a="http://schemas.openxmlformats.org/drawingml/2006/main">
              <a:ext uri="{FF2B5EF4-FFF2-40B4-BE49-F238E27FC236}">
                <a16:creationId xmlns:a16="http://schemas.microsoft.com/office/drawing/2014/main" id="{925CFAF7-4880-4AFD-AA76-89A5ADD0D7B4}"/>
              </a:ext>
            </a:extLst>
          </p:cNvPr>
          <p:cNvSpPr>
            <a:spLocks xmlns:a="http://schemas.openxmlformats.org/drawingml/2006/main" noGrp="1"/>
          </p:cNvSpPr>
          <p:nvPr/>
        </p:nvSpPr>
        <p:spPr>
          <a:xfrm xmlns:a="http://schemas.openxmlformats.org/drawingml/2006/main">
            <a:off x="13930408" y="6591967"/>
            <a:ext cx="135931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전달 기록 갱신</a:t>
            </a:r>
          </a:p>
        </p:txBody>
      </p:sp>
      <p:sp>
        <p:nvSpPr>
          <p:cNvPr id="466" name="dp44-comparison / n355">
            <a:extLst xmlns:a="http://schemas.openxmlformats.org/drawingml/2006/main">
              <a:ext uri="{FF2B5EF4-FFF2-40B4-BE49-F238E27FC236}">
                <a16:creationId xmlns:a16="http://schemas.microsoft.com/office/drawing/2014/main" id="{01E4E4BE-90B9-4275-9A53-D0E777709AB0}"/>
              </a:ext>
            </a:extLst>
          </p:cNvPr>
          <p:cNvSpPr>
            <a:spLocks xmlns:a="http://schemas.openxmlformats.org/drawingml/2006/main" noGrp="1"/>
          </p:cNvSpPr>
          <p:nvPr/>
        </p:nvSpPr>
        <p:spPr>
          <a:xfrm xmlns:a="http://schemas.openxmlformats.org/drawingml/2006/main">
            <a:off x="12628531" y="4862513"/>
            <a:ext cx="154004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7" name="dp44-comparison / n356 / text 1">
            <a:extLst xmlns:a="http://schemas.openxmlformats.org/drawingml/2006/main">
              <a:ext uri="{FF2B5EF4-FFF2-40B4-BE49-F238E27FC236}">
                <a16:creationId xmlns:a16="http://schemas.microsoft.com/office/drawing/2014/main" id="{611BBE64-26B1-4322-93B7-B55DAE4B1A0B}"/>
              </a:ext>
            </a:extLst>
          </p:cNvPr>
          <p:cNvSpPr>
            <a:spLocks xmlns:a="http://schemas.openxmlformats.org/drawingml/2006/main" noGrp="1"/>
          </p:cNvSpPr>
          <p:nvPr/>
        </p:nvSpPr>
        <p:spPr>
          <a:xfrm xmlns:a="http://schemas.openxmlformats.org/drawingml/2006/main">
            <a:off x="12641294" y="4868894"/>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8 확인된 제시 → 질문 focus</a:t>
            </a:r>
          </a:p>
        </p:txBody>
      </p:sp>
      <p:sp>
        <p:nvSpPr>
          <p:cNvPr id="468" name="dp44-comparison / n357">
            <a:extLst xmlns:a="http://schemas.openxmlformats.org/drawingml/2006/main">
              <a:ext uri="{FF2B5EF4-FFF2-40B4-BE49-F238E27FC236}">
                <a16:creationId xmlns:a16="http://schemas.microsoft.com/office/drawing/2014/main" id="{03399C00-8952-406A-954D-45EBD215EE71}"/>
              </a:ext>
            </a:extLst>
          </p:cNvPr>
          <p:cNvSpPr>
            <a:spLocks xmlns:a="http://schemas.openxmlformats.org/drawingml/2006/main" noGrp="1"/>
          </p:cNvSpPr>
          <p:nvPr/>
        </p:nvSpPr>
        <p:spPr>
          <a:xfrm xmlns:a="http://schemas.openxmlformats.org/drawingml/2006/main">
            <a:off x="14970633" y="3586163"/>
            <a:ext cx="13122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9" name="dp44-comparison / n358 / text 1">
            <a:extLst xmlns:a="http://schemas.openxmlformats.org/drawingml/2006/main">
              <a:ext uri="{FF2B5EF4-FFF2-40B4-BE49-F238E27FC236}">
                <a16:creationId xmlns:a16="http://schemas.microsoft.com/office/drawing/2014/main" id="{C01D5102-57C7-4525-8DEB-4F5644110DF8}"/>
              </a:ext>
            </a:extLst>
          </p:cNvPr>
          <p:cNvSpPr>
            <a:spLocks xmlns:a="http://schemas.openxmlformats.org/drawingml/2006/main" noGrp="1"/>
          </p:cNvSpPr>
          <p:nvPr/>
        </p:nvSpPr>
        <p:spPr>
          <a:xfrm xmlns:a="http://schemas.openxmlformats.org/drawingml/2006/main">
            <a:off x="14983397" y="3592544"/>
            <a:ext cx="197834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입력 / job / revision</a:t>
            </a:r>
          </a:p>
        </p:txBody>
      </p:sp>
      <p:sp>
        <p:nvSpPr>
          <p:cNvPr id="470" name="dp44-comparison / n359">
            <a:extLst xmlns:a="http://schemas.openxmlformats.org/drawingml/2006/main">
              <a:ext uri="{FF2B5EF4-FFF2-40B4-BE49-F238E27FC236}">
                <a16:creationId xmlns:a16="http://schemas.microsoft.com/office/drawing/2014/main" id="{3E7869A8-7709-4F01-A38E-C6B47CC339CC}"/>
              </a:ext>
            </a:extLst>
          </p:cNvPr>
          <p:cNvSpPr>
            <a:spLocks xmlns:a="http://schemas.openxmlformats.org/drawingml/2006/main" noGrp="1"/>
          </p:cNvSpPr>
          <p:nvPr/>
        </p:nvSpPr>
        <p:spPr>
          <a:xfrm xmlns:a="http://schemas.openxmlformats.org/drawingml/2006/main">
            <a:off x="14970633" y="4288155"/>
            <a:ext cx="1242782"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1" name="dp44-comparison / n360 / text 1">
            <a:extLst xmlns:a="http://schemas.openxmlformats.org/drawingml/2006/main">
              <a:ext uri="{FF2B5EF4-FFF2-40B4-BE49-F238E27FC236}">
                <a16:creationId xmlns:a16="http://schemas.microsoft.com/office/drawing/2014/main" id="{94517E59-218E-4943-8057-B6F8E60A6F67}"/>
              </a:ext>
            </a:extLst>
          </p:cNvPr>
          <p:cNvSpPr>
            <a:spLocks xmlns:a="http://schemas.openxmlformats.org/drawingml/2006/main" noGrp="1"/>
          </p:cNvSpPr>
          <p:nvPr/>
        </p:nvSpPr>
        <p:spPr>
          <a:xfrm xmlns:a="http://schemas.openxmlformats.org/drawingml/2006/main">
            <a:off x="14983397" y="4294537"/>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참조 / 준비 / 대기</a:t>
            </a:r>
          </a:p>
        </p:txBody>
      </p:sp>
      <p:sp>
        <p:nvSpPr>
          <p:cNvPr id="472" name="dp44-comparison / n361">
            <a:extLst xmlns:a="http://schemas.openxmlformats.org/drawingml/2006/main">
              <a:ext uri="{FF2B5EF4-FFF2-40B4-BE49-F238E27FC236}">
                <a16:creationId xmlns:a16="http://schemas.microsoft.com/office/drawing/2014/main" id="{1A2A319D-47C0-4A14-BF11-A19552B79C2C}"/>
              </a:ext>
            </a:extLst>
          </p:cNvPr>
          <p:cNvSpPr>
            <a:spLocks xmlns:a="http://schemas.openxmlformats.org/drawingml/2006/main" noGrp="1"/>
          </p:cNvSpPr>
          <p:nvPr/>
        </p:nvSpPr>
        <p:spPr>
          <a:xfrm xmlns:a="http://schemas.openxmlformats.org/drawingml/2006/main">
            <a:off x="12609386" y="4683824"/>
            <a:ext cx="1774382"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3" name="dp44-comparison / n362 / text 1">
            <a:extLst xmlns:a="http://schemas.openxmlformats.org/drawingml/2006/main">
              <a:ext uri="{FF2B5EF4-FFF2-40B4-BE49-F238E27FC236}">
                <a16:creationId xmlns:a16="http://schemas.microsoft.com/office/drawing/2014/main" id="{4A8E5D3F-3C91-44BE-9925-019A863E6781}"/>
              </a:ext>
            </a:extLst>
          </p:cNvPr>
          <p:cNvSpPr>
            <a:spLocks xmlns:a="http://schemas.openxmlformats.org/drawingml/2006/main" noGrp="1"/>
          </p:cNvSpPr>
          <p:nvPr/>
        </p:nvSpPr>
        <p:spPr>
          <a:xfrm xmlns:a="http://schemas.openxmlformats.org/drawingml/2006/main">
            <a:off x="12622149" y="4690205"/>
            <a:ext cx="201025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5 채택 의미 / 허용 Notice 소비</a:t>
            </a:r>
          </a:p>
        </p:txBody>
      </p:sp>
      <p:sp>
        <p:nvSpPr>
          <p:cNvPr id="474" name="dp44-comparison / n363">
            <a:extLst xmlns:a="http://schemas.openxmlformats.org/drawingml/2006/main">
              <a:ext uri="{FF2B5EF4-FFF2-40B4-BE49-F238E27FC236}">
                <a16:creationId xmlns:a16="http://schemas.microsoft.com/office/drawing/2014/main" id="{6C0C2131-9F23-4B8D-AC2C-6BA79361C4D7}"/>
              </a:ext>
            </a:extLst>
          </p:cNvPr>
          <p:cNvSpPr>
            <a:spLocks xmlns:a="http://schemas.openxmlformats.org/drawingml/2006/main" noGrp="1"/>
          </p:cNvSpPr>
          <p:nvPr/>
        </p:nvSpPr>
        <p:spPr>
          <a:xfrm xmlns:a="http://schemas.openxmlformats.org/drawingml/2006/main">
            <a:off x="13962317" y="5226272"/>
            <a:ext cx="8088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5" name="dp44-comparison / n364 / text 1">
            <a:extLst xmlns:a="http://schemas.openxmlformats.org/drawingml/2006/main">
              <a:ext uri="{FF2B5EF4-FFF2-40B4-BE49-F238E27FC236}">
                <a16:creationId xmlns:a16="http://schemas.microsoft.com/office/drawing/2014/main" id="{667F8EE1-66FE-4F7F-9E11-7F4EABA69D98}"/>
              </a:ext>
            </a:extLst>
          </p:cNvPr>
          <p:cNvSpPr>
            <a:spLocks xmlns:a="http://schemas.openxmlformats.org/drawingml/2006/main" noGrp="1"/>
          </p:cNvSpPr>
          <p:nvPr/>
        </p:nvSpPr>
        <p:spPr>
          <a:xfrm xmlns:a="http://schemas.openxmlformats.org/drawingml/2006/main">
            <a:off x="13975080" y="5232654"/>
            <a:ext cx="143589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후보 / Direct</a:t>
            </a:r>
          </a:p>
        </p:txBody>
      </p:sp>
      <p:sp>
        <p:nvSpPr>
          <p:cNvPr id="476" name="dp44-comparison / n365">
            <a:extLst xmlns:a="http://schemas.openxmlformats.org/drawingml/2006/main">
              <a:ext uri="{FF2B5EF4-FFF2-40B4-BE49-F238E27FC236}">
                <a16:creationId xmlns:a16="http://schemas.microsoft.com/office/drawing/2014/main" id="{32C6FF48-4BD4-4E0A-A3A7-8CF11E3ADF59}"/>
              </a:ext>
            </a:extLst>
          </p:cNvPr>
          <p:cNvSpPr>
            <a:spLocks xmlns:a="http://schemas.openxmlformats.org/drawingml/2006/main" noGrp="1"/>
          </p:cNvSpPr>
          <p:nvPr/>
        </p:nvSpPr>
        <p:spPr>
          <a:xfrm xmlns:a="http://schemas.openxmlformats.org/drawingml/2006/main">
            <a:off x="12590240" y="6023991"/>
            <a:ext cx="143589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7" name="dp44-comparison / n366 / text 1">
            <a:extLst xmlns:a="http://schemas.openxmlformats.org/drawingml/2006/main">
              <a:ext uri="{FF2B5EF4-FFF2-40B4-BE49-F238E27FC236}">
                <a16:creationId xmlns:a16="http://schemas.microsoft.com/office/drawing/2014/main" id="{77B7CB23-0115-40E1-AD04-A739E3B18FD9}"/>
              </a:ext>
            </a:extLst>
          </p:cNvPr>
          <p:cNvSpPr>
            <a:spLocks xmlns:a="http://schemas.openxmlformats.org/drawingml/2006/main" noGrp="1"/>
          </p:cNvSpPr>
          <p:nvPr/>
        </p:nvSpPr>
        <p:spPr>
          <a:xfrm xmlns:a="http://schemas.openxmlformats.org/drawingml/2006/main">
            <a:off x="12603004" y="6030373"/>
            <a:ext cx="143589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6 조건 충족 / 대기 / 폐기</a:t>
            </a:r>
          </a:p>
        </p:txBody>
      </p:sp>
      <p:sp>
        <p:nvSpPr>
          <p:cNvPr id="478" name="dp44-comparison / n367">
            <a:extLst xmlns:a="http://schemas.openxmlformats.org/drawingml/2006/main">
              <a:ext uri="{FF2B5EF4-FFF2-40B4-BE49-F238E27FC236}">
                <a16:creationId xmlns:a16="http://schemas.microsoft.com/office/drawing/2014/main" id="{07656F22-D162-4117-8CDB-002B360D8D3E}"/>
              </a:ext>
            </a:extLst>
          </p:cNvPr>
          <p:cNvSpPr>
            <a:spLocks xmlns:a="http://schemas.openxmlformats.org/drawingml/2006/main" noGrp="1"/>
          </p:cNvSpPr>
          <p:nvPr/>
        </p:nvSpPr>
        <p:spPr>
          <a:xfrm xmlns:a="http://schemas.openxmlformats.org/drawingml/2006/main">
            <a:off x="14549438" y="4454081"/>
            <a:ext cx="170060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9" name="dp44-comparison / n368 / text 1">
            <a:extLst xmlns:a="http://schemas.openxmlformats.org/drawingml/2006/main">
              <a:ext uri="{FF2B5EF4-FFF2-40B4-BE49-F238E27FC236}">
                <a16:creationId xmlns:a16="http://schemas.microsoft.com/office/drawing/2014/main" id="{835C71E6-CA49-4E66-A6B9-FE00DE30983A}"/>
              </a:ext>
            </a:extLst>
          </p:cNvPr>
          <p:cNvSpPr>
            <a:spLocks xmlns:a="http://schemas.openxmlformats.org/drawingml/2006/main" noGrp="1"/>
          </p:cNvSpPr>
          <p:nvPr/>
        </p:nvSpPr>
        <p:spPr>
          <a:xfrm xmlns:a="http://schemas.openxmlformats.org/drawingml/2006/main">
            <a:off x="14562201" y="4460462"/>
            <a:ext cx="248888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credit / cancel: 처리량 조절</a:t>
            </a:r>
          </a:p>
        </p:txBody>
      </p:sp>
    </p:spTree>
    <p:extLst>
      <p:ext uri="{BB962C8B-B14F-4D97-AF65-F5344CB8AC3E}">
        <p14:creationId xmlns:p14="http://schemas.microsoft.com/office/powerpoint/2010/main" val="9662352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2" name="dp45-comparison / n1">
            <a:extLst xmlns:a="http://schemas.openxmlformats.org/drawingml/2006/main">
              <a:ext uri="{FF2B5EF4-FFF2-40B4-BE49-F238E27FC236}">
                <a16:creationId xmlns:a16="http://schemas.microsoft.com/office/drawing/2014/main" id="{792E21DB-1479-43ED-90FF-29DDEBED9541}"/>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A6FAAC5F-E1AB-4F50-806A-039B25236EC9}"/>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8F311E69-B786-407F-AB92-B314106E37FC}"/>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77F60A2B-88FD-48A7-9F60-312F6DF7142C}"/>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4F496963-F6A1-4C17-895C-9BB690C1386A}"/>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2809F05E-3D5F-45A3-BF1D-6E72D85F2706}"/>
              </a:ext>
            </a:extLst>
          </p:cNvPr>
          <p:cNvSpPr>
            <a:spLocks xmlns:a="http://schemas.openxmlformats.org/drawingml/2006/main" noGrp="1"/>
          </p:cNvSpPr>
          <p:nvPr/>
        </p:nvSpPr>
        <p:spPr>
          <a:xfrm xmlns:a="http://schemas.openxmlformats.org/drawingml/2006/main">
            <a:off x="381000" y="128587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6DB14914-1650-41B3-8D24-E239A7496C46}"/>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같은 원본 / 현재 T23 연결은 판단 결과 / VIA: 허용 근거 연결, Agent: 기준 적용과 제안서 작성</a:t>
            </a:r>
          </a:p>
        </p:txBody>
      </p:sp>
      <p:sp>
        <p:nvSpPr>
          <p:cNvPr id="8" name="dp45-comparison / n8 / text 1">
            <a:extLst xmlns:a="http://schemas.openxmlformats.org/drawingml/2006/main">
              <a:ext uri="{FF2B5EF4-FFF2-40B4-BE49-F238E27FC236}">
                <a16:creationId xmlns:a16="http://schemas.microsoft.com/office/drawing/2014/main" id="{C773BF2A-09FB-4385-9754-31267CEB01A7}"/>
              </a:ext>
            </a:extLst>
          </p:cNvPr>
          <p:cNvSpPr>
            <a:spLocks xmlns:a="http://schemas.openxmlformats.org/drawingml/2006/main" noGrp="1"/>
          </p:cNvSpPr>
          <p:nvPr/>
        </p:nvSpPr>
        <p:spPr>
          <a:xfrm xmlns:a="http://schemas.openxmlformats.org/drawingml/2006/main">
            <a:off x="150495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9" name="dp45-comparison / n9 / text 1">
            <a:extLst xmlns:a="http://schemas.openxmlformats.org/drawingml/2006/main">
              <a:ext uri="{FF2B5EF4-FFF2-40B4-BE49-F238E27FC236}">
                <a16:creationId xmlns:a16="http://schemas.microsoft.com/office/drawing/2014/main" id="{51F2F070-4A7A-4040-9905-A5AC3DE0D75B}"/>
              </a:ext>
            </a:extLst>
          </p:cNvPr>
          <p:cNvSpPr>
            <a:spLocks xmlns:a="http://schemas.openxmlformats.org/drawingml/2006/main" noGrp="1"/>
          </p:cNvSpPr>
          <p:nvPr/>
        </p:nvSpPr>
        <p:spPr>
          <a:xfrm xmlns:a="http://schemas.openxmlformats.org/drawingml/2006/main">
            <a:off x="150495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현재 요청의 owner 읽기 결과 조합 / 누락 해결</a:t>
            </a:r>
          </a:p>
        </p:txBody>
      </p:sp>
      <p:sp>
        <p:nvSpPr>
          <p:cNvPr id="10" name="dp45-comparison / n10 / text 1">
            <a:extLst xmlns:a="http://schemas.openxmlformats.org/drawingml/2006/main">
              <a:ext uri="{FF2B5EF4-FFF2-40B4-BE49-F238E27FC236}">
                <a16:creationId xmlns:a16="http://schemas.microsoft.com/office/drawing/2014/main" id="{3A15D7F3-A5C6-4E03-AD15-88E00B048B40}"/>
              </a:ext>
            </a:extLst>
          </p:cNvPr>
          <p:cNvSpPr>
            <a:spLocks xmlns:a="http://schemas.openxmlformats.org/drawingml/2006/main" noGrp="1"/>
          </p:cNvSpPr>
          <p:nvPr/>
        </p:nvSpPr>
        <p:spPr>
          <a:xfrm xmlns:a="http://schemas.openxmlformats.org/drawingml/2006/main">
            <a:off x="979170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text 1">
            <a:extLst xmlns:a="http://schemas.openxmlformats.org/drawingml/2006/main">
              <a:ext uri="{FF2B5EF4-FFF2-40B4-BE49-F238E27FC236}">
                <a16:creationId xmlns:a16="http://schemas.microsoft.com/office/drawing/2014/main" id="{11646753-036E-4D03-9813-AB60D13EEADD}"/>
              </a:ext>
            </a:extLst>
          </p:cNvPr>
          <p:cNvSpPr>
            <a:spLocks xmlns:a="http://schemas.openxmlformats.org/drawingml/2006/main" noGrp="1"/>
          </p:cNvSpPr>
          <p:nvPr/>
        </p:nvSpPr>
        <p:spPr>
          <a:xfrm xmlns:a="http://schemas.openxmlformats.org/drawingml/2006/main">
            <a:off x="979170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과거 관계 생산 / 검증 / 게시 / 공통 읽기 계약 소비</a:t>
            </a:r>
          </a:p>
        </p:txBody>
      </p:sp>
      <p:sp>
        <p:nvSpPr>
          <p:cNvPr id="12" name="dp45-comparison / n12 / path">
            <a:extLst xmlns:a="http://schemas.openxmlformats.org/drawingml/2006/main">
              <a:ext uri="{FF2B5EF4-FFF2-40B4-BE49-F238E27FC236}">
                <a16:creationId xmlns:a16="http://schemas.microsoft.com/office/drawing/2014/main" id="{4E931190-890B-484C-9371-B0F619670842}"/>
              </a:ext>
            </a:extLst>
          </p:cNvPr>
          <p:cNvSpPr>
            <a:spLocks xmlns:a="http://schemas.openxmlformats.org/drawingml/2006/main" noGrp="1"/>
          </p:cNvSpPr>
          <p:nvPr/>
        </p:nvSpPr>
        <p:spPr>
          <a:xfrm xmlns:a="http://schemas.openxmlformats.org/drawingml/2006/main">
            <a:off x="94297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E4E7037B-FC12-410A-A61E-8521F187A29E}"/>
              </a:ext>
            </a:extLst>
          </p:cNvPr>
          <p:cNvSpPr>
            <a:spLocks xmlns:a="http://schemas.openxmlformats.org/drawingml/2006/main" noGrp="1"/>
          </p:cNvSpPr>
          <p:nvPr/>
        </p:nvSpPr>
        <p:spPr>
          <a:xfrm xmlns:a="http://schemas.openxmlformats.org/drawingml/2006/main">
            <a:off x="381000" y="74866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장면: 첫 요청 → 필요한 원본 / 미게시 생산 | 반복 R24 → warm cache / 유효 게시 | 정정 직후 → fence 후 갱신 | 표현 밖 새 관계 → 미지원</a:t>
            </a:r>
          </a:p>
        </p:txBody>
      </p:sp>
      <p:sp>
        <p:nvSpPr>
          <p:cNvPr id="14" name="dp45-comparison / n14">
            <a:extLst xmlns:a="http://schemas.openxmlformats.org/drawingml/2006/main">
              <a:ext uri="{FF2B5EF4-FFF2-40B4-BE49-F238E27FC236}">
                <a16:creationId xmlns:a16="http://schemas.microsoft.com/office/drawing/2014/main" id="{0A994488-FE04-4DA0-9EAB-EC658EABB6CC}"/>
              </a:ext>
            </a:extLst>
          </p:cNvPr>
          <p:cNvSpPr>
            <a:spLocks xmlns:a="http://schemas.openxmlformats.org/drawingml/2006/main" noGrp="1"/>
          </p:cNvSpPr>
          <p:nvPr/>
        </p:nvSpPr>
        <p:spPr>
          <a:xfrm xmlns:a="http://schemas.openxmlformats.org/drawingml/2006/main">
            <a:off x="1238250" y="7762875"/>
            <a:ext cx="1071563" cy="228600"/>
          </a:xfrm>
          <a:prstGeom xmlns:a="http://schemas.openxmlformats.org/drawingml/2006/main" prst="rect">
            <a:avLst/>
          </a:prstGeom>
          <a:solidFill xmlns:a="http://schemas.openxmlformats.org/drawingml/2006/main">
            <a:srgbClr val="FFFFFF"/>
          </a:solidFill>
          <a:ln xmlns:a="http://schemas.openxmlformats.org/drawingml/2006/main" w="7144">
            <a:solidFill>
              <a:srgbClr val="000000"/>
            </a:solidFill>
            <a:prstDash val="solid"/>
          </a:ln>
        </p:spPr>
      </p:sp>
      <p:sp>
        <p:nvSpPr>
          <p:cNvPr id="15" name="dp45-comparison / n15 / text 1">
            <a:extLst xmlns:a="http://schemas.openxmlformats.org/drawingml/2006/main">
              <a:ext uri="{FF2B5EF4-FFF2-40B4-BE49-F238E27FC236}">
                <a16:creationId xmlns:a16="http://schemas.microsoft.com/office/drawing/2014/main" id="{6BFB0AFE-91CC-4709-9F6A-F7B0377E1165}"/>
              </a:ext>
            </a:extLst>
          </p:cNvPr>
          <p:cNvSpPr>
            <a:spLocks xmlns:a="http://schemas.openxmlformats.org/drawingml/2006/main" noGrp="1"/>
          </p:cNvSpPr>
          <p:nvPr/>
        </p:nvSpPr>
        <p:spPr>
          <a:xfrm xmlns:a="http://schemas.openxmlformats.org/drawingml/2006/main">
            <a:off x="1288256"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Component</a:t>
            </a:r>
          </a:p>
        </p:txBody>
      </p:sp>
      <p:sp>
        <p:nvSpPr>
          <p:cNvPr id="16" name="dp45-comparison / n16">
            <a:extLst xmlns:a="http://schemas.openxmlformats.org/drawingml/2006/main">
              <a:ext uri="{FF2B5EF4-FFF2-40B4-BE49-F238E27FC236}">
                <a16:creationId xmlns:a16="http://schemas.microsoft.com/office/drawing/2014/main" id="{BE4DD6B7-58DD-4391-B1E6-43945FD6DD57}"/>
              </a:ext>
            </a:extLst>
          </p:cNvPr>
          <p:cNvSpPr>
            <a:spLocks xmlns:a="http://schemas.openxmlformats.org/drawingml/2006/main" noGrp="1"/>
          </p:cNvSpPr>
          <p:nvPr/>
        </p:nvSpPr>
        <p:spPr>
          <a:xfrm xmlns:a="http://schemas.openxmlformats.org/drawingml/2006/main">
            <a:off x="2702719" y="7762875"/>
            <a:ext cx="1071563" cy="228600"/>
          </a:xfrm>
          <a:prstGeom xmlns:a="http://schemas.openxmlformats.org/drawingml/2006/main" prst="roundRect">
            <a:avLst>
              <a:gd name="adj" fmla="val 33333"/>
            </a:avLst>
          </a:prstGeom>
          <a:solidFill xmlns:a="http://schemas.openxmlformats.org/drawingml/2006/main">
            <a:srgbClr val="FFFFFF"/>
          </a:solidFill>
          <a:ln xmlns:a="http://schemas.openxmlformats.org/drawingml/2006/main" w="7144">
            <a:solidFill>
              <a:srgbClr val="000000"/>
            </a:solidFill>
            <a:prstDash val="solid"/>
          </a:ln>
        </p:spPr>
      </p:sp>
      <p:sp>
        <p:nvSpPr>
          <p:cNvPr id="17" name="dp45-comparison / n17 / text 1">
            <a:extLst xmlns:a="http://schemas.openxmlformats.org/drawingml/2006/main">
              <a:ext uri="{FF2B5EF4-FFF2-40B4-BE49-F238E27FC236}">
                <a16:creationId xmlns:a16="http://schemas.microsoft.com/office/drawing/2014/main" id="{9A06477E-5E7A-4708-BA9C-A2FF8D8E653D}"/>
              </a:ext>
            </a:extLst>
          </p:cNvPr>
          <p:cNvSpPr>
            <a:spLocks xmlns:a="http://schemas.openxmlformats.org/drawingml/2006/main" noGrp="1"/>
          </p:cNvSpPr>
          <p:nvPr/>
        </p:nvSpPr>
        <p:spPr>
          <a:xfrm xmlns:a="http://schemas.openxmlformats.org/drawingml/2006/main">
            <a:off x="2752725"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18" name="dp45-comparison / n18">
            <a:extLst xmlns:a="http://schemas.openxmlformats.org/drawingml/2006/main">
              <a:ext uri="{FF2B5EF4-FFF2-40B4-BE49-F238E27FC236}">
                <a16:creationId xmlns:a16="http://schemas.microsoft.com/office/drawing/2014/main" id="{BF9732B2-CE55-4097-A56B-E1141184D689}"/>
              </a:ext>
            </a:extLst>
          </p:cNvPr>
          <p:cNvSpPr>
            <a:spLocks xmlns:a="http://schemas.openxmlformats.org/drawingml/2006/main" noGrp="1"/>
          </p:cNvSpPr>
          <p:nvPr/>
        </p:nvSpPr>
        <p:spPr>
          <a:xfrm xmlns:a="http://schemas.openxmlformats.org/drawingml/2006/main">
            <a:off x="4095750" y="7762875"/>
            <a:ext cx="1071563" cy="228600"/>
          </a:xfrm>
          <a:prstGeom xmlns:a="http://schemas.openxmlformats.org/drawingml/2006/main" prst="can">
            <a:avLst>
              <a:gd name="adj" fmla="val 20000"/>
            </a:avLst>
          </a:prstGeom>
          <a:solidFill xmlns:a="http://schemas.openxmlformats.org/drawingml/2006/main">
            <a:srgbClr val="FFFFFF"/>
          </a:solidFill>
          <a:ln xmlns:a="http://schemas.openxmlformats.org/drawingml/2006/main" w="7144">
            <a:solidFill>
              <a:srgbClr val="000000"/>
            </a:solidFill>
            <a:prstDash val="solid"/>
          </a:ln>
        </p:spPr>
      </p:sp>
      <p:sp>
        <p:nvSpPr>
          <p:cNvPr id="19" name="dp45-comparison / n19 / text 1">
            <a:extLst xmlns:a="http://schemas.openxmlformats.org/drawingml/2006/main">
              <a:ext uri="{FF2B5EF4-FFF2-40B4-BE49-F238E27FC236}">
                <a16:creationId xmlns:a16="http://schemas.microsoft.com/office/drawing/2014/main" id="{800A03D3-B1CA-4629-AFF8-51A0CDF0B0EE}"/>
              </a:ext>
            </a:extLst>
          </p:cNvPr>
          <p:cNvSpPr>
            <a:spLocks xmlns:a="http://schemas.openxmlformats.org/drawingml/2006/main" noGrp="1"/>
          </p:cNvSpPr>
          <p:nvPr/>
        </p:nvSpPr>
        <p:spPr>
          <a:xfrm xmlns:a="http://schemas.openxmlformats.org/drawingml/2006/main">
            <a:off x="4145756" y="7838885"/>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State</a:t>
            </a:r>
          </a:p>
        </p:txBody>
      </p:sp>
      <p:sp>
        <p:nvSpPr>
          <p:cNvPr id="20" name="dp45-comparison / n20">
            <a:extLst xmlns:a="http://schemas.openxmlformats.org/drawingml/2006/main">
              <a:ext uri="{FF2B5EF4-FFF2-40B4-BE49-F238E27FC236}">
                <a16:creationId xmlns:a16="http://schemas.microsoft.com/office/drawing/2014/main" id="{98DB0FD4-A5AA-49A3-B7EC-B3D09476139A}"/>
              </a:ext>
            </a:extLst>
          </p:cNvPr>
          <p:cNvSpPr>
            <a:spLocks xmlns:a="http://schemas.openxmlformats.org/drawingml/2006/main" noGrp="1"/>
          </p:cNvSpPr>
          <p:nvPr/>
        </p:nvSpPr>
        <p:spPr>
          <a:xfrm xmlns:a="http://schemas.openxmlformats.org/drawingml/2006/main">
            <a:off x="9310688" y="7762875"/>
            <a:ext cx="1071563" cy="228600"/>
          </a:xfrm>
          <a:prstGeom xmlns:a="http://schemas.openxmlformats.org/drawingml/2006/main" prst="roundRect">
            <a:avLst>
              <a:gd name="adj" fmla="val 33333"/>
            </a:avLst>
          </a:prstGeom>
          <a:solidFill xmlns:a="http://schemas.openxmlformats.org/drawingml/2006/main">
            <a:srgbClr val="FFF0DD"/>
          </a:solidFill>
          <a:ln xmlns:a="http://schemas.openxmlformats.org/drawingml/2006/main" w="12859">
            <a:solidFill>
              <a:srgbClr val="B8753F"/>
            </a:solidFill>
            <a:prstDash val="solid"/>
          </a:ln>
        </p:spPr>
      </p:sp>
      <p:sp>
        <p:nvSpPr>
          <p:cNvPr id="21" name="dp45-comparison / n21 / text 1">
            <a:extLst xmlns:a="http://schemas.openxmlformats.org/drawingml/2006/main">
              <a:ext uri="{FF2B5EF4-FFF2-40B4-BE49-F238E27FC236}">
                <a16:creationId xmlns:a16="http://schemas.microsoft.com/office/drawing/2014/main" id="{3F5763C5-D8C4-45EC-88A5-666184BEA79B}"/>
              </a:ext>
            </a:extLst>
          </p:cNvPr>
          <p:cNvSpPr>
            <a:spLocks xmlns:a="http://schemas.openxmlformats.org/drawingml/2006/main" noGrp="1"/>
          </p:cNvSpPr>
          <p:nvPr/>
        </p:nvSpPr>
        <p:spPr>
          <a:xfrm xmlns:a="http://schemas.openxmlformats.org/drawingml/2006/main">
            <a:off x="9360694"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22" name="dp45-comparison / n22">
            <a:extLst xmlns:a="http://schemas.openxmlformats.org/drawingml/2006/main">
              <a:ext uri="{FF2B5EF4-FFF2-40B4-BE49-F238E27FC236}">
                <a16:creationId xmlns:a16="http://schemas.microsoft.com/office/drawing/2014/main" id="{094449B1-90DD-4520-AC9C-394160879454}"/>
              </a:ext>
            </a:extLst>
          </p:cNvPr>
          <p:cNvSpPr>
            <a:spLocks xmlns:a="http://schemas.openxmlformats.org/drawingml/2006/main" noGrp="1"/>
          </p:cNvSpPr>
          <p:nvPr/>
        </p:nvSpPr>
        <p:spPr>
          <a:xfrm xmlns:a="http://schemas.openxmlformats.org/drawingml/2006/main">
            <a:off x="12882563" y="7762875"/>
            <a:ext cx="1071563" cy="228600"/>
          </a:xfrm>
          <a:prstGeom xmlns:a="http://schemas.openxmlformats.org/drawingml/2006/main" prst="hexagon">
            <a:avLst/>
          </a:prstGeom>
          <a:solidFill xmlns:a="http://schemas.openxmlformats.org/drawingml/2006/main">
            <a:srgbClr val="FFFFFF"/>
          </a:solidFill>
          <a:ln xmlns:a="http://schemas.openxmlformats.org/drawingml/2006/main" w="7144">
            <a:solidFill>
              <a:srgbClr val="000000"/>
            </a:solidFill>
            <a:prstDash val="solid"/>
          </a:ln>
        </p:spPr>
      </p:sp>
      <p:sp>
        <p:nvSpPr>
          <p:cNvPr id="23" name="dp45-comparison / n23 / text 1">
            <a:extLst xmlns:a="http://schemas.openxmlformats.org/drawingml/2006/main">
              <a:ext uri="{FF2B5EF4-FFF2-40B4-BE49-F238E27FC236}">
                <a16:creationId xmlns:a16="http://schemas.microsoft.com/office/drawing/2014/main" id="{E7F6F6B9-0309-43CD-A107-C92E611B36C8}"/>
              </a:ext>
            </a:extLst>
          </p:cNvPr>
          <p:cNvSpPr>
            <a:spLocks xmlns:a="http://schemas.openxmlformats.org/drawingml/2006/main" noGrp="1"/>
          </p:cNvSpPr>
          <p:nvPr/>
        </p:nvSpPr>
        <p:spPr>
          <a:xfrm xmlns:a="http://schemas.openxmlformats.org/drawingml/2006/main">
            <a:off x="12932569"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Dependency</a:t>
            </a:r>
          </a:p>
        </p:txBody>
      </p:sp>
      <p:sp>
        <p:nvSpPr>
          <p:cNvPr id="24" name="dp45-comparison / n24">
            <a:extLst xmlns:a="http://schemas.openxmlformats.org/drawingml/2006/main">
              <a:ext uri="{FF2B5EF4-FFF2-40B4-BE49-F238E27FC236}">
                <a16:creationId xmlns:a16="http://schemas.microsoft.com/office/drawing/2014/main" id="{145E7A2E-DAD9-434E-9651-CA2F8D309381}"/>
              </a:ext>
            </a:extLst>
          </p:cNvPr>
          <p:cNvSpPr>
            <a:spLocks xmlns:a="http://schemas.openxmlformats.org/drawingml/2006/main" noGrp="1"/>
          </p:cNvSpPr>
          <p:nvPr/>
        </p:nvSpPr>
        <p:spPr>
          <a:xfrm xmlns:a="http://schemas.openxmlformats.org/drawingml/2006/main">
            <a:off x="366713" y="7777163"/>
            <a:ext cx="525780" cy="188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 name="dp45-comparison / n25 / text 1">
            <a:extLst xmlns:a="http://schemas.openxmlformats.org/drawingml/2006/main">
              <a:ext uri="{FF2B5EF4-FFF2-40B4-BE49-F238E27FC236}">
                <a16:creationId xmlns:a16="http://schemas.microsoft.com/office/drawing/2014/main" id="{333224EE-32C4-40E4-B723-18465E500015}"/>
              </a:ext>
            </a:extLst>
          </p:cNvPr>
          <p:cNvSpPr>
            <a:spLocks xmlns:a="http://schemas.openxmlformats.org/drawingml/2006/main" noGrp="1"/>
          </p:cNvSpPr>
          <p:nvPr/>
        </p:nvSpPr>
        <p:spPr>
          <a:xfrm xmlns:a="http://schemas.openxmlformats.org/drawingml/2006/main">
            <a:off x="381000" y="7784306"/>
            <a:ext cx="785813"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26" name="dp45-comparison / n26">
            <a:extLst xmlns:a="http://schemas.openxmlformats.org/drawingml/2006/main">
              <a:ext uri="{FF2B5EF4-FFF2-40B4-BE49-F238E27FC236}">
                <a16:creationId xmlns:a16="http://schemas.microsoft.com/office/drawing/2014/main" id="{0D8EAEC0-8EF5-4854-B1DF-597C4178B36C}"/>
              </a:ext>
            </a:extLst>
          </p:cNvPr>
          <p:cNvSpPr>
            <a:spLocks xmlns:a="http://schemas.openxmlformats.org/drawingml/2006/main" noGrp="1"/>
          </p:cNvSpPr>
          <p:nvPr/>
        </p:nvSpPr>
        <p:spPr>
          <a:xfrm xmlns:a="http://schemas.openxmlformats.org/drawingml/2006/main">
            <a:off x="1223963" y="8034338"/>
            <a:ext cx="58478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 name="dp45-comparison / n27 / text 1">
            <a:extLst xmlns:a="http://schemas.openxmlformats.org/drawingml/2006/main">
              <a:ext uri="{FF2B5EF4-FFF2-40B4-BE49-F238E27FC236}">
                <a16:creationId xmlns:a16="http://schemas.microsoft.com/office/drawing/2014/main" id="{E511562C-FD59-470C-9311-712739BBF4DA}"/>
              </a:ext>
            </a:extLst>
          </p:cNvPr>
          <p:cNvSpPr>
            <a:spLocks xmlns:a="http://schemas.openxmlformats.org/drawingml/2006/main" noGrp="1"/>
          </p:cNvSpPr>
          <p:nvPr/>
        </p:nvSpPr>
        <p:spPr>
          <a:xfrm xmlns:a="http://schemas.openxmlformats.org/drawingml/2006/main">
            <a:off x="12382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논리 책임</a:t>
            </a:r>
          </a:p>
        </p:txBody>
      </p:sp>
      <p:sp>
        <p:nvSpPr>
          <p:cNvPr id="28" name="dp45-comparison / n28">
            <a:extLst xmlns:a="http://schemas.openxmlformats.org/drawingml/2006/main">
              <a:ext uri="{FF2B5EF4-FFF2-40B4-BE49-F238E27FC236}">
                <a16:creationId xmlns:a16="http://schemas.microsoft.com/office/drawing/2014/main" id="{FEABD79C-303D-4590-B388-2D0B200A2BA3}"/>
              </a:ext>
            </a:extLst>
          </p:cNvPr>
          <p:cNvSpPr>
            <a:spLocks xmlns:a="http://schemas.openxmlformats.org/drawingml/2006/main" noGrp="1"/>
          </p:cNvSpPr>
          <p:nvPr/>
        </p:nvSpPr>
        <p:spPr>
          <a:xfrm xmlns:a="http://schemas.openxmlformats.org/drawingml/2006/main">
            <a:off x="2688431" y="8034338"/>
            <a:ext cx="7645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 name="dp45-comparison / n29 / text 1">
            <a:extLst xmlns:a="http://schemas.openxmlformats.org/drawingml/2006/main">
              <a:ext uri="{FF2B5EF4-FFF2-40B4-BE49-F238E27FC236}">
                <a16:creationId xmlns:a16="http://schemas.microsoft.com/office/drawing/2014/main" id="{C37C34DA-56B7-4C65-B74C-B8094470CBF6}"/>
              </a:ext>
            </a:extLst>
          </p:cNvPr>
          <p:cNvSpPr>
            <a:spLocks xmlns:a="http://schemas.openxmlformats.org/drawingml/2006/main" noGrp="1"/>
          </p:cNvSpPr>
          <p:nvPr/>
        </p:nvSpPr>
        <p:spPr>
          <a:xfrm xmlns:a="http://schemas.openxmlformats.org/drawingml/2006/main">
            <a:off x="2702719"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내부 Module</a:t>
            </a:r>
          </a:p>
        </p:txBody>
      </p:sp>
      <p:sp>
        <p:nvSpPr>
          <p:cNvPr id="30" name="dp45-comparison / n30">
            <a:extLst xmlns:a="http://schemas.openxmlformats.org/drawingml/2006/main">
              <a:ext uri="{FF2B5EF4-FFF2-40B4-BE49-F238E27FC236}">
                <a16:creationId xmlns:a16="http://schemas.microsoft.com/office/drawing/2014/main" id="{865C17F7-3853-4239-A74B-94FCF0B368C0}"/>
              </a:ext>
            </a:extLst>
          </p:cNvPr>
          <p:cNvSpPr>
            <a:spLocks xmlns:a="http://schemas.openxmlformats.org/drawingml/2006/main" noGrp="1"/>
          </p:cNvSpPr>
          <p:nvPr/>
        </p:nvSpPr>
        <p:spPr>
          <a:xfrm xmlns:a="http://schemas.openxmlformats.org/drawingml/2006/main">
            <a:off x="4081463" y="8034338"/>
            <a:ext cx="70623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 name="dp45-comparison / n31 / text 1">
            <a:extLst xmlns:a="http://schemas.openxmlformats.org/drawingml/2006/main">
              <a:ext uri="{FF2B5EF4-FFF2-40B4-BE49-F238E27FC236}">
                <a16:creationId xmlns:a16="http://schemas.microsoft.com/office/drawing/2014/main" id="{FDB53693-EA67-4564-94AB-A611E7D607B3}"/>
              </a:ext>
            </a:extLst>
          </p:cNvPr>
          <p:cNvSpPr>
            <a:spLocks xmlns:a="http://schemas.openxmlformats.org/drawingml/2006/main" noGrp="1"/>
          </p:cNvSpPr>
          <p:nvPr/>
        </p:nvSpPr>
        <p:spPr>
          <a:xfrm xmlns:a="http://schemas.openxmlformats.org/drawingml/2006/main">
            <a:off x="40957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데이터 상태</a:t>
            </a:r>
          </a:p>
        </p:txBody>
      </p:sp>
      <p:sp>
        <p:nvSpPr>
          <p:cNvPr id="32" name="dp45-comparison / n32">
            <a:extLst xmlns:a="http://schemas.openxmlformats.org/drawingml/2006/main">
              <a:ext uri="{FF2B5EF4-FFF2-40B4-BE49-F238E27FC236}">
                <a16:creationId xmlns:a16="http://schemas.microsoft.com/office/drawing/2014/main" id="{65567863-9E9A-4642-BF6A-392E6424E594}"/>
              </a:ext>
            </a:extLst>
          </p:cNvPr>
          <p:cNvSpPr>
            <a:spLocks xmlns:a="http://schemas.openxmlformats.org/drawingml/2006/main" noGrp="1"/>
          </p:cNvSpPr>
          <p:nvPr/>
        </p:nvSpPr>
        <p:spPr>
          <a:xfrm xmlns:a="http://schemas.openxmlformats.org/drawingml/2006/main">
            <a:off x="9296400" y="8034338"/>
            <a:ext cx="166563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 name="dp45-comparison / n33 / text 1">
            <a:extLst xmlns:a="http://schemas.openxmlformats.org/drawingml/2006/main">
              <a:ext uri="{FF2B5EF4-FFF2-40B4-BE49-F238E27FC236}">
                <a16:creationId xmlns:a16="http://schemas.microsoft.com/office/drawing/2014/main" id="{7B732339-66DB-42CE-A1C1-DD028DFD688E}"/>
              </a:ext>
            </a:extLst>
          </p:cNvPr>
          <p:cNvSpPr>
            <a:spLocks xmlns:a="http://schemas.openxmlformats.org/drawingml/2006/main" noGrp="1"/>
          </p:cNvSpPr>
          <p:nvPr/>
        </p:nvSpPr>
        <p:spPr>
          <a:xfrm xmlns:a="http://schemas.openxmlformats.org/drawingml/2006/main">
            <a:off x="931068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차이: 살구색 / 짙은 테두리</a:t>
            </a:r>
          </a:p>
        </p:txBody>
      </p:sp>
      <p:sp>
        <p:nvSpPr>
          <p:cNvPr id="34" name="dp45-comparison / n34">
            <a:extLst xmlns:a="http://schemas.openxmlformats.org/drawingml/2006/main">
              <a:ext uri="{FF2B5EF4-FFF2-40B4-BE49-F238E27FC236}">
                <a16:creationId xmlns:a16="http://schemas.microsoft.com/office/drawing/2014/main" id="{3FC5D5DE-5C90-4A46-AF3C-332287449FC5}"/>
              </a:ext>
            </a:extLst>
          </p:cNvPr>
          <p:cNvSpPr>
            <a:spLocks xmlns:a="http://schemas.openxmlformats.org/drawingml/2006/main" noGrp="1"/>
          </p:cNvSpPr>
          <p:nvPr/>
        </p:nvSpPr>
        <p:spPr>
          <a:xfrm xmlns:a="http://schemas.openxmlformats.org/drawingml/2006/main">
            <a:off x="12868275" y="8034338"/>
            <a:ext cx="1148286"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 name="dp45-comparison / n35 / text 1">
            <a:extLst xmlns:a="http://schemas.openxmlformats.org/drawingml/2006/main">
              <a:ext uri="{FF2B5EF4-FFF2-40B4-BE49-F238E27FC236}">
                <a16:creationId xmlns:a16="http://schemas.microsoft.com/office/drawing/2014/main" id="{BFCFDFE4-9573-40C8-ABB6-2DB5201CB37B}"/>
              </a:ext>
            </a:extLst>
          </p:cNvPr>
          <p:cNvSpPr>
            <a:spLocks xmlns:a="http://schemas.openxmlformats.org/drawingml/2006/main" noGrp="1"/>
          </p:cNvSpPr>
          <p:nvPr/>
        </p:nvSpPr>
        <p:spPr>
          <a:xfrm xmlns:a="http://schemas.openxmlformats.org/drawingml/2006/main">
            <a:off x="12882563"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외부 Agent / 모델</a:t>
            </a:r>
          </a:p>
        </p:txBody>
      </p:sp>
      <p:sp>
        <p:nvSpPr>
          <p:cNvPr id="36" name="dp45-comparison / n36 / path">
            <a:extLst xmlns:a="http://schemas.openxmlformats.org/drawingml/2006/main">
              <a:ext uri="{FF2B5EF4-FFF2-40B4-BE49-F238E27FC236}">
                <a16:creationId xmlns:a16="http://schemas.microsoft.com/office/drawing/2014/main" id="{B764E000-D16C-4592-83CC-EA7821490A22}"/>
              </a:ext>
            </a:extLst>
          </p:cNvPr>
          <p:cNvSpPr>
            <a:spLocks xmlns:a="http://schemas.openxmlformats.org/drawingml/2006/main" noGrp="1"/>
          </p:cNvSpPr>
          <p:nvPr/>
        </p:nvSpPr>
        <p:spPr>
          <a:xfrm xmlns:a="http://schemas.openxmlformats.org/drawingml/2006/main">
            <a:off x="56673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solid"/>
          </a:ln>
        </p:spPr>
      </p:sp>
      <p:sp>
        <p:nvSpPr>
          <p:cNvPr id="37" name="dp45-comparison / n36 / arrow">
            <a:extLst xmlns:a="http://schemas.openxmlformats.org/drawingml/2006/main">
              <a:ext uri="{FF2B5EF4-FFF2-40B4-BE49-F238E27FC236}">
                <a16:creationId xmlns:a16="http://schemas.microsoft.com/office/drawing/2014/main" id="{52B59525-2697-44BE-9DF5-D92D830CAF8E}"/>
              </a:ext>
            </a:extLst>
          </p:cNvPr>
          <p:cNvSpPr>
            <a:spLocks xmlns:a="http://schemas.openxmlformats.org/drawingml/2006/main" noGrp="1"/>
          </p:cNvSpPr>
          <p:nvPr/>
        </p:nvSpPr>
        <p:spPr>
          <a:xfrm xmlns:a="http://schemas.openxmlformats.org/drawingml/2006/main">
            <a:off x="66886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38" name="dp45-comparison / n37">
            <a:extLst xmlns:a="http://schemas.openxmlformats.org/drawingml/2006/main">
              <a:ext uri="{FF2B5EF4-FFF2-40B4-BE49-F238E27FC236}">
                <a16:creationId xmlns:a16="http://schemas.microsoft.com/office/drawing/2014/main" id="{500D4A1D-0E16-4443-B670-C6CD61919090}"/>
              </a:ext>
            </a:extLst>
          </p:cNvPr>
          <p:cNvSpPr>
            <a:spLocks xmlns:a="http://schemas.openxmlformats.org/drawingml/2006/main" noGrp="1"/>
          </p:cNvSpPr>
          <p:nvPr/>
        </p:nvSpPr>
        <p:spPr>
          <a:xfrm xmlns:a="http://schemas.openxmlformats.org/drawingml/2006/main">
            <a:off x="56530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9" name="dp45-comparison / n38 / text 1">
            <a:extLst xmlns:a="http://schemas.openxmlformats.org/drawingml/2006/main">
              <a:ext uri="{FF2B5EF4-FFF2-40B4-BE49-F238E27FC236}">
                <a16:creationId xmlns:a16="http://schemas.microsoft.com/office/drawing/2014/main" id="{3CF78BC8-B49D-4D87-8625-4C4430DE0E81}"/>
              </a:ext>
            </a:extLst>
          </p:cNvPr>
          <p:cNvSpPr>
            <a:spLocks xmlns:a="http://schemas.openxmlformats.org/drawingml/2006/main" noGrp="1"/>
          </p:cNvSpPr>
          <p:nvPr/>
        </p:nvSpPr>
        <p:spPr>
          <a:xfrm xmlns:a="http://schemas.openxmlformats.org/drawingml/2006/main">
            <a:off x="56673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요청 / 전달</a:t>
            </a:r>
          </a:p>
        </p:txBody>
      </p:sp>
      <p:sp>
        <p:nvSpPr>
          <p:cNvPr id="40" name="dp45-comparison / n39 / path">
            <a:extLst xmlns:a="http://schemas.openxmlformats.org/drawingml/2006/main">
              <a:ext uri="{FF2B5EF4-FFF2-40B4-BE49-F238E27FC236}">
                <a16:creationId xmlns:a16="http://schemas.microsoft.com/office/drawing/2014/main" id="{2093E72E-91EE-4548-B8B4-ED5C63291E5C}"/>
              </a:ext>
            </a:extLst>
          </p:cNvPr>
          <p:cNvSpPr>
            <a:spLocks xmlns:a="http://schemas.openxmlformats.org/drawingml/2006/main" noGrp="1"/>
          </p:cNvSpPr>
          <p:nvPr/>
        </p:nvSpPr>
        <p:spPr>
          <a:xfrm xmlns:a="http://schemas.openxmlformats.org/drawingml/2006/main">
            <a:off x="73818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dash"/>
          </a:ln>
        </p:spPr>
      </p:sp>
      <p:sp>
        <p:nvSpPr>
          <p:cNvPr id="41" name="dp45-comparison / n39 / arrow">
            <a:extLst xmlns:a="http://schemas.openxmlformats.org/drawingml/2006/main">
              <a:ext uri="{FF2B5EF4-FFF2-40B4-BE49-F238E27FC236}">
                <a16:creationId xmlns:a16="http://schemas.microsoft.com/office/drawing/2014/main" id="{93EADE1A-6129-4E21-B6D5-45979E509522}"/>
              </a:ext>
            </a:extLst>
          </p:cNvPr>
          <p:cNvSpPr>
            <a:spLocks xmlns:a="http://schemas.openxmlformats.org/drawingml/2006/main" noGrp="1"/>
          </p:cNvSpPr>
          <p:nvPr/>
        </p:nvSpPr>
        <p:spPr>
          <a:xfrm xmlns:a="http://schemas.openxmlformats.org/drawingml/2006/main">
            <a:off x="84031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42" name="dp45-comparison / n40">
            <a:extLst xmlns:a="http://schemas.openxmlformats.org/drawingml/2006/main">
              <a:ext uri="{FF2B5EF4-FFF2-40B4-BE49-F238E27FC236}">
                <a16:creationId xmlns:a16="http://schemas.microsoft.com/office/drawing/2014/main" id="{35751DA7-E016-498A-ACD0-7EB7E1980304}"/>
              </a:ext>
            </a:extLst>
          </p:cNvPr>
          <p:cNvSpPr>
            <a:spLocks xmlns:a="http://schemas.openxmlformats.org/drawingml/2006/main" noGrp="1"/>
          </p:cNvSpPr>
          <p:nvPr/>
        </p:nvSpPr>
        <p:spPr>
          <a:xfrm xmlns:a="http://schemas.openxmlformats.org/drawingml/2006/main">
            <a:off x="73675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3" name="dp45-comparison / n41 / text 1">
            <a:extLst xmlns:a="http://schemas.openxmlformats.org/drawingml/2006/main">
              <a:ext uri="{FF2B5EF4-FFF2-40B4-BE49-F238E27FC236}">
                <a16:creationId xmlns:a16="http://schemas.microsoft.com/office/drawing/2014/main" id="{09B372E2-88FB-4DF0-B046-41965A261CFB}"/>
              </a:ext>
            </a:extLst>
          </p:cNvPr>
          <p:cNvSpPr>
            <a:spLocks xmlns:a="http://schemas.openxmlformats.org/drawingml/2006/main" noGrp="1"/>
          </p:cNvSpPr>
          <p:nvPr/>
        </p:nvSpPr>
        <p:spPr>
          <a:xfrm xmlns:a="http://schemas.openxmlformats.org/drawingml/2006/main">
            <a:off x="73818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응답 / 반환</a:t>
            </a:r>
          </a:p>
        </p:txBody>
      </p:sp>
      <p:sp>
        <p:nvSpPr>
          <p:cNvPr id="44" name="dp45-comparison / n42">
            <a:extLst xmlns:a="http://schemas.openxmlformats.org/drawingml/2006/main">
              <a:ext uri="{FF2B5EF4-FFF2-40B4-BE49-F238E27FC236}">
                <a16:creationId xmlns:a16="http://schemas.microsoft.com/office/drawing/2014/main" id="{ABBAA32C-591B-4BE8-8CBA-B7C4EE1B5B1F}"/>
              </a:ext>
            </a:extLst>
          </p:cNvPr>
          <p:cNvSpPr>
            <a:spLocks xmlns:a="http://schemas.openxmlformats.org/drawingml/2006/main" noGrp="1"/>
          </p:cNvSpPr>
          <p:nvPr/>
        </p:nvSpPr>
        <p:spPr>
          <a:xfrm xmlns:a="http://schemas.openxmlformats.org/drawingml/2006/main">
            <a:off x="11082338" y="7777163"/>
            <a:ext cx="11094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 name="dp45-comparison / n43 / text 1">
            <a:extLst xmlns:a="http://schemas.openxmlformats.org/drawingml/2006/main">
              <a:ext uri="{FF2B5EF4-FFF2-40B4-BE49-F238E27FC236}">
                <a16:creationId xmlns:a16="http://schemas.microsoft.com/office/drawing/2014/main" id="{A01B1DBE-D894-4D70-B373-2B8CCE5AEF7A}"/>
              </a:ext>
            </a:extLst>
          </p:cNvPr>
          <p:cNvSpPr>
            <a:spLocks xmlns:a="http://schemas.openxmlformats.org/drawingml/2006/main" noGrp="1"/>
          </p:cNvSpPr>
          <p:nvPr/>
        </p:nvSpPr>
        <p:spPr>
          <a:xfrm xmlns:a="http://schemas.openxmlformats.org/drawingml/2006/main">
            <a:off x="11096625" y="7784306"/>
            <a:ext cx="1678781"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공통: 흰색 / 검정</a:t>
            </a:r>
          </a:p>
        </p:txBody>
      </p:sp>
      <p:sp>
        <p:nvSpPr>
          <p:cNvPr id="46" name="dp45-comparison / n44">
            <a:extLst xmlns:a="http://schemas.openxmlformats.org/drawingml/2006/main">
              <a:ext uri="{FF2B5EF4-FFF2-40B4-BE49-F238E27FC236}">
                <a16:creationId xmlns:a16="http://schemas.microsoft.com/office/drawing/2014/main" id="{E0358D9C-05EB-4F6B-804A-F9570B8AC5CD}"/>
              </a:ext>
            </a:extLst>
          </p:cNvPr>
          <p:cNvSpPr>
            <a:spLocks xmlns:a="http://schemas.openxmlformats.org/drawingml/2006/main" noGrp="1"/>
          </p:cNvSpPr>
          <p:nvPr/>
        </p:nvSpPr>
        <p:spPr>
          <a:xfrm xmlns:a="http://schemas.openxmlformats.org/drawingml/2006/main">
            <a:off x="14725650" y="7777163"/>
            <a:ext cx="15247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 name="dp45-comparison / n45 / text 1">
            <a:extLst xmlns:a="http://schemas.openxmlformats.org/drawingml/2006/main">
              <a:ext uri="{FF2B5EF4-FFF2-40B4-BE49-F238E27FC236}">
                <a16:creationId xmlns:a16="http://schemas.microsoft.com/office/drawing/2014/main" id="{CD69BF47-5419-4336-8DFB-F662E7BFB2E9}"/>
              </a:ext>
            </a:extLst>
          </p:cNvPr>
          <p:cNvSpPr>
            <a:spLocks xmlns:a="http://schemas.openxmlformats.org/drawingml/2006/main" noGrp="1"/>
          </p:cNvSpPr>
          <p:nvPr/>
        </p:nvSpPr>
        <p:spPr>
          <a:xfrm xmlns:a="http://schemas.openxmlformats.org/drawingml/2006/main">
            <a:off x="14739938" y="7784306"/>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좌우 칸: 배치용 레이아웃</a:t>
            </a:r>
          </a:p>
        </p:txBody>
      </p:sp>
      <p:sp>
        <p:nvSpPr>
          <p:cNvPr id="48" name="dp45-comparison / n46">
            <a:extLst xmlns:a="http://schemas.openxmlformats.org/drawingml/2006/main">
              <a:ext uri="{FF2B5EF4-FFF2-40B4-BE49-F238E27FC236}">
                <a16:creationId xmlns:a16="http://schemas.microsoft.com/office/drawing/2014/main" id="{41C06758-E58C-4C66-9A37-B069B9DDCC7D}"/>
              </a:ext>
            </a:extLst>
          </p:cNvPr>
          <p:cNvSpPr>
            <a:spLocks xmlns:a="http://schemas.openxmlformats.org/drawingml/2006/main" noGrp="1"/>
          </p:cNvSpPr>
          <p:nvPr/>
        </p:nvSpPr>
        <p:spPr>
          <a:xfrm xmlns:a="http://schemas.openxmlformats.org/drawingml/2006/main">
            <a:off x="14725650" y="8034338"/>
            <a:ext cx="178708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dp45-comparison / n47 / text 1">
            <a:extLst xmlns:a="http://schemas.openxmlformats.org/drawingml/2006/main">
              <a:ext uri="{FF2B5EF4-FFF2-40B4-BE49-F238E27FC236}">
                <a16:creationId xmlns:a16="http://schemas.microsoft.com/office/drawing/2014/main" id="{EDD4F07A-4BEB-455C-B61C-2349FE96D6A6}"/>
              </a:ext>
            </a:extLst>
          </p:cNvPr>
          <p:cNvSpPr>
            <a:spLocks xmlns:a="http://schemas.openxmlformats.org/drawingml/2006/main" noGrp="1"/>
          </p:cNvSpPr>
          <p:nvPr/>
        </p:nvSpPr>
        <p:spPr>
          <a:xfrm xmlns:a="http://schemas.openxmlformats.org/drawingml/2006/main">
            <a:off x="1473993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실행 / 서비스 경계 추가 없음</a:t>
            </a:r>
          </a:p>
        </p:txBody>
      </p:sp>
      <p:sp>
        <p:nvSpPr>
          <p:cNvPr id="50" name="dp45-comparison / n48 / path">
            <a:extLst xmlns:a="http://schemas.openxmlformats.org/drawingml/2006/main">
              <a:ext uri="{FF2B5EF4-FFF2-40B4-BE49-F238E27FC236}">
                <a16:creationId xmlns:a16="http://schemas.microsoft.com/office/drawing/2014/main" id="{C70B6174-625E-4FEA-ABCC-510A994618C2}"/>
              </a:ext>
            </a:extLst>
          </p:cNvPr>
          <p:cNvSpPr>
            <a:spLocks xmlns:a="http://schemas.openxmlformats.org/drawingml/2006/main" noGrp="1"/>
          </p:cNvSpPr>
          <p:nvPr/>
        </p:nvSpPr>
        <p:spPr>
          <a:xfrm xmlns:a="http://schemas.openxmlformats.org/drawingml/2006/main">
            <a:off x="381000" y="82486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1" name="dp45-comparison / n49 / text 1">
            <a:extLst xmlns:a="http://schemas.openxmlformats.org/drawingml/2006/main">
              <a:ext uri="{FF2B5EF4-FFF2-40B4-BE49-F238E27FC236}">
                <a16:creationId xmlns:a16="http://schemas.microsoft.com/office/drawing/2014/main" id="{AFBD79CF-CB77-4255-AF56-C0A794B99CED}"/>
              </a:ext>
            </a:extLst>
          </p:cNvPr>
          <p:cNvSpPr>
            <a:spLocks xmlns:a="http://schemas.openxmlformats.org/drawingml/2006/main" noGrp="1"/>
          </p:cNvSpPr>
          <p:nvPr/>
        </p:nvSpPr>
        <p:spPr>
          <a:xfrm xmlns:a="http://schemas.openxmlformats.org/drawingml/2006/main">
            <a:off x="400050" y="82962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52" name="dp45-comparison / n50 / text 1">
            <a:extLst xmlns:a="http://schemas.openxmlformats.org/drawingml/2006/main">
              <a:ext uri="{FF2B5EF4-FFF2-40B4-BE49-F238E27FC236}">
                <a16:creationId xmlns:a16="http://schemas.microsoft.com/office/drawing/2014/main" id="{6E141E41-9A66-475F-A796-590291BB6458}"/>
              </a:ext>
            </a:extLst>
          </p:cNvPr>
          <p:cNvSpPr>
            <a:spLocks xmlns:a="http://schemas.openxmlformats.org/drawingml/2006/main" noGrp="1"/>
          </p:cNvSpPr>
          <p:nvPr/>
        </p:nvSpPr>
        <p:spPr>
          <a:xfrm xmlns:a="http://schemas.openxmlformats.org/drawingml/2006/main">
            <a:off x="3000375" y="82962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53" name="dp45-comparison / n51 / text 1">
            <a:extLst xmlns:a="http://schemas.openxmlformats.org/drawingml/2006/main">
              <a:ext uri="{FF2B5EF4-FFF2-40B4-BE49-F238E27FC236}">
                <a16:creationId xmlns:a16="http://schemas.microsoft.com/office/drawing/2014/main" id="{5CEC35AF-3338-4A04-8DA4-A465A7A6B904}"/>
              </a:ext>
            </a:extLst>
          </p:cNvPr>
          <p:cNvSpPr>
            <a:spLocks xmlns:a="http://schemas.openxmlformats.org/drawingml/2006/main" noGrp="1"/>
          </p:cNvSpPr>
          <p:nvPr/>
        </p:nvSpPr>
        <p:spPr>
          <a:xfrm xmlns:a="http://schemas.openxmlformats.org/drawingml/2006/main">
            <a:off x="10287000" y="82962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54" name="dp45-comparison / n52 / path">
            <a:extLst xmlns:a="http://schemas.openxmlformats.org/drawingml/2006/main">
              <a:ext uri="{FF2B5EF4-FFF2-40B4-BE49-F238E27FC236}">
                <a16:creationId xmlns:a16="http://schemas.microsoft.com/office/drawing/2014/main" id="{F534E8F8-78F3-474F-BF40-DAE4B4D9F846}"/>
              </a:ext>
            </a:extLst>
          </p:cNvPr>
          <p:cNvSpPr>
            <a:spLocks xmlns:a="http://schemas.openxmlformats.org/drawingml/2006/main" noGrp="1"/>
          </p:cNvSpPr>
          <p:nvPr/>
        </p:nvSpPr>
        <p:spPr>
          <a:xfrm xmlns:a="http://schemas.openxmlformats.org/drawingml/2006/main">
            <a:off x="381000" y="85248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5" name="dp45-comparison / n53 / text 1">
            <a:extLst xmlns:a="http://schemas.openxmlformats.org/drawingml/2006/main">
              <a:ext uri="{FF2B5EF4-FFF2-40B4-BE49-F238E27FC236}">
                <a16:creationId xmlns:a16="http://schemas.microsoft.com/office/drawing/2014/main" id="{D418BFCF-CF0C-4E07-8609-3309914B9472}"/>
              </a:ext>
            </a:extLst>
          </p:cNvPr>
          <p:cNvSpPr>
            <a:spLocks xmlns:a="http://schemas.openxmlformats.org/drawingml/2006/main" noGrp="1"/>
          </p:cNvSpPr>
          <p:nvPr/>
        </p:nvSpPr>
        <p:spPr>
          <a:xfrm xmlns:a="http://schemas.openxmlformats.org/drawingml/2006/main">
            <a:off x="400050" y="85725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56" name="dp45-comparison / n54 / text 1">
            <a:extLst xmlns:a="http://schemas.openxmlformats.org/drawingml/2006/main">
              <a:ext uri="{FF2B5EF4-FFF2-40B4-BE49-F238E27FC236}">
                <a16:creationId xmlns:a16="http://schemas.microsoft.com/office/drawing/2014/main" id="{3AE007E5-0D24-41A1-A427-8E6AC0CB11F2}"/>
              </a:ext>
            </a:extLst>
          </p:cNvPr>
          <p:cNvSpPr>
            <a:spLocks xmlns:a="http://schemas.openxmlformats.org/drawingml/2006/main" noGrp="1"/>
          </p:cNvSpPr>
          <p:nvPr/>
        </p:nvSpPr>
        <p:spPr>
          <a:xfrm xmlns:a="http://schemas.openxmlformats.org/drawingml/2006/main">
            <a:off x="3000375" y="85725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57" name="dp45-comparison / n55 / text 1">
            <a:extLst xmlns:a="http://schemas.openxmlformats.org/drawingml/2006/main">
              <a:ext uri="{FF2B5EF4-FFF2-40B4-BE49-F238E27FC236}">
                <a16:creationId xmlns:a16="http://schemas.microsoft.com/office/drawing/2014/main" id="{3FB28407-1CBA-45B1-BEEE-C149277C8C4D}"/>
              </a:ext>
            </a:extLst>
          </p:cNvPr>
          <p:cNvSpPr>
            <a:spLocks xmlns:a="http://schemas.openxmlformats.org/drawingml/2006/main" noGrp="1"/>
          </p:cNvSpPr>
          <p:nvPr/>
        </p:nvSpPr>
        <p:spPr>
          <a:xfrm xmlns:a="http://schemas.openxmlformats.org/drawingml/2006/main">
            <a:off x="10287000" y="85725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58" name="dp45-comparison / n56 / path">
            <a:extLst xmlns:a="http://schemas.openxmlformats.org/drawingml/2006/main">
              <a:ext uri="{FF2B5EF4-FFF2-40B4-BE49-F238E27FC236}">
                <a16:creationId xmlns:a16="http://schemas.microsoft.com/office/drawing/2014/main" id="{E8123AA3-E1CA-434C-97AC-636CA045DFEB}"/>
              </a:ext>
            </a:extLst>
          </p:cNvPr>
          <p:cNvSpPr>
            <a:spLocks xmlns:a="http://schemas.openxmlformats.org/drawingml/2006/main" noGrp="1"/>
          </p:cNvSpPr>
          <p:nvPr/>
        </p:nvSpPr>
        <p:spPr>
          <a:xfrm xmlns:a="http://schemas.openxmlformats.org/drawingml/2006/main">
            <a:off x="381000" y="88011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9" name="dp45-comparison / n57 / text 1">
            <a:extLst xmlns:a="http://schemas.openxmlformats.org/drawingml/2006/main">
              <a:ext uri="{FF2B5EF4-FFF2-40B4-BE49-F238E27FC236}">
                <a16:creationId xmlns:a16="http://schemas.microsoft.com/office/drawing/2014/main" id="{635C3238-4040-410C-86FB-0612BC07711A}"/>
              </a:ext>
            </a:extLst>
          </p:cNvPr>
          <p:cNvSpPr>
            <a:spLocks xmlns:a="http://schemas.openxmlformats.org/drawingml/2006/main" noGrp="1"/>
          </p:cNvSpPr>
          <p:nvPr/>
        </p:nvSpPr>
        <p:spPr>
          <a:xfrm xmlns:a="http://schemas.openxmlformats.org/drawingml/2006/main">
            <a:off x="400050" y="88487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60" name="dp45-comparison / n58 / text 1">
            <a:extLst xmlns:a="http://schemas.openxmlformats.org/drawingml/2006/main">
              <a:ext uri="{FF2B5EF4-FFF2-40B4-BE49-F238E27FC236}">
                <a16:creationId xmlns:a16="http://schemas.microsoft.com/office/drawing/2014/main" id="{A11D3463-CB59-4AB3-AEB6-D361169CF3B0}"/>
              </a:ext>
            </a:extLst>
          </p:cNvPr>
          <p:cNvSpPr>
            <a:spLocks xmlns:a="http://schemas.openxmlformats.org/drawingml/2006/main" noGrp="1"/>
          </p:cNvSpPr>
          <p:nvPr/>
        </p:nvSpPr>
        <p:spPr>
          <a:xfrm xmlns:a="http://schemas.openxmlformats.org/drawingml/2006/main">
            <a:off x="3000375" y="88487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61" name="dp45-comparison / n59 / text 1">
            <a:extLst xmlns:a="http://schemas.openxmlformats.org/drawingml/2006/main">
              <a:ext uri="{FF2B5EF4-FFF2-40B4-BE49-F238E27FC236}">
                <a16:creationId xmlns:a16="http://schemas.microsoft.com/office/drawing/2014/main" id="{F30DAD30-73A8-4860-9550-0AC48BC463A9}"/>
              </a:ext>
            </a:extLst>
          </p:cNvPr>
          <p:cNvSpPr>
            <a:spLocks xmlns:a="http://schemas.openxmlformats.org/drawingml/2006/main" noGrp="1"/>
          </p:cNvSpPr>
          <p:nvPr/>
        </p:nvSpPr>
        <p:spPr>
          <a:xfrm xmlns:a="http://schemas.openxmlformats.org/drawingml/2006/main">
            <a:off x="10287000" y="88487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62" name="dp45-comparison / n60 / path">
            <a:extLst xmlns:a="http://schemas.openxmlformats.org/drawingml/2006/main">
              <a:ext uri="{FF2B5EF4-FFF2-40B4-BE49-F238E27FC236}">
                <a16:creationId xmlns:a16="http://schemas.microsoft.com/office/drawing/2014/main" id="{B2455608-8D5C-4F14-9F57-F4C8427262B6}"/>
              </a:ext>
            </a:extLst>
          </p:cNvPr>
          <p:cNvSpPr>
            <a:spLocks xmlns:a="http://schemas.openxmlformats.org/drawingml/2006/main" noGrp="1"/>
          </p:cNvSpPr>
          <p:nvPr/>
        </p:nvSpPr>
        <p:spPr>
          <a:xfrm xmlns:a="http://schemas.openxmlformats.org/drawingml/2006/main">
            <a:off x="381000" y="9077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3" name="dp45-comparison / n61 / text 1">
            <a:extLst xmlns:a="http://schemas.openxmlformats.org/drawingml/2006/main">
              <a:ext uri="{FF2B5EF4-FFF2-40B4-BE49-F238E27FC236}">
                <a16:creationId xmlns:a16="http://schemas.microsoft.com/office/drawing/2014/main" id="{70C71DD7-357C-4E70-B9AC-5EE1AFD1E249}"/>
              </a:ext>
            </a:extLst>
          </p:cNvPr>
          <p:cNvSpPr>
            <a:spLocks xmlns:a="http://schemas.openxmlformats.org/drawingml/2006/main" noGrp="1"/>
          </p:cNvSpPr>
          <p:nvPr/>
        </p:nvSpPr>
        <p:spPr>
          <a:xfrm xmlns:a="http://schemas.openxmlformats.org/drawingml/2006/main">
            <a:off x="400050" y="9124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호출 / 자원</a:t>
            </a:r>
          </a:p>
        </p:txBody>
      </p:sp>
      <p:sp>
        <p:nvSpPr>
          <p:cNvPr id="64" name="dp45-comparison / n62 / text 1">
            <a:extLst xmlns:a="http://schemas.openxmlformats.org/drawingml/2006/main">
              <a:ext uri="{FF2B5EF4-FFF2-40B4-BE49-F238E27FC236}">
                <a16:creationId xmlns:a16="http://schemas.microsoft.com/office/drawing/2014/main" id="{59519C86-957A-46A6-9E9D-949F4217FCC7}"/>
              </a:ext>
            </a:extLst>
          </p:cNvPr>
          <p:cNvSpPr>
            <a:spLocks xmlns:a="http://schemas.openxmlformats.org/drawingml/2006/main" noGrp="1"/>
          </p:cNvSpPr>
          <p:nvPr/>
        </p:nvSpPr>
        <p:spPr>
          <a:xfrm xmlns:a="http://schemas.openxmlformats.org/drawingml/2006/main">
            <a:off x="3000375" y="9124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구성 / 재검증 포함</a:t>
            </a:r>
          </a:p>
        </p:txBody>
      </p:sp>
      <p:sp>
        <p:nvSpPr>
          <p:cNvPr id="65" name="dp45-comparison / n63 / text 1">
            <a:extLst xmlns:a="http://schemas.openxmlformats.org/drawingml/2006/main">
              <a:ext uri="{FF2B5EF4-FFF2-40B4-BE49-F238E27FC236}">
                <a16:creationId xmlns:a16="http://schemas.microsoft.com/office/drawing/2014/main" id="{AAB34295-9A00-452D-9DBC-3CB07EFD2B5E}"/>
              </a:ext>
            </a:extLst>
          </p:cNvPr>
          <p:cNvSpPr>
            <a:spLocks xmlns:a="http://schemas.openxmlformats.org/drawingml/2006/main" noGrp="1"/>
          </p:cNvSpPr>
          <p:nvPr/>
        </p:nvSpPr>
        <p:spPr>
          <a:xfrm xmlns:a="http://schemas.openxmlformats.org/drawingml/2006/main">
            <a:off x="10287000" y="9124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포함; 고정 우열 없음</a:t>
            </a:r>
          </a:p>
        </p:txBody>
      </p:sp>
      <p:sp>
        <p:nvSpPr>
          <p:cNvPr id="66" name="dp45-comparison / n64 / path">
            <a:extLst xmlns:a="http://schemas.openxmlformats.org/drawingml/2006/main">
              <a:ext uri="{FF2B5EF4-FFF2-40B4-BE49-F238E27FC236}">
                <a16:creationId xmlns:a16="http://schemas.microsoft.com/office/drawing/2014/main" id="{DD69F74A-E85E-41B6-9C40-B345727B28D5}"/>
              </a:ext>
            </a:extLst>
          </p:cNvPr>
          <p:cNvSpPr>
            <a:spLocks xmlns:a="http://schemas.openxmlformats.org/drawingml/2006/main" noGrp="1"/>
          </p:cNvSpPr>
          <p:nvPr/>
        </p:nvSpPr>
        <p:spPr>
          <a:xfrm xmlns:a="http://schemas.openxmlformats.org/drawingml/2006/main">
            <a:off x="381000" y="9353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7" name="dp45-comparison / n65 / text 1">
            <a:extLst xmlns:a="http://schemas.openxmlformats.org/drawingml/2006/main">
              <a:ext uri="{FF2B5EF4-FFF2-40B4-BE49-F238E27FC236}">
                <a16:creationId xmlns:a16="http://schemas.microsoft.com/office/drawing/2014/main" id="{570D4C88-F746-40B5-94C5-997CEAE6A74C}"/>
              </a:ext>
            </a:extLst>
          </p:cNvPr>
          <p:cNvSpPr>
            <a:spLocks xmlns:a="http://schemas.openxmlformats.org/drawingml/2006/main" noGrp="1"/>
          </p:cNvSpPr>
          <p:nvPr/>
        </p:nvSpPr>
        <p:spPr>
          <a:xfrm xmlns:a="http://schemas.openxmlformats.org/drawingml/2006/main">
            <a:off x="400050" y="9401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68" name="dp45-comparison / n66 / text 1">
            <a:extLst xmlns:a="http://schemas.openxmlformats.org/drawingml/2006/main">
              <a:ext uri="{FF2B5EF4-FFF2-40B4-BE49-F238E27FC236}">
                <a16:creationId xmlns:a16="http://schemas.microsoft.com/office/drawing/2014/main" id="{8F1D2335-7875-4AF0-8F15-51D241AA2CAB}"/>
              </a:ext>
            </a:extLst>
          </p:cNvPr>
          <p:cNvSpPr>
            <a:spLocks xmlns:a="http://schemas.openxmlformats.org/drawingml/2006/main" noGrp="1"/>
          </p:cNvSpPr>
          <p:nvPr/>
        </p:nvSpPr>
        <p:spPr>
          <a:xfrm xmlns:a="http://schemas.openxmlformats.org/drawingml/2006/main">
            <a:off x="3000375" y="9401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69" name="dp45-comparison / n67 / text 1">
            <a:extLst xmlns:a="http://schemas.openxmlformats.org/drawingml/2006/main">
              <a:ext uri="{FF2B5EF4-FFF2-40B4-BE49-F238E27FC236}">
                <a16:creationId xmlns:a16="http://schemas.microsoft.com/office/drawing/2014/main" id="{5DAB1196-D5CB-4172-8576-92A3C759C20C}"/>
              </a:ext>
            </a:extLst>
          </p:cNvPr>
          <p:cNvSpPr>
            <a:spLocks xmlns:a="http://schemas.openxmlformats.org/drawingml/2006/main" noGrp="1"/>
          </p:cNvSpPr>
          <p:nvPr/>
        </p:nvSpPr>
        <p:spPr>
          <a:xfrm xmlns:a="http://schemas.openxmlformats.org/drawingml/2006/main">
            <a:off x="10287000" y="9401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70" name="dp45-comparison / n68 / text 1">
            <a:extLst xmlns:a="http://schemas.openxmlformats.org/drawingml/2006/main">
              <a:ext uri="{FF2B5EF4-FFF2-40B4-BE49-F238E27FC236}">
                <a16:creationId xmlns:a16="http://schemas.microsoft.com/office/drawing/2014/main" id="{97410E27-2BAD-4C1D-AB75-20C8A150937A}"/>
              </a:ext>
            </a:extLst>
          </p:cNvPr>
          <p:cNvSpPr>
            <a:spLocks xmlns:a="http://schemas.openxmlformats.org/drawingml/2006/main" noGrp="1"/>
          </p:cNvSpPr>
          <p:nvPr/>
        </p:nvSpPr>
        <p:spPr>
          <a:xfrm xmlns:a="http://schemas.openxmlformats.org/drawingml/2006/main">
            <a:off x="381000" y="971550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71" name="dp45-comparison / n69 / text 1">
            <a:extLst xmlns:a="http://schemas.openxmlformats.org/drawingml/2006/main">
              <a:ext uri="{FF2B5EF4-FFF2-40B4-BE49-F238E27FC236}">
                <a16:creationId xmlns:a16="http://schemas.microsoft.com/office/drawing/2014/main" id="{FD359C51-992C-47A5-BB00-068FCBC684A7}"/>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72" name="dp45-comparison / n70 / text 1">
            <a:extLst xmlns:a="http://schemas.openxmlformats.org/drawingml/2006/main">
              <a:ext uri="{FF2B5EF4-FFF2-40B4-BE49-F238E27FC236}">
                <a16:creationId xmlns:a16="http://schemas.microsoft.com/office/drawing/2014/main" id="{8D3D55B0-A2EA-46E1-8CFF-4C1EDBE82374}"/>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실행 / 서비스 경계 추가 없음</a:t>
            </a:r>
          </a:p>
        </p:txBody>
      </p:sp>
      <p:sp>
        <p:nvSpPr>
          <p:cNvPr id="73" name="dp45-comparison / n71">
            <a:extLst xmlns:a="http://schemas.openxmlformats.org/drawingml/2006/main">
              <a:ext uri="{FF2B5EF4-FFF2-40B4-BE49-F238E27FC236}">
                <a16:creationId xmlns:a16="http://schemas.microsoft.com/office/drawing/2014/main" id="{B4578914-0831-4E32-B5DF-3F2774D876CA}"/>
              </a:ext>
            </a:extLst>
          </p:cNvPr>
          <p:cNvSpPr>
            <a:spLocks xmlns:a="http://schemas.openxmlformats.org/drawingml/2006/main" noGrp="1"/>
          </p:cNvSpPr>
          <p:nvPr/>
        </p:nvSpPr>
        <p:spPr>
          <a:xfrm xmlns:a="http://schemas.openxmlformats.org/drawingml/2006/main">
            <a:off x="147256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4" name="dp45-comparison / n72 / text 1">
            <a:extLst xmlns:a="http://schemas.openxmlformats.org/drawingml/2006/main">
              <a:ext uri="{FF2B5EF4-FFF2-40B4-BE49-F238E27FC236}">
                <a16:creationId xmlns:a16="http://schemas.microsoft.com/office/drawing/2014/main" id="{BA834565-C8BC-4AC6-8CE4-B8AEC7B4AA9C}"/>
              </a:ext>
            </a:extLst>
          </p:cNvPr>
          <p:cNvSpPr>
            <a:spLocks xmlns:a="http://schemas.openxmlformats.org/drawingml/2006/main" noGrp="1"/>
          </p:cNvSpPr>
          <p:nvPr/>
        </p:nvSpPr>
        <p:spPr>
          <a:xfrm xmlns:a="http://schemas.openxmlformats.org/drawingml/2006/main">
            <a:off x="152123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75" name="dp45-comparison / n73">
            <a:extLst xmlns:a="http://schemas.openxmlformats.org/drawingml/2006/main">
              <a:ext uri="{FF2B5EF4-FFF2-40B4-BE49-F238E27FC236}">
                <a16:creationId xmlns:a16="http://schemas.microsoft.com/office/drawing/2014/main" id="{EC82A30F-4611-4C18-B77E-813D3217F6A4}"/>
              </a:ext>
            </a:extLst>
          </p:cNvPr>
          <p:cNvSpPr>
            <a:spLocks xmlns:a="http://schemas.openxmlformats.org/drawingml/2006/main" noGrp="1"/>
          </p:cNvSpPr>
          <p:nvPr/>
        </p:nvSpPr>
        <p:spPr>
          <a:xfrm xmlns:a="http://schemas.openxmlformats.org/drawingml/2006/main">
            <a:off x="432339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6" name="dp45-comparison / n74 / text 1">
            <a:extLst xmlns:a="http://schemas.openxmlformats.org/drawingml/2006/main">
              <a:ext uri="{FF2B5EF4-FFF2-40B4-BE49-F238E27FC236}">
                <a16:creationId xmlns:a16="http://schemas.microsoft.com/office/drawing/2014/main" id="{63918B97-9EC0-4415-88D2-DD2BBDF2F353}"/>
              </a:ext>
            </a:extLst>
          </p:cNvPr>
          <p:cNvSpPr>
            <a:spLocks xmlns:a="http://schemas.openxmlformats.org/drawingml/2006/main" noGrp="1"/>
          </p:cNvSpPr>
          <p:nvPr/>
        </p:nvSpPr>
        <p:spPr>
          <a:xfrm xmlns:a="http://schemas.openxmlformats.org/drawingml/2006/main">
            <a:off x="437207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77" name="dp45-comparison / n75">
            <a:extLst xmlns:a="http://schemas.openxmlformats.org/drawingml/2006/main">
              <a:ext uri="{FF2B5EF4-FFF2-40B4-BE49-F238E27FC236}">
                <a16:creationId xmlns:a16="http://schemas.microsoft.com/office/drawing/2014/main" id="{B8838CA1-8502-4F06-A3D1-A97976705CBC}"/>
              </a:ext>
            </a:extLst>
          </p:cNvPr>
          <p:cNvSpPr>
            <a:spLocks xmlns:a="http://schemas.openxmlformats.org/drawingml/2006/main" noGrp="1"/>
          </p:cNvSpPr>
          <p:nvPr/>
        </p:nvSpPr>
        <p:spPr>
          <a:xfrm xmlns:a="http://schemas.openxmlformats.org/drawingml/2006/main">
            <a:off x="703516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8" name="dp45-comparison / n76 / text 1">
            <a:extLst xmlns:a="http://schemas.openxmlformats.org/drawingml/2006/main">
              <a:ext uri="{FF2B5EF4-FFF2-40B4-BE49-F238E27FC236}">
                <a16:creationId xmlns:a16="http://schemas.microsoft.com/office/drawing/2014/main" id="{BC556DCF-2615-442C-9896-F424B92301D0}"/>
              </a:ext>
            </a:extLst>
          </p:cNvPr>
          <p:cNvSpPr>
            <a:spLocks xmlns:a="http://schemas.openxmlformats.org/drawingml/2006/main" noGrp="1"/>
          </p:cNvSpPr>
          <p:nvPr/>
        </p:nvSpPr>
        <p:spPr>
          <a:xfrm xmlns:a="http://schemas.openxmlformats.org/drawingml/2006/main">
            <a:off x="708383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79" name="dp45-comparison / n77">
            <a:extLst xmlns:a="http://schemas.openxmlformats.org/drawingml/2006/main">
              <a:ext uri="{FF2B5EF4-FFF2-40B4-BE49-F238E27FC236}">
                <a16:creationId xmlns:a16="http://schemas.microsoft.com/office/drawing/2014/main" id="{0BF3E5C3-46C8-4474-B2F7-EA82A7008192}"/>
              </a:ext>
            </a:extLst>
          </p:cNvPr>
          <p:cNvSpPr>
            <a:spLocks xmlns:a="http://schemas.openxmlformats.org/drawingml/2006/main" noGrp="1"/>
          </p:cNvSpPr>
          <p:nvPr/>
        </p:nvSpPr>
        <p:spPr>
          <a:xfrm xmlns:a="http://schemas.openxmlformats.org/drawingml/2006/main">
            <a:off x="397573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0" name="dp45-comparison / n78 / text 1">
            <a:extLst xmlns:a="http://schemas.openxmlformats.org/drawingml/2006/main">
              <a:ext uri="{FF2B5EF4-FFF2-40B4-BE49-F238E27FC236}">
                <a16:creationId xmlns:a16="http://schemas.microsoft.com/office/drawing/2014/main" id="{C4239226-1C94-46CA-8AFE-9B3E926C3EC1}"/>
              </a:ext>
            </a:extLst>
          </p:cNvPr>
          <p:cNvSpPr>
            <a:spLocks xmlns:a="http://schemas.openxmlformats.org/drawingml/2006/main" noGrp="1"/>
          </p:cNvSpPr>
          <p:nvPr/>
        </p:nvSpPr>
        <p:spPr>
          <a:xfrm xmlns:a="http://schemas.openxmlformats.org/drawingml/2006/main">
            <a:off x="405917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81" name="dp45-comparison / n79">
            <a:extLst xmlns:a="http://schemas.openxmlformats.org/drawingml/2006/main">
              <a:ext uri="{FF2B5EF4-FFF2-40B4-BE49-F238E27FC236}">
                <a16:creationId xmlns:a16="http://schemas.microsoft.com/office/drawing/2014/main" id="{5C3C1690-068F-443F-AEE3-22D27A11F45A}"/>
              </a:ext>
            </a:extLst>
          </p:cNvPr>
          <p:cNvSpPr>
            <a:spLocks xmlns:a="http://schemas.openxmlformats.org/drawingml/2006/main" noGrp="1"/>
          </p:cNvSpPr>
          <p:nvPr/>
        </p:nvSpPr>
        <p:spPr>
          <a:xfrm xmlns:a="http://schemas.openxmlformats.org/drawingml/2006/main">
            <a:off x="147256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2" name="dp45-comparison / n80 / text 1">
            <a:extLst xmlns:a="http://schemas.openxmlformats.org/drawingml/2006/main">
              <a:ext uri="{FF2B5EF4-FFF2-40B4-BE49-F238E27FC236}">
                <a16:creationId xmlns:a16="http://schemas.microsoft.com/office/drawing/2014/main" id="{B299C44E-83CA-4A86-87E8-C9AEFEAADC45}"/>
              </a:ext>
            </a:extLst>
          </p:cNvPr>
          <p:cNvSpPr>
            <a:spLocks xmlns:a="http://schemas.openxmlformats.org/drawingml/2006/main" noGrp="1"/>
          </p:cNvSpPr>
          <p:nvPr/>
        </p:nvSpPr>
        <p:spPr>
          <a:xfrm xmlns:a="http://schemas.openxmlformats.org/drawingml/2006/main">
            <a:off x="152123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83" name="dp45-comparison / n81">
            <a:extLst xmlns:a="http://schemas.openxmlformats.org/drawingml/2006/main">
              <a:ext uri="{FF2B5EF4-FFF2-40B4-BE49-F238E27FC236}">
                <a16:creationId xmlns:a16="http://schemas.microsoft.com/office/drawing/2014/main" id="{57D7F306-8A43-4DF3-82AA-8A5D7B6F23D4}"/>
              </a:ext>
            </a:extLst>
          </p:cNvPr>
          <p:cNvSpPr>
            <a:spLocks xmlns:a="http://schemas.openxmlformats.org/drawingml/2006/main" noGrp="1"/>
          </p:cNvSpPr>
          <p:nvPr/>
        </p:nvSpPr>
        <p:spPr>
          <a:xfrm xmlns:a="http://schemas.openxmlformats.org/drawingml/2006/main">
            <a:off x="147256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4" name="dp45-comparison / n82 / text 1">
            <a:extLst xmlns:a="http://schemas.openxmlformats.org/drawingml/2006/main">
              <a:ext uri="{FF2B5EF4-FFF2-40B4-BE49-F238E27FC236}">
                <a16:creationId xmlns:a16="http://schemas.microsoft.com/office/drawing/2014/main" id="{3B4A0C5D-8EE8-495A-ACB2-A1B060B466BA}"/>
              </a:ext>
            </a:extLst>
          </p:cNvPr>
          <p:cNvSpPr>
            <a:spLocks xmlns:a="http://schemas.openxmlformats.org/drawingml/2006/main" noGrp="1"/>
          </p:cNvSpPr>
          <p:nvPr/>
        </p:nvSpPr>
        <p:spPr>
          <a:xfrm xmlns:a="http://schemas.openxmlformats.org/drawingml/2006/main">
            <a:off x="152123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85" name="dp45-comparison / n83">
            <a:extLst xmlns:a="http://schemas.openxmlformats.org/drawingml/2006/main">
              <a:ext uri="{FF2B5EF4-FFF2-40B4-BE49-F238E27FC236}">
                <a16:creationId xmlns:a16="http://schemas.microsoft.com/office/drawing/2014/main" id="{6C1F6A79-F4C3-4317-B765-40902E731737}"/>
              </a:ext>
            </a:extLst>
          </p:cNvPr>
          <p:cNvSpPr>
            <a:spLocks xmlns:a="http://schemas.openxmlformats.org/drawingml/2006/main" noGrp="1"/>
          </p:cNvSpPr>
          <p:nvPr/>
        </p:nvSpPr>
        <p:spPr>
          <a:xfrm xmlns:a="http://schemas.openxmlformats.org/drawingml/2006/main">
            <a:off x="439293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86" name="dp45-comparison / n84 / text 1">
            <a:extLst xmlns:a="http://schemas.openxmlformats.org/drawingml/2006/main">
              <a:ext uri="{FF2B5EF4-FFF2-40B4-BE49-F238E27FC236}">
                <a16:creationId xmlns:a16="http://schemas.microsoft.com/office/drawing/2014/main" id="{68C21E32-1815-4341-A785-002CFBF36945}"/>
              </a:ext>
            </a:extLst>
          </p:cNvPr>
          <p:cNvSpPr>
            <a:spLocks xmlns:a="http://schemas.openxmlformats.org/drawingml/2006/main" noGrp="1"/>
          </p:cNvSpPr>
          <p:nvPr/>
        </p:nvSpPr>
        <p:spPr>
          <a:xfrm xmlns:a="http://schemas.openxmlformats.org/drawingml/2006/main">
            <a:off x="444160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87" name="dp45-comparison / n85">
            <a:extLst xmlns:a="http://schemas.openxmlformats.org/drawingml/2006/main">
              <a:ext uri="{FF2B5EF4-FFF2-40B4-BE49-F238E27FC236}">
                <a16:creationId xmlns:a16="http://schemas.microsoft.com/office/drawing/2014/main" id="{AC09A2C0-FD35-4FBE-A0C1-F40DCE5A4443}"/>
              </a:ext>
            </a:extLst>
          </p:cNvPr>
          <p:cNvSpPr>
            <a:spLocks xmlns:a="http://schemas.openxmlformats.org/drawingml/2006/main" noGrp="1"/>
          </p:cNvSpPr>
          <p:nvPr/>
        </p:nvSpPr>
        <p:spPr>
          <a:xfrm xmlns:a="http://schemas.openxmlformats.org/drawingml/2006/main">
            <a:off x="738282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88" name="dp45-comparison / n86 / text 1">
            <a:extLst xmlns:a="http://schemas.openxmlformats.org/drawingml/2006/main">
              <a:ext uri="{FF2B5EF4-FFF2-40B4-BE49-F238E27FC236}">
                <a16:creationId xmlns:a16="http://schemas.microsoft.com/office/drawing/2014/main" id="{19DDC6AA-FA55-4301-A89C-8FD5B7E29CD8}"/>
              </a:ext>
            </a:extLst>
          </p:cNvPr>
          <p:cNvSpPr>
            <a:spLocks xmlns:a="http://schemas.openxmlformats.org/drawingml/2006/main" noGrp="1"/>
          </p:cNvSpPr>
          <p:nvPr/>
        </p:nvSpPr>
        <p:spPr>
          <a:xfrm xmlns:a="http://schemas.openxmlformats.org/drawingml/2006/main">
            <a:off x="743150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89" name="dp45-comparison / n95">
            <a:extLst xmlns:a="http://schemas.openxmlformats.org/drawingml/2006/main">
              <a:ext uri="{FF2B5EF4-FFF2-40B4-BE49-F238E27FC236}">
                <a16:creationId xmlns:a16="http://schemas.microsoft.com/office/drawing/2014/main" id="{14C208B9-ADC7-4E92-82E3-A093A46336AB}"/>
              </a:ext>
            </a:extLst>
          </p:cNvPr>
          <p:cNvSpPr>
            <a:spLocks xmlns:a="http://schemas.openxmlformats.org/drawingml/2006/main" noGrp="1"/>
          </p:cNvSpPr>
          <p:nvPr/>
        </p:nvSpPr>
        <p:spPr>
          <a:xfrm xmlns:a="http://schemas.openxmlformats.org/drawingml/2006/main">
            <a:off x="5401151" y="4159186"/>
            <a:ext cx="2085975"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90" name="dp45-comparison / n96 / text 1">
            <a:extLst xmlns:a="http://schemas.openxmlformats.org/drawingml/2006/main">
              <a:ext uri="{FF2B5EF4-FFF2-40B4-BE49-F238E27FC236}">
                <a16:creationId xmlns:a16="http://schemas.microsoft.com/office/drawing/2014/main" id="{DB91660E-4465-4504-800F-2AB5161AE875}"/>
              </a:ext>
            </a:extLst>
          </p:cNvPr>
          <p:cNvSpPr>
            <a:spLocks xmlns:a="http://schemas.openxmlformats.org/drawingml/2006/main" noGrp="1"/>
          </p:cNvSpPr>
          <p:nvPr/>
        </p:nvSpPr>
        <p:spPr>
          <a:xfrm xmlns:a="http://schemas.openxmlformats.org/drawingml/2006/main">
            <a:off x="5449824" y="4252777"/>
            <a:ext cx="1988630" cy="2419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14" b="1">
                <a:solidFill>
                  <a:srgbClr val="000000"/>
                </a:solidFill>
                <a:latin typeface="Apple SD Gothic Neo"/>
                <a:ea typeface="Apple SD Gothic Neo"/>
                <a:cs typeface="Apple SD Gothic Neo"/>
              </a:defRPr>
            </a:pPr>
            <a:r>
              <a:rPr sz="1314" b="1">
                <a:solidFill>
                  <a:srgbClr val="000000"/>
                </a:solidFill>
                <a:latin typeface="Apple SD Gothic Neo"/>
                <a:ea typeface="Apple SD Gothic Neo"/>
                <a:cs typeface="Apple SD Gothic Neo"/>
              </a:rPr>
              <a:t>Context Composer</a:t>
            </a:r>
          </a:p>
        </p:txBody>
      </p:sp>
      <p:sp>
        <p:nvSpPr>
          <p:cNvPr id="91" name="dp45-comparison / n97">
            <a:extLst xmlns:a="http://schemas.openxmlformats.org/drawingml/2006/main">
              <a:ext uri="{FF2B5EF4-FFF2-40B4-BE49-F238E27FC236}">
                <a16:creationId xmlns:a16="http://schemas.microsoft.com/office/drawing/2014/main" id="{A8AFDBFA-C946-499C-BD88-6884FC0D8854}"/>
              </a:ext>
            </a:extLst>
          </p:cNvPr>
          <p:cNvSpPr>
            <a:spLocks xmlns:a="http://schemas.openxmlformats.org/drawingml/2006/main" noGrp="1"/>
          </p:cNvSpPr>
          <p:nvPr/>
        </p:nvSpPr>
        <p:spPr>
          <a:xfrm xmlns:a="http://schemas.openxmlformats.org/drawingml/2006/main">
            <a:off x="4323398" y="5104829"/>
            <a:ext cx="1981676" cy="417195"/>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92" name="dp45-comparison / n98 / text 1">
            <a:extLst xmlns:a="http://schemas.openxmlformats.org/drawingml/2006/main">
              <a:ext uri="{FF2B5EF4-FFF2-40B4-BE49-F238E27FC236}">
                <a16:creationId xmlns:a16="http://schemas.microsoft.com/office/drawing/2014/main" id="{FA00CF5A-519E-4107-AC93-AE4916B9909E}"/>
              </a:ext>
            </a:extLst>
          </p:cNvPr>
          <p:cNvSpPr>
            <a:spLocks xmlns:a="http://schemas.openxmlformats.org/drawingml/2006/main" noGrp="1"/>
          </p:cNvSpPr>
          <p:nvPr/>
        </p:nvSpPr>
        <p:spPr>
          <a:xfrm xmlns:a="http://schemas.openxmlformats.org/drawingml/2006/main">
            <a:off x="4372070" y="525581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Source View Cache</a:t>
            </a:r>
          </a:p>
        </p:txBody>
      </p:sp>
      <p:sp>
        <p:nvSpPr>
          <p:cNvPr id="93" name="dp45-comparison / n99">
            <a:extLst xmlns:a="http://schemas.openxmlformats.org/drawingml/2006/main">
              <a:ext uri="{FF2B5EF4-FFF2-40B4-BE49-F238E27FC236}">
                <a16:creationId xmlns:a16="http://schemas.microsoft.com/office/drawing/2014/main" id="{4BC830AC-828E-42A2-AC22-3CDD61EE0272}"/>
              </a:ext>
            </a:extLst>
          </p:cNvPr>
          <p:cNvSpPr>
            <a:spLocks xmlns:a="http://schemas.openxmlformats.org/drawingml/2006/main" noGrp="1"/>
          </p:cNvSpPr>
          <p:nvPr/>
        </p:nvSpPr>
        <p:spPr>
          <a:xfrm xmlns:a="http://schemas.openxmlformats.org/drawingml/2006/main">
            <a:off x="6965633" y="5104829"/>
            <a:ext cx="2051209" cy="417195"/>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94" name="dp45-comparison / n100 / text 1">
            <a:extLst xmlns:a="http://schemas.openxmlformats.org/drawingml/2006/main">
              <a:ext uri="{FF2B5EF4-FFF2-40B4-BE49-F238E27FC236}">
                <a16:creationId xmlns:a16="http://schemas.microsoft.com/office/drawing/2014/main" id="{B7D7D965-5392-438A-9D66-2484F3B24CD5}"/>
              </a:ext>
            </a:extLst>
          </p:cNvPr>
          <p:cNvSpPr>
            <a:spLocks xmlns:a="http://schemas.openxmlformats.org/drawingml/2006/main" noGrp="1"/>
          </p:cNvSpPr>
          <p:nvPr/>
        </p:nvSpPr>
        <p:spPr>
          <a:xfrm xmlns:a="http://schemas.openxmlformats.org/drawingml/2006/main">
            <a:off x="7014305" y="5259886"/>
            <a:ext cx="1953863" cy="2016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95" b="1">
                <a:solidFill>
                  <a:srgbClr val="000000"/>
                </a:solidFill>
                <a:latin typeface="Apple SD Gothic Neo"/>
                <a:ea typeface="Apple SD Gothic Neo"/>
                <a:cs typeface="Apple SD Gothic Neo"/>
              </a:defRPr>
            </a:pPr>
            <a:r>
              <a:rPr sz="1095" b="1">
                <a:solidFill>
                  <a:srgbClr val="000000"/>
                </a:solidFill>
                <a:latin typeface="Apple SD Gothic Neo"/>
                <a:ea typeface="Apple SD Gothic Neo"/>
                <a:cs typeface="Apple SD Gothic Neo"/>
              </a:rPr>
              <a:t>Request Evidence Set</a:t>
            </a:r>
          </a:p>
        </p:txBody>
      </p:sp>
      <p:sp>
        <p:nvSpPr>
          <p:cNvPr id="95" name="dp45-comparison / n101 / path">
            <a:extLst xmlns:a="http://schemas.openxmlformats.org/drawingml/2006/main">
              <a:ext uri="{FF2B5EF4-FFF2-40B4-BE49-F238E27FC236}">
                <a16:creationId xmlns:a16="http://schemas.microsoft.com/office/drawing/2014/main" id="{616ED53D-23C4-49EC-86C7-F63A2DF01819}"/>
              </a:ext>
            </a:extLst>
          </p:cNvPr>
          <p:cNvSpPr>
            <a:spLocks xmlns:a="http://schemas.openxmlformats.org/drawingml/2006/main" noGrp="1"/>
          </p:cNvSpPr>
          <p:nvPr/>
        </p:nvSpPr>
        <p:spPr>
          <a:xfrm xmlns:a="http://schemas.openxmlformats.org/drawingml/2006/main">
            <a:off x="2446020" y="2997994"/>
            <a:ext cx="3914680" cy="1161193"/>
          </a:xfrm>
          <a:custGeom xmlns:a="http://schemas.openxmlformats.org/drawingml/2006/main">
            <a:pathLst>
              <a:path w="3914680" h="1161193">
                <a:moveTo>
                  <a:pt x="3914680"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96" name="dp45-comparison / n101 / arrow">
            <a:extLst xmlns:a="http://schemas.openxmlformats.org/drawingml/2006/main">
              <a:ext uri="{FF2B5EF4-FFF2-40B4-BE49-F238E27FC236}">
                <a16:creationId xmlns:a16="http://schemas.microsoft.com/office/drawing/2014/main" id="{5E344C47-DECA-42D9-9893-78AEA763AB21}"/>
              </a:ext>
            </a:extLst>
          </p:cNvPr>
          <p:cNvSpPr>
            <a:spLocks xmlns:a="http://schemas.openxmlformats.org/drawingml/2006/main" noGrp="1"/>
          </p:cNvSpPr>
          <p:nvPr/>
        </p:nvSpPr>
        <p:spPr>
          <a:xfrm xmlns:a="http://schemas.openxmlformats.org/drawingml/2006/main">
            <a:off x="2421545"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97" name="dp45-comparison / n102 / path">
            <a:extLst xmlns:a="http://schemas.openxmlformats.org/drawingml/2006/main">
              <a:ext uri="{FF2B5EF4-FFF2-40B4-BE49-F238E27FC236}">
                <a16:creationId xmlns:a16="http://schemas.microsoft.com/office/drawing/2014/main" id="{659EF747-A9C7-4A4D-A90D-2A89B546F705}"/>
              </a:ext>
            </a:extLst>
          </p:cNvPr>
          <p:cNvSpPr>
            <a:spLocks xmlns:a="http://schemas.openxmlformats.org/drawingml/2006/main" noGrp="1"/>
          </p:cNvSpPr>
          <p:nvPr/>
        </p:nvSpPr>
        <p:spPr>
          <a:xfrm xmlns:a="http://schemas.openxmlformats.org/drawingml/2006/main">
            <a:off x="2585085" y="2997994"/>
            <a:ext cx="3942493" cy="1161193"/>
          </a:xfrm>
          <a:custGeom xmlns:a="http://schemas.openxmlformats.org/drawingml/2006/main">
            <a:pathLst>
              <a:path w="3942493" h="1161193">
                <a:moveTo>
                  <a:pt x="0" y="0"/>
                </a:moveTo>
                <a:lnTo>
                  <a:pt x="0" y="1161193"/>
                </a:lnTo>
                <a:lnTo>
                  <a:pt x="3942493" y="1161193"/>
                </a:lnTo>
              </a:path>
            </a:pathLst>
          </a:custGeom>
          <a:noFill xmlns:a="http://schemas.openxmlformats.org/drawingml/2006/main"/>
          <a:ln xmlns:a="http://schemas.openxmlformats.org/drawingml/2006/main" w="7649">
            <a:solidFill>
              <a:srgbClr val="000000"/>
            </a:solidFill>
            <a:prstDash val="dash"/>
          </a:ln>
        </p:spPr>
      </p:sp>
      <p:sp>
        <p:nvSpPr>
          <p:cNvPr id="98" name="dp45-comparison / n102 / arrow">
            <a:extLst xmlns:a="http://schemas.openxmlformats.org/drawingml/2006/main">
              <a:ext uri="{FF2B5EF4-FFF2-40B4-BE49-F238E27FC236}">
                <a16:creationId xmlns:a16="http://schemas.microsoft.com/office/drawing/2014/main" id="{A8A80A66-3345-4B64-939B-5463D77D4245}"/>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99" name="dp45-comparison / n103 / path">
            <a:extLst xmlns:a="http://schemas.openxmlformats.org/drawingml/2006/main">
              <a:ext uri="{FF2B5EF4-FFF2-40B4-BE49-F238E27FC236}">
                <a16:creationId xmlns:a16="http://schemas.microsoft.com/office/drawing/2014/main" id="{A4915B13-EB6E-48DC-BE64-F7514AFF07E8}"/>
              </a:ext>
            </a:extLst>
          </p:cNvPr>
          <p:cNvSpPr>
            <a:spLocks xmlns:a="http://schemas.openxmlformats.org/drawingml/2006/main" noGrp="1"/>
          </p:cNvSpPr>
          <p:nvPr/>
        </p:nvSpPr>
        <p:spPr>
          <a:xfrm xmlns:a="http://schemas.openxmlformats.org/drawingml/2006/main">
            <a:off x="3913156" y="2997994"/>
            <a:ext cx="2447544" cy="1161193"/>
          </a:xfrm>
          <a:custGeom xmlns:a="http://schemas.openxmlformats.org/drawingml/2006/main">
            <a:pathLst>
              <a:path w="2447544" h="1161193">
                <a:moveTo>
                  <a:pt x="2447544" y="1161193"/>
                </a:moveTo>
                <a:lnTo>
                  <a:pt x="0" y="1161193"/>
                </a:lnTo>
                <a:lnTo>
                  <a:pt x="0" y="0"/>
                </a:lnTo>
                <a:lnTo>
                  <a:pt x="1314164" y="0"/>
                </a:lnTo>
              </a:path>
            </a:pathLst>
          </a:custGeom>
          <a:noFill xmlns:a="http://schemas.openxmlformats.org/drawingml/2006/main"/>
          <a:ln xmlns:a="http://schemas.openxmlformats.org/drawingml/2006/main" w="7649">
            <a:solidFill>
              <a:srgbClr val="000000"/>
            </a:solidFill>
            <a:prstDash val="solid"/>
          </a:ln>
        </p:spPr>
      </p:sp>
      <p:sp>
        <p:nvSpPr>
          <p:cNvPr id="100" name="dp45-comparison / n103 / arrow">
            <a:extLst xmlns:a="http://schemas.openxmlformats.org/drawingml/2006/main">
              <a:ext uri="{FF2B5EF4-FFF2-40B4-BE49-F238E27FC236}">
                <a16:creationId xmlns:a16="http://schemas.microsoft.com/office/drawing/2014/main" id="{A6707945-AA42-4060-829E-0A687D7039A6}"/>
              </a:ext>
            </a:extLst>
          </p:cNvPr>
          <p:cNvSpPr>
            <a:spLocks xmlns:a="http://schemas.openxmlformats.org/drawingml/2006/main" noGrp="1"/>
          </p:cNvSpPr>
          <p:nvPr/>
        </p:nvSpPr>
        <p:spPr>
          <a:xfrm xmlns:a="http://schemas.openxmlformats.org/drawingml/2006/main">
            <a:off x="5178369"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1" name="dp45-comparison / n104 / path">
            <a:extLst xmlns:a="http://schemas.openxmlformats.org/drawingml/2006/main">
              <a:ext uri="{FF2B5EF4-FFF2-40B4-BE49-F238E27FC236}">
                <a16:creationId xmlns:a16="http://schemas.microsoft.com/office/drawing/2014/main" id="{24C47DE5-716C-442D-8866-0EE767E11E1D}"/>
              </a:ext>
            </a:extLst>
          </p:cNvPr>
          <p:cNvSpPr>
            <a:spLocks xmlns:a="http://schemas.openxmlformats.org/drawingml/2006/main" noGrp="1"/>
          </p:cNvSpPr>
          <p:nvPr/>
        </p:nvSpPr>
        <p:spPr>
          <a:xfrm xmlns:a="http://schemas.openxmlformats.org/drawingml/2006/main">
            <a:off x="3913156" y="2997994"/>
            <a:ext cx="2614422" cy="1161193"/>
          </a:xfrm>
          <a:custGeom xmlns:a="http://schemas.openxmlformats.org/drawingml/2006/main">
            <a:pathLst>
              <a:path w="2614422" h="1161193">
                <a:moveTo>
                  <a:pt x="1453229" y="0"/>
                </a:moveTo>
                <a:lnTo>
                  <a:pt x="0" y="0"/>
                </a:lnTo>
                <a:lnTo>
                  <a:pt x="0" y="1161193"/>
                </a:lnTo>
                <a:lnTo>
                  <a:pt x="2614422" y="1161193"/>
                </a:lnTo>
              </a:path>
            </a:pathLst>
          </a:custGeom>
          <a:noFill xmlns:a="http://schemas.openxmlformats.org/drawingml/2006/main"/>
          <a:ln xmlns:a="http://schemas.openxmlformats.org/drawingml/2006/main" w="7649">
            <a:solidFill>
              <a:srgbClr val="000000"/>
            </a:solidFill>
            <a:prstDash val="dash"/>
          </a:ln>
        </p:spPr>
      </p:sp>
      <p:sp>
        <p:nvSpPr>
          <p:cNvPr id="102" name="dp45-comparison / n104 / arrow">
            <a:extLst xmlns:a="http://schemas.openxmlformats.org/drawingml/2006/main">
              <a:ext uri="{FF2B5EF4-FFF2-40B4-BE49-F238E27FC236}">
                <a16:creationId xmlns:a16="http://schemas.microsoft.com/office/drawing/2014/main" id="{4F787ADA-FC39-494B-95DD-7C14F37FC88A}"/>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3" name="dp45-comparison / n105 / path">
            <a:extLst xmlns:a="http://schemas.openxmlformats.org/drawingml/2006/main">
              <a:ext uri="{FF2B5EF4-FFF2-40B4-BE49-F238E27FC236}">
                <a16:creationId xmlns:a16="http://schemas.microsoft.com/office/drawing/2014/main" id="{2D736865-9770-49D9-BC86-B90E5FDB8E83}"/>
              </a:ext>
            </a:extLst>
          </p:cNvPr>
          <p:cNvSpPr>
            <a:spLocks xmlns:a="http://schemas.openxmlformats.org/drawingml/2006/main" noGrp="1"/>
          </p:cNvSpPr>
          <p:nvPr/>
        </p:nvSpPr>
        <p:spPr>
          <a:xfrm xmlns:a="http://schemas.openxmlformats.org/drawingml/2006/main">
            <a:off x="6360700" y="2997994"/>
            <a:ext cx="2892552" cy="1161193"/>
          </a:xfrm>
          <a:custGeom xmlns:a="http://schemas.openxmlformats.org/drawingml/2006/main">
            <a:pathLst>
              <a:path w="2892552" h="1161193">
                <a:moveTo>
                  <a:pt x="0" y="1161193"/>
                </a:moveTo>
                <a:lnTo>
                  <a:pt x="2892552" y="1161193"/>
                </a:lnTo>
                <a:lnTo>
                  <a:pt x="2892552" y="0"/>
                </a:lnTo>
                <a:lnTo>
                  <a:pt x="1682686" y="0"/>
                </a:lnTo>
              </a:path>
            </a:pathLst>
          </a:custGeom>
          <a:noFill xmlns:a="http://schemas.openxmlformats.org/drawingml/2006/main"/>
          <a:ln xmlns:a="http://schemas.openxmlformats.org/drawingml/2006/main" w="7649">
            <a:solidFill>
              <a:srgbClr val="000000"/>
            </a:solidFill>
            <a:prstDash val="solid"/>
          </a:ln>
        </p:spPr>
      </p:sp>
      <p:sp>
        <p:nvSpPr>
          <p:cNvPr id="104" name="dp45-comparison / n105 / arrow">
            <a:extLst xmlns:a="http://schemas.openxmlformats.org/drawingml/2006/main">
              <a:ext uri="{FF2B5EF4-FFF2-40B4-BE49-F238E27FC236}">
                <a16:creationId xmlns:a16="http://schemas.microsoft.com/office/drawing/2014/main" id="{822147E7-E350-4317-9443-B7086797B81E}"/>
              </a:ext>
            </a:extLst>
          </p:cNvPr>
          <p:cNvSpPr>
            <a:spLocks xmlns:a="http://schemas.openxmlformats.org/drawingml/2006/main" noGrp="1"/>
          </p:cNvSpPr>
          <p:nvPr/>
        </p:nvSpPr>
        <p:spPr>
          <a:xfrm xmlns:a="http://schemas.openxmlformats.org/drawingml/2006/main">
            <a:off x="8043386"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5" name="dp45-comparison / n106 / path">
            <a:extLst xmlns:a="http://schemas.openxmlformats.org/drawingml/2006/main">
              <a:ext uri="{FF2B5EF4-FFF2-40B4-BE49-F238E27FC236}">
                <a16:creationId xmlns:a16="http://schemas.microsoft.com/office/drawing/2014/main" id="{586A6846-3C89-4BF6-A980-E5EFDC0EE3BF}"/>
              </a:ext>
            </a:extLst>
          </p:cNvPr>
          <p:cNvSpPr>
            <a:spLocks xmlns:a="http://schemas.openxmlformats.org/drawingml/2006/main" noGrp="1"/>
          </p:cNvSpPr>
          <p:nvPr/>
        </p:nvSpPr>
        <p:spPr>
          <a:xfrm xmlns:a="http://schemas.openxmlformats.org/drawingml/2006/main">
            <a:off x="6527578" y="2997994"/>
            <a:ext cx="2725674" cy="1161193"/>
          </a:xfrm>
          <a:custGeom xmlns:a="http://schemas.openxmlformats.org/drawingml/2006/main">
            <a:pathLst>
              <a:path w="2725674" h="1161193">
                <a:moveTo>
                  <a:pt x="1654874" y="0"/>
                </a:moveTo>
                <a:lnTo>
                  <a:pt x="2725674" y="0"/>
                </a:lnTo>
                <a:lnTo>
                  <a:pt x="2725674"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106" name="dp45-comparison / n106 / arrow">
            <a:extLst xmlns:a="http://schemas.openxmlformats.org/drawingml/2006/main">
              <a:ext uri="{FF2B5EF4-FFF2-40B4-BE49-F238E27FC236}">
                <a16:creationId xmlns:a16="http://schemas.microsoft.com/office/drawing/2014/main" id="{5A6C8AA9-AC8F-4FBB-A6C0-40E5D7E70694}"/>
              </a:ext>
            </a:extLst>
          </p:cNvPr>
          <p:cNvSpPr>
            <a:spLocks xmlns:a="http://schemas.openxmlformats.org/drawingml/2006/main" noGrp="1"/>
          </p:cNvSpPr>
          <p:nvPr/>
        </p:nvSpPr>
        <p:spPr>
          <a:xfrm xmlns:a="http://schemas.openxmlformats.org/drawingml/2006/main">
            <a:off x="6527578"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7" name="dp45-comparison / n109 / path">
            <a:extLst xmlns:a="http://schemas.openxmlformats.org/drawingml/2006/main">
              <a:ext uri="{FF2B5EF4-FFF2-40B4-BE49-F238E27FC236}">
                <a16:creationId xmlns:a16="http://schemas.microsoft.com/office/drawing/2014/main" id="{0AA835CA-3807-4D76-959E-DACA17C93C84}"/>
              </a:ext>
            </a:extLst>
          </p:cNvPr>
          <p:cNvSpPr>
            <a:spLocks xmlns:a="http://schemas.openxmlformats.org/drawingml/2006/main" noGrp="1"/>
          </p:cNvSpPr>
          <p:nvPr/>
        </p:nvSpPr>
        <p:spPr>
          <a:xfrm xmlns:a="http://schemas.openxmlformats.org/drawingml/2006/main">
            <a:off x="5314236" y="4350401"/>
            <a:ext cx="86916" cy="754428"/>
          </a:xfrm>
          <a:custGeom xmlns:a="http://schemas.openxmlformats.org/drawingml/2006/main">
            <a:pathLst>
              <a:path w="86916" h="754428">
                <a:moveTo>
                  <a:pt x="86916" y="0"/>
                </a:moveTo>
                <a:lnTo>
                  <a:pt x="86916" y="754428"/>
                </a:lnTo>
                <a:lnTo>
                  <a:pt x="0" y="754428"/>
                </a:lnTo>
              </a:path>
            </a:pathLst>
          </a:custGeom>
          <a:noFill xmlns:a="http://schemas.openxmlformats.org/drawingml/2006/main"/>
          <a:ln xmlns:a="http://schemas.openxmlformats.org/drawingml/2006/main" w="7649">
            <a:solidFill>
              <a:srgbClr val="000000"/>
            </a:solidFill>
            <a:prstDash val="solid"/>
          </a:ln>
        </p:spPr>
      </p:sp>
      <p:sp>
        <p:nvSpPr>
          <p:cNvPr id="108" name="dp45-comparison / n109 / arrow">
            <a:extLst xmlns:a="http://schemas.openxmlformats.org/drawingml/2006/main">
              <a:ext uri="{FF2B5EF4-FFF2-40B4-BE49-F238E27FC236}">
                <a16:creationId xmlns:a16="http://schemas.microsoft.com/office/drawing/2014/main" id="{D2EE6333-D95A-485E-AA42-3100899A5D46}"/>
              </a:ext>
            </a:extLst>
          </p:cNvPr>
          <p:cNvSpPr>
            <a:spLocks xmlns:a="http://schemas.openxmlformats.org/drawingml/2006/main" noGrp="1"/>
          </p:cNvSpPr>
          <p:nvPr/>
        </p:nvSpPr>
        <p:spPr>
          <a:xfrm xmlns:a="http://schemas.openxmlformats.org/drawingml/2006/main">
            <a:off x="5314236" y="508035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9" name="dp45-comparison / n110 / path">
            <a:extLst xmlns:a="http://schemas.openxmlformats.org/drawingml/2006/main">
              <a:ext uri="{FF2B5EF4-FFF2-40B4-BE49-F238E27FC236}">
                <a16:creationId xmlns:a16="http://schemas.microsoft.com/office/drawing/2014/main" id="{04EABF49-8044-478C-8ED4-19530B022235}"/>
              </a:ext>
            </a:extLst>
          </p:cNvPr>
          <p:cNvSpPr>
            <a:spLocks xmlns:a="http://schemas.openxmlformats.org/drawingml/2006/main" noGrp="1"/>
          </p:cNvSpPr>
          <p:nvPr/>
        </p:nvSpPr>
        <p:spPr>
          <a:xfrm xmlns:a="http://schemas.openxmlformats.org/drawingml/2006/main">
            <a:off x="5401151" y="4433840"/>
            <a:ext cx="66056" cy="670989"/>
          </a:xfrm>
          <a:custGeom xmlns:a="http://schemas.openxmlformats.org/drawingml/2006/main">
            <a:pathLst>
              <a:path w="66056" h="670989">
                <a:moveTo>
                  <a:pt x="66056" y="670989"/>
                </a:moveTo>
                <a:lnTo>
                  <a:pt x="0" y="670989"/>
                </a:lnTo>
                <a:lnTo>
                  <a:pt x="0" y="0"/>
                </a:lnTo>
              </a:path>
            </a:pathLst>
          </a:custGeom>
          <a:noFill xmlns:a="http://schemas.openxmlformats.org/drawingml/2006/main"/>
          <a:ln xmlns:a="http://schemas.openxmlformats.org/drawingml/2006/main" w="7649">
            <a:solidFill>
              <a:srgbClr val="000000"/>
            </a:solidFill>
            <a:prstDash val="dash"/>
          </a:ln>
        </p:spPr>
      </p:sp>
      <p:sp>
        <p:nvSpPr>
          <p:cNvPr id="110" name="dp45-comparison / n110 / arrow">
            <a:extLst xmlns:a="http://schemas.openxmlformats.org/drawingml/2006/main">
              <a:ext uri="{FF2B5EF4-FFF2-40B4-BE49-F238E27FC236}">
                <a16:creationId xmlns:a16="http://schemas.microsoft.com/office/drawing/2014/main" id="{DC2A01B6-00BE-474A-BF36-99F50995F4D0}"/>
              </a:ext>
            </a:extLst>
          </p:cNvPr>
          <p:cNvSpPr>
            <a:spLocks xmlns:a="http://schemas.openxmlformats.org/drawingml/2006/main" noGrp="1"/>
          </p:cNvSpPr>
          <p:nvPr/>
        </p:nvSpPr>
        <p:spPr>
          <a:xfrm xmlns:a="http://schemas.openxmlformats.org/drawingml/2006/main">
            <a:off x="5376676" y="4433840"/>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1" name="dp45-comparison / n111 / path">
            <a:extLst xmlns:a="http://schemas.openxmlformats.org/drawingml/2006/main">
              <a:ext uri="{FF2B5EF4-FFF2-40B4-BE49-F238E27FC236}">
                <a16:creationId xmlns:a16="http://schemas.microsoft.com/office/drawing/2014/main" id="{7C955EE0-FCCE-473E-845D-3048B161EBB2}"/>
              </a:ext>
            </a:extLst>
          </p:cNvPr>
          <p:cNvSpPr>
            <a:spLocks xmlns:a="http://schemas.openxmlformats.org/drawingml/2006/main" noGrp="1"/>
          </p:cNvSpPr>
          <p:nvPr/>
        </p:nvSpPr>
        <p:spPr>
          <a:xfrm xmlns:a="http://schemas.openxmlformats.org/drawingml/2006/main">
            <a:off x="7487126" y="4350401"/>
            <a:ext cx="504111" cy="754428"/>
          </a:xfrm>
          <a:custGeom xmlns:a="http://schemas.openxmlformats.org/drawingml/2006/main">
            <a:pathLst>
              <a:path w="504111" h="754428">
                <a:moveTo>
                  <a:pt x="0" y="0"/>
                </a:moveTo>
                <a:lnTo>
                  <a:pt x="0" y="754428"/>
                </a:lnTo>
                <a:lnTo>
                  <a:pt x="504111" y="754428"/>
                </a:lnTo>
              </a:path>
            </a:pathLst>
          </a:custGeom>
          <a:noFill xmlns:a="http://schemas.openxmlformats.org/drawingml/2006/main"/>
          <a:ln xmlns:a="http://schemas.openxmlformats.org/drawingml/2006/main" w="7649">
            <a:solidFill>
              <a:srgbClr val="000000"/>
            </a:solidFill>
            <a:prstDash val="solid"/>
          </a:ln>
        </p:spPr>
      </p:sp>
      <p:sp>
        <p:nvSpPr>
          <p:cNvPr id="112" name="dp45-comparison / n111 / arrow">
            <a:extLst xmlns:a="http://schemas.openxmlformats.org/drawingml/2006/main">
              <a:ext uri="{FF2B5EF4-FFF2-40B4-BE49-F238E27FC236}">
                <a16:creationId xmlns:a16="http://schemas.microsoft.com/office/drawing/2014/main" id="{E22ACEC3-C222-4B80-8E38-F85A62ACCEEE}"/>
              </a:ext>
            </a:extLst>
          </p:cNvPr>
          <p:cNvSpPr>
            <a:spLocks xmlns:a="http://schemas.openxmlformats.org/drawingml/2006/main" noGrp="1"/>
          </p:cNvSpPr>
          <p:nvPr/>
        </p:nvSpPr>
        <p:spPr>
          <a:xfrm xmlns:a="http://schemas.openxmlformats.org/drawingml/2006/main">
            <a:off x="7942286" y="508035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3" name="dp45-comparison / n120 / path">
            <a:extLst xmlns:a="http://schemas.openxmlformats.org/drawingml/2006/main">
              <a:ext uri="{FF2B5EF4-FFF2-40B4-BE49-F238E27FC236}">
                <a16:creationId xmlns:a16="http://schemas.microsoft.com/office/drawing/2014/main" id="{2780EFAC-B1EE-4CB4-AB44-2547BBB0594F}"/>
              </a:ext>
            </a:extLst>
          </p:cNvPr>
          <p:cNvSpPr>
            <a:spLocks xmlns:a="http://schemas.openxmlformats.org/drawingml/2006/main" noGrp="1"/>
          </p:cNvSpPr>
          <p:nvPr/>
        </p:nvSpPr>
        <p:spPr>
          <a:xfrm xmlns:a="http://schemas.openxmlformats.org/drawingml/2006/main">
            <a:off x="3558540" y="2911078"/>
            <a:ext cx="764857" cy="2402348"/>
          </a:xfrm>
          <a:custGeom xmlns:a="http://schemas.openxmlformats.org/drawingml/2006/main">
            <a:pathLst>
              <a:path w="764857" h="2402348">
                <a:moveTo>
                  <a:pt x="0" y="0"/>
                </a:moveTo>
                <a:lnTo>
                  <a:pt x="0" y="2402348"/>
                </a:lnTo>
                <a:lnTo>
                  <a:pt x="764857" y="2402348"/>
                </a:lnTo>
              </a:path>
            </a:pathLst>
          </a:custGeom>
          <a:noFill xmlns:a="http://schemas.openxmlformats.org/drawingml/2006/main"/>
          <a:ln xmlns:a="http://schemas.openxmlformats.org/drawingml/2006/main" w="7649">
            <a:solidFill>
              <a:srgbClr val="000000"/>
            </a:solidFill>
            <a:prstDash val="solid"/>
          </a:ln>
        </p:spPr>
      </p:sp>
      <p:sp>
        <p:nvSpPr>
          <p:cNvPr id="114" name="dp45-comparison / n120 / arrow">
            <a:extLst xmlns:a="http://schemas.openxmlformats.org/drawingml/2006/main">
              <a:ext uri="{FF2B5EF4-FFF2-40B4-BE49-F238E27FC236}">
                <a16:creationId xmlns:a16="http://schemas.microsoft.com/office/drawing/2014/main" id="{987B9416-0A41-460E-BC60-3CD0151F5AA2}"/>
              </a:ext>
            </a:extLst>
          </p:cNvPr>
          <p:cNvSpPr>
            <a:spLocks xmlns:a="http://schemas.openxmlformats.org/drawingml/2006/main" noGrp="1"/>
          </p:cNvSpPr>
          <p:nvPr/>
        </p:nvSpPr>
        <p:spPr>
          <a:xfrm xmlns:a="http://schemas.openxmlformats.org/drawingml/2006/main">
            <a:off x="4274447" y="528895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5" name="dp45-comparison / n123 / path">
            <a:extLst xmlns:a="http://schemas.openxmlformats.org/drawingml/2006/main">
              <a:ext uri="{FF2B5EF4-FFF2-40B4-BE49-F238E27FC236}">
                <a16:creationId xmlns:a16="http://schemas.microsoft.com/office/drawing/2014/main" id="{CD043618-B94A-4BFD-9D70-6DE77CD80D1F}"/>
              </a:ext>
            </a:extLst>
          </p:cNvPr>
          <p:cNvSpPr>
            <a:spLocks xmlns:a="http://schemas.openxmlformats.org/drawingml/2006/main" noGrp="1"/>
          </p:cNvSpPr>
          <p:nvPr/>
        </p:nvSpPr>
        <p:spPr>
          <a:xfrm xmlns:a="http://schemas.openxmlformats.org/drawingml/2006/main">
            <a:off x="3558540" y="2723340"/>
            <a:ext cx="1842611" cy="1557528"/>
          </a:xfrm>
          <a:custGeom xmlns:a="http://schemas.openxmlformats.org/drawingml/2006/main">
            <a:pathLst>
              <a:path w="1842611" h="1557528">
                <a:moveTo>
                  <a:pt x="0" y="0"/>
                </a:moveTo>
                <a:lnTo>
                  <a:pt x="0" y="1557528"/>
                </a:lnTo>
                <a:lnTo>
                  <a:pt x="1842611" y="1557528"/>
                </a:lnTo>
              </a:path>
            </a:pathLst>
          </a:custGeom>
          <a:noFill xmlns:a="http://schemas.openxmlformats.org/drawingml/2006/main"/>
          <a:ln xmlns:a="http://schemas.openxmlformats.org/drawingml/2006/main" w="7649">
            <a:solidFill>
              <a:srgbClr val="000000"/>
            </a:solidFill>
            <a:prstDash val="solid"/>
          </a:ln>
        </p:spPr>
      </p:sp>
      <p:sp>
        <p:nvSpPr>
          <p:cNvPr id="116" name="dp45-comparison / n123 / arrow">
            <a:extLst xmlns:a="http://schemas.openxmlformats.org/drawingml/2006/main">
              <a:ext uri="{FF2B5EF4-FFF2-40B4-BE49-F238E27FC236}">
                <a16:creationId xmlns:a16="http://schemas.microsoft.com/office/drawing/2014/main" id="{1BFDE8E2-B9D3-443C-8F90-B37C707D0074}"/>
              </a:ext>
            </a:extLst>
          </p:cNvPr>
          <p:cNvSpPr>
            <a:spLocks xmlns:a="http://schemas.openxmlformats.org/drawingml/2006/main" noGrp="1"/>
          </p:cNvSpPr>
          <p:nvPr/>
        </p:nvSpPr>
        <p:spPr>
          <a:xfrm xmlns:a="http://schemas.openxmlformats.org/drawingml/2006/main">
            <a:off x="5352200" y="425639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7" name="dp45-comparison / n124 / path">
            <a:extLst xmlns:a="http://schemas.openxmlformats.org/drawingml/2006/main">
              <a:ext uri="{FF2B5EF4-FFF2-40B4-BE49-F238E27FC236}">
                <a16:creationId xmlns:a16="http://schemas.microsoft.com/office/drawing/2014/main" id="{D18B2210-84B1-410C-B09D-3667BD584888}"/>
              </a:ext>
            </a:extLst>
          </p:cNvPr>
          <p:cNvSpPr>
            <a:spLocks xmlns:a="http://schemas.openxmlformats.org/drawingml/2006/main" noGrp="1"/>
          </p:cNvSpPr>
          <p:nvPr/>
        </p:nvSpPr>
        <p:spPr>
          <a:xfrm xmlns:a="http://schemas.openxmlformats.org/drawingml/2006/main">
            <a:off x="3558540" y="2890218"/>
            <a:ext cx="1842611" cy="1529715"/>
          </a:xfrm>
          <a:custGeom xmlns:a="http://schemas.openxmlformats.org/drawingml/2006/main">
            <a:pathLst>
              <a:path w="1842611" h="1529715">
                <a:moveTo>
                  <a:pt x="1842611" y="1529715"/>
                </a:moveTo>
                <a:lnTo>
                  <a:pt x="0" y="1529715"/>
                </a:lnTo>
                <a:lnTo>
                  <a:pt x="0" y="0"/>
                </a:lnTo>
              </a:path>
            </a:pathLst>
          </a:custGeom>
          <a:noFill xmlns:a="http://schemas.openxmlformats.org/drawingml/2006/main"/>
          <a:ln xmlns:a="http://schemas.openxmlformats.org/drawingml/2006/main" w="7649">
            <a:solidFill>
              <a:srgbClr val="000000"/>
            </a:solidFill>
            <a:prstDash val="dash"/>
          </a:ln>
        </p:spPr>
      </p:sp>
      <p:sp>
        <p:nvSpPr>
          <p:cNvPr id="118" name="dp45-comparison / n124 / arrow">
            <a:extLst xmlns:a="http://schemas.openxmlformats.org/drawingml/2006/main">
              <a:ext uri="{FF2B5EF4-FFF2-40B4-BE49-F238E27FC236}">
                <a16:creationId xmlns:a16="http://schemas.microsoft.com/office/drawing/2014/main" id="{F50AA579-51C2-477D-AE4A-B8E8C57F1AD4}"/>
              </a:ext>
            </a:extLst>
          </p:cNvPr>
          <p:cNvSpPr>
            <a:spLocks xmlns:a="http://schemas.openxmlformats.org/drawingml/2006/main" noGrp="1"/>
          </p:cNvSpPr>
          <p:nvPr/>
        </p:nvSpPr>
        <p:spPr>
          <a:xfrm xmlns:a="http://schemas.openxmlformats.org/drawingml/2006/main">
            <a:off x="353406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9" name="dp45-comparison / n129 / path">
            <a:extLst xmlns:a="http://schemas.openxmlformats.org/drawingml/2006/main">
              <a:ext uri="{FF2B5EF4-FFF2-40B4-BE49-F238E27FC236}">
                <a16:creationId xmlns:a16="http://schemas.microsoft.com/office/drawing/2014/main" id="{B37D0D04-0800-4A56-823E-6869E38CC4FA}"/>
              </a:ext>
            </a:extLst>
          </p:cNvPr>
          <p:cNvSpPr>
            <a:spLocks xmlns:a="http://schemas.openxmlformats.org/drawingml/2006/main" noGrp="1"/>
          </p:cNvSpPr>
          <p:nvPr/>
        </p:nvSpPr>
        <p:spPr>
          <a:xfrm xmlns:a="http://schemas.openxmlformats.org/drawingml/2006/main">
            <a:off x="147256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120" name="dp45-comparison / n129 / arrow">
            <a:extLst xmlns:a="http://schemas.openxmlformats.org/drawingml/2006/main">
              <a:ext uri="{FF2B5EF4-FFF2-40B4-BE49-F238E27FC236}">
                <a16:creationId xmlns:a16="http://schemas.microsoft.com/office/drawing/2014/main" id="{2CC70A7B-FE45-4CF6-8412-B0D8C1E5914C}"/>
              </a:ext>
            </a:extLst>
          </p:cNvPr>
          <p:cNvSpPr>
            <a:spLocks xmlns:a="http://schemas.openxmlformats.org/drawingml/2006/main" noGrp="1"/>
          </p:cNvSpPr>
          <p:nvPr/>
        </p:nvSpPr>
        <p:spPr>
          <a:xfrm xmlns:a="http://schemas.openxmlformats.org/drawingml/2006/main">
            <a:off x="144809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21" name="dp45-comparison / n130 / path">
            <a:extLst xmlns:a="http://schemas.openxmlformats.org/drawingml/2006/main">
              <a:ext uri="{FF2B5EF4-FFF2-40B4-BE49-F238E27FC236}">
                <a16:creationId xmlns:a16="http://schemas.microsoft.com/office/drawing/2014/main" id="{744AD3BC-41DC-4A49-9055-EA4B5A2D9363}"/>
              </a:ext>
            </a:extLst>
          </p:cNvPr>
          <p:cNvSpPr>
            <a:spLocks xmlns:a="http://schemas.openxmlformats.org/drawingml/2006/main" noGrp="1"/>
          </p:cNvSpPr>
          <p:nvPr/>
        </p:nvSpPr>
        <p:spPr>
          <a:xfrm xmlns:a="http://schemas.openxmlformats.org/drawingml/2006/main">
            <a:off x="355854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122" name="dp45-comparison / n130 / arrow">
            <a:extLst xmlns:a="http://schemas.openxmlformats.org/drawingml/2006/main">
              <a:ext uri="{FF2B5EF4-FFF2-40B4-BE49-F238E27FC236}">
                <a16:creationId xmlns:a16="http://schemas.microsoft.com/office/drawing/2014/main" id="{D1053FC7-57DB-4FE3-8217-DF16D4811939}"/>
              </a:ext>
            </a:extLst>
          </p:cNvPr>
          <p:cNvSpPr>
            <a:spLocks xmlns:a="http://schemas.openxmlformats.org/drawingml/2006/main" noGrp="1"/>
          </p:cNvSpPr>
          <p:nvPr/>
        </p:nvSpPr>
        <p:spPr>
          <a:xfrm xmlns:a="http://schemas.openxmlformats.org/drawingml/2006/main">
            <a:off x="353406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23" name="dp45-comparison / n133 / path">
            <a:extLst xmlns:a="http://schemas.openxmlformats.org/drawingml/2006/main">
              <a:ext uri="{FF2B5EF4-FFF2-40B4-BE49-F238E27FC236}">
                <a16:creationId xmlns:a16="http://schemas.microsoft.com/office/drawing/2014/main" id="{56DB91DF-68B4-495B-80BD-DB833D419DB4}"/>
              </a:ext>
            </a:extLst>
          </p:cNvPr>
          <p:cNvSpPr>
            <a:spLocks xmlns:a="http://schemas.openxmlformats.org/drawingml/2006/main" noGrp="1"/>
          </p:cNvSpPr>
          <p:nvPr/>
        </p:nvSpPr>
        <p:spPr>
          <a:xfrm xmlns:a="http://schemas.openxmlformats.org/drawingml/2006/main">
            <a:off x="251555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124" name="dp45-comparison / n133 / arrow">
            <a:extLst xmlns:a="http://schemas.openxmlformats.org/drawingml/2006/main">
              <a:ext uri="{FF2B5EF4-FFF2-40B4-BE49-F238E27FC236}">
                <a16:creationId xmlns:a16="http://schemas.microsoft.com/office/drawing/2014/main" id="{508B6C44-1F66-44BC-A203-BFC537E5C7E3}"/>
              </a:ext>
            </a:extLst>
          </p:cNvPr>
          <p:cNvSpPr>
            <a:spLocks xmlns:a="http://schemas.openxmlformats.org/drawingml/2006/main" noGrp="1"/>
          </p:cNvSpPr>
          <p:nvPr/>
        </p:nvSpPr>
        <p:spPr>
          <a:xfrm xmlns:a="http://schemas.openxmlformats.org/drawingml/2006/main">
            <a:off x="806396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5" name="dp45-comparison / n136 / path">
            <a:extLst xmlns:a="http://schemas.openxmlformats.org/drawingml/2006/main">
              <a:ext uri="{FF2B5EF4-FFF2-40B4-BE49-F238E27FC236}">
                <a16:creationId xmlns:a16="http://schemas.microsoft.com/office/drawing/2014/main" id="{1246FE9D-DB82-4E3E-94EC-E75632B9279D}"/>
              </a:ext>
            </a:extLst>
          </p:cNvPr>
          <p:cNvSpPr>
            <a:spLocks xmlns:a="http://schemas.openxmlformats.org/drawingml/2006/main" noGrp="1"/>
          </p:cNvSpPr>
          <p:nvPr/>
        </p:nvSpPr>
        <p:spPr>
          <a:xfrm xmlns:a="http://schemas.openxmlformats.org/drawingml/2006/main">
            <a:off x="223742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126" name="dp45-comparison / n136 / arrow">
            <a:extLst xmlns:a="http://schemas.openxmlformats.org/drawingml/2006/main">
              <a:ext uri="{FF2B5EF4-FFF2-40B4-BE49-F238E27FC236}">
                <a16:creationId xmlns:a16="http://schemas.microsoft.com/office/drawing/2014/main" id="{9EE2C23B-5241-4AE6-8BE2-663747B646B9}"/>
              </a:ext>
            </a:extLst>
          </p:cNvPr>
          <p:cNvSpPr>
            <a:spLocks xmlns:a="http://schemas.openxmlformats.org/drawingml/2006/main" noGrp="1"/>
          </p:cNvSpPr>
          <p:nvPr/>
        </p:nvSpPr>
        <p:spPr>
          <a:xfrm xmlns:a="http://schemas.openxmlformats.org/drawingml/2006/main">
            <a:off x="733387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7" name="dp45-comparison / n137 / path">
            <a:extLst xmlns:a="http://schemas.openxmlformats.org/drawingml/2006/main">
              <a:ext uri="{FF2B5EF4-FFF2-40B4-BE49-F238E27FC236}">
                <a16:creationId xmlns:a16="http://schemas.microsoft.com/office/drawing/2014/main" id="{7C073377-C9B0-47B8-8E9B-4AAD7708C26B}"/>
              </a:ext>
            </a:extLst>
          </p:cNvPr>
          <p:cNvSpPr>
            <a:spLocks xmlns:a="http://schemas.openxmlformats.org/drawingml/2006/main" noGrp="1"/>
          </p:cNvSpPr>
          <p:nvPr/>
        </p:nvSpPr>
        <p:spPr>
          <a:xfrm xmlns:a="http://schemas.openxmlformats.org/drawingml/2006/main">
            <a:off x="241125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128" name="dp45-comparison / n137 / arrow">
            <a:extLst xmlns:a="http://schemas.openxmlformats.org/drawingml/2006/main">
              <a:ext uri="{FF2B5EF4-FFF2-40B4-BE49-F238E27FC236}">
                <a16:creationId xmlns:a16="http://schemas.microsoft.com/office/drawing/2014/main" id="{41BD4347-BEC1-4AB8-B82B-E75F54E4DF14}"/>
              </a:ext>
            </a:extLst>
          </p:cNvPr>
          <p:cNvSpPr>
            <a:spLocks xmlns:a="http://schemas.openxmlformats.org/drawingml/2006/main" noGrp="1"/>
          </p:cNvSpPr>
          <p:nvPr/>
        </p:nvSpPr>
        <p:spPr>
          <a:xfrm xmlns:a="http://schemas.openxmlformats.org/drawingml/2006/main">
            <a:off x="241125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29" name="dp45-comparison / n140 / path">
            <a:extLst xmlns:a="http://schemas.openxmlformats.org/drawingml/2006/main">
              <a:ext uri="{FF2B5EF4-FFF2-40B4-BE49-F238E27FC236}">
                <a16:creationId xmlns:a16="http://schemas.microsoft.com/office/drawing/2014/main" id="{36B443EB-ABE5-44A1-A92C-6D7561C140C2}"/>
              </a:ext>
            </a:extLst>
          </p:cNvPr>
          <p:cNvSpPr>
            <a:spLocks xmlns:a="http://schemas.openxmlformats.org/drawingml/2006/main" noGrp="1"/>
          </p:cNvSpPr>
          <p:nvPr/>
        </p:nvSpPr>
        <p:spPr>
          <a:xfrm xmlns:a="http://schemas.openxmlformats.org/drawingml/2006/main">
            <a:off x="251555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130" name="dp45-comparison / n140 / arrow">
            <a:extLst xmlns:a="http://schemas.openxmlformats.org/drawingml/2006/main">
              <a:ext uri="{FF2B5EF4-FFF2-40B4-BE49-F238E27FC236}">
                <a16:creationId xmlns:a16="http://schemas.microsoft.com/office/drawing/2014/main" id="{4BD6F42A-7E13-46D4-BC22-9BF1884003F1}"/>
              </a:ext>
            </a:extLst>
          </p:cNvPr>
          <p:cNvSpPr>
            <a:spLocks xmlns:a="http://schemas.openxmlformats.org/drawingml/2006/main" noGrp="1"/>
          </p:cNvSpPr>
          <p:nvPr/>
        </p:nvSpPr>
        <p:spPr>
          <a:xfrm xmlns:a="http://schemas.openxmlformats.org/drawingml/2006/main">
            <a:off x="249107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31" name="dp45-comparison / n141 / path">
            <a:extLst xmlns:a="http://schemas.openxmlformats.org/drawingml/2006/main">
              <a:ext uri="{FF2B5EF4-FFF2-40B4-BE49-F238E27FC236}">
                <a16:creationId xmlns:a16="http://schemas.microsoft.com/office/drawing/2014/main" id="{82DC2FD8-EDFB-490A-9A75-4C9E30828353}"/>
              </a:ext>
            </a:extLst>
          </p:cNvPr>
          <p:cNvSpPr>
            <a:spLocks xmlns:a="http://schemas.openxmlformats.org/drawingml/2006/main" noGrp="1"/>
          </p:cNvSpPr>
          <p:nvPr/>
        </p:nvSpPr>
        <p:spPr>
          <a:xfrm xmlns:a="http://schemas.openxmlformats.org/drawingml/2006/main">
            <a:off x="268938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132" name="dp45-comparison / n141 / arrow">
            <a:extLst xmlns:a="http://schemas.openxmlformats.org/drawingml/2006/main">
              <a:ext uri="{FF2B5EF4-FFF2-40B4-BE49-F238E27FC236}">
                <a16:creationId xmlns:a16="http://schemas.microsoft.com/office/drawing/2014/main" id="{295E90E9-780C-427B-BD52-F9F2607C7A90}"/>
              </a:ext>
            </a:extLst>
          </p:cNvPr>
          <p:cNvSpPr>
            <a:spLocks xmlns:a="http://schemas.openxmlformats.org/drawingml/2006/main" noGrp="1"/>
          </p:cNvSpPr>
          <p:nvPr/>
        </p:nvSpPr>
        <p:spPr>
          <a:xfrm xmlns:a="http://schemas.openxmlformats.org/drawingml/2006/main">
            <a:off x="266490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33" name="dp45-comparison / n142 / path">
            <a:extLst xmlns:a="http://schemas.openxmlformats.org/drawingml/2006/main">
              <a:ext uri="{FF2B5EF4-FFF2-40B4-BE49-F238E27FC236}">
                <a16:creationId xmlns:a16="http://schemas.microsoft.com/office/drawing/2014/main" id="{8D8D7978-C25D-4808-ABD5-875CB95FAA87}"/>
              </a:ext>
            </a:extLst>
          </p:cNvPr>
          <p:cNvSpPr>
            <a:spLocks xmlns:a="http://schemas.openxmlformats.org/drawingml/2006/main" noGrp="1"/>
          </p:cNvSpPr>
          <p:nvPr/>
        </p:nvSpPr>
        <p:spPr>
          <a:xfrm xmlns:a="http://schemas.openxmlformats.org/drawingml/2006/main">
            <a:off x="355854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134" name="dp45-comparison / n142 / arrow">
            <a:extLst xmlns:a="http://schemas.openxmlformats.org/drawingml/2006/main">
              <a:ext uri="{FF2B5EF4-FFF2-40B4-BE49-F238E27FC236}">
                <a16:creationId xmlns:a16="http://schemas.microsoft.com/office/drawing/2014/main" id="{4EE1F788-0EC3-4324-B1AF-7C58D34CF499}"/>
              </a:ext>
            </a:extLst>
          </p:cNvPr>
          <p:cNvSpPr>
            <a:spLocks xmlns:a="http://schemas.openxmlformats.org/drawingml/2006/main" noGrp="1"/>
          </p:cNvSpPr>
          <p:nvPr/>
        </p:nvSpPr>
        <p:spPr>
          <a:xfrm xmlns:a="http://schemas.openxmlformats.org/drawingml/2006/main">
            <a:off x="434397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35" name="dp45-comparison / n143 / path">
            <a:extLst xmlns:a="http://schemas.openxmlformats.org/drawingml/2006/main">
              <a:ext uri="{FF2B5EF4-FFF2-40B4-BE49-F238E27FC236}">
                <a16:creationId xmlns:a16="http://schemas.microsoft.com/office/drawing/2014/main" id="{BFC0D857-096C-4568-B3F8-C28A4A5E4D54}"/>
              </a:ext>
            </a:extLst>
          </p:cNvPr>
          <p:cNvSpPr>
            <a:spLocks xmlns:a="http://schemas.openxmlformats.org/drawingml/2006/main" noGrp="1"/>
          </p:cNvSpPr>
          <p:nvPr/>
        </p:nvSpPr>
        <p:spPr>
          <a:xfrm xmlns:a="http://schemas.openxmlformats.org/drawingml/2006/main">
            <a:off x="355854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136" name="dp45-comparison / n143 / arrow">
            <a:extLst xmlns:a="http://schemas.openxmlformats.org/drawingml/2006/main">
              <a:ext uri="{FF2B5EF4-FFF2-40B4-BE49-F238E27FC236}">
                <a16:creationId xmlns:a16="http://schemas.microsoft.com/office/drawing/2014/main" id="{23E7F0C6-4B99-4B51-A4B0-8947C0D53344}"/>
              </a:ext>
            </a:extLst>
          </p:cNvPr>
          <p:cNvSpPr>
            <a:spLocks xmlns:a="http://schemas.openxmlformats.org/drawingml/2006/main" noGrp="1"/>
          </p:cNvSpPr>
          <p:nvPr/>
        </p:nvSpPr>
        <p:spPr>
          <a:xfrm xmlns:a="http://schemas.openxmlformats.org/drawingml/2006/main">
            <a:off x="355854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37" name="dp45-comparison / n87">
            <a:extLst xmlns:a="http://schemas.openxmlformats.org/drawingml/2006/main">
              <a:ext uri="{FF2B5EF4-FFF2-40B4-BE49-F238E27FC236}">
                <a16:creationId xmlns:a16="http://schemas.microsoft.com/office/drawing/2014/main" id="{F4D82F87-B0B5-4322-B602-63083EBB3954}"/>
              </a:ext>
            </a:extLst>
          </p:cNvPr>
          <p:cNvSpPr>
            <a:spLocks xmlns:a="http://schemas.openxmlformats.org/drawingml/2006/main" noGrp="1"/>
          </p:cNvSpPr>
          <p:nvPr/>
        </p:nvSpPr>
        <p:spPr>
          <a:xfrm xmlns:a="http://schemas.openxmlformats.org/drawingml/2006/main">
            <a:off x="149342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8" name="dp45-comparison / n88 / text 1">
            <a:extLst xmlns:a="http://schemas.openxmlformats.org/drawingml/2006/main">
              <a:ext uri="{FF2B5EF4-FFF2-40B4-BE49-F238E27FC236}">
                <a16:creationId xmlns:a16="http://schemas.microsoft.com/office/drawing/2014/main" id="{810AE377-2442-42AB-83A2-7817BF5BEFB9}"/>
              </a:ext>
            </a:extLst>
          </p:cNvPr>
          <p:cNvSpPr>
            <a:spLocks xmlns:a="http://schemas.openxmlformats.org/drawingml/2006/main" noGrp="1"/>
          </p:cNvSpPr>
          <p:nvPr/>
        </p:nvSpPr>
        <p:spPr>
          <a:xfrm xmlns:a="http://schemas.openxmlformats.org/drawingml/2006/main">
            <a:off x="150733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139" name="dp45-comparison / n88 / text 2">
            <a:extLst xmlns:a="http://schemas.openxmlformats.org/drawingml/2006/main">
              <a:ext uri="{FF2B5EF4-FFF2-40B4-BE49-F238E27FC236}">
                <a16:creationId xmlns:a16="http://schemas.microsoft.com/office/drawing/2014/main" id="{2DAF0AA9-E923-4E68-AEF8-9C949A4FCC23}"/>
              </a:ext>
            </a:extLst>
          </p:cNvPr>
          <p:cNvSpPr>
            <a:spLocks xmlns:a="http://schemas.openxmlformats.org/drawingml/2006/main" noGrp="1"/>
          </p:cNvSpPr>
          <p:nvPr/>
        </p:nvSpPr>
        <p:spPr>
          <a:xfrm xmlns:a="http://schemas.openxmlformats.org/drawingml/2006/main">
            <a:off x="150733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140" name="dp45-comparison / n89">
            <a:extLst xmlns:a="http://schemas.openxmlformats.org/drawingml/2006/main">
              <a:ext uri="{FF2B5EF4-FFF2-40B4-BE49-F238E27FC236}">
                <a16:creationId xmlns:a16="http://schemas.microsoft.com/office/drawing/2014/main" id="{C6D369EF-312B-404F-948C-DFDB6FFDE13D}"/>
              </a:ext>
            </a:extLst>
          </p:cNvPr>
          <p:cNvSpPr>
            <a:spLocks xmlns:a="http://schemas.openxmlformats.org/drawingml/2006/main" noGrp="1"/>
          </p:cNvSpPr>
          <p:nvPr/>
        </p:nvSpPr>
        <p:spPr>
          <a:xfrm xmlns:a="http://schemas.openxmlformats.org/drawingml/2006/main">
            <a:off x="434425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90 / text 1">
            <a:extLst xmlns:a="http://schemas.openxmlformats.org/drawingml/2006/main">
              <a:ext uri="{FF2B5EF4-FFF2-40B4-BE49-F238E27FC236}">
                <a16:creationId xmlns:a16="http://schemas.microsoft.com/office/drawing/2014/main" id="{40CAE73B-3823-4299-9272-1498CF1BFCF5}"/>
              </a:ext>
            </a:extLst>
          </p:cNvPr>
          <p:cNvSpPr>
            <a:spLocks xmlns:a="http://schemas.openxmlformats.org/drawingml/2006/main" noGrp="1"/>
          </p:cNvSpPr>
          <p:nvPr/>
        </p:nvSpPr>
        <p:spPr>
          <a:xfrm xmlns:a="http://schemas.openxmlformats.org/drawingml/2006/main">
            <a:off x="435816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142" name="dp45-comparison / n90 / text 2">
            <a:extLst xmlns:a="http://schemas.openxmlformats.org/drawingml/2006/main">
              <a:ext uri="{FF2B5EF4-FFF2-40B4-BE49-F238E27FC236}">
                <a16:creationId xmlns:a16="http://schemas.microsoft.com/office/drawing/2014/main" id="{C9C116E4-BD38-4B5F-8EF4-A30B82F74B10}"/>
              </a:ext>
            </a:extLst>
          </p:cNvPr>
          <p:cNvSpPr>
            <a:spLocks xmlns:a="http://schemas.openxmlformats.org/drawingml/2006/main" noGrp="1"/>
          </p:cNvSpPr>
          <p:nvPr/>
        </p:nvSpPr>
        <p:spPr>
          <a:xfrm xmlns:a="http://schemas.openxmlformats.org/drawingml/2006/main">
            <a:off x="435816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143" name="dp45-comparison / n91">
            <a:extLst xmlns:a="http://schemas.openxmlformats.org/drawingml/2006/main">
              <a:ext uri="{FF2B5EF4-FFF2-40B4-BE49-F238E27FC236}">
                <a16:creationId xmlns:a16="http://schemas.microsoft.com/office/drawing/2014/main" id="{2A6660A8-1629-490E-913D-6D465D149606}"/>
              </a:ext>
            </a:extLst>
          </p:cNvPr>
          <p:cNvSpPr>
            <a:spLocks xmlns:a="http://schemas.openxmlformats.org/drawingml/2006/main" noGrp="1"/>
          </p:cNvSpPr>
          <p:nvPr/>
        </p:nvSpPr>
        <p:spPr>
          <a:xfrm xmlns:a="http://schemas.openxmlformats.org/drawingml/2006/main">
            <a:off x="705602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4" name="dp45-comparison / n92 / text 1">
            <a:extLst xmlns:a="http://schemas.openxmlformats.org/drawingml/2006/main">
              <a:ext uri="{FF2B5EF4-FFF2-40B4-BE49-F238E27FC236}">
                <a16:creationId xmlns:a16="http://schemas.microsoft.com/office/drawing/2014/main" id="{DEE11795-9C70-411C-B64C-B6A04C460931}"/>
              </a:ext>
            </a:extLst>
          </p:cNvPr>
          <p:cNvSpPr>
            <a:spLocks xmlns:a="http://schemas.openxmlformats.org/drawingml/2006/main" noGrp="1"/>
          </p:cNvSpPr>
          <p:nvPr/>
        </p:nvSpPr>
        <p:spPr>
          <a:xfrm xmlns:a="http://schemas.openxmlformats.org/drawingml/2006/main">
            <a:off x="706993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145" name="dp45-comparison / n92 / text 2">
            <a:extLst xmlns:a="http://schemas.openxmlformats.org/drawingml/2006/main">
              <a:ext uri="{FF2B5EF4-FFF2-40B4-BE49-F238E27FC236}">
                <a16:creationId xmlns:a16="http://schemas.microsoft.com/office/drawing/2014/main" id="{52ACD28B-80DF-48F1-B265-7BE379F18E6B}"/>
              </a:ext>
            </a:extLst>
          </p:cNvPr>
          <p:cNvSpPr>
            <a:spLocks xmlns:a="http://schemas.openxmlformats.org/drawingml/2006/main" noGrp="1"/>
          </p:cNvSpPr>
          <p:nvPr/>
        </p:nvSpPr>
        <p:spPr>
          <a:xfrm xmlns:a="http://schemas.openxmlformats.org/drawingml/2006/main">
            <a:off x="706993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146" name="dp45-comparison / n93">
            <a:extLst xmlns:a="http://schemas.openxmlformats.org/drawingml/2006/main">
              <a:ext uri="{FF2B5EF4-FFF2-40B4-BE49-F238E27FC236}">
                <a16:creationId xmlns:a16="http://schemas.microsoft.com/office/drawing/2014/main" id="{D62F0FB5-A3F4-4D5A-8B29-6B001D5795CE}"/>
              </a:ext>
            </a:extLst>
          </p:cNvPr>
          <p:cNvSpPr>
            <a:spLocks xmlns:a="http://schemas.openxmlformats.org/drawingml/2006/main" noGrp="1"/>
          </p:cNvSpPr>
          <p:nvPr/>
        </p:nvSpPr>
        <p:spPr>
          <a:xfrm xmlns:a="http://schemas.openxmlformats.org/drawingml/2006/main">
            <a:off x="736892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94 / text 1">
            <a:extLst xmlns:a="http://schemas.openxmlformats.org/drawingml/2006/main">
              <a:ext uri="{FF2B5EF4-FFF2-40B4-BE49-F238E27FC236}">
                <a16:creationId xmlns:a16="http://schemas.microsoft.com/office/drawing/2014/main" id="{CF16CC96-FFCF-46B2-B6B4-20942B6BA9EB}"/>
              </a:ext>
            </a:extLst>
          </p:cNvPr>
          <p:cNvSpPr>
            <a:spLocks xmlns:a="http://schemas.openxmlformats.org/drawingml/2006/main" noGrp="1"/>
          </p:cNvSpPr>
          <p:nvPr/>
        </p:nvSpPr>
        <p:spPr>
          <a:xfrm xmlns:a="http://schemas.openxmlformats.org/drawingml/2006/main">
            <a:off x="738282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148" name="dp45-comparison / n94 / text 2">
            <a:extLst xmlns:a="http://schemas.openxmlformats.org/drawingml/2006/main">
              <a:ext uri="{FF2B5EF4-FFF2-40B4-BE49-F238E27FC236}">
                <a16:creationId xmlns:a16="http://schemas.microsoft.com/office/drawing/2014/main" id="{39EDCE82-62C4-4991-B809-E1A6C23DBDA1}"/>
              </a:ext>
            </a:extLst>
          </p:cNvPr>
          <p:cNvSpPr>
            <a:spLocks xmlns:a="http://schemas.openxmlformats.org/drawingml/2006/main" noGrp="1"/>
          </p:cNvSpPr>
          <p:nvPr/>
        </p:nvSpPr>
        <p:spPr>
          <a:xfrm xmlns:a="http://schemas.openxmlformats.org/drawingml/2006/main">
            <a:off x="738282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149" name="dp45-comparison / n107">
            <a:extLst xmlns:a="http://schemas.openxmlformats.org/drawingml/2006/main">
              <a:ext uri="{FF2B5EF4-FFF2-40B4-BE49-F238E27FC236}">
                <a16:creationId xmlns:a16="http://schemas.microsoft.com/office/drawing/2014/main" id="{7F0FB49D-62E6-4B08-90A5-9A2C5886F581}"/>
              </a:ext>
            </a:extLst>
          </p:cNvPr>
          <p:cNvSpPr>
            <a:spLocks xmlns:a="http://schemas.openxmlformats.org/drawingml/2006/main" noGrp="1"/>
          </p:cNvSpPr>
          <p:nvPr/>
        </p:nvSpPr>
        <p:spPr>
          <a:xfrm xmlns:a="http://schemas.openxmlformats.org/drawingml/2006/main">
            <a:off x="4017454" y="3477768"/>
            <a:ext cx="3914402"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0" name="dp45-comparison / n108 / text 1">
            <a:extLst xmlns:a="http://schemas.openxmlformats.org/drawingml/2006/main">
              <a:ext uri="{FF2B5EF4-FFF2-40B4-BE49-F238E27FC236}">
                <a16:creationId xmlns:a16="http://schemas.microsoft.com/office/drawing/2014/main" id="{33D5DCD8-3306-474E-8E9E-165C748AE4E6}"/>
              </a:ext>
            </a:extLst>
          </p:cNvPr>
          <p:cNvSpPr>
            <a:spLocks xmlns:a="http://schemas.openxmlformats.org/drawingml/2006/main" noGrp="1"/>
          </p:cNvSpPr>
          <p:nvPr/>
        </p:nvSpPr>
        <p:spPr>
          <a:xfrm xmlns:a="http://schemas.openxmlformats.org/drawingml/2006/main">
            <a:off x="4031361" y="3484721"/>
            <a:ext cx="5145405"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2 owner 범위 읽기 ↑ / 원문 / 발췌 / 참조 / revision / 누락 ↓</a:t>
            </a:r>
          </a:p>
        </p:txBody>
      </p:sp>
      <p:sp>
        <p:nvSpPr>
          <p:cNvPr id="151" name="dp45-comparison / n112">
            <a:extLst xmlns:a="http://schemas.openxmlformats.org/drawingml/2006/main">
              <a:ext uri="{FF2B5EF4-FFF2-40B4-BE49-F238E27FC236}">
                <a16:creationId xmlns:a16="http://schemas.microsoft.com/office/drawing/2014/main" id="{550AADE7-017B-4F41-963E-482A190C2D28}"/>
              </a:ext>
            </a:extLst>
          </p:cNvPr>
          <p:cNvSpPr>
            <a:spLocks xmlns:a="http://schemas.openxmlformats.org/drawingml/2006/main" noGrp="1"/>
          </p:cNvSpPr>
          <p:nvPr/>
        </p:nvSpPr>
        <p:spPr>
          <a:xfrm xmlns:a="http://schemas.openxmlformats.org/drawingml/2006/main">
            <a:off x="4274725" y="4694587"/>
            <a:ext cx="3014095"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5-comparison / n113 / text 1">
            <a:extLst xmlns:a="http://schemas.openxmlformats.org/drawingml/2006/main">
              <a:ext uri="{FF2B5EF4-FFF2-40B4-BE49-F238E27FC236}">
                <a16:creationId xmlns:a16="http://schemas.microsoft.com/office/drawing/2014/main" id="{AAB4EB40-F2D8-454B-8597-2E794386EF38}"/>
              </a:ext>
            </a:extLst>
          </p:cNvPr>
          <p:cNvSpPr>
            <a:spLocks xmlns:a="http://schemas.openxmlformats.org/drawingml/2006/main" noGrp="1"/>
          </p:cNvSpPr>
          <p:nvPr/>
        </p:nvSpPr>
        <p:spPr>
          <a:xfrm xmlns:a="http://schemas.openxmlformats.org/drawingml/2006/main">
            <a:off x="4288631" y="4701540"/>
            <a:ext cx="4797743"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3 유효 cache 재사용 / 4 이번 요청의 근거 기록</a:t>
            </a:r>
          </a:p>
        </p:txBody>
      </p:sp>
      <p:sp>
        <p:nvSpPr>
          <p:cNvPr id="153" name="dp45-comparison / n114">
            <a:extLst xmlns:a="http://schemas.openxmlformats.org/drawingml/2006/main">
              <a:ext uri="{FF2B5EF4-FFF2-40B4-BE49-F238E27FC236}">
                <a16:creationId xmlns:a16="http://schemas.microsoft.com/office/drawing/2014/main" id="{F7BDEADD-760D-4638-B3E0-EB95E47810D8}"/>
              </a:ext>
            </a:extLst>
          </p:cNvPr>
          <p:cNvSpPr>
            <a:spLocks xmlns:a="http://schemas.openxmlformats.org/drawingml/2006/main" noGrp="1"/>
          </p:cNvSpPr>
          <p:nvPr/>
        </p:nvSpPr>
        <p:spPr>
          <a:xfrm xmlns:a="http://schemas.openxmlformats.org/drawingml/2006/main">
            <a:off x="4309491" y="5577649"/>
            <a:ext cx="1670866"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5-comparison / n115 / text 1">
            <a:extLst xmlns:a="http://schemas.openxmlformats.org/drawingml/2006/main">
              <a:ext uri="{FF2B5EF4-FFF2-40B4-BE49-F238E27FC236}">
                <a16:creationId xmlns:a16="http://schemas.microsoft.com/office/drawing/2014/main" id="{0C2FEC20-95D6-4AEA-A02D-BC93D78FF0C3}"/>
              </a:ext>
            </a:extLst>
          </p:cNvPr>
          <p:cNvSpPr>
            <a:spLocks xmlns:a="http://schemas.openxmlformats.org/drawingml/2006/main" noGrp="1"/>
          </p:cNvSpPr>
          <p:nvPr/>
        </p:nvSpPr>
        <p:spPr>
          <a:xfrm xmlns:a="http://schemas.openxmlformats.org/drawingml/2006/main">
            <a:off x="4323398" y="5584603"/>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요약 / index / 관계 cache</a:t>
            </a:r>
          </a:p>
        </p:txBody>
      </p:sp>
      <p:sp>
        <p:nvSpPr>
          <p:cNvPr id="155" name="dp45-comparison / n115 / text 2">
            <a:extLst xmlns:a="http://schemas.openxmlformats.org/drawingml/2006/main">
              <a:ext uri="{FF2B5EF4-FFF2-40B4-BE49-F238E27FC236}">
                <a16:creationId xmlns:a16="http://schemas.microsoft.com/office/drawing/2014/main" id="{2CD2DFA9-10E3-42B2-BEC0-91173CBA6871}"/>
              </a:ext>
            </a:extLst>
          </p:cNvPr>
          <p:cNvSpPr>
            <a:spLocks xmlns:a="http://schemas.openxmlformats.org/drawingml/2006/main" noGrp="1"/>
          </p:cNvSpPr>
          <p:nvPr/>
        </p:nvSpPr>
        <p:spPr>
          <a:xfrm xmlns:a="http://schemas.openxmlformats.org/drawingml/2006/main">
            <a:off x="4323398" y="5740634"/>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재사용 수명, 부분 갱신 가능</a:t>
            </a:r>
          </a:p>
        </p:txBody>
      </p:sp>
      <p:sp>
        <p:nvSpPr>
          <p:cNvPr id="156" name="dp45-comparison / n116">
            <a:extLst xmlns:a="http://schemas.openxmlformats.org/drawingml/2006/main">
              <a:ext uri="{FF2B5EF4-FFF2-40B4-BE49-F238E27FC236}">
                <a16:creationId xmlns:a16="http://schemas.microsoft.com/office/drawing/2014/main" id="{55B2C244-AAA3-414B-94B0-53A93CD8F58C}"/>
              </a:ext>
            </a:extLst>
          </p:cNvPr>
          <p:cNvSpPr>
            <a:spLocks xmlns:a="http://schemas.openxmlformats.org/drawingml/2006/main" noGrp="1"/>
          </p:cNvSpPr>
          <p:nvPr/>
        </p:nvSpPr>
        <p:spPr>
          <a:xfrm xmlns:a="http://schemas.openxmlformats.org/drawingml/2006/main">
            <a:off x="6986492" y="5515070"/>
            <a:ext cx="1527629"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7" name="dp45-comparison / n117 / text 1">
            <a:extLst xmlns:a="http://schemas.openxmlformats.org/drawingml/2006/main">
              <a:ext uri="{FF2B5EF4-FFF2-40B4-BE49-F238E27FC236}">
                <a16:creationId xmlns:a16="http://schemas.microsoft.com/office/drawing/2014/main" id="{40D44C87-7F90-476D-8EB0-DC157456C16A}"/>
              </a:ext>
            </a:extLst>
          </p:cNvPr>
          <p:cNvSpPr>
            <a:spLocks xmlns:a="http://schemas.openxmlformats.org/drawingml/2006/main" noGrp="1"/>
          </p:cNvSpPr>
          <p:nvPr/>
        </p:nvSpPr>
        <p:spPr>
          <a:xfrm xmlns:a="http://schemas.openxmlformats.org/drawingml/2006/main">
            <a:off x="7000399" y="5522024"/>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R23 발췌 / 참조 / 읽은 범위</a:t>
            </a:r>
          </a:p>
        </p:txBody>
      </p:sp>
      <p:sp>
        <p:nvSpPr>
          <p:cNvPr id="158" name="dp45-comparison / n117 / text 2">
            <a:extLst xmlns:a="http://schemas.openxmlformats.org/drawingml/2006/main">
              <a:ext uri="{FF2B5EF4-FFF2-40B4-BE49-F238E27FC236}">
                <a16:creationId xmlns:a16="http://schemas.microsoft.com/office/drawing/2014/main" id="{2C055099-44A9-4505-8F0D-A82E1DA967E2}"/>
              </a:ext>
            </a:extLst>
          </p:cNvPr>
          <p:cNvSpPr>
            <a:spLocks xmlns:a="http://schemas.openxmlformats.org/drawingml/2006/main" noGrp="1"/>
          </p:cNvSpPr>
          <p:nvPr/>
        </p:nvSpPr>
        <p:spPr>
          <a:xfrm xmlns:a="http://schemas.openxmlformats.org/drawingml/2006/main">
            <a:off x="7000399" y="5659698"/>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요청 수명, 실행 Module 아님</a:t>
            </a:r>
          </a:p>
        </p:txBody>
      </p:sp>
      <p:sp>
        <p:nvSpPr>
          <p:cNvPr id="159" name="dp45-comparison / n118">
            <a:extLst xmlns:a="http://schemas.openxmlformats.org/drawingml/2006/main">
              <a:ext uri="{FF2B5EF4-FFF2-40B4-BE49-F238E27FC236}">
                <a16:creationId xmlns:a16="http://schemas.microsoft.com/office/drawing/2014/main" id="{77D012DD-920E-453F-922C-5820E27ADFA7}"/>
              </a:ext>
            </a:extLst>
          </p:cNvPr>
          <p:cNvSpPr>
            <a:spLocks xmlns:a="http://schemas.openxmlformats.org/drawingml/2006/main" noGrp="1"/>
          </p:cNvSpPr>
          <p:nvPr/>
        </p:nvSpPr>
        <p:spPr>
          <a:xfrm xmlns:a="http://schemas.openxmlformats.org/drawingml/2006/main">
            <a:off x="4274725" y="6293834"/>
            <a:ext cx="1926189"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5-comparison / n119 / text 1">
            <a:extLst xmlns:a="http://schemas.openxmlformats.org/drawingml/2006/main">
              <a:ext uri="{FF2B5EF4-FFF2-40B4-BE49-F238E27FC236}">
                <a16:creationId xmlns:a16="http://schemas.microsoft.com/office/drawing/2014/main" id="{B59CB2A6-3AE9-433E-B377-7BFE9547CF31}"/>
              </a:ext>
            </a:extLst>
          </p:cNvPr>
          <p:cNvSpPr>
            <a:spLocks xmlns:a="http://schemas.openxmlformats.org/drawingml/2006/main" noGrp="1"/>
          </p:cNvSpPr>
          <p:nvPr/>
        </p:nvSpPr>
        <p:spPr>
          <a:xfrm xmlns:a="http://schemas.openxmlformats.org/drawingml/2006/main">
            <a:off x="4288631" y="6300788"/>
            <a:ext cx="298989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추가 읽기 / 과거 해석은 필요 시</a:t>
            </a:r>
          </a:p>
        </p:txBody>
      </p:sp>
      <p:sp>
        <p:nvSpPr>
          <p:cNvPr id="161" name="dp45-comparison / n121">
            <a:extLst xmlns:a="http://schemas.openxmlformats.org/drawingml/2006/main">
              <a:ext uri="{FF2B5EF4-FFF2-40B4-BE49-F238E27FC236}">
                <a16:creationId xmlns:a16="http://schemas.microsoft.com/office/drawing/2014/main" id="{A1004F43-5CCA-4DF9-BB4B-CE9F46910C0F}"/>
              </a:ext>
            </a:extLst>
          </p:cNvPr>
          <p:cNvSpPr>
            <a:spLocks xmlns:a="http://schemas.openxmlformats.org/drawingml/2006/main" noGrp="1"/>
          </p:cNvSpPr>
          <p:nvPr/>
        </p:nvSpPr>
        <p:spPr>
          <a:xfrm xmlns:a="http://schemas.openxmlformats.org/drawingml/2006/main">
            <a:off x="1493425" y="4764119"/>
            <a:ext cx="1621220"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5-comparison / n122 / text 1">
            <a:extLst xmlns:a="http://schemas.openxmlformats.org/drawingml/2006/main">
              <a:ext uri="{FF2B5EF4-FFF2-40B4-BE49-F238E27FC236}">
                <a16:creationId xmlns:a16="http://schemas.microsoft.com/office/drawing/2014/main" id="{E5CCE552-53D3-4870-B860-740DADDD35F9}"/>
              </a:ext>
            </a:extLst>
          </p:cNvPr>
          <p:cNvSpPr>
            <a:spLocks xmlns:a="http://schemas.openxmlformats.org/drawingml/2006/main" noGrp="1"/>
          </p:cNvSpPr>
          <p:nvPr/>
        </p:nvSpPr>
        <p:spPr>
          <a:xfrm xmlns:a="http://schemas.openxmlformats.org/drawingml/2006/main">
            <a:off x="1507331" y="477107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변경 / EvidenceDispute</a:t>
            </a:r>
          </a:p>
        </p:txBody>
      </p:sp>
      <p:sp>
        <p:nvSpPr>
          <p:cNvPr id="163" name="dp45-comparison / n122 / text 2">
            <a:extLst xmlns:a="http://schemas.openxmlformats.org/drawingml/2006/main">
              <a:ext uri="{FF2B5EF4-FFF2-40B4-BE49-F238E27FC236}">
                <a16:creationId xmlns:a16="http://schemas.microsoft.com/office/drawing/2014/main" id="{211A7E74-F05B-4F53-9521-78453DE7D1BC}"/>
              </a:ext>
            </a:extLst>
          </p:cNvPr>
          <p:cNvSpPr>
            <a:spLocks xmlns:a="http://schemas.openxmlformats.org/drawingml/2006/main" noGrp="1"/>
          </p:cNvSpPr>
          <p:nvPr/>
        </p:nvSpPr>
        <p:spPr>
          <a:xfrm xmlns:a="http://schemas.openxmlformats.org/drawingml/2006/main">
            <a:off x="1507331" y="492710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즉시 해당 파생 버전 차단</a:t>
            </a:r>
          </a:p>
        </p:txBody>
      </p:sp>
      <p:sp>
        <p:nvSpPr>
          <p:cNvPr id="164" name="dp45-comparison / n122 / text 3">
            <a:extLst xmlns:a="http://schemas.openxmlformats.org/drawingml/2006/main">
              <a:ext uri="{FF2B5EF4-FFF2-40B4-BE49-F238E27FC236}">
                <a16:creationId xmlns:a16="http://schemas.microsoft.com/office/drawing/2014/main" id="{54677F6B-C619-41FA-83EE-52AE0C3261E4}"/>
              </a:ext>
            </a:extLst>
          </p:cNvPr>
          <p:cNvSpPr>
            <a:spLocks xmlns:a="http://schemas.openxmlformats.org/drawingml/2006/main" noGrp="1"/>
          </p:cNvSpPr>
          <p:nvPr/>
        </p:nvSpPr>
        <p:spPr>
          <a:xfrm xmlns:a="http://schemas.openxmlformats.org/drawingml/2006/main">
            <a:off x="1507331" y="508313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원본 재검증 / 부분 갱신</a:t>
            </a:r>
          </a:p>
        </p:txBody>
      </p:sp>
      <p:sp>
        <p:nvSpPr>
          <p:cNvPr id="165" name="dp45-comparison / n125">
            <a:extLst xmlns:a="http://schemas.openxmlformats.org/drawingml/2006/main">
              <a:ext uri="{FF2B5EF4-FFF2-40B4-BE49-F238E27FC236}">
                <a16:creationId xmlns:a16="http://schemas.microsoft.com/office/drawing/2014/main" id="{73A8C837-0CEE-4268-9D17-27D4D218C574}"/>
              </a:ext>
            </a:extLst>
          </p:cNvPr>
          <p:cNvSpPr>
            <a:spLocks xmlns:a="http://schemas.openxmlformats.org/drawingml/2006/main" noGrp="1"/>
          </p:cNvSpPr>
          <p:nvPr/>
        </p:nvSpPr>
        <p:spPr>
          <a:xfrm xmlns:a="http://schemas.openxmlformats.org/drawingml/2006/main">
            <a:off x="149342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5-comparison / n126 / text 1">
            <a:extLst xmlns:a="http://schemas.openxmlformats.org/drawingml/2006/main">
              <a:ext uri="{FF2B5EF4-FFF2-40B4-BE49-F238E27FC236}">
                <a16:creationId xmlns:a16="http://schemas.microsoft.com/office/drawing/2014/main" id="{B8B3C8D0-870C-41F9-A3C6-2653CDD2AEFD}"/>
              </a:ext>
            </a:extLst>
          </p:cNvPr>
          <p:cNvSpPr>
            <a:spLocks xmlns:a="http://schemas.openxmlformats.org/drawingml/2006/main" noGrp="1"/>
          </p:cNvSpPr>
          <p:nvPr/>
        </p:nvSpPr>
        <p:spPr>
          <a:xfrm xmlns:a="http://schemas.openxmlformats.org/drawingml/2006/main">
            <a:off x="150733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1 EvidenceQuery →</a:t>
            </a:r>
          </a:p>
        </p:txBody>
      </p:sp>
      <p:sp>
        <p:nvSpPr>
          <p:cNvPr id="167" name="dp45-comparison / n126 / text 2">
            <a:extLst xmlns:a="http://schemas.openxmlformats.org/drawingml/2006/main">
              <a:ext uri="{FF2B5EF4-FFF2-40B4-BE49-F238E27FC236}">
                <a16:creationId xmlns:a16="http://schemas.microsoft.com/office/drawing/2014/main" id="{79618E38-0CD1-4A57-AB58-1FCCBB3A5D34}"/>
              </a:ext>
            </a:extLst>
          </p:cNvPr>
          <p:cNvSpPr>
            <a:spLocks xmlns:a="http://schemas.openxmlformats.org/drawingml/2006/main" noGrp="1"/>
          </p:cNvSpPr>
          <p:nvPr/>
        </p:nvSpPr>
        <p:spPr>
          <a:xfrm xmlns:a="http://schemas.openxmlformats.org/drawingml/2006/main">
            <a:off x="150733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168" name="dp45-comparison / n127">
            <a:extLst xmlns:a="http://schemas.openxmlformats.org/drawingml/2006/main">
              <a:ext uri="{FF2B5EF4-FFF2-40B4-BE49-F238E27FC236}">
                <a16:creationId xmlns:a16="http://schemas.microsoft.com/office/drawing/2014/main" id="{51C5D372-F6FA-47FA-B256-0D1C980794CE}"/>
              </a:ext>
            </a:extLst>
          </p:cNvPr>
          <p:cNvSpPr>
            <a:spLocks xmlns:a="http://schemas.openxmlformats.org/drawingml/2006/main" noGrp="1"/>
          </p:cNvSpPr>
          <p:nvPr/>
        </p:nvSpPr>
        <p:spPr>
          <a:xfrm xmlns:a="http://schemas.openxmlformats.org/drawingml/2006/main">
            <a:off x="149342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5-comparison / n128 / text 1">
            <a:extLst xmlns:a="http://schemas.openxmlformats.org/drawingml/2006/main">
              <a:ext uri="{FF2B5EF4-FFF2-40B4-BE49-F238E27FC236}">
                <a16:creationId xmlns:a16="http://schemas.microsoft.com/office/drawing/2014/main" id="{C383AD50-AA43-4108-8AB5-2D4278DE06BF}"/>
              </a:ext>
            </a:extLst>
          </p:cNvPr>
          <p:cNvSpPr>
            <a:spLocks xmlns:a="http://schemas.openxmlformats.org/drawingml/2006/main" noGrp="1"/>
          </p:cNvSpPr>
          <p:nvPr/>
        </p:nvSpPr>
        <p:spPr>
          <a:xfrm xmlns:a="http://schemas.openxmlformats.org/drawingml/2006/main">
            <a:off x="150733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170" name="dp45-comparison / n128 / text 2">
            <a:extLst xmlns:a="http://schemas.openxmlformats.org/drawingml/2006/main">
              <a:ext uri="{FF2B5EF4-FFF2-40B4-BE49-F238E27FC236}">
                <a16:creationId xmlns:a16="http://schemas.microsoft.com/office/drawing/2014/main" id="{55F34458-189A-4192-8967-180FD702A309}"/>
              </a:ext>
            </a:extLst>
          </p:cNvPr>
          <p:cNvSpPr>
            <a:spLocks xmlns:a="http://schemas.openxmlformats.org/drawingml/2006/main" noGrp="1"/>
          </p:cNvSpPr>
          <p:nvPr/>
        </p:nvSpPr>
        <p:spPr>
          <a:xfrm xmlns:a="http://schemas.openxmlformats.org/drawingml/2006/main">
            <a:off x="150733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171" name="dp45-comparison / n131">
            <a:extLst xmlns:a="http://schemas.openxmlformats.org/drawingml/2006/main">
              <a:ext uri="{FF2B5EF4-FFF2-40B4-BE49-F238E27FC236}">
                <a16:creationId xmlns:a16="http://schemas.microsoft.com/office/drawing/2014/main" id="{03F006B5-609D-4309-908B-C4939467C8DD}"/>
              </a:ext>
            </a:extLst>
          </p:cNvPr>
          <p:cNvSpPr>
            <a:spLocks xmlns:a="http://schemas.openxmlformats.org/drawingml/2006/main" noGrp="1"/>
          </p:cNvSpPr>
          <p:nvPr/>
        </p:nvSpPr>
        <p:spPr>
          <a:xfrm xmlns:a="http://schemas.openxmlformats.org/drawingml/2006/main">
            <a:off x="149342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5-comparison / n132 / text 1">
            <a:extLst xmlns:a="http://schemas.openxmlformats.org/drawingml/2006/main">
              <a:ext uri="{FF2B5EF4-FFF2-40B4-BE49-F238E27FC236}">
                <a16:creationId xmlns:a16="http://schemas.microsoft.com/office/drawing/2014/main" id="{5F34C074-A657-4520-9652-299F6A0E3E70}"/>
              </a:ext>
            </a:extLst>
          </p:cNvPr>
          <p:cNvSpPr>
            <a:spLocks xmlns:a="http://schemas.openxmlformats.org/drawingml/2006/main" noGrp="1"/>
          </p:cNvSpPr>
          <p:nvPr/>
        </p:nvSpPr>
        <p:spPr>
          <a:xfrm xmlns:a="http://schemas.openxmlformats.org/drawingml/2006/main">
            <a:off x="150733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173" name="dp45-comparison / n134">
            <a:extLst xmlns:a="http://schemas.openxmlformats.org/drawingml/2006/main">
              <a:ext uri="{FF2B5EF4-FFF2-40B4-BE49-F238E27FC236}">
                <a16:creationId xmlns:a16="http://schemas.microsoft.com/office/drawing/2014/main" id="{214CCB05-5CD5-44B4-84EF-B6DE4C76E7F8}"/>
              </a:ext>
            </a:extLst>
          </p:cNvPr>
          <p:cNvSpPr>
            <a:spLocks xmlns:a="http://schemas.openxmlformats.org/drawingml/2006/main" noGrp="1"/>
          </p:cNvSpPr>
          <p:nvPr/>
        </p:nvSpPr>
        <p:spPr>
          <a:xfrm xmlns:a="http://schemas.openxmlformats.org/drawingml/2006/main">
            <a:off x="403136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5-comparison / n135 / text 1">
            <a:extLst xmlns:a="http://schemas.openxmlformats.org/drawingml/2006/main">
              <a:ext uri="{FF2B5EF4-FFF2-40B4-BE49-F238E27FC236}">
                <a16:creationId xmlns:a16="http://schemas.microsoft.com/office/drawing/2014/main" id="{FF28B6FA-7E21-4C55-84F4-90D634739901}"/>
              </a:ext>
            </a:extLst>
          </p:cNvPr>
          <p:cNvSpPr>
            <a:spLocks xmlns:a="http://schemas.openxmlformats.org/drawingml/2006/main" noGrp="1"/>
          </p:cNvSpPr>
          <p:nvPr/>
        </p:nvSpPr>
        <p:spPr>
          <a:xfrm xmlns:a="http://schemas.openxmlformats.org/drawingml/2006/main">
            <a:off x="404526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175" name="dp45-comparison / n138">
            <a:extLst xmlns:a="http://schemas.openxmlformats.org/drawingml/2006/main">
              <a:ext uri="{FF2B5EF4-FFF2-40B4-BE49-F238E27FC236}">
                <a16:creationId xmlns:a16="http://schemas.microsoft.com/office/drawing/2014/main" id="{F47EBCDF-8C07-417A-8AA5-4EB9CF823D65}"/>
              </a:ext>
            </a:extLst>
          </p:cNvPr>
          <p:cNvSpPr>
            <a:spLocks xmlns:a="http://schemas.openxmlformats.org/drawingml/2006/main" noGrp="1"/>
          </p:cNvSpPr>
          <p:nvPr/>
        </p:nvSpPr>
        <p:spPr>
          <a:xfrm xmlns:a="http://schemas.openxmlformats.org/drawingml/2006/main">
            <a:off x="149342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5-comparison / n139 / text 1">
            <a:extLst xmlns:a="http://schemas.openxmlformats.org/drawingml/2006/main">
              <a:ext uri="{FF2B5EF4-FFF2-40B4-BE49-F238E27FC236}">
                <a16:creationId xmlns:a16="http://schemas.microsoft.com/office/drawing/2014/main" id="{2F9F6B69-2588-4585-B772-9F4291891B5F}"/>
              </a:ext>
            </a:extLst>
          </p:cNvPr>
          <p:cNvSpPr>
            <a:spLocks xmlns:a="http://schemas.openxmlformats.org/drawingml/2006/main" noGrp="1"/>
          </p:cNvSpPr>
          <p:nvPr/>
        </p:nvSpPr>
        <p:spPr>
          <a:xfrm xmlns:a="http://schemas.openxmlformats.org/drawingml/2006/main">
            <a:off x="150733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177" name="dp45-comparison / n139 / text 2">
            <a:extLst xmlns:a="http://schemas.openxmlformats.org/drawingml/2006/main">
              <a:ext uri="{FF2B5EF4-FFF2-40B4-BE49-F238E27FC236}">
                <a16:creationId xmlns:a16="http://schemas.microsoft.com/office/drawing/2014/main" id="{D6A7F446-FED6-4215-9882-2FC996FFB724}"/>
              </a:ext>
            </a:extLst>
          </p:cNvPr>
          <p:cNvSpPr>
            <a:spLocks xmlns:a="http://schemas.openxmlformats.org/drawingml/2006/main" noGrp="1"/>
          </p:cNvSpPr>
          <p:nvPr/>
        </p:nvSpPr>
        <p:spPr>
          <a:xfrm xmlns:a="http://schemas.openxmlformats.org/drawingml/2006/main">
            <a:off x="150733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178" name="dp45-comparison / n139 / text 3">
            <a:extLst xmlns:a="http://schemas.openxmlformats.org/drawingml/2006/main">
              <a:ext uri="{FF2B5EF4-FFF2-40B4-BE49-F238E27FC236}">
                <a16:creationId xmlns:a16="http://schemas.microsoft.com/office/drawing/2014/main" id="{017D1379-1F43-4EC0-8C2F-800C1DDC692B}"/>
              </a:ext>
            </a:extLst>
          </p:cNvPr>
          <p:cNvSpPr>
            <a:spLocks xmlns:a="http://schemas.openxmlformats.org/drawingml/2006/main" noGrp="1"/>
          </p:cNvSpPr>
          <p:nvPr/>
        </p:nvSpPr>
        <p:spPr>
          <a:xfrm xmlns:a="http://schemas.openxmlformats.org/drawingml/2006/main">
            <a:off x="150733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179" name="dp45-comparison / n144">
            <a:extLst xmlns:a="http://schemas.openxmlformats.org/drawingml/2006/main">
              <a:ext uri="{FF2B5EF4-FFF2-40B4-BE49-F238E27FC236}">
                <a16:creationId xmlns:a16="http://schemas.microsoft.com/office/drawing/2014/main" id="{2853B1B5-586B-41BA-9779-891303AF803B}"/>
              </a:ext>
            </a:extLst>
          </p:cNvPr>
          <p:cNvSpPr>
            <a:spLocks xmlns:a="http://schemas.openxmlformats.org/drawingml/2006/main" noGrp="1"/>
          </p:cNvSpPr>
          <p:nvPr/>
        </p:nvSpPr>
        <p:spPr>
          <a:xfrm xmlns:a="http://schemas.openxmlformats.org/drawingml/2006/main">
            <a:off x="149342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0" name="dp45-comparison / n145 / text 1">
            <a:extLst xmlns:a="http://schemas.openxmlformats.org/drawingml/2006/main">
              <a:ext uri="{FF2B5EF4-FFF2-40B4-BE49-F238E27FC236}">
                <a16:creationId xmlns:a16="http://schemas.microsoft.com/office/drawing/2014/main" id="{06EB9C9E-AF46-4173-A5B3-4FBAB54DE529}"/>
              </a:ext>
            </a:extLst>
          </p:cNvPr>
          <p:cNvSpPr>
            <a:spLocks xmlns:a="http://schemas.openxmlformats.org/drawingml/2006/main" noGrp="1"/>
          </p:cNvSpPr>
          <p:nvPr/>
        </p:nvSpPr>
        <p:spPr>
          <a:xfrm xmlns:a="http://schemas.openxmlformats.org/drawingml/2006/main">
            <a:off x="150733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
        <p:nvSpPr>
          <p:cNvPr id="181" name="dp45-comparison / n146">
            <a:extLst xmlns:a="http://schemas.openxmlformats.org/drawingml/2006/main">
              <a:ext uri="{FF2B5EF4-FFF2-40B4-BE49-F238E27FC236}">
                <a16:creationId xmlns:a16="http://schemas.microsoft.com/office/drawing/2014/main" id="{05BF2093-F215-4294-81B2-5731E9AF48F7}"/>
              </a:ext>
            </a:extLst>
          </p:cNvPr>
          <p:cNvSpPr>
            <a:spLocks xmlns:a="http://schemas.openxmlformats.org/drawingml/2006/main" noGrp="1"/>
          </p:cNvSpPr>
          <p:nvPr/>
        </p:nvSpPr>
        <p:spPr>
          <a:xfrm xmlns:a="http://schemas.openxmlformats.org/drawingml/2006/main">
            <a:off x="975931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2" name="dp45-comparison / n147 / text 1">
            <a:extLst xmlns:a="http://schemas.openxmlformats.org/drawingml/2006/main">
              <a:ext uri="{FF2B5EF4-FFF2-40B4-BE49-F238E27FC236}">
                <a16:creationId xmlns:a16="http://schemas.microsoft.com/office/drawing/2014/main" id="{A7D4251A-9134-4924-B27D-EBF494A8E86F}"/>
              </a:ext>
            </a:extLst>
          </p:cNvPr>
          <p:cNvSpPr>
            <a:spLocks xmlns:a="http://schemas.openxmlformats.org/drawingml/2006/main" noGrp="1"/>
          </p:cNvSpPr>
          <p:nvPr/>
        </p:nvSpPr>
        <p:spPr>
          <a:xfrm xmlns:a="http://schemas.openxmlformats.org/drawingml/2006/main">
            <a:off x="980798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183" name="dp45-comparison / n148">
            <a:extLst xmlns:a="http://schemas.openxmlformats.org/drawingml/2006/main">
              <a:ext uri="{FF2B5EF4-FFF2-40B4-BE49-F238E27FC236}">
                <a16:creationId xmlns:a16="http://schemas.microsoft.com/office/drawing/2014/main" id="{CC09E7BB-DFA1-426C-B5DE-C37D4FC838AB}"/>
              </a:ext>
            </a:extLst>
          </p:cNvPr>
          <p:cNvSpPr>
            <a:spLocks xmlns:a="http://schemas.openxmlformats.org/drawingml/2006/main" noGrp="1"/>
          </p:cNvSpPr>
          <p:nvPr/>
        </p:nvSpPr>
        <p:spPr>
          <a:xfrm xmlns:a="http://schemas.openxmlformats.org/drawingml/2006/main">
            <a:off x="1261014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4" name="dp45-comparison / n149 / text 1">
            <a:extLst xmlns:a="http://schemas.openxmlformats.org/drawingml/2006/main">
              <a:ext uri="{FF2B5EF4-FFF2-40B4-BE49-F238E27FC236}">
                <a16:creationId xmlns:a16="http://schemas.microsoft.com/office/drawing/2014/main" id="{8226D76D-0F58-4B16-8EB2-28779F0F0C9F}"/>
              </a:ext>
            </a:extLst>
          </p:cNvPr>
          <p:cNvSpPr>
            <a:spLocks xmlns:a="http://schemas.openxmlformats.org/drawingml/2006/main" noGrp="1"/>
          </p:cNvSpPr>
          <p:nvPr/>
        </p:nvSpPr>
        <p:spPr>
          <a:xfrm xmlns:a="http://schemas.openxmlformats.org/drawingml/2006/main">
            <a:off x="1265882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185" name="dp45-comparison / n150">
            <a:extLst xmlns:a="http://schemas.openxmlformats.org/drawingml/2006/main">
              <a:ext uri="{FF2B5EF4-FFF2-40B4-BE49-F238E27FC236}">
                <a16:creationId xmlns:a16="http://schemas.microsoft.com/office/drawing/2014/main" id="{8DF6F64B-5908-46CF-BC8E-D3C459B1D889}"/>
              </a:ext>
            </a:extLst>
          </p:cNvPr>
          <p:cNvSpPr>
            <a:spLocks xmlns:a="http://schemas.openxmlformats.org/drawingml/2006/main" noGrp="1"/>
          </p:cNvSpPr>
          <p:nvPr/>
        </p:nvSpPr>
        <p:spPr>
          <a:xfrm xmlns:a="http://schemas.openxmlformats.org/drawingml/2006/main">
            <a:off x="1532191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6" name="dp45-comparison / n151 / text 1">
            <a:extLst xmlns:a="http://schemas.openxmlformats.org/drawingml/2006/main">
              <a:ext uri="{FF2B5EF4-FFF2-40B4-BE49-F238E27FC236}">
                <a16:creationId xmlns:a16="http://schemas.microsoft.com/office/drawing/2014/main" id="{F3266482-5795-44C0-906C-BF13291A02C9}"/>
              </a:ext>
            </a:extLst>
          </p:cNvPr>
          <p:cNvSpPr>
            <a:spLocks xmlns:a="http://schemas.openxmlformats.org/drawingml/2006/main" noGrp="1"/>
          </p:cNvSpPr>
          <p:nvPr/>
        </p:nvSpPr>
        <p:spPr>
          <a:xfrm xmlns:a="http://schemas.openxmlformats.org/drawingml/2006/main">
            <a:off x="1537058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187" name="dp45-comparison / n152">
            <a:extLst xmlns:a="http://schemas.openxmlformats.org/drawingml/2006/main">
              <a:ext uri="{FF2B5EF4-FFF2-40B4-BE49-F238E27FC236}">
                <a16:creationId xmlns:a16="http://schemas.microsoft.com/office/drawing/2014/main" id="{4B398084-496E-46B3-8669-09368B8BC348}"/>
              </a:ext>
            </a:extLst>
          </p:cNvPr>
          <p:cNvSpPr>
            <a:spLocks xmlns:a="http://schemas.openxmlformats.org/drawingml/2006/main" noGrp="1"/>
          </p:cNvSpPr>
          <p:nvPr/>
        </p:nvSpPr>
        <p:spPr>
          <a:xfrm xmlns:a="http://schemas.openxmlformats.org/drawingml/2006/main">
            <a:off x="1226248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8" name="dp45-comparison / n153 / text 1">
            <a:extLst xmlns:a="http://schemas.openxmlformats.org/drawingml/2006/main">
              <a:ext uri="{FF2B5EF4-FFF2-40B4-BE49-F238E27FC236}">
                <a16:creationId xmlns:a16="http://schemas.microsoft.com/office/drawing/2014/main" id="{C402173A-AD98-4A91-A35E-C5D1E25E0133}"/>
              </a:ext>
            </a:extLst>
          </p:cNvPr>
          <p:cNvSpPr>
            <a:spLocks xmlns:a="http://schemas.openxmlformats.org/drawingml/2006/main" noGrp="1"/>
          </p:cNvSpPr>
          <p:nvPr/>
        </p:nvSpPr>
        <p:spPr>
          <a:xfrm xmlns:a="http://schemas.openxmlformats.org/drawingml/2006/main">
            <a:off x="1234592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189" name="dp45-comparison / n154">
            <a:extLst xmlns:a="http://schemas.openxmlformats.org/drawingml/2006/main">
              <a:ext uri="{FF2B5EF4-FFF2-40B4-BE49-F238E27FC236}">
                <a16:creationId xmlns:a16="http://schemas.microsoft.com/office/drawing/2014/main" id="{1B57585F-B921-4869-BB38-CC267C18BE5A}"/>
              </a:ext>
            </a:extLst>
          </p:cNvPr>
          <p:cNvSpPr>
            <a:spLocks xmlns:a="http://schemas.openxmlformats.org/drawingml/2006/main" noGrp="1"/>
          </p:cNvSpPr>
          <p:nvPr/>
        </p:nvSpPr>
        <p:spPr>
          <a:xfrm xmlns:a="http://schemas.openxmlformats.org/drawingml/2006/main">
            <a:off x="975931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0" name="dp45-comparison / n155 / text 1">
            <a:extLst xmlns:a="http://schemas.openxmlformats.org/drawingml/2006/main">
              <a:ext uri="{FF2B5EF4-FFF2-40B4-BE49-F238E27FC236}">
                <a16:creationId xmlns:a16="http://schemas.microsoft.com/office/drawing/2014/main" id="{48A2DC34-54A7-4FD9-AC06-08E4786CE70C}"/>
              </a:ext>
            </a:extLst>
          </p:cNvPr>
          <p:cNvSpPr>
            <a:spLocks xmlns:a="http://schemas.openxmlformats.org/drawingml/2006/main" noGrp="1"/>
          </p:cNvSpPr>
          <p:nvPr/>
        </p:nvSpPr>
        <p:spPr>
          <a:xfrm xmlns:a="http://schemas.openxmlformats.org/drawingml/2006/main">
            <a:off x="980798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191" name="dp45-comparison / n156">
            <a:extLst xmlns:a="http://schemas.openxmlformats.org/drawingml/2006/main">
              <a:ext uri="{FF2B5EF4-FFF2-40B4-BE49-F238E27FC236}">
                <a16:creationId xmlns:a16="http://schemas.microsoft.com/office/drawing/2014/main" id="{835120B4-D66F-4F39-8C56-B8D0C4B7A897}"/>
              </a:ext>
            </a:extLst>
          </p:cNvPr>
          <p:cNvSpPr>
            <a:spLocks xmlns:a="http://schemas.openxmlformats.org/drawingml/2006/main" noGrp="1"/>
          </p:cNvSpPr>
          <p:nvPr/>
        </p:nvSpPr>
        <p:spPr>
          <a:xfrm xmlns:a="http://schemas.openxmlformats.org/drawingml/2006/main">
            <a:off x="975931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2" name="dp45-comparison / n157 / text 1">
            <a:extLst xmlns:a="http://schemas.openxmlformats.org/drawingml/2006/main">
              <a:ext uri="{FF2B5EF4-FFF2-40B4-BE49-F238E27FC236}">
                <a16:creationId xmlns:a16="http://schemas.microsoft.com/office/drawing/2014/main" id="{B177A05F-1EB4-4287-9D03-8705B186194C}"/>
              </a:ext>
            </a:extLst>
          </p:cNvPr>
          <p:cNvSpPr>
            <a:spLocks xmlns:a="http://schemas.openxmlformats.org/drawingml/2006/main" noGrp="1"/>
          </p:cNvSpPr>
          <p:nvPr/>
        </p:nvSpPr>
        <p:spPr>
          <a:xfrm xmlns:a="http://schemas.openxmlformats.org/drawingml/2006/main">
            <a:off x="980798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193" name="dp45-comparison / n158">
            <a:extLst xmlns:a="http://schemas.openxmlformats.org/drawingml/2006/main">
              <a:ext uri="{FF2B5EF4-FFF2-40B4-BE49-F238E27FC236}">
                <a16:creationId xmlns:a16="http://schemas.microsoft.com/office/drawing/2014/main" id="{F78B2EDF-43E6-498D-925C-EA71D3D1C402}"/>
              </a:ext>
            </a:extLst>
          </p:cNvPr>
          <p:cNvSpPr>
            <a:spLocks xmlns:a="http://schemas.openxmlformats.org/drawingml/2006/main" noGrp="1"/>
          </p:cNvSpPr>
          <p:nvPr/>
        </p:nvSpPr>
        <p:spPr>
          <a:xfrm xmlns:a="http://schemas.openxmlformats.org/drawingml/2006/main">
            <a:off x="1267968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194" name="dp45-comparison / n159 / text 1">
            <a:extLst xmlns:a="http://schemas.openxmlformats.org/drawingml/2006/main">
              <a:ext uri="{FF2B5EF4-FFF2-40B4-BE49-F238E27FC236}">
                <a16:creationId xmlns:a16="http://schemas.microsoft.com/office/drawing/2014/main" id="{BAC5A6BC-AAD5-4079-8A63-FDA27950C228}"/>
              </a:ext>
            </a:extLst>
          </p:cNvPr>
          <p:cNvSpPr>
            <a:spLocks xmlns:a="http://schemas.openxmlformats.org/drawingml/2006/main" noGrp="1"/>
          </p:cNvSpPr>
          <p:nvPr/>
        </p:nvSpPr>
        <p:spPr>
          <a:xfrm xmlns:a="http://schemas.openxmlformats.org/drawingml/2006/main">
            <a:off x="1272835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195" name="dp45-comparison / n160">
            <a:extLst xmlns:a="http://schemas.openxmlformats.org/drawingml/2006/main">
              <a:ext uri="{FF2B5EF4-FFF2-40B4-BE49-F238E27FC236}">
                <a16:creationId xmlns:a16="http://schemas.microsoft.com/office/drawing/2014/main" id="{4DF08880-F9C6-421E-8B07-964B6E88E51E}"/>
              </a:ext>
            </a:extLst>
          </p:cNvPr>
          <p:cNvSpPr>
            <a:spLocks xmlns:a="http://schemas.openxmlformats.org/drawingml/2006/main" noGrp="1"/>
          </p:cNvSpPr>
          <p:nvPr/>
        </p:nvSpPr>
        <p:spPr>
          <a:xfrm xmlns:a="http://schemas.openxmlformats.org/drawingml/2006/main">
            <a:off x="1566957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196" name="dp45-comparison / n161 / text 1">
            <a:extLst xmlns:a="http://schemas.openxmlformats.org/drawingml/2006/main">
              <a:ext uri="{FF2B5EF4-FFF2-40B4-BE49-F238E27FC236}">
                <a16:creationId xmlns:a16="http://schemas.microsoft.com/office/drawing/2014/main" id="{045EDEA2-F2B1-4D60-876F-A06DFAD6B054}"/>
              </a:ext>
            </a:extLst>
          </p:cNvPr>
          <p:cNvSpPr>
            <a:spLocks xmlns:a="http://schemas.openxmlformats.org/drawingml/2006/main" noGrp="1"/>
          </p:cNvSpPr>
          <p:nvPr/>
        </p:nvSpPr>
        <p:spPr>
          <a:xfrm xmlns:a="http://schemas.openxmlformats.org/drawingml/2006/main">
            <a:off x="1571825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197" name="dp45-comparison / n170">
            <a:extLst xmlns:a="http://schemas.openxmlformats.org/drawingml/2006/main">
              <a:ext uri="{FF2B5EF4-FFF2-40B4-BE49-F238E27FC236}">
                <a16:creationId xmlns:a16="http://schemas.microsoft.com/office/drawing/2014/main" id="{B5395CBE-C3A4-45B7-AB3F-418285F0C0AD}"/>
              </a:ext>
            </a:extLst>
          </p:cNvPr>
          <p:cNvSpPr>
            <a:spLocks xmlns:a="http://schemas.openxmlformats.org/drawingml/2006/main" noGrp="1"/>
          </p:cNvSpPr>
          <p:nvPr/>
        </p:nvSpPr>
        <p:spPr>
          <a:xfrm xmlns:a="http://schemas.openxmlformats.org/drawingml/2006/main">
            <a:off x="12610148" y="4159186"/>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198" name="dp45-comparison / n171 / text 1">
            <a:extLst xmlns:a="http://schemas.openxmlformats.org/drawingml/2006/main">
              <a:ext uri="{FF2B5EF4-FFF2-40B4-BE49-F238E27FC236}">
                <a16:creationId xmlns:a16="http://schemas.microsoft.com/office/drawing/2014/main" id="{A0ED5D00-A812-4552-A215-623CC20F5EAC}"/>
              </a:ext>
            </a:extLst>
          </p:cNvPr>
          <p:cNvSpPr>
            <a:spLocks xmlns:a="http://schemas.openxmlformats.org/drawingml/2006/main" noGrp="1"/>
          </p:cNvSpPr>
          <p:nvPr/>
        </p:nvSpPr>
        <p:spPr>
          <a:xfrm xmlns:a="http://schemas.openxmlformats.org/drawingml/2006/main">
            <a:off x="12658820" y="4256845"/>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Memory Publisher</a:t>
            </a:r>
          </a:p>
        </p:txBody>
      </p:sp>
      <p:sp>
        <p:nvSpPr>
          <p:cNvPr id="199" name="dp45-comparison / n172">
            <a:extLst xmlns:a="http://schemas.openxmlformats.org/drawingml/2006/main">
              <a:ext uri="{FF2B5EF4-FFF2-40B4-BE49-F238E27FC236}">
                <a16:creationId xmlns:a16="http://schemas.microsoft.com/office/drawing/2014/main" id="{017913C4-3971-47C8-956D-86BF3E922540}"/>
              </a:ext>
            </a:extLst>
          </p:cNvPr>
          <p:cNvSpPr>
            <a:spLocks xmlns:a="http://schemas.openxmlformats.org/drawingml/2006/main" noGrp="1"/>
          </p:cNvSpPr>
          <p:nvPr/>
        </p:nvSpPr>
        <p:spPr>
          <a:xfrm xmlns:a="http://schemas.openxmlformats.org/drawingml/2006/main">
            <a:off x="15321915" y="4159186"/>
            <a:ext cx="1981676" cy="514540"/>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200" name="dp45-comparison / n173 / text 1">
            <a:extLst xmlns:a="http://schemas.openxmlformats.org/drawingml/2006/main">
              <a:ext uri="{FF2B5EF4-FFF2-40B4-BE49-F238E27FC236}">
                <a16:creationId xmlns:a16="http://schemas.microsoft.com/office/drawing/2014/main" id="{6FEF59D5-E764-41D4-980C-DC6C8C29F754}"/>
              </a:ext>
            </a:extLst>
          </p:cNvPr>
          <p:cNvSpPr>
            <a:spLocks xmlns:a="http://schemas.openxmlformats.org/drawingml/2006/main" noGrp="1"/>
          </p:cNvSpPr>
          <p:nvPr/>
        </p:nvSpPr>
        <p:spPr>
          <a:xfrm xmlns:a="http://schemas.openxmlformats.org/drawingml/2006/main">
            <a:off x="15370588" y="427342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Episodic Memory</a:t>
            </a:r>
          </a:p>
        </p:txBody>
      </p:sp>
      <p:sp>
        <p:nvSpPr>
          <p:cNvPr id="201" name="dp45-comparison / n173 / text 2">
            <a:extLst xmlns:a="http://schemas.openxmlformats.org/drawingml/2006/main">
              <a:ext uri="{FF2B5EF4-FFF2-40B4-BE49-F238E27FC236}">
                <a16:creationId xmlns:a16="http://schemas.microsoft.com/office/drawing/2014/main" id="{B8BC5E3F-6C6F-457F-B5F2-4186901C2768}"/>
              </a:ext>
            </a:extLst>
          </p:cNvPr>
          <p:cNvSpPr>
            <a:spLocks xmlns:a="http://schemas.openxmlformats.org/drawingml/2006/main" noGrp="1"/>
          </p:cNvSpPr>
          <p:nvPr/>
        </p:nvSpPr>
        <p:spPr>
          <a:xfrm xmlns:a="http://schemas.openxmlformats.org/drawingml/2006/main">
            <a:off x="15370588" y="4466172"/>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Repository</a:t>
            </a:r>
          </a:p>
        </p:txBody>
      </p:sp>
      <p:sp>
        <p:nvSpPr>
          <p:cNvPr id="202" name="dp45-comparison / n174">
            <a:extLst xmlns:a="http://schemas.openxmlformats.org/drawingml/2006/main">
              <a:ext uri="{FF2B5EF4-FFF2-40B4-BE49-F238E27FC236}">
                <a16:creationId xmlns:a16="http://schemas.microsoft.com/office/drawing/2014/main" id="{95732C27-F9E7-4CCF-9E07-E7C08847CF7C}"/>
              </a:ext>
            </a:extLst>
          </p:cNvPr>
          <p:cNvSpPr>
            <a:spLocks xmlns:a="http://schemas.openxmlformats.org/drawingml/2006/main" noGrp="1"/>
          </p:cNvSpPr>
          <p:nvPr/>
        </p:nvSpPr>
        <p:spPr>
          <a:xfrm xmlns:a="http://schemas.openxmlformats.org/drawingml/2006/main">
            <a:off x="12610148" y="5501164"/>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203" name="dp45-comparison / n175 / text 1">
            <a:extLst xmlns:a="http://schemas.openxmlformats.org/drawingml/2006/main">
              <a:ext uri="{FF2B5EF4-FFF2-40B4-BE49-F238E27FC236}">
                <a16:creationId xmlns:a16="http://schemas.microsoft.com/office/drawing/2014/main" id="{22B67F10-CDB8-4EDF-87CB-60BE7363C704}"/>
              </a:ext>
            </a:extLst>
          </p:cNvPr>
          <p:cNvSpPr>
            <a:spLocks xmlns:a="http://schemas.openxmlformats.org/drawingml/2006/main" noGrp="1"/>
          </p:cNvSpPr>
          <p:nvPr/>
        </p:nvSpPr>
        <p:spPr>
          <a:xfrm xmlns:a="http://schemas.openxmlformats.org/drawingml/2006/main">
            <a:off x="12658820" y="5598822"/>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Evidence Reader</a:t>
            </a:r>
          </a:p>
        </p:txBody>
      </p:sp>
      <p:sp>
        <p:nvSpPr>
          <p:cNvPr id="204" name="dp45-comparison / n180 / path">
            <a:extLst xmlns:a="http://schemas.openxmlformats.org/drawingml/2006/main">
              <a:ext uri="{FF2B5EF4-FFF2-40B4-BE49-F238E27FC236}">
                <a16:creationId xmlns:a16="http://schemas.microsoft.com/office/drawing/2014/main" id="{A9376C18-EFB3-4497-80A8-F07A472C88D0}"/>
              </a:ext>
            </a:extLst>
          </p:cNvPr>
          <p:cNvSpPr>
            <a:spLocks xmlns:a="http://schemas.openxmlformats.org/drawingml/2006/main" noGrp="1"/>
          </p:cNvSpPr>
          <p:nvPr/>
        </p:nvSpPr>
        <p:spPr>
          <a:xfrm xmlns:a="http://schemas.openxmlformats.org/drawingml/2006/main">
            <a:off x="10684097"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solid"/>
          </a:ln>
        </p:spPr>
      </p:sp>
      <p:sp>
        <p:nvSpPr>
          <p:cNvPr id="205" name="dp45-comparison / n180 / arrow">
            <a:extLst xmlns:a="http://schemas.openxmlformats.org/drawingml/2006/main">
              <a:ext uri="{FF2B5EF4-FFF2-40B4-BE49-F238E27FC236}">
                <a16:creationId xmlns:a16="http://schemas.microsoft.com/office/drawing/2014/main" id="{2325D915-33E1-4977-9FE1-909D77331591}"/>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06" name="dp45-comparison / n181 / path">
            <a:extLst xmlns:a="http://schemas.openxmlformats.org/drawingml/2006/main">
              <a:ext uri="{FF2B5EF4-FFF2-40B4-BE49-F238E27FC236}">
                <a16:creationId xmlns:a16="http://schemas.microsoft.com/office/drawing/2014/main" id="{B30FD1DD-CFD9-44DA-A37D-2A7E94E521A8}"/>
              </a:ext>
            </a:extLst>
          </p:cNvPr>
          <p:cNvSpPr>
            <a:spLocks xmlns:a="http://schemas.openxmlformats.org/drawingml/2006/main" noGrp="1"/>
          </p:cNvSpPr>
          <p:nvPr/>
        </p:nvSpPr>
        <p:spPr>
          <a:xfrm xmlns:a="http://schemas.openxmlformats.org/drawingml/2006/main">
            <a:off x="10802303" y="2997994"/>
            <a:ext cx="2798683" cy="1161193"/>
          </a:xfrm>
          <a:custGeom xmlns:a="http://schemas.openxmlformats.org/drawingml/2006/main">
            <a:pathLst>
              <a:path w="2798683" h="1161193">
                <a:moveTo>
                  <a:pt x="2798683"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207" name="dp45-comparison / n181 / arrow">
            <a:extLst xmlns:a="http://schemas.openxmlformats.org/drawingml/2006/main">
              <a:ext uri="{FF2B5EF4-FFF2-40B4-BE49-F238E27FC236}">
                <a16:creationId xmlns:a16="http://schemas.microsoft.com/office/drawing/2014/main" id="{00A5C740-A001-46CA-BCA6-FED71D47A492}"/>
              </a:ext>
            </a:extLst>
          </p:cNvPr>
          <p:cNvSpPr>
            <a:spLocks xmlns:a="http://schemas.openxmlformats.org/drawingml/2006/main" noGrp="1"/>
          </p:cNvSpPr>
          <p:nvPr/>
        </p:nvSpPr>
        <p:spPr>
          <a:xfrm xmlns:a="http://schemas.openxmlformats.org/drawingml/2006/main">
            <a:off x="10777827"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08" name="dp45-comparison / n182 / path">
            <a:extLst xmlns:a="http://schemas.openxmlformats.org/drawingml/2006/main">
              <a:ext uri="{FF2B5EF4-FFF2-40B4-BE49-F238E27FC236}">
                <a16:creationId xmlns:a16="http://schemas.microsoft.com/office/drawing/2014/main" id="{C80107AD-F101-419B-91AF-91ED25AD420E}"/>
              </a:ext>
            </a:extLst>
          </p:cNvPr>
          <p:cNvSpPr>
            <a:spLocks xmlns:a="http://schemas.openxmlformats.org/drawingml/2006/main" noGrp="1"/>
          </p:cNvSpPr>
          <p:nvPr/>
        </p:nvSpPr>
        <p:spPr>
          <a:xfrm xmlns:a="http://schemas.openxmlformats.org/drawingml/2006/main">
            <a:off x="10920508"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dash"/>
          </a:ln>
        </p:spPr>
      </p:sp>
      <p:sp>
        <p:nvSpPr>
          <p:cNvPr id="209" name="dp45-comparison / n182 / arrow">
            <a:extLst xmlns:a="http://schemas.openxmlformats.org/drawingml/2006/main">
              <a:ext uri="{FF2B5EF4-FFF2-40B4-BE49-F238E27FC236}">
                <a16:creationId xmlns:a16="http://schemas.microsoft.com/office/drawing/2014/main" id="{3B2F55A1-9A12-4B4C-BC86-FADC6DD9D1B1}"/>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0" name="dp45-comparison / n183 / path">
            <a:extLst xmlns:a="http://schemas.openxmlformats.org/drawingml/2006/main">
              <a:ext uri="{FF2B5EF4-FFF2-40B4-BE49-F238E27FC236}">
                <a16:creationId xmlns:a16="http://schemas.microsoft.com/office/drawing/2014/main" id="{E5B94434-B8E1-4961-ABAB-C4233C345FFE}"/>
              </a:ext>
            </a:extLst>
          </p:cNvPr>
          <p:cNvSpPr>
            <a:spLocks xmlns:a="http://schemas.openxmlformats.org/drawingml/2006/main" noGrp="1"/>
          </p:cNvSpPr>
          <p:nvPr/>
        </p:nvSpPr>
        <p:spPr>
          <a:xfrm xmlns:a="http://schemas.openxmlformats.org/drawingml/2006/main">
            <a:off x="12199906" y="2997994"/>
            <a:ext cx="1282875" cy="1161193"/>
          </a:xfrm>
          <a:custGeom xmlns:a="http://schemas.openxmlformats.org/drawingml/2006/main">
            <a:pathLst>
              <a:path w="1282875" h="1161193">
                <a:moveTo>
                  <a:pt x="1265492" y="0"/>
                </a:moveTo>
                <a:lnTo>
                  <a:pt x="0" y="0"/>
                </a:lnTo>
                <a:lnTo>
                  <a:pt x="0" y="1161193"/>
                </a:lnTo>
                <a:lnTo>
                  <a:pt x="1282875" y="1161193"/>
                </a:lnTo>
              </a:path>
            </a:pathLst>
          </a:custGeom>
          <a:noFill xmlns:a="http://schemas.openxmlformats.org/drawingml/2006/main"/>
          <a:ln xmlns:a="http://schemas.openxmlformats.org/drawingml/2006/main" w="7649">
            <a:solidFill>
              <a:srgbClr val="000000"/>
            </a:solidFill>
            <a:prstDash val="solid"/>
          </a:ln>
        </p:spPr>
      </p:sp>
      <p:sp>
        <p:nvSpPr>
          <p:cNvPr id="211" name="dp45-comparison / n183 / arrow">
            <a:extLst xmlns:a="http://schemas.openxmlformats.org/drawingml/2006/main">
              <a:ext uri="{FF2B5EF4-FFF2-40B4-BE49-F238E27FC236}">
                <a16:creationId xmlns:a16="http://schemas.microsoft.com/office/drawing/2014/main" id="{E6B6DA1C-3582-4DAC-B252-E2CA18BB3D4F}"/>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2" name="dp45-comparison / n184 / path">
            <a:extLst xmlns:a="http://schemas.openxmlformats.org/drawingml/2006/main">
              <a:ext uri="{FF2B5EF4-FFF2-40B4-BE49-F238E27FC236}">
                <a16:creationId xmlns:a16="http://schemas.microsoft.com/office/drawing/2014/main" id="{565D7E30-6398-4324-9D10-6B0A1072E78C}"/>
              </a:ext>
            </a:extLst>
          </p:cNvPr>
          <p:cNvSpPr>
            <a:spLocks xmlns:a="http://schemas.openxmlformats.org/drawingml/2006/main" noGrp="1"/>
          </p:cNvSpPr>
          <p:nvPr/>
        </p:nvSpPr>
        <p:spPr>
          <a:xfrm xmlns:a="http://schemas.openxmlformats.org/drawingml/2006/main">
            <a:off x="12199906" y="2997994"/>
            <a:ext cx="1401080" cy="1161193"/>
          </a:xfrm>
          <a:custGeom xmlns:a="http://schemas.openxmlformats.org/drawingml/2006/main">
            <a:pathLst>
              <a:path w="1401080" h="1161193">
                <a:moveTo>
                  <a:pt x="1401080" y="1161193"/>
                </a:moveTo>
                <a:lnTo>
                  <a:pt x="0" y="1161193"/>
                </a:lnTo>
                <a:lnTo>
                  <a:pt x="0" y="0"/>
                </a:lnTo>
                <a:lnTo>
                  <a:pt x="1383697" y="0"/>
                </a:lnTo>
              </a:path>
            </a:pathLst>
          </a:custGeom>
          <a:noFill xmlns:a="http://schemas.openxmlformats.org/drawingml/2006/main"/>
          <a:ln xmlns:a="http://schemas.openxmlformats.org/drawingml/2006/main" w="7649">
            <a:solidFill>
              <a:srgbClr val="000000"/>
            </a:solidFill>
            <a:prstDash val="solid"/>
          </a:ln>
        </p:spPr>
      </p:sp>
      <p:sp>
        <p:nvSpPr>
          <p:cNvPr id="213" name="dp45-comparison / n184 / arrow">
            <a:extLst xmlns:a="http://schemas.openxmlformats.org/drawingml/2006/main">
              <a:ext uri="{FF2B5EF4-FFF2-40B4-BE49-F238E27FC236}">
                <a16:creationId xmlns:a16="http://schemas.microsoft.com/office/drawing/2014/main" id="{458F84DB-DE7F-4FBE-8626-9E6FAAB95C24}"/>
              </a:ext>
            </a:extLst>
          </p:cNvPr>
          <p:cNvSpPr>
            <a:spLocks xmlns:a="http://schemas.openxmlformats.org/drawingml/2006/main" noGrp="1"/>
          </p:cNvSpPr>
          <p:nvPr/>
        </p:nvSpPr>
        <p:spPr>
          <a:xfrm xmlns:a="http://schemas.openxmlformats.org/drawingml/2006/main">
            <a:off x="13534652"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4" name="dp45-comparison / n185 / path">
            <a:extLst xmlns:a="http://schemas.openxmlformats.org/drawingml/2006/main">
              <a:ext uri="{FF2B5EF4-FFF2-40B4-BE49-F238E27FC236}">
                <a16:creationId xmlns:a16="http://schemas.microsoft.com/office/drawing/2014/main" id="{FFD96BFB-8403-401C-AD25-900E00E8BB7B}"/>
              </a:ext>
            </a:extLst>
          </p:cNvPr>
          <p:cNvSpPr>
            <a:spLocks xmlns:a="http://schemas.openxmlformats.org/drawingml/2006/main" noGrp="1"/>
          </p:cNvSpPr>
          <p:nvPr/>
        </p:nvSpPr>
        <p:spPr>
          <a:xfrm xmlns:a="http://schemas.openxmlformats.org/drawingml/2006/main">
            <a:off x="12199906" y="2997994"/>
            <a:ext cx="1519285" cy="1161193"/>
          </a:xfrm>
          <a:custGeom xmlns:a="http://schemas.openxmlformats.org/drawingml/2006/main">
            <a:pathLst>
              <a:path w="1519285" h="1161193">
                <a:moveTo>
                  <a:pt x="1501902" y="0"/>
                </a:moveTo>
                <a:lnTo>
                  <a:pt x="0" y="0"/>
                </a:lnTo>
                <a:lnTo>
                  <a:pt x="0" y="1161193"/>
                </a:lnTo>
                <a:lnTo>
                  <a:pt x="1519285" y="1161193"/>
                </a:lnTo>
              </a:path>
            </a:pathLst>
          </a:custGeom>
          <a:noFill xmlns:a="http://schemas.openxmlformats.org/drawingml/2006/main"/>
          <a:ln xmlns:a="http://schemas.openxmlformats.org/drawingml/2006/main" w="7649">
            <a:solidFill>
              <a:srgbClr val="000000"/>
            </a:solidFill>
            <a:prstDash val="dash"/>
          </a:ln>
        </p:spPr>
      </p:sp>
      <p:sp>
        <p:nvSpPr>
          <p:cNvPr id="215" name="dp45-comparison / n185 / arrow">
            <a:extLst xmlns:a="http://schemas.openxmlformats.org/drawingml/2006/main">
              <a:ext uri="{FF2B5EF4-FFF2-40B4-BE49-F238E27FC236}">
                <a16:creationId xmlns:a16="http://schemas.microsoft.com/office/drawing/2014/main" id="{DDA7E4AA-F32C-48D6-B3A2-905B8AD87C0D}"/>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6" name="dp45-comparison / n186 / path">
            <a:extLst xmlns:a="http://schemas.openxmlformats.org/drawingml/2006/main">
              <a:ext uri="{FF2B5EF4-FFF2-40B4-BE49-F238E27FC236}">
                <a16:creationId xmlns:a16="http://schemas.microsoft.com/office/drawing/2014/main" id="{517960F7-C5DF-4653-A370-C10DC7C1A299}"/>
              </a:ext>
            </a:extLst>
          </p:cNvPr>
          <p:cNvSpPr>
            <a:spLocks xmlns:a="http://schemas.openxmlformats.org/drawingml/2006/main" noGrp="1"/>
          </p:cNvSpPr>
          <p:nvPr/>
        </p:nvSpPr>
        <p:spPr>
          <a:xfrm xmlns:a="http://schemas.openxmlformats.org/drawingml/2006/main">
            <a:off x="13482780" y="2997994"/>
            <a:ext cx="4057221" cy="1161193"/>
          </a:xfrm>
          <a:custGeom xmlns:a="http://schemas.openxmlformats.org/drawingml/2006/main">
            <a:pathLst>
              <a:path w="4057221" h="1161193">
                <a:moveTo>
                  <a:pt x="2798683" y="0"/>
                </a:moveTo>
                <a:lnTo>
                  <a:pt x="4057221" y="0"/>
                </a:lnTo>
                <a:lnTo>
                  <a:pt x="4057221" y="1161193"/>
                </a:lnTo>
                <a:lnTo>
                  <a:pt x="0" y="1161193"/>
                </a:lnTo>
              </a:path>
            </a:pathLst>
          </a:custGeom>
          <a:noFill xmlns:a="http://schemas.openxmlformats.org/drawingml/2006/main"/>
          <a:ln xmlns:a="http://schemas.openxmlformats.org/drawingml/2006/main" w="7649">
            <a:solidFill>
              <a:srgbClr val="000000"/>
            </a:solidFill>
            <a:prstDash val="solid"/>
          </a:ln>
        </p:spPr>
      </p:sp>
      <p:sp>
        <p:nvSpPr>
          <p:cNvPr id="217" name="dp45-comparison / n186 / arrow">
            <a:extLst xmlns:a="http://schemas.openxmlformats.org/drawingml/2006/main">
              <a:ext uri="{FF2B5EF4-FFF2-40B4-BE49-F238E27FC236}">
                <a16:creationId xmlns:a16="http://schemas.microsoft.com/office/drawing/2014/main" id="{D69AC9A2-52B7-406A-8407-E721945DBF7D}"/>
              </a:ext>
            </a:extLst>
          </p:cNvPr>
          <p:cNvSpPr>
            <a:spLocks xmlns:a="http://schemas.openxmlformats.org/drawingml/2006/main" noGrp="1"/>
          </p:cNvSpPr>
          <p:nvPr/>
        </p:nvSpPr>
        <p:spPr>
          <a:xfrm xmlns:a="http://schemas.openxmlformats.org/drawingml/2006/main">
            <a:off x="13482780"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18" name="dp45-comparison / n187 / path">
            <a:extLst xmlns:a="http://schemas.openxmlformats.org/drawingml/2006/main">
              <a:ext uri="{FF2B5EF4-FFF2-40B4-BE49-F238E27FC236}">
                <a16:creationId xmlns:a16="http://schemas.microsoft.com/office/drawing/2014/main" id="{8AA3B00C-F086-465A-A2E4-75A60DF8AF43}"/>
              </a:ext>
            </a:extLst>
          </p:cNvPr>
          <p:cNvSpPr>
            <a:spLocks xmlns:a="http://schemas.openxmlformats.org/drawingml/2006/main" noGrp="1"/>
          </p:cNvSpPr>
          <p:nvPr/>
        </p:nvSpPr>
        <p:spPr>
          <a:xfrm xmlns:a="http://schemas.openxmlformats.org/drawingml/2006/main">
            <a:off x="13600986" y="2997994"/>
            <a:ext cx="3939016" cy="1161193"/>
          </a:xfrm>
          <a:custGeom xmlns:a="http://schemas.openxmlformats.org/drawingml/2006/main">
            <a:pathLst>
              <a:path w="3939016" h="1161193">
                <a:moveTo>
                  <a:pt x="0" y="1161193"/>
                </a:moveTo>
                <a:lnTo>
                  <a:pt x="3939016" y="1161193"/>
                </a:lnTo>
                <a:lnTo>
                  <a:pt x="3939016" y="0"/>
                </a:lnTo>
                <a:lnTo>
                  <a:pt x="2798683" y="0"/>
                </a:lnTo>
              </a:path>
            </a:pathLst>
          </a:custGeom>
          <a:noFill xmlns:a="http://schemas.openxmlformats.org/drawingml/2006/main"/>
          <a:ln xmlns:a="http://schemas.openxmlformats.org/drawingml/2006/main" w="7649">
            <a:solidFill>
              <a:srgbClr val="000000"/>
            </a:solidFill>
            <a:prstDash val="solid"/>
          </a:ln>
        </p:spPr>
      </p:sp>
      <p:sp>
        <p:nvSpPr>
          <p:cNvPr id="219" name="dp45-comparison / n187 / arrow">
            <a:extLst xmlns:a="http://schemas.openxmlformats.org/drawingml/2006/main">
              <a:ext uri="{FF2B5EF4-FFF2-40B4-BE49-F238E27FC236}">
                <a16:creationId xmlns:a16="http://schemas.microsoft.com/office/drawing/2014/main" id="{9E37475A-643C-4838-BF5F-CDB321228530}"/>
              </a:ext>
            </a:extLst>
          </p:cNvPr>
          <p:cNvSpPr>
            <a:spLocks xmlns:a="http://schemas.openxmlformats.org/drawingml/2006/main" noGrp="1"/>
          </p:cNvSpPr>
          <p:nvPr/>
        </p:nvSpPr>
        <p:spPr>
          <a:xfrm xmlns:a="http://schemas.openxmlformats.org/drawingml/2006/main">
            <a:off x="16399669"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0" name="dp45-comparison / n188 / path">
            <a:extLst xmlns:a="http://schemas.openxmlformats.org/drawingml/2006/main">
              <a:ext uri="{FF2B5EF4-FFF2-40B4-BE49-F238E27FC236}">
                <a16:creationId xmlns:a16="http://schemas.microsoft.com/office/drawing/2014/main" id="{D6C5B466-F5AA-4C52-A162-0454ADE61D5C}"/>
              </a:ext>
            </a:extLst>
          </p:cNvPr>
          <p:cNvSpPr>
            <a:spLocks xmlns:a="http://schemas.openxmlformats.org/drawingml/2006/main" noGrp="1"/>
          </p:cNvSpPr>
          <p:nvPr/>
        </p:nvSpPr>
        <p:spPr>
          <a:xfrm xmlns:a="http://schemas.openxmlformats.org/drawingml/2006/main">
            <a:off x="13719191" y="2997994"/>
            <a:ext cx="3820811" cy="1161193"/>
          </a:xfrm>
          <a:custGeom xmlns:a="http://schemas.openxmlformats.org/drawingml/2006/main">
            <a:pathLst>
              <a:path w="3820811" h="1161193">
                <a:moveTo>
                  <a:pt x="2798683" y="0"/>
                </a:moveTo>
                <a:lnTo>
                  <a:pt x="3820811" y="0"/>
                </a:lnTo>
                <a:lnTo>
                  <a:pt x="3820811"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221" name="dp45-comparison / n188 / arrow">
            <a:extLst xmlns:a="http://schemas.openxmlformats.org/drawingml/2006/main">
              <a:ext uri="{FF2B5EF4-FFF2-40B4-BE49-F238E27FC236}">
                <a16:creationId xmlns:a16="http://schemas.microsoft.com/office/drawing/2014/main" id="{F9292949-BFCD-4CF6-B8BA-638474682C4B}"/>
              </a:ext>
            </a:extLst>
          </p:cNvPr>
          <p:cNvSpPr>
            <a:spLocks xmlns:a="http://schemas.openxmlformats.org/drawingml/2006/main" noGrp="1"/>
          </p:cNvSpPr>
          <p:nvPr/>
        </p:nvSpPr>
        <p:spPr>
          <a:xfrm xmlns:a="http://schemas.openxmlformats.org/drawingml/2006/main">
            <a:off x="13719191"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2" name="dp45-comparison / n191 / path">
            <a:extLst xmlns:a="http://schemas.openxmlformats.org/drawingml/2006/main">
              <a:ext uri="{FF2B5EF4-FFF2-40B4-BE49-F238E27FC236}">
                <a16:creationId xmlns:a16="http://schemas.microsoft.com/office/drawing/2014/main" id="{92517D46-AF2B-4E61-AC09-46D7DEFB8A8A}"/>
              </a:ext>
            </a:extLst>
          </p:cNvPr>
          <p:cNvSpPr>
            <a:spLocks xmlns:a="http://schemas.openxmlformats.org/drawingml/2006/main" noGrp="1"/>
          </p:cNvSpPr>
          <p:nvPr/>
        </p:nvSpPr>
        <p:spPr>
          <a:xfrm xmlns:a="http://schemas.openxmlformats.org/drawingml/2006/main">
            <a:off x="14591824" y="4350401"/>
            <a:ext cx="730091" cy="66056"/>
          </a:xfrm>
          <a:custGeom xmlns:a="http://schemas.openxmlformats.org/drawingml/2006/main">
            <a:pathLst>
              <a:path w="730091" h="66056">
                <a:moveTo>
                  <a:pt x="0" y="0"/>
                </a:moveTo>
                <a:lnTo>
                  <a:pt x="0" y="66056"/>
                </a:lnTo>
                <a:lnTo>
                  <a:pt x="730091" y="66056"/>
                </a:lnTo>
              </a:path>
            </a:pathLst>
          </a:custGeom>
          <a:noFill xmlns:a="http://schemas.openxmlformats.org/drawingml/2006/main"/>
          <a:ln xmlns:a="http://schemas.openxmlformats.org/drawingml/2006/main" w="7649">
            <a:solidFill>
              <a:srgbClr val="000000"/>
            </a:solidFill>
            <a:prstDash val="solid"/>
          </a:ln>
        </p:spPr>
      </p:sp>
      <p:sp>
        <p:nvSpPr>
          <p:cNvPr id="223" name="dp45-comparison / n191 / arrow">
            <a:extLst xmlns:a="http://schemas.openxmlformats.org/drawingml/2006/main">
              <a:ext uri="{FF2B5EF4-FFF2-40B4-BE49-F238E27FC236}">
                <a16:creationId xmlns:a16="http://schemas.microsoft.com/office/drawing/2014/main" id="{EBAC71CD-E91A-4DA7-BD2E-312FF34ECDA1}"/>
              </a:ext>
            </a:extLst>
          </p:cNvPr>
          <p:cNvSpPr>
            <a:spLocks xmlns:a="http://schemas.openxmlformats.org/drawingml/2006/main" noGrp="1"/>
          </p:cNvSpPr>
          <p:nvPr/>
        </p:nvSpPr>
        <p:spPr>
          <a:xfrm xmlns:a="http://schemas.openxmlformats.org/drawingml/2006/main">
            <a:off x="15272964" y="439198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4" name="dp45-comparison / n200 / path">
            <a:extLst xmlns:a="http://schemas.openxmlformats.org/drawingml/2006/main">
              <a:ext uri="{FF2B5EF4-FFF2-40B4-BE49-F238E27FC236}">
                <a16:creationId xmlns:a16="http://schemas.microsoft.com/office/drawing/2014/main" id="{5CE8E4FD-0AD6-4548-B9BD-3BE7F0CFF940}"/>
              </a:ext>
            </a:extLst>
          </p:cNvPr>
          <p:cNvSpPr>
            <a:spLocks xmlns:a="http://schemas.openxmlformats.org/drawingml/2006/main" noGrp="1"/>
          </p:cNvSpPr>
          <p:nvPr/>
        </p:nvSpPr>
        <p:spPr>
          <a:xfrm xmlns:a="http://schemas.openxmlformats.org/drawingml/2006/main">
            <a:off x="14591824" y="4673727"/>
            <a:ext cx="1720929" cy="935212"/>
          </a:xfrm>
          <a:custGeom xmlns:a="http://schemas.openxmlformats.org/drawingml/2006/main">
            <a:pathLst>
              <a:path w="1720929" h="935212">
                <a:moveTo>
                  <a:pt x="0" y="935212"/>
                </a:moveTo>
                <a:lnTo>
                  <a:pt x="0" y="0"/>
                </a:lnTo>
                <a:lnTo>
                  <a:pt x="1720929" y="0"/>
                </a:lnTo>
              </a:path>
            </a:pathLst>
          </a:custGeom>
          <a:noFill xmlns:a="http://schemas.openxmlformats.org/drawingml/2006/main"/>
          <a:ln xmlns:a="http://schemas.openxmlformats.org/drawingml/2006/main" w="7649">
            <a:solidFill>
              <a:srgbClr val="000000"/>
            </a:solidFill>
            <a:prstDash val="solid"/>
          </a:ln>
        </p:spPr>
      </p:sp>
      <p:sp>
        <p:nvSpPr>
          <p:cNvPr id="225" name="dp45-comparison / n200 / arrow">
            <a:extLst xmlns:a="http://schemas.openxmlformats.org/drawingml/2006/main">
              <a:ext uri="{FF2B5EF4-FFF2-40B4-BE49-F238E27FC236}">
                <a16:creationId xmlns:a16="http://schemas.microsoft.com/office/drawing/2014/main" id="{C876B6D1-9021-4016-94B0-39FFA5818C99}"/>
              </a:ext>
            </a:extLst>
          </p:cNvPr>
          <p:cNvSpPr>
            <a:spLocks xmlns:a="http://schemas.openxmlformats.org/drawingml/2006/main" noGrp="1"/>
          </p:cNvSpPr>
          <p:nvPr/>
        </p:nvSpPr>
        <p:spPr>
          <a:xfrm xmlns:a="http://schemas.openxmlformats.org/drawingml/2006/main">
            <a:off x="16263802" y="464925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6" name="dp45-comparison / n201 / path">
            <a:extLst xmlns:a="http://schemas.openxmlformats.org/drawingml/2006/main">
              <a:ext uri="{FF2B5EF4-FFF2-40B4-BE49-F238E27FC236}">
                <a16:creationId xmlns:a16="http://schemas.microsoft.com/office/drawing/2014/main" id="{FB9DA274-A0FD-48B6-8876-2C26AAF6EA84}"/>
              </a:ext>
            </a:extLst>
          </p:cNvPr>
          <p:cNvSpPr>
            <a:spLocks xmlns:a="http://schemas.openxmlformats.org/drawingml/2006/main" noGrp="1"/>
          </p:cNvSpPr>
          <p:nvPr/>
        </p:nvSpPr>
        <p:spPr>
          <a:xfrm xmlns:a="http://schemas.openxmlformats.org/drawingml/2006/main">
            <a:off x="14591824" y="4673727"/>
            <a:ext cx="1873901" cy="1102090"/>
          </a:xfrm>
          <a:custGeom xmlns:a="http://schemas.openxmlformats.org/drawingml/2006/main">
            <a:pathLst>
              <a:path w="1873901" h="1102090">
                <a:moveTo>
                  <a:pt x="1873901" y="0"/>
                </a:moveTo>
                <a:lnTo>
                  <a:pt x="1873901" y="1102090"/>
                </a:lnTo>
                <a:lnTo>
                  <a:pt x="0" y="1102090"/>
                </a:lnTo>
              </a:path>
            </a:pathLst>
          </a:custGeom>
          <a:noFill xmlns:a="http://schemas.openxmlformats.org/drawingml/2006/main"/>
          <a:ln xmlns:a="http://schemas.openxmlformats.org/drawingml/2006/main" w="7649">
            <a:solidFill>
              <a:srgbClr val="000000"/>
            </a:solidFill>
            <a:prstDash val="dash"/>
          </a:ln>
        </p:spPr>
      </p:sp>
      <p:sp>
        <p:nvSpPr>
          <p:cNvPr id="227" name="dp45-comparison / n201 / arrow">
            <a:extLst xmlns:a="http://schemas.openxmlformats.org/drawingml/2006/main">
              <a:ext uri="{FF2B5EF4-FFF2-40B4-BE49-F238E27FC236}">
                <a16:creationId xmlns:a16="http://schemas.microsoft.com/office/drawing/2014/main" id="{7BFF427B-FEF7-46E0-99F4-9F02B00693DE}"/>
              </a:ext>
            </a:extLst>
          </p:cNvPr>
          <p:cNvSpPr>
            <a:spLocks xmlns:a="http://schemas.openxmlformats.org/drawingml/2006/main" noGrp="1"/>
          </p:cNvSpPr>
          <p:nvPr/>
        </p:nvSpPr>
        <p:spPr>
          <a:xfrm xmlns:a="http://schemas.openxmlformats.org/drawingml/2006/main">
            <a:off x="14591824" y="5751342"/>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8" name="dp45-comparison / n204 / path">
            <a:extLst xmlns:a="http://schemas.openxmlformats.org/drawingml/2006/main">
              <a:ext uri="{FF2B5EF4-FFF2-40B4-BE49-F238E27FC236}">
                <a16:creationId xmlns:a16="http://schemas.microsoft.com/office/drawing/2014/main" id="{AB369BDB-2447-4EB1-BCB3-328C0CD6DC4B}"/>
              </a:ext>
            </a:extLst>
          </p:cNvPr>
          <p:cNvSpPr>
            <a:spLocks xmlns:a="http://schemas.openxmlformats.org/drawingml/2006/main" noGrp="1"/>
          </p:cNvSpPr>
          <p:nvPr/>
        </p:nvSpPr>
        <p:spPr>
          <a:xfrm xmlns:a="http://schemas.openxmlformats.org/drawingml/2006/main">
            <a:off x="13322856" y="4541615"/>
            <a:ext cx="953" cy="959548"/>
          </a:xfrm>
          <a:custGeom xmlns:a="http://schemas.openxmlformats.org/drawingml/2006/main">
            <a:pathLst>
              <a:path w="953" h="959548">
                <a:moveTo>
                  <a:pt x="0" y="959548"/>
                </a:moveTo>
                <a:lnTo>
                  <a:pt x="0" y="0"/>
                </a:lnTo>
              </a:path>
            </a:pathLst>
          </a:custGeom>
          <a:noFill xmlns:a="http://schemas.openxmlformats.org/drawingml/2006/main"/>
          <a:ln xmlns:a="http://schemas.openxmlformats.org/drawingml/2006/main" w="7649">
            <a:solidFill>
              <a:srgbClr val="000000"/>
            </a:solidFill>
            <a:prstDash val="solid"/>
          </a:ln>
        </p:spPr>
      </p:sp>
      <p:sp>
        <p:nvSpPr>
          <p:cNvPr id="229" name="dp45-comparison / n204 / arrow">
            <a:extLst xmlns:a="http://schemas.openxmlformats.org/drawingml/2006/main">
              <a:ext uri="{FF2B5EF4-FFF2-40B4-BE49-F238E27FC236}">
                <a16:creationId xmlns:a16="http://schemas.microsoft.com/office/drawing/2014/main" id="{64B6015E-0D50-48F6-8F25-F583A9878E71}"/>
              </a:ext>
            </a:extLst>
          </p:cNvPr>
          <p:cNvSpPr>
            <a:spLocks xmlns:a="http://schemas.openxmlformats.org/drawingml/2006/main" noGrp="1"/>
          </p:cNvSpPr>
          <p:nvPr/>
        </p:nvSpPr>
        <p:spPr>
          <a:xfrm xmlns:a="http://schemas.openxmlformats.org/drawingml/2006/main">
            <a:off x="13298380" y="4541615"/>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0" name="dp45-comparison / n205 / path">
            <a:extLst xmlns:a="http://schemas.openxmlformats.org/drawingml/2006/main">
              <a:ext uri="{FF2B5EF4-FFF2-40B4-BE49-F238E27FC236}">
                <a16:creationId xmlns:a16="http://schemas.microsoft.com/office/drawing/2014/main" id="{8293196D-1FAC-4987-8A6C-7D25DAB71A04}"/>
              </a:ext>
            </a:extLst>
          </p:cNvPr>
          <p:cNvSpPr>
            <a:spLocks xmlns:a="http://schemas.openxmlformats.org/drawingml/2006/main" noGrp="1"/>
          </p:cNvSpPr>
          <p:nvPr/>
        </p:nvSpPr>
        <p:spPr>
          <a:xfrm xmlns:a="http://schemas.openxmlformats.org/drawingml/2006/main">
            <a:off x="13844349" y="4541615"/>
            <a:ext cx="953" cy="959548"/>
          </a:xfrm>
          <a:custGeom xmlns:a="http://schemas.openxmlformats.org/drawingml/2006/main">
            <a:pathLst>
              <a:path w="953" h="959548">
                <a:moveTo>
                  <a:pt x="0" y="0"/>
                </a:moveTo>
                <a:lnTo>
                  <a:pt x="0" y="959548"/>
                </a:lnTo>
              </a:path>
            </a:pathLst>
          </a:custGeom>
          <a:noFill xmlns:a="http://schemas.openxmlformats.org/drawingml/2006/main"/>
          <a:ln xmlns:a="http://schemas.openxmlformats.org/drawingml/2006/main" w="7649">
            <a:solidFill>
              <a:srgbClr val="000000"/>
            </a:solidFill>
            <a:prstDash val="dash"/>
          </a:ln>
        </p:spPr>
      </p:sp>
      <p:sp>
        <p:nvSpPr>
          <p:cNvPr id="231" name="dp45-comparison / n205 / arrow">
            <a:extLst xmlns:a="http://schemas.openxmlformats.org/drawingml/2006/main">
              <a:ext uri="{FF2B5EF4-FFF2-40B4-BE49-F238E27FC236}">
                <a16:creationId xmlns:a16="http://schemas.microsoft.com/office/drawing/2014/main" id="{C594CDD6-7C87-4046-91EC-821DCF73ADED}"/>
              </a:ext>
            </a:extLst>
          </p:cNvPr>
          <p:cNvSpPr>
            <a:spLocks xmlns:a="http://schemas.openxmlformats.org/drawingml/2006/main" noGrp="1"/>
          </p:cNvSpPr>
          <p:nvPr/>
        </p:nvSpPr>
        <p:spPr>
          <a:xfrm xmlns:a="http://schemas.openxmlformats.org/drawingml/2006/main">
            <a:off x="13819874" y="5452213"/>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2" name="dp45-comparison / n210 / path">
            <a:extLst xmlns:a="http://schemas.openxmlformats.org/drawingml/2006/main">
              <a:ext uri="{FF2B5EF4-FFF2-40B4-BE49-F238E27FC236}">
                <a16:creationId xmlns:a16="http://schemas.microsoft.com/office/drawing/2014/main" id="{9D8156FB-45AC-498E-8422-ECE1BF873AE1}"/>
              </a:ext>
            </a:extLst>
          </p:cNvPr>
          <p:cNvSpPr>
            <a:spLocks xmlns:a="http://schemas.openxmlformats.org/drawingml/2006/main" noGrp="1"/>
          </p:cNvSpPr>
          <p:nvPr/>
        </p:nvSpPr>
        <p:spPr>
          <a:xfrm xmlns:a="http://schemas.openxmlformats.org/drawingml/2006/main">
            <a:off x="11845290" y="2911078"/>
            <a:ext cx="2746534" cy="2920365"/>
          </a:xfrm>
          <a:custGeom xmlns:a="http://schemas.openxmlformats.org/drawingml/2006/main">
            <a:pathLst>
              <a:path w="2746534" h="2920365">
                <a:moveTo>
                  <a:pt x="2746534" y="2920365"/>
                </a:moveTo>
                <a:lnTo>
                  <a:pt x="2746534" y="1185529"/>
                </a:lnTo>
                <a:lnTo>
                  <a:pt x="0" y="1185529"/>
                </a:lnTo>
                <a:lnTo>
                  <a:pt x="0" y="0"/>
                </a:lnTo>
              </a:path>
            </a:pathLst>
          </a:custGeom>
          <a:noFill xmlns:a="http://schemas.openxmlformats.org/drawingml/2006/main"/>
          <a:ln xmlns:a="http://schemas.openxmlformats.org/drawingml/2006/main" w="7649">
            <a:solidFill>
              <a:srgbClr val="000000"/>
            </a:solidFill>
            <a:prstDash val="solid"/>
          </a:ln>
        </p:spPr>
      </p:sp>
      <p:sp>
        <p:nvSpPr>
          <p:cNvPr id="233" name="dp45-comparison / n210 / arrow">
            <a:extLst xmlns:a="http://schemas.openxmlformats.org/drawingml/2006/main">
              <a:ext uri="{FF2B5EF4-FFF2-40B4-BE49-F238E27FC236}">
                <a16:creationId xmlns:a16="http://schemas.microsoft.com/office/drawing/2014/main" id="{C197D63C-9E0B-4C9E-A426-673DE1E134B3}"/>
              </a:ext>
            </a:extLst>
          </p:cNvPr>
          <p:cNvSpPr>
            <a:spLocks xmlns:a="http://schemas.openxmlformats.org/drawingml/2006/main" noGrp="1"/>
          </p:cNvSpPr>
          <p:nvPr/>
        </p:nvSpPr>
        <p:spPr>
          <a:xfrm xmlns:a="http://schemas.openxmlformats.org/drawingml/2006/main">
            <a:off x="11820815"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4" name="dp45-comparison / n211 / path">
            <a:extLst xmlns:a="http://schemas.openxmlformats.org/drawingml/2006/main">
              <a:ext uri="{FF2B5EF4-FFF2-40B4-BE49-F238E27FC236}">
                <a16:creationId xmlns:a16="http://schemas.microsoft.com/office/drawing/2014/main" id="{2A911BE2-34B2-4A30-AE8D-A54D80F8599F}"/>
              </a:ext>
            </a:extLst>
          </p:cNvPr>
          <p:cNvSpPr>
            <a:spLocks xmlns:a="http://schemas.openxmlformats.org/drawingml/2006/main" noGrp="1"/>
          </p:cNvSpPr>
          <p:nvPr/>
        </p:nvSpPr>
        <p:spPr>
          <a:xfrm xmlns:a="http://schemas.openxmlformats.org/drawingml/2006/main">
            <a:off x="11845290" y="2702481"/>
            <a:ext cx="2746534" cy="2850832"/>
          </a:xfrm>
          <a:custGeom xmlns:a="http://schemas.openxmlformats.org/drawingml/2006/main">
            <a:pathLst>
              <a:path w="2746534" h="2850832">
                <a:moveTo>
                  <a:pt x="0" y="0"/>
                </a:moveTo>
                <a:lnTo>
                  <a:pt x="0" y="2736104"/>
                </a:lnTo>
                <a:lnTo>
                  <a:pt x="2746534" y="2736104"/>
                </a:lnTo>
                <a:lnTo>
                  <a:pt x="2746534" y="2850832"/>
                </a:lnTo>
              </a:path>
            </a:pathLst>
          </a:custGeom>
          <a:noFill xmlns:a="http://schemas.openxmlformats.org/drawingml/2006/main"/>
          <a:ln xmlns:a="http://schemas.openxmlformats.org/drawingml/2006/main" w="7649">
            <a:solidFill>
              <a:srgbClr val="000000"/>
            </a:solidFill>
            <a:prstDash val="dash"/>
          </a:ln>
        </p:spPr>
      </p:sp>
      <p:sp>
        <p:nvSpPr>
          <p:cNvPr id="235" name="dp45-comparison / n211 / arrow">
            <a:extLst xmlns:a="http://schemas.openxmlformats.org/drawingml/2006/main">
              <a:ext uri="{FF2B5EF4-FFF2-40B4-BE49-F238E27FC236}">
                <a16:creationId xmlns:a16="http://schemas.microsoft.com/office/drawing/2014/main" id="{73B147E0-BE4C-410B-9E6E-EC8217150278}"/>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6" name="dp45-comparison / n212 / path">
            <a:extLst xmlns:a="http://schemas.openxmlformats.org/drawingml/2006/main">
              <a:ext uri="{FF2B5EF4-FFF2-40B4-BE49-F238E27FC236}">
                <a16:creationId xmlns:a16="http://schemas.microsoft.com/office/drawing/2014/main" id="{BDE49108-12F0-4D12-8C9B-57F6F55BD7C6}"/>
              </a:ext>
            </a:extLst>
          </p:cNvPr>
          <p:cNvSpPr>
            <a:spLocks xmlns:a="http://schemas.openxmlformats.org/drawingml/2006/main" noGrp="1"/>
          </p:cNvSpPr>
          <p:nvPr/>
        </p:nvSpPr>
        <p:spPr>
          <a:xfrm xmlns:a="http://schemas.openxmlformats.org/drawingml/2006/main">
            <a:off x="12199906" y="2911078"/>
            <a:ext cx="2391918" cy="2920365"/>
          </a:xfrm>
          <a:custGeom xmlns:a="http://schemas.openxmlformats.org/drawingml/2006/main">
            <a:pathLst>
              <a:path w="2391918" h="2920365">
                <a:moveTo>
                  <a:pt x="2391918" y="2920365"/>
                </a:moveTo>
                <a:lnTo>
                  <a:pt x="2391918" y="1185529"/>
                </a:lnTo>
                <a:lnTo>
                  <a:pt x="0" y="1185529"/>
                </a:lnTo>
                <a:lnTo>
                  <a:pt x="0" y="149495"/>
                </a:lnTo>
                <a:lnTo>
                  <a:pt x="2357152" y="149495"/>
                </a:lnTo>
                <a:lnTo>
                  <a:pt x="2357152" y="0"/>
                </a:lnTo>
              </a:path>
            </a:pathLst>
          </a:custGeom>
          <a:noFill xmlns:a="http://schemas.openxmlformats.org/drawingml/2006/main"/>
          <a:ln xmlns:a="http://schemas.openxmlformats.org/drawingml/2006/main" w="7649">
            <a:solidFill>
              <a:srgbClr val="000000"/>
            </a:solidFill>
            <a:prstDash val="solid"/>
          </a:ln>
        </p:spPr>
      </p:sp>
      <p:sp>
        <p:nvSpPr>
          <p:cNvPr id="237" name="dp45-comparison / n212 / arrow">
            <a:extLst xmlns:a="http://schemas.openxmlformats.org/drawingml/2006/main">
              <a:ext uri="{FF2B5EF4-FFF2-40B4-BE49-F238E27FC236}">
                <a16:creationId xmlns:a16="http://schemas.microsoft.com/office/drawing/2014/main" id="{BD494066-A40E-4BDC-94D7-2FD38AD009F0}"/>
              </a:ext>
            </a:extLst>
          </p:cNvPr>
          <p:cNvSpPr>
            <a:spLocks xmlns:a="http://schemas.openxmlformats.org/drawingml/2006/main" noGrp="1"/>
          </p:cNvSpPr>
          <p:nvPr/>
        </p:nvSpPr>
        <p:spPr>
          <a:xfrm xmlns:a="http://schemas.openxmlformats.org/drawingml/2006/main">
            <a:off x="14532582"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8" name="dp45-comparison / n213 / path">
            <a:extLst xmlns:a="http://schemas.openxmlformats.org/drawingml/2006/main">
              <a:ext uri="{FF2B5EF4-FFF2-40B4-BE49-F238E27FC236}">
                <a16:creationId xmlns:a16="http://schemas.microsoft.com/office/drawing/2014/main" id="{1E5EA43C-63A7-498C-BC1C-55B909D1AF6F}"/>
              </a:ext>
            </a:extLst>
          </p:cNvPr>
          <p:cNvSpPr>
            <a:spLocks xmlns:a="http://schemas.openxmlformats.org/drawingml/2006/main" noGrp="1"/>
          </p:cNvSpPr>
          <p:nvPr/>
        </p:nvSpPr>
        <p:spPr>
          <a:xfrm xmlns:a="http://schemas.openxmlformats.org/drawingml/2006/main">
            <a:off x="12199906" y="2702481"/>
            <a:ext cx="2391918" cy="2850832"/>
          </a:xfrm>
          <a:custGeom xmlns:a="http://schemas.openxmlformats.org/drawingml/2006/main">
            <a:pathLst>
              <a:path w="2391918" h="2850832">
                <a:moveTo>
                  <a:pt x="2357152" y="0"/>
                </a:moveTo>
                <a:lnTo>
                  <a:pt x="2357152" y="928259"/>
                </a:lnTo>
                <a:lnTo>
                  <a:pt x="0" y="928259"/>
                </a:lnTo>
                <a:lnTo>
                  <a:pt x="0" y="2736104"/>
                </a:lnTo>
                <a:lnTo>
                  <a:pt x="2391918" y="2736104"/>
                </a:lnTo>
                <a:lnTo>
                  <a:pt x="2391918" y="2850832"/>
                </a:lnTo>
              </a:path>
            </a:pathLst>
          </a:custGeom>
          <a:noFill xmlns:a="http://schemas.openxmlformats.org/drawingml/2006/main"/>
          <a:ln xmlns:a="http://schemas.openxmlformats.org/drawingml/2006/main" w="7649">
            <a:solidFill>
              <a:srgbClr val="000000"/>
            </a:solidFill>
            <a:prstDash val="dash"/>
          </a:ln>
        </p:spPr>
      </p:sp>
      <p:sp>
        <p:nvSpPr>
          <p:cNvPr id="239" name="dp45-comparison / n213 / arrow">
            <a:extLst xmlns:a="http://schemas.openxmlformats.org/drawingml/2006/main">
              <a:ext uri="{FF2B5EF4-FFF2-40B4-BE49-F238E27FC236}">
                <a16:creationId xmlns:a16="http://schemas.microsoft.com/office/drawing/2014/main" id="{33632350-8373-47E5-95A5-002AD2F431D1}"/>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40" name="dp45-comparison / n214 / path">
            <a:extLst xmlns:a="http://schemas.openxmlformats.org/drawingml/2006/main">
              <a:ext uri="{FF2B5EF4-FFF2-40B4-BE49-F238E27FC236}">
                <a16:creationId xmlns:a16="http://schemas.microsoft.com/office/drawing/2014/main" id="{6FFD2369-5381-4E08-8F0A-44901499F037}"/>
              </a:ext>
            </a:extLst>
          </p:cNvPr>
          <p:cNvSpPr>
            <a:spLocks xmlns:a="http://schemas.openxmlformats.org/drawingml/2006/main" noGrp="1"/>
          </p:cNvSpPr>
          <p:nvPr/>
        </p:nvSpPr>
        <p:spPr>
          <a:xfrm xmlns:a="http://schemas.openxmlformats.org/drawingml/2006/main">
            <a:off x="14591824" y="2911078"/>
            <a:ext cx="2948178" cy="2920365"/>
          </a:xfrm>
          <a:custGeom xmlns:a="http://schemas.openxmlformats.org/drawingml/2006/main">
            <a:pathLst>
              <a:path w="2948178" h="2920365">
                <a:moveTo>
                  <a:pt x="0" y="2920365"/>
                </a:moveTo>
                <a:lnTo>
                  <a:pt x="2948178" y="2920365"/>
                </a:lnTo>
                <a:lnTo>
                  <a:pt x="2948178" y="0"/>
                </a:lnTo>
                <a:lnTo>
                  <a:pt x="2885599" y="0"/>
                </a:lnTo>
              </a:path>
            </a:pathLst>
          </a:custGeom>
          <a:noFill xmlns:a="http://schemas.openxmlformats.org/drawingml/2006/main"/>
          <a:ln xmlns:a="http://schemas.openxmlformats.org/drawingml/2006/main" w="7649">
            <a:solidFill>
              <a:srgbClr val="000000"/>
            </a:solidFill>
            <a:prstDash val="solid"/>
          </a:ln>
        </p:spPr>
      </p:sp>
      <p:sp>
        <p:nvSpPr>
          <p:cNvPr id="241" name="dp45-comparison / n214 / arrow">
            <a:extLst xmlns:a="http://schemas.openxmlformats.org/drawingml/2006/main">
              <a:ext uri="{FF2B5EF4-FFF2-40B4-BE49-F238E27FC236}">
                <a16:creationId xmlns:a16="http://schemas.microsoft.com/office/drawing/2014/main" id="{521E7AFE-3EFC-4A24-8F6A-ED2A1A2E41DC}"/>
              </a:ext>
            </a:extLst>
          </p:cNvPr>
          <p:cNvSpPr>
            <a:spLocks xmlns:a="http://schemas.openxmlformats.org/drawingml/2006/main" noGrp="1"/>
          </p:cNvSpPr>
          <p:nvPr/>
        </p:nvSpPr>
        <p:spPr>
          <a:xfrm xmlns:a="http://schemas.openxmlformats.org/drawingml/2006/main">
            <a:off x="17477423" y="288660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2" name="dp45-comparison / n215 / path">
            <a:extLst xmlns:a="http://schemas.openxmlformats.org/drawingml/2006/main">
              <a:ext uri="{FF2B5EF4-FFF2-40B4-BE49-F238E27FC236}">
                <a16:creationId xmlns:a16="http://schemas.microsoft.com/office/drawing/2014/main" id="{C41D6EAD-65BD-4595-B870-7258008C820A}"/>
              </a:ext>
            </a:extLst>
          </p:cNvPr>
          <p:cNvSpPr>
            <a:spLocks xmlns:a="http://schemas.openxmlformats.org/drawingml/2006/main" noGrp="1"/>
          </p:cNvSpPr>
          <p:nvPr/>
        </p:nvSpPr>
        <p:spPr>
          <a:xfrm xmlns:a="http://schemas.openxmlformats.org/drawingml/2006/main">
            <a:off x="14591824" y="2702481"/>
            <a:ext cx="2948178" cy="2850832"/>
          </a:xfrm>
          <a:custGeom xmlns:a="http://schemas.openxmlformats.org/drawingml/2006/main">
            <a:pathLst>
              <a:path w="2948178" h="2850832">
                <a:moveTo>
                  <a:pt x="2885599" y="0"/>
                </a:moveTo>
                <a:lnTo>
                  <a:pt x="2948178" y="0"/>
                </a:lnTo>
                <a:lnTo>
                  <a:pt x="2948178" y="2850832"/>
                </a:lnTo>
                <a:lnTo>
                  <a:pt x="0" y="2850832"/>
                </a:lnTo>
              </a:path>
            </a:pathLst>
          </a:custGeom>
          <a:noFill xmlns:a="http://schemas.openxmlformats.org/drawingml/2006/main"/>
          <a:ln xmlns:a="http://schemas.openxmlformats.org/drawingml/2006/main" w="7649">
            <a:solidFill>
              <a:srgbClr val="000000"/>
            </a:solidFill>
            <a:prstDash val="dash"/>
          </a:ln>
        </p:spPr>
      </p:sp>
      <p:sp>
        <p:nvSpPr>
          <p:cNvPr id="243" name="dp45-comparison / n215 / arrow">
            <a:extLst xmlns:a="http://schemas.openxmlformats.org/drawingml/2006/main">
              <a:ext uri="{FF2B5EF4-FFF2-40B4-BE49-F238E27FC236}">
                <a16:creationId xmlns:a16="http://schemas.microsoft.com/office/drawing/2014/main" id="{1BD761DE-6684-4D28-95C3-DEC36F3DDF24}"/>
              </a:ext>
            </a:extLst>
          </p:cNvPr>
          <p:cNvSpPr>
            <a:spLocks xmlns:a="http://schemas.openxmlformats.org/drawingml/2006/main" noGrp="1"/>
          </p:cNvSpPr>
          <p:nvPr/>
        </p:nvSpPr>
        <p:spPr>
          <a:xfrm xmlns:a="http://schemas.openxmlformats.org/drawingml/2006/main">
            <a:off x="14591824" y="552883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4" name="dp45-comparison / n218 / path">
            <a:extLst xmlns:a="http://schemas.openxmlformats.org/drawingml/2006/main">
              <a:ext uri="{FF2B5EF4-FFF2-40B4-BE49-F238E27FC236}">
                <a16:creationId xmlns:a16="http://schemas.microsoft.com/office/drawing/2014/main" id="{ED91A2B8-073C-49E0-8F44-2BD6E8D8D151}"/>
              </a:ext>
            </a:extLst>
          </p:cNvPr>
          <p:cNvSpPr>
            <a:spLocks xmlns:a="http://schemas.openxmlformats.org/drawingml/2006/main" noGrp="1"/>
          </p:cNvSpPr>
          <p:nvPr/>
        </p:nvSpPr>
        <p:spPr>
          <a:xfrm xmlns:a="http://schemas.openxmlformats.org/drawingml/2006/main">
            <a:off x="11845290" y="2959751"/>
            <a:ext cx="764858" cy="1258538"/>
          </a:xfrm>
          <a:custGeom xmlns:a="http://schemas.openxmlformats.org/drawingml/2006/main">
            <a:pathLst>
              <a:path w="764858" h="1258538">
                <a:moveTo>
                  <a:pt x="0" y="0"/>
                </a:moveTo>
                <a:lnTo>
                  <a:pt x="0" y="1258538"/>
                </a:lnTo>
                <a:lnTo>
                  <a:pt x="764858" y="1258538"/>
                </a:lnTo>
              </a:path>
            </a:pathLst>
          </a:custGeom>
          <a:noFill xmlns:a="http://schemas.openxmlformats.org/drawingml/2006/main"/>
          <a:ln xmlns:a="http://schemas.openxmlformats.org/drawingml/2006/main" w="7649">
            <a:solidFill>
              <a:srgbClr val="000000"/>
            </a:solidFill>
            <a:prstDash val="solid"/>
          </a:ln>
        </p:spPr>
      </p:sp>
      <p:sp>
        <p:nvSpPr>
          <p:cNvPr id="245" name="dp45-comparison / n218 / arrow">
            <a:extLst xmlns:a="http://schemas.openxmlformats.org/drawingml/2006/main">
              <a:ext uri="{FF2B5EF4-FFF2-40B4-BE49-F238E27FC236}">
                <a16:creationId xmlns:a16="http://schemas.microsoft.com/office/drawing/2014/main" id="{F55D1D19-FBCF-4C2F-8250-573449E58CBE}"/>
              </a:ext>
            </a:extLst>
          </p:cNvPr>
          <p:cNvSpPr>
            <a:spLocks xmlns:a="http://schemas.openxmlformats.org/drawingml/2006/main" noGrp="1"/>
          </p:cNvSpPr>
          <p:nvPr/>
        </p:nvSpPr>
        <p:spPr>
          <a:xfrm xmlns:a="http://schemas.openxmlformats.org/drawingml/2006/main">
            <a:off x="12561197" y="419381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46" name="dp45-comparison / n221 / path">
            <a:extLst xmlns:a="http://schemas.openxmlformats.org/drawingml/2006/main">
              <a:ext uri="{FF2B5EF4-FFF2-40B4-BE49-F238E27FC236}">
                <a16:creationId xmlns:a16="http://schemas.microsoft.com/office/drawing/2014/main" id="{E7605753-1AAC-4904-9FAF-B1BE934E0E8F}"/>
              </a:ext>
            </a:extLst>
          </p:cNvPr>
          <p:cNvSpPr>
            <a:spLocks xmlns:a="http://schemas.openxmlformats.org/drawingml/2006/main" noGrp="1"/>
          </p:cNvSpPr>
          <p:nvPr/>
        </p:nvSpPr>
        <p:spPr>
          <a:xfrm xmlns:a="http://schemas.openxmlformats.org/drawingml/2006/main">
            <a:off x="11845290" y="4433840"/>
            <a:ext cx="764858" cy="2482310"/>
          </a:xfrm>
          <a:custGeom xmlns:a="http://schemas.openxmlformats.org/drawingml/2006/main">
            <a:pathLst>
              <a:path w="764858" h="2482310">
                <a:moveTo>
                  <a:pt x="764858" y="0"/>
                </a:moveTo>
                <a:lnTo>
                  <a:pt x="764858" y="2482310"/>
                </a:lnTo>
                <a:lnTo>
                  <a:pt x="0" y="2482310"/>
                </a:lnTo>
              </a:path>
            </a:pathLst>
          </a:custGeom>
          <a:noFill xmlns:a="http://schemas.openxmlformats.org/drawingml/2006/main"/>
          <a:ln xmlns:a="http://schemas.openxmlformats.org/drawingml/2006/main" w="7649">
            <a:solidFill>
              <a:srgbClr val="000000"/>
            </a:solidFill>
            <a:prstDash val="solid"/>
          </a:ln>
        </p:spPr>
      </p:sp>
      <p:sp>
        <p:nvSpPr>
          <p:cNvPr id="247" name="dp45-comparison / n221 / arrow">
            <a:extLst xmlns:a="http://schemas.openxmlformats.org/drawingml/2006/main">
              <a:ext uri="{FF2B5EF4-FFF2-40B4-BE49-F238E27FC236}">
                <a16:creationId xmlns:a16="http://schemas.microsoft.com/office/drawing/2014/main" id="{9435DC01-7DB3-439D-A42A-47D529F6029B}"/>
              </a:ext>
            </a:extLst>
          </p:cNvPr>
          <p:cNvSpPr>
            <a:spLocks xmlns:a="http://schemas.openxmlformats.org/drawingml/2006/main" noGrp="1"/>
          </p:cNvSpPr>
          <p:nvPr/>
        </p:nvSpPr>
        <p:spPr>
          <a:xfrm xmlns:a="http://schemas.openxmlformats.org/drawingml/2006/main">
            <a:off x="11845290" y="6891675"/>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8" name="dp45-comparison / n222 / path">
            <a:extLst xmlns:a="http://schemas.openxmlformats.org/drawingml/2006/main">
              <a:ext uri="{FF2B5EF4-FFF2-40B4-BE49-F238E27FC236}">
                <a16:creationId xmlns:a16="http://schemas.microsoft.com/office/drawing/2014/main" id="{098550DD-8465-4660-B0C9-63E20A42E055}"/>
              </a:ext>
            </a:extLst>
          </p:cNvPr>
          <p:cNvSpPr>
            <a:spLocks xmlns:a="http://schemas.openxmlformats.org/drawingml/2006/main" noGrp="1"/>
          </p:cNvSpPr>
          <p:nvPr/>
        </p:nvSpPr>
        <p:spPr>
          <a:xfrm xmlns:a="http://schemas.openxmlformats.org/drawingml/2006/main">
            <a:off x="11845290" y="4266962"/>
            <a:ext cx="764858" cy="2774347"/>
          </a:xfrm>
          <a:custGeom xmlns:a="http://schemas.openxmlformats.org/drawingml/2006/main">
            <a:pathLst>
              <a:path w="764858" h="2774347">
                <a:moveTo>
                  <a:pt x="0" y="2774347"/>
                </a:moveTo>
                <a:lnTo>
                  <a:pt x="0" y="0"/>
                </a:lnTo>
                <a:lnTo>
                  <a:pt x="764858" y="0"/>
                </a:lnTo>
              </a:path>
            </a:pathLst>
          </a:custGeom>
          <a:noFill xmlns:a="http://schemas.openxmlformats.org/drawingml/2006/main"/>
          <a:ln xmlns:a="http://schemas.openxmlformats.org/drawingml/2006/main" w="7649">
            <a:solidFill>
              <a:srgbClr val="000000"/>
            </a:solidFill>
            <a:prstDash val="dash"/>
          </a:ln>
        </p:spPr>
      </p:sp>
      <p:sp>
        <p:nvSpPr>
          <p:cNvPr id="249" name="dp45-comparison / n222 / arrow">
            <a:extLst xmlns:a="http://schemas.openxmlformats.org/drawingml/2006/main">
              <a:ext uri="{FF2B5EF4-FFF2-40B4-BE49-F238E27FC236}">
                <a16:creationId xmlns:a16="http://schemas.microsoft.com/office/drawing/2014/main" id="{C9C6582B-17D4-475D-8162-5F5439DC4BEA}"/>
              </a:ext>
            </a:extLst>
          </p:cNvPr>
          <p:cNvSpPr>
            <a:spLocks xmlns:a="http://schemas.openxmlformats.org/drawingml/2006/main" noGrp="1"/>
          </p:cNvSpPr>
          <p:nvPr/>
        </p:nvSpPr>
        <p:spPr>
          <a:xfrm xmlns:a="http://schemas.openxmlformats.org/drawingml/2006/main">
            <a:off x="12561197" y="4242486"/>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0" name="dp45-comparison / n225 / path">
            <a:extLst xmlns:a="http://schemas.openxmlformats.org/drawingml/2006/main">
              <a:ext uri="{FF2B5EF4-FFF2-40B4-BE49-F238E27FC236}">
                <a16:creationId xmlns:a16="http://schemas.microsoft.com/office/drawing/2014/main" id="{C0EECB91-AF8A-4880-969F-C9B094DE6E20}"/>
              </a:ext>
            </a:extLst>
          </p:cNvPr>
          <p:cNvSpPr>
            <a:spLocks xmlns:a="http://schemas.openxmlformats.org/drawingml/2006/main" noGrp="1"/>
          </p:cNvSpPr>
          <p:nvPr/>
        </p:nvSpPr>
        <p:spPr>
          <a:xfrm xmlns:a="http://schemas.openxmlformats.org/drawingml/2006/main">
            <a:off x="11845290" y="2723340"/>
            <a:ext cx="764858" cy="2899505"/>
          </a:xfrm>
          <a:custGeom xmlns:a="http://schemas.openxmlformats.org/drawingml/2006/main">
            <a:pathLst>
              <a:path w="764858" h="2899505">
                <a:moveTo>
                  <a:pt x="0" y="0"/>
                </a:moveTo>
                <a:lnTo>
                  <a:pt x="0" y="2899505"/>
                </a:lnTo>
                <a:lnTo>
                  <a:pt x="764858" y="2899505"/>
                </a:lnTo>
              </a:path>
            </a:pathLst>
          </a:custGeom>
          <a:noFill xmlns:a="http://schemas.openxmlformats.org/drawingml/2006/main"/>
          <a:ln xmlns:a="http://schemas.openxmlformats.org/drawingml/2006/main" w="7649">
            <a:solidFill>
              <a:srgbClr val="000000"/>
            </a:solidFill>
            <a:prstDash val="solid"/>
          </a:ln>
        </p:spPr>
      </p:sp>
      <p:sp>
        <p:nvSpPr>
          <p:cNvPr id="251" name="dp45-comparison / n225 / arrow">
            <a:extLst xmlns:a="http://schemas.openxmlformats.org/drawingml/2006/main">
              <a:ext uri="{FF2B5EF4-FFF2-40B4-BE49-F238E27FC236}">
                <a16:creationId xmlns:a16="http://schemas.microsoft.com/office/drawing/2014/main" id="{39680E51-6AA5-4D31-A10C-D566CFDE2F92}"/>
              </a:ext>
            </a:extLst>
          </p:cNvPr>
          <p:cNvSpPr>
            <a:spLocks xmlns:a="http://schemas.openxmlformats.org/drawingml/2006/main" noGrp="1"/>
          </p:cNvSpPr>
          <p:nvPr/>
        </p:nvSpPr>
        <p:spPr>
          <a:xfrm xmlns:a="http://schemas.openxmlformats.org/drawingml/2006/main">
            <a:off x="12561197" y="559837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2" name="dp45-comparison / n226 / path">
            <a:extLst xmlns:a="http://schemas.openxmlformats.org/drawingml/2006/main">
              <a:ext uri="{FF2B5EF4-FFF2-40B4-BE49-F238E27FC236}">
                <a16:creationId xmlns:a16="http://schemas.microsoft.com/office/drawing/2014/main" id="{10AF3402-7477-4852-A285-67BA796CBEE7}"/>
              </a:ext>
            </a:extLst>
          </p:cNvPr>
          <p:cNvSpPr>
            <a:spLocks xmlns:a="http://schemas.openxmlformats.org/drawingml/2006/main" noGrp="1"/>
          </p:cNvSpPr>
          <p:nvPr/>
        </p:nvSpPr>
        <p:spPr>
          <a:xfrm xmlns:a="http://schemas.openxmlformats.org/drawingml/2006/main">
            <a:off x="11845290" y="2890218"/>
            <a:ext cx="764858" cy="2871692"/>
          </a:xfrm>
          <a:custGeom xmlns:a="http://schemas.openxmlformats.org/drawingml/2006/main">
            <a:pathLst>
              <a:path w="764858" h="2871692">
                <a:moveTo>
                  <a:pt x="764858" y="2871692"/>
                </a:moveTo>
                <a:lnTo>
                  <a:pt x="0" y="2871692"/>
                </a:lnTo>
                <a:lnTo>
                  <a:pt x="0" y="0"/>
                </a:lnTo>
              </a:path>
            </a:pathLst>
          </a:custGeom>
          <a:noFill xmlns:a="http://schemas.openxmlformats.org/drawingml/2006/main"/>
          <a:ln xmlns:a="http://schemas.openxmlformats.org/drawingml/2006/main" w="7649">
            <a:solidFill>
              <a:srgbClr val="000000"/>
            </a:solidFill>
            <a:prstDash val="dash"/>
          </a:ln>
        </p:spPr>
      </p:sp>
      <p:sp>
        <p:nvSpPr>
          <p:cNvPr id="253" name="dp45-comparison / n226 / arrow">
            <a:extLst xmlns:a="http://schemas.openxmlformats.org/drawingml/2006/main">
              <a:ext uri="{FF2B5EF4-FFF2-40B4-BE49-F238E27FC236}">
                <a16:creationId xmlns:a16="http://schemas.microsoft.com/office/drawing/2014/main" id="{E33DAFD2-0D85-4AAA-B8F1-36F6F38B2CB1}"/>
              </a:ext>
            </a:extLst>
          </p:cNvPr>
          <p:cNvSpPr>
            <a:spLocks xmlns:a="http://schemas.openxmlformats.org/drawingml/2006/main" noGrp="1"/>
          </p:cNvSpPr>
          <p:nvPr/>
        </p:nvSpPr>
        <p:spPr>
          <a:xfrm xmlns:a="http://schemas.openxmlformats.org/drawingml/2006/main">
            <a:off x="1182081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4" name="dp45-comparison / n231 / path">
            <a:extLst xmlns:a="http://schemas.openxmlformats.org/drawingml/2006/main">
              <a:ext uri="{FF2B5EF4-FFF2-40B4-BE49-F238E27FC236}">
                <a16:creationId xmlns:a16="http://schemas.microsoft.com/office/drawing/2014/main" id="{BBB895FC-D6C7-4BCF-AC04-16EB3CBD82F6}"/>
              </a:ext>
            </a:extLst>
          </p:cNvPr>
          <p:cNvSpPr>
            <a:spLocks xmlns:a="http://schemas.openxmlformats.org/drawingml/2006/main" noGrp="1"/>
          </p:cNvSpPr>
          <p:nvPr/>
        </p:nvSpPr>
        <p:spPr>
          <a:xfrm xmlns:a="http://schemas.openxmlformats.org/drawingml/2006/main">
            <a:off x="975931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255" name="dp45-comparison / n231 / arrow">
            <a:extLst xmlns:a="http://schemas.openxmlformats.org/drawingml/2006/main">
              <a:ext uri="{FF2B5EF4-FFF2-40B4-BE49-F238E27FC236}">
                <a16:creationId xmlns:a16="http://schemas.microsoft.com/office/drawing/2014/main" id="{B045F02B-0809-4689-A50A-DFD6FC1F8F68}"/>
              </a:ext>
            </a:extLst>
          </p:cNvPr>
          <p:cNvSpPr>
            <a:spLocks xmlns:a="http://schemas.openxmlformats.org/drawingml/2006/main" noGrp="1"/>
          </p:cNvSpPr>
          <p:nvPr/>
        </p:nvSpPr>
        <p:spPr>
          <a:xfrm xmlns:a="http://schemas.openxmlformats.org/drawingml/2006/main">
            <a:off x="973484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56" name="dp45-comparison / n232 / path">
            <a:extLst xmlns:a="http://schemas.openxmlformats.org/drawingml/2006/main">
              <a:ext uri="{FF2B5EF4-FFF2-40B4-BE49-F238E27FC236}">
                <a16:creationId xmlns:a16="http://schemas.microsoft.com/office/drawing/2014/main" id="{8348F26E-05B9-4AC2-A488-EF60B1234D52}"/>
              </a:ext>
            </a:extLst>
          </p:cNvPr>
          <p:cNvSpPr>
            <a:spLocks xmlns:a="http://schemas.openxmlformats.org/drawingml/2006/main" noGrp="1"/>
          </p:cNvSpPr>
          <p:nvPr/>
        </p:nvSpPr>
        <p:spPr>
          <a:xfrm xmlns:a="http://schemas.openxmlformats.org/drawingml/2006/main">
            <a:off x="1184529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257" name="dp45-comparison / n232 / arrow">
            <a:extLst xmlns:a="http://schemas.openxmlformats.org/drawingml/2006/main">
              <a:ext uri="{FF2B5EF4-FFF2-40B4-BE49-F238E27FC236}">
                <a16:creationId xmlns:a16="http://schemas.microsoft.com/office/drawing/2014/main" id="{005C51E6-CFE3-4C42-839C-325407DE87DA}"/>
              </a:ext>
            </a:extLst>
          </p:cNvPr>
          <p:cNvSpPr>
            <a:spLocks xmlns:a="http://schemas.openxmlformats.org/drawingml/2006/main" noGrp="1"/>
          </p:cNvSpPr>
          <p:nvPr/>
        </p:nvSpPr>
        <p:spPr>
          <a:xfrm xmlns:a="http://schemas.openxmlformats.org/drawingml/2006/main">
            <a:off x="1182081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8" name="dp45-comparison / n235 / path">
            <a:extLst xmlns:a="http://schemas.openxmlformats.org/drawingml/2006/main">
              <a:ext uri="{FF2B5EF4-FFF2-40B4-BE49-F238E27FC236}">
                <a16:creationId xmlns:a16="http://schemas.microsoft.com/office/drawing/2014/main" id="{6EFA27CA-91EF-4B19-AB8B-0E349A1F86B7}"/>
              </a:ext>
            </a:extLst>
          </p:cNvPr>
          <p:cNvSpPr>
            <a:spLocks xmlns:a="http://schemas.openxmlformats.org/drawingml/2006/main" noGrp="1"/>
          </p:cNvSpPr>
          <p:nvPr/>
        </p:nvSpPr>
        <p:spPr>
          <a:xfrm xmlns:a="http://schemas.openxmlformats.org/drawingml/2006/main">
            <a:off x="1080230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259" name="dp45-comparison / n235 / arrow">
            <a:extLst xmlns:a="http://schemas.openxmlformats.org/drawingml/2006/main">
              <a:ext uri="{FF2B5EF4-FFF2-40B4-BE49-F238E27FC236}">
                <a16:creationId xmlns:a16="http://schemas.microsoft.com/office/drawing/2014/main" id="{A22763AB-BA77-4765-8556-E1F85678E3E1}"/>
              </a:ext>
            </a:extLst>
          </p:cNvPr>
          <p:cNvSpPr>
            <a:spLocks xmlns:a="http://schemas.openxmlformats.org/drawingml/2006/main" noGrp="1"/>
          </p:cNvSpPr>
          <p:nvPr/>
        </p:nvSpPr>
        <p:spPr>
          <a:xfrm xmlns:a="http://schemas.openxmlformats.org/drawingml/2006/main">
            <a:off x="1635071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0" name="dp45-comparison / n238 / path">
            <a:extLst xmlns:a="http://schemas.openxmlformats.org/drawingml/2006/main">
              <a:ext uri="{FF2B5EF4-FFF2-40B4-BE49-F238E27FC236}">
                <a16:creationId xmlns:a16="http://schemas.microsoft.com/office/drawing/2014/main" id="{EBED1D02-7288-4655-9C33-50535A7B6EB4}"/>
              </a:ext>
            </a:extLst>
          </p:cNvPr>
          <p:cNvSpPr>
            <a:spLocks xmlns:a="http://schemas.openxmlformats.org/drawingml/2006/main" noGrp="1"/>
          </p:cNvSpPr>
          <p:nvPr/>
        </p:nvSpPr>
        <p:spPr>
          <a:xfrm xmlns:a="http://schemas.openxmlformats.org/drawingml/2006/main">
            <a:off x="1052417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261" name="dp45-comparison / n238 / arrow">
            <a:extLst xmlns:a="http://schemas.openxmlformats.org/drawingml/2006/main">
              <a:ext uri="{FF2B5EF4-FFF2-40B4-BE49-F238E27FC236}">
                <a16:creationId xmlns:a16="http://schemas.microsoft.com/office/drawing/2014/main" id="{BCC40D8F-BA7D-4BA8-B6B5-87F321F4EF9F}"/>
              </a:ext>
            </a:extLst>
          </p:cNvPr>
          <p:cNvSpPr>
            <a:spLocks xmlns:a="http://schemas.openxmlformats.org/drawingml/2006/main" noGrp="1"/>
          </p:cNvSpPr>
          <p:nvPr/>
        </p:nvSpPr>
        <p:spPr>
          <a:xfrm xmlns:a="http://schemas.openxmlformats.org/drawingml/2006/main">
            <a:off x="1562062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2" name="dp45-comparison / n239 / path">
            <a:extLst xmlns:a="http://schemas.openxmlformats.org/drawingml/2006/main">
              <a:ext uri="{FF2B5EF4-FFF2-40B4-BE49-F238E27FC236}">
                <a16:creationId xmlns:a16="http://schemas.microsoft.com/office/drawing/2014/main" id="{30C64C9F-509C-42F3-9238-CCD6B19ED64D}"/>
              </a:ext>
            </a:extLst>
          </p:cNvPr>
          <p:cNvSpPr>
            <a:spLocks xmlns:a="http://schemas.openxmlformats.org/drawingml/2006/main" noGrp="1"/>
          </p:cNvSpPr>
          <p:nvPr/>
        </p:nvSpPr>
        <p:spPr>
          <a:xfrm xmlns:a="http://schemas.openxmlformats.org/drawingml/2006/main">
            <a:off x="1069800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263" name="dp45-comparison / n239 / arrow">
            <a:extLst xmlns:a="http://schemas.openxmlformats.org/drawingml/2006/main">
              <a:ext uri="{FF2B5EF4-FFF2-40B4-BE49-F238E27FC236}">
                <a16:creationId xmlns:a16="http://schemas.microsoft.com/office/drawing/2014/main" id="{192637AC-B89C-4AD8-B80D-F47A68D9215A}"/>
              </a:ext>
            </a:extLst>
          </p:cNvPr>
          <p:cNvSpPr>
            <a:spLocks xmlns:a="http://schemas.openxmlformats.org/drawingml/2006/main" noGrp="1"/>
          </p:cNvSpPr>
          <p:nvPr/>
        </p:nvSpPr>
        <p:spPr>
          <a:xfrm xmlns:a="http://schemas.openxmlformats.org/drawingml/2006/main">
            <a:off x="1069800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64" name="dp45-comparison / n242 / path">
            <a:extLst xmlns:a="http://schemas.openxmlformats.org/drawingml/2006/main">
              <a:ext uri="{FF2B5EF4-FFF2-40B4-BE49-F238E27FC236}">
                <a16:creationId xmlns:a16="http://schemas.microsoft.com/office/drawing/2014/main" id="{FD1FDB9A-48A8-489A-BEA1-714DD7F05AD3}"/>
              </a:ext>
            </a:extLst>
          </p:cNvPr>
          <p:cNvSpPr>
            <a:spLocks xmlns:a="http://schemas.openxmlformats.org/drawingml/2006/main" noGrp="1"/>
          </p:cNvSpPr>
          <p:nvPr/>
        </p:nvSpPr>
        <p:spPr>
          <a:xfrm xmlns:a="http://schemas.openxmlformats.org/drawingml/2006/main">
            <a:off x="1080230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265" name="dp45-comparison / n242 / arrow">
            <a:extLst xmlns:a="http://schemas.openxmlformats.org/drawingml/2006/main">
              <a:ext uri="{FF2B5EF4-FFF2-40B4-BE49-F238E27FC236}">
                <a16:creationId xmlns:a16="http://schemas.microsoft.com/office/drawing/2014/main" id="{AD88E96A-01EF-4ECE-8FF7-F0ADEE3D25F6}"/>
              </a:ext>
            </a:extLst>
          </p:cNvPr>
          <p:cNvSpPr>
            <a:spLocks xmlns:a="http://schemas.openxmlformats.org/drawingml/2006/main" noGrp="1"/>
          </p:cNvSpPr>
          <p:nvPr/>
        </p:nvSpPr>
        <p:spPr>
          <a:xfrm xmlns:a="http://schemas.openxmlformats.org/drawingml/2006/main">
            <a:off x="1077782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66" name="dp45-comparison / n243 / path">
            <a:extLst xmlns:a="http://schemas.openxmlformats.org/drawingml/2006/main">
              <a:ext uri="{FF2B5EF4-FFF2-40B4-BE49-F238E27FC236}">
                <a16:creationId xmlns:a16="http://schemas.microsoft.com/office/drawing/2014/main" id="{1731BB52-EFBA-43A4-992B-E7CC99AFAC6A}"/>
              </a:ext>
            </a:extLst>
          </p:cNvPr>
          <p:cNvSpPr>
            <a:spLocks xmlns:a="http://schemas.openxmlformats.org/drawingml/2006/main" noGrp="1"/>
          </p:cNvSpPr>
          <p:nvPr/>
        </p:nvSpPr>
        <p:spPr>
          <a:xfrm xmlns:a="http://schemas.openxmlformats.org/drawingml/2006/main">
            <a:off x="1097613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267" name="dp45-comparison / n243 / arrow">
            <a:extLst xmlns:a="http://schemas.openxmlformats.org/drawingml/2006/main">
              <a:ext uri="{FF2B5EF4-FFF2-40B4-BE49-F238E27FC236}">
                <a16:creationId xmlns:a16="http://schemas.microsoft.com/office/drawing/2014/main" id="{41E3A37A-6371-4CC2-BC7B-419098AE3495}"/>
              </a:ext>
            </a:extLst>
          </p:cNvPr>
          <p:cNvSpPr>
            <a:spLocks xmlns:a="http://schemas.openxmlformats.org/drawingml/2006/main" noGrp="1"/>
          </p:cNvSpPr>
          <p:nvPr/>
        </p:nvSpPr>
        <p:spPr>
          <a:xfrm xmlns:a="http://schemas.openxmlformats.org/drawingml/2006/main">
            <a:off x="1095165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68" name="dp45-comparison / n244 / path">
            <a:extLst xmlns:a="http://schemas.openxmlformats.org/drawingml/2006/main">
              <a:ext uri="{FF2B5EF4-FFF2-40B4-BE49-F238E27FC236}">
                <a16:creationId xmlns:a16="http://schemas.microsoft.com/office/drawing/2014/main" id="{96CB7147-75B3-4ECD-A7AC-45DC2DC5191E}"/>
              </a:ext>
            </a:extLst>
          </p:cNvPr>
          <p:cNvSpPr>
            <a:spLocks xmlns:a="http://schemas.openxmlformats.org/drawingml/2006/main" noGrp="1"/>
          </p:cNvSpPr>
          <p:nvPr/>
        </p:nvSpPr>
        <p:spPr>
          <a:xfrm xmlns:a="http://schemas.openxmlformats.org/drawingml/2006/main">
            <a:off x="1184529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269" name="dp45-comparison / n244 / arrow">
            <a:extLst xmlns:a="http://schemas.openxmlformats.org/drawingml/2006/main">
              <a:ext uri="{FF2B5EF4-FFF2-40B4-BE49-F238E27FC236}">
                <a16:creationId xmlns:a16="http://schemas.microsoft.com/office/drawing/2014/main" id="{4E0B682C-09B4-49A8-9C26-DD75F9869123}"/>
              </a:ext>
            </a:extLst>
          </p:cNvPr>
          <p:cNvSpPr>
            <a:spLocks xmlns:a="http://schemas.openxmlformats.org/drawingml/2006/main" noGrp="1"/>
          </p:cNvSpPr>
          <p:nvPr/>
        </p:nvSpPr>
        <p:spPr>
          <a:xfrm xmlns:a="http://schemas.openxmlformats.org/drawingml/2006/main">
            <a:off x="1263072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70" name="dp45-comparison / n245 / path">
            <a:extLst xmlns:a="http://schemas.openxmlformats.org/drawingml/2006/main">
              <a:ext uri="{FF2B5EF4-FFF2-40B4-BE49-F238E27FC236}">
                <a16:creationId xmlns:a16="http://schemas.microsoft.com/office/drawing/2014/main" id="{978FAA39-80CE-4B71-9263-8AC1C8C50752}"/>
              </a:ext>
            </a:extLst>
          </p:cNvPr>
          <p:cNvSpPr>
            <a:spLocks xmlns:a="http://schemas.openxmlformats.org/drawingml/2006/main" noGrp="1"/>
          </p:cNvSpPr>
          <p:nvPr/>
        </p:nvSpPr>
        <p:spPr>
          <a:xfrm xmlns:a="http://schemas.openxmlformats.org/drawingml/2006/main">
            <a:off x="1184529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271" name="dp45-comparison / n245 / arrow">
            <a:extLst xmlns:a="http://schemas.openxmlformats.org/drawingml/2006/main">
              <a:ext uri="{FF2B5EF4-FFF2-40B4-BE49-F238E27FC236}">
                <a16:creationId xmlns:a16="http://schemas.microsoft.com/office/drawing/2014/main" id="{634A28AB-DA13-4869-BD64-3961A7407A48}"/>
              </a:ext>
            </a:extLst>
          </p:cNvPr>
          <p:cNvSpPr>
            <a:spLocks xmlns:a="http://schemas.openxmlformats.org/drawingml/2006/main" noGrp="1"/>
          </p:cNvSpPr>
          <p:nvPr/>
        </p:nvSpPr>
        <p:spPr>
          <a:xfrm xmlns:a="http://schemas.openxmlformats.org/drawingml/2006/main">
            <a:off x="1184529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72" name="dp45-comparison / n162">
            <a:extLst xmlns:a="http://schemas.openxmlformats.org/drawingml/2006/main">
              <a:ext uri="{FF2B5EF4-FFF2-40B4-BE49-F238E27FC236}">
                <a16:creationId xmlns:a16="http://schemas.microsoft.com/office/drawing/2014/main" id="{1D6461EA-905E-4F99-BA53-DDF2E3EC7216}"/>
              </a:ext>
            </a:extLst>
          </p:cNvPr>
          <p:cNvSpPr>
            <a:spLocks xmlns:a="http://schemas.openxmlformats.org/drawingml/2006/main" noGrp="1"/>
          </p:cNvSpPr>
          <p:nvPr/>
        </p:nvSpPr>
        <p:spPr>
          <a:xfrm xmlns:a="http://schemas.openxmlformats.org/drawingml/2006/main">
            <a:off x="978017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3" name="dp45-comparison / n163 / text 1">
            <a:extLst xmlns:a="http://schemas.openxmlformats.org/drawingml/2006/main">
              <a:ext uri="{FF2B5EF4-FFF2-40B4-BE49-F238E27FC236}">
                <a16:creationId xmlns:a16="http://schemas.microsoft.com/office/drawing/2014/main" id="{F9AAE561-A8F2-4921-8407-FCBA4E3D3348}"/>
              </a:ext>
            </a:extLst>
          </p:cNvPr>
          <p:cNvSpPr>
            <a:spLocks xmlns:a="http://schemas.openxmlformats.org/drawingml/2006/main" noGrp="1"/>
          </p:cNvSpPr>
          <p:nvPr/>
        </p:nvSpPr>
        <p:spPr>
          <a:xfrm xmlns:a="http://schemas.openxmlformats.org/drawingml/2006/main">
            <a:off x="979408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274" name="dp45-comparison / n163 / text 2">
            <a:extLst xmlns:a="http://schemas.openxmlformats.org/drawingml/2006/main">
              <a:ext uri="{FF2B5EF4-FFF2-40B4-BE49-F238E27FC236}">
                <a16:creationId xmlns:a16="http://schemas.microsoft.com/office/drawing/2014/main" id="{E9F6E2C9-7D29-4EBA-A484-3AE527FCDDB0}"/>
              </a:ext>
            </a:extLst>
          </p:cNvPr>
          <p:cNvSpPr>
            <a:spLocks xmlns:a="http://schemas.openxmlformats.org/drawingml/2006/main" noGrp="1"/>
          </p:cNvSpPr>
          <p:nvPr/>
        </p:nvSpPr>
        <p:spPr>
          <a:xfrm xmlns:a="http://schemas.openxmlformats.org/drawingml/2006/main">
            <a:off x="979408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275" name="dp45-comparison / n164">
            <a:extLst xmlns:a="http://schemas.openxmlformats.org/drawingml/2006/main">
              <a:ext uri="{FF2B5EF4-FFF2-40B4-BE49-F238E27FC236}">
                <a16:creationId xmlns:a16="http://schemas.microsoft.com/office/drawing/2014/main" id="{B50B8062-FE9F-4CE8-BBD9-B7B9C4C6C913}"/>
              </a:ext>
            </a:extLst>
          </p:cNvPr>
          <p:cNvSpPr>
            <a:spLocks xmlns:a="http://schemas.openxmlformats.org/drawingml/2006/main" noGrp="1"/>
          </p:cNvSpPr>
          <p:nvPr/>
        </p:nvSpPr>
        <p:spPr>
          <a:xfrm xmlns:a="http://schemas.openxmlformats.org/drawingml/2006/main">
            <a:off x="1263100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6" name="dp45-comparison / n165 / text 1">
            <a:extLst xmlns:a="http://schemas.openxmlformats.org/drawingml/2006/main">
              <a:ext uri="{FF2B5EF4-FFF2-40B4-BE49-F238E27FC236}">
                <a16:creationId xmlns:a16="http://schemas.microsoft.com/office/drawing/2014/main" id="{9745462D-DFFE-4FE9-A5CA-BB3FEA603525}"/>
              </a:ext>
            </a:extLst>
          </p:cNvPr>
          <p:cNvSpPr>
            <a:spLocks xmlns:a="http://schemas.openxmlformats.org/drawingml/2006/main" noGrp="1"/>
          </p:cNvSpPr>
          <p:nvPr/>
        </p:nvSpPr>
        <p:spPr>
          <a:xfrm xmlns:a="http://schemas.openxmlformats.org/drawingml/2006/main">
            <a:off x="1264491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277" name="dp45-comparison / n165 / text 2">
            <a:extLst xmlns:a="http://schemas.openxmlformats.org/drawingml/2006/main">
              <a:ext uri="{FF2B5EF4-FFF2-40B4-BE49-F238E27FC236}">
                <a16:creationId xmlns:a16="http://schemas.microsoft.com/office/drawing/2014/main" id="{9C6DD379-D156-4A1A-9792-EF06902767A1}"/>
              </a:ext>
            </a:extLst>
          </p:cNvPr>
          <p:cNvSpPr>
            <a:spLocks xmlns:a="http://schemas.openxmlformats.org/drawingml/2006/main" noGrp="1"/>
          </p:cNvSpPr>
          <p:nvPr/>
        </p:nvSpPr>
        <p:spPr>
          <a:xfrm xmlns:a="http://schemas.openxmlformats.org/drawingml/2006/main">
            <a:off x="1264491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278" name="dp45-comparison / n166">
            <a:extLst xmlns:a="http://schemas.openxmlformats.org/drawingml/2006/main">
              <a:ext uri="{FF2B5EF4-FFF2-40B4-BE49-F238E27FC236}">
                <a16:creationId xmlns:a16="http://schemas.microsoft.com/office/drawing/2014/main" id="{3F31998A-8F5E-409B-A3BB-70B26F643D54}"/>
              </a:ext>
            </a:extLst>
          </p:cNvPr>
          <p:cNvSpPr>
            <a:spLocks xmlns:a="http://schemas.openxmlformats.org/drawingml/2006/main" noGrp="1"/>
          </p:cNvSpPr>
          <p:nvPr/>
        </p:nvSpPr>
        <p:spPr>
          <a:xfrm xmlns:a="http://schemas.openxmlformats.org/drawingml/2006/main">
            <a:off x="1534277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9" name="dp45-comparison / n167 / text 1">
            <a:extLst xmlns:a="http://schemas.openxmlformats.org/drawingml/2006/main">
              <a:ext uri="{FF2B5EF4-FFF2-40B4-BE49-F238E27FC236}">
                <a16:creationId xmlns:a16="http://schemas.microsoft.com/office/drawing/2014/main" id="{77B9B660-8B73-4F5A-87A9-619FC97F9AA9}"/>
              </a:ext>
            </a:extLst>
          </p:cNvPr>
          <p:cNvSpPr>
            <a:spLocks xmlns:a="http://schemas.openxmlformats.org/drawingml/2006/main" noGrp="1"/>
          </p:cNvSpPr>
          <p:nvPr/>
        </p:nvSpPr>
        <p:spPr>
          <a:xfrm xmlns:a="http://schemas.openxmlformats.org/drawingml/2006/main">
            <a:off x="1535668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280" name="dp45-comparison / n167 / text 2">
            <a:extLst xmlns:a="http://schemas.openxmlformats.org/drawingml/2006/main">
              <a:ext uri="{FF2B5EF4-FFF2-40B4-BE49-F238E27FC236}">
                <a16:creationId xmlns:a16="http://schemas.microsoft.com/office/drawing/2014/main" id="{78EC9A09-70A7-4B87-A4CC-0E5D253E48F4}"/>
              </a:ext>
            </a:extLst>
          </p:cNvPr>
          <p:cNvSpPr>
            <a:spLocks xmlns:a="http://schemas.openxmlformats.org/drawingml/2006/main" noGrp="1"/>
          </p:cNvSpPr>
          <p:nvPr/>
        </p:nvSpPr>
        <p:spPr>
          <a:xfrm xmlns:a="http://schemas.openxmlformats.org/drawingml/2006/main">
            <a:off x="1535668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281" name="dp45-comparison / n168">
            <a:extLst xmlns:a="http://schemas.openxmlformats.org/drawingml/2006/main">
              <a:ext uri="{FF2B5EF4-FFF2-40B4-BE49-F238E27FC236}">
                <a16:creationId xmlns:a16="http://schemas.microsoft.com/office/drawing/2014/main" id="{47C07285-3AF1-4FF2-AFAE-19F3290216EC}"/>
              </a:ext>
            </a:extLst>
          </p:cNvPr>
          <p:cNvSpPr>
            <a:spLocks xmlns:a="http://schemas.openxmlformats.org/drawingml/2006/main" noGrp="1"/>
          </p:cNvSpPr>
          <p:nvPr/>
        </p:nvSpPr>
        <p:spPr>
          <a:xfrm xmlns:a="http://schemas.openxmlformats.org/drawingml/2006/main">
            <a:off x="1565567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5-comparison / n169 / text 1">
            <a:extLst xmlns:a="http://schemas.openxmlformats.org/drawingml/2006/main">
              <a:ext uri="{FF2B5EF4-FFF2-40B4-BE49-F238E27FC236}">
                <a16:creationId xmlns:a16="http://schemas.microsoft.com/office/drawing/2014/main" id="{21FB62D2-F12C-4D71-8350-71F11D090495}"/>
              </a:ext>
            </a:extLst>
          </p:cNvPr>
          <p:cNvSpPr>
            <a:spLocks xmlns:a="http://schemas.openxmlformats.org/drawingml/2006/main" noGrp="1"/>
          </p:cNvSpPr>
          <p:nvPr/>
        </p:nvSpPr>
        <p:spPr>
          <a:xfrm xmlns:a="http://schemas.openxmlformats.org/drawingml/2006/main">
            <a:off x="1566957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283" name="dp45-comparison / n169 / text 2">
            <a:extLst xmlns:a="http://schemas.openxmlformats.org/drawingml/2006/main">
              <a:ext uri="{FF2B5EF4-FFF2-40B4-BE49-F238E27FC236}">
                <a16:creationId xmlns:a16="http://schemas.microsoft.com/office/drawing/2014/main" id="{88BDDD8C-FEF1-4930-A8FF-BD02919DF5CE}"/>
              </a:ext>
            </a:extLst>
          </p:cNvPr>
          <p:cNvSpPr>
            <a:spLocks xmlns:a="http://schemas.openxmlformats.org/drawingml/2006/main" noGrp="1"/>
          </p:cNvSpPr>
          <p:nvPr/>
        </p:nvSpPr>
        <p:spPr>
          <a:xfrm xmlns:a="http://schemas.openxmlformats.org/drawingml/2006/main">
            <a:off x="1566957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284" name="dp45-comparison / n176">
            <a:extLst xmlns:a="http://schemas.openxmlformats.org/drawingml/2006/main">
              <a:ext uri="{FF2B5EF4-FFF2-40B4-BE49-F238E27FC236}">
                <a16:creationId xmlns:a16="http://schemas.microsoft.com/office/drawing/2014/main" id="{22D5CE16-0971-4A4D-8CDC-4DE5139193A4}"/>
              </a:ext>
            </a:extLst>
          </p:cNvPr>
          <p:cNvSpPr>
            <a:spLocks xmlns:a="http://schemas.openxmlformats.org/drawingml/2006/main" noGrp="1"/>
          </p:cNvSpPr>
          <p:nvPr/>
        </p:nvSpPr>
        <p:spPr>
          <a:xfrm xmlns:a="http://schemas.openxmlformats.org/drawingml/2006/main">
            <a:off x="14473619" y="3755898"/>
            <a:ext cx="1069132"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5" name="dp45-comparison / n177 / text 1">
            <a:extLst xmlns:a="http://schemas.openxmlformats.org/drawingml/2006/main">
              <a:ext uri="{FF2B5EF4-FFF2-40B4-BE49-F238E27FC236}">
                <a16:creationId xmlns:a16="http://schemas.microsoft.com/office/drawing/2014/main" id="{1260A6FB-D9A1-4388-B051-C6016BF0BB77}"/>
              </a:ext>
            </a:extLst>
          </p:cNvPr>
          <p:cNvSpPr>
            <a:spLocks xmlns:a="http://schemas.openxmlformats.org/drawingml/2006/main" noGrp="1"/>
          </p:cNvSpPr>
          <p:nvPr/>
        </p:nvSpPr>
        <p:spPr>
          <a:xfrm xmlns:a="http://schemas.openxmlformats.org/drawingml/2006/main">
            <a:off x="14487525" y="3762851"/>
            <a:ext cx="292036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생산 / 갱신 경로</a:t>
            </a:r>
          </a:p>
        </p:txBody>
      </p:sp>
      <p:sp>
        <p:nvSpPr>
          <p:cNvPr id="286" name="dp45-comparison / n178">
            <a:extLst xmlns:a="http://schemas.openxmlformats.org/drawingml/2006/main">
              <a:ext uri="{FF2B5EF4-FFF2-40B4-BE49-F238E27FC236}">
                <a16:creationId xmlns:a16="http://schemas.microsoft.com/office/drawing/2014/main" id="{60C59963-312E-4225-8D8C-730FD02A70BB}"/>
              </a:ext>
            </a:extLst>
          </p:cNvPr>
          <p:cNvSpPr>
            <a:spLocks xmlns:a="http://schemas.openxmlformats.org/drawingml/2006/main" noGrp="1"/>
          </p:cNvSpPr>
          <p:nvPr/>
        </p:nvSpPr>
        <p:spPr>
          <a:xfrm xmlns:a="http://schemas.openxmlformats.org/drawingml/2006/main">
            <a:off x="14716982" y="5320379"/>
            <a:ext cx="1121698"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7" name="dp45-comparison / n179 / text 1">
            <a:extLst xmlns:a="http://schemas.openxmlformats.org/drawingml/2006/main">
              <a:ext uri="{FF2B5EF4-FFF2-40B4-BE49-F238E27FC236}">
                <a16:creationId xmlns:a16="http://schemas.microsoft.com/office/drawing/2014/main" id="{6F451DB0-644E-40A3-B457-61629B614ADF}"/>
              </a:ext>
            </a:extLst>
          </p:cNvPr>
          <p:cNvSpPr>
            <a:spLocks xmlns:a="http://schemas.openxmlformats.org/drawingml/2006/main" noGrp="1"/>
          </p:cNvSpPr>
          <p:nvPr/>
        </p:nvSpPr>
        <p:spPr>
          <a:xfrm xmlns:a="http://schemas.openxmlformats.org/drawingml/2006/main">
            <a:off x="14730889" y="5327333"/>
            <a:ext cx="2572702"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요청 시 조회 경로</a:t>
            </a:r>
          </a:p>
        </p:txBody>
      </p:sp>
      <p:sp>
        <p:nvSpPr>
          <p:cNvPr id="288" name="dp45-comparison / n189">
            <a:extLst xmlns:a="http://schemas.openxmlformats.org/drawingml/2006/main">
              <a:ext uri="{FF2B5EF4-FFF2-40B4-BE49-F238E27FC236}">
                <a16:creationId xmlns:a16="http://schemas.microsoft.com/office/drawing/2014/main" id="{EE245489-B7F3-495E-B500-232412072CD8}"/>
              </a:ext>
            </a:extLst>
          </p:cNvPr>
          <p:cNvSpPr>
            <a:spLocks xmlns:a="http://schemas.openxmlformats.org/drawingml/2006/main" noGrp="1"/>
          </p:cNvSpPr>
          <p:nvPr/>
        </p:nvSpPr>
        <p:spPr>
          <a:xfrm xmlns:a="http://schemas.openxmlformats.org/drawingml/2006/main">
            <a:off x="12283345" y="3477768"/>
            <a:ext cx="3808156"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9" name="dp45-comparison / n190 / text 1">
            <a:extLst xmlns:a="http://schemas.openxmlformats.org/drawingml/2006/main">
              <a:ext uri="{FF2B5EF4-FFF2-40B4-BE49-F238E27FC236}">
                <a16:creationId xmlns:a16="http://schemas.microsoft.com/office/drawing/2014/main" id="{7D12FE68-2C97-486A-868C-2643137942DE}"/>
              </a:ext>
            </a:extLst>
          </p:cNvPr>
          <p:cNvSpPr>
            <a:spLocks xmlns:a="http://schemas.openxmlformats.org/drawingml/2006/main" noGrp="1"/>
          </p:cNvSpPr>
          <p:nvPr/>
        </p:nvSpPr>
        <p:spPr>
          <a:xfrm xmlns:a="http://schemas.openxmlformats.org/drawingml/2006/main">
            <a:off x="12297251" y="348472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1 확정 변경 ID / revision 알림 / 2 범위 읽기 ↔ 본문 / 참조 반환</a:t>
            </a:r>
          </a:p>
        </p:txBody>
      </p:sp>
      <p:sp>
        <p:nvSpPr>
          <p:cNvPr id="290" name="dp45-comparison / n192">
            <a:extLst xmlns:a="http://schemas.openxmlformats.org/drawingml/2006/main">
              <a:ext uri="{FF2B5EF4-FFF2-40B4-BE49-F238E27FC236}">
                <a16:creationId xmlns:a16="http://schemas.microsoft.com/office/drawing/2014/main" id="{A2794AEB-C870-4BF8-8EB6-960205EB87DB}"/>
              </a:ext>
            </a:extLst>
          </p:cNvPr>
          <p:cNvSpPr>
            <a:spLocks xmlns:a="http://schemas.openxmlformats.org/drawingml/2006/main" noGrp="1"/>
          </p:cNvSpPr>
          <p:nvPr/>
        </p:nvSpPr>
        <p:spPr>
          <a:xfrm xmlns:a="http://schemas.openxmlformats.org/drawingml/2006/main">
            <a:off x="14647450" y="4006215"/>
            <a:ext cx="1785595"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1" name="dp45-comparison / n193 / text 1">
            <a:extLst xmlns:a="http://schemas.openxmlformats.org/drawingml/2006/main">
              <a:ext uri="{FF2B5EF4-FFF2-40B4-BE49-F238E27FC236}">
                <a16:creationId xmlns:a16="http://schemas.microsoft.com/office/drawing/2014/main" id="{879EE4CF-3420-43FF-9E3A-5F9C0443FD83}"/>
              </a:ext>
            </a:extLst>
          </p:cNvPr>
          <p:cNvSpPr>
            <a:spLocks xmlns:a="http://schemas.openxmlformats.org/drawingml/2006/main" noGrp="1"/>
          </p:cNvSpPr>
          <p:nvPr/>
        </p:nvSpPr>
        <p:spPr>
          <a:xfrm xmlns:a="http://schemas.openxmlformats.org/drawingml/2006/main">
            <a:off x="14661356" y="4013168"/>
            <a:ext cx="2816066"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4 출처 / 권한 / 지원 종류 검사</a:t>
            </a:r>
          </a:p>
        </p:txBody>
      </p:sp>
      <p:sp>
        <p:nvSpPr>
          <p:cNvPr id="292" name="dp45-comparison / n194">
            <a:extLst xmlns:a="http://schemas.openxmlformats.org/drawingml/2006/main">
              <a:ext uri="{FF2B5EF4-FFF2-40B4-BE49-F238E27FC236}">
                <a16:creationId xmlns:a16="http://schemas.microsoft.com/office/drawing/2014/main" id="{096B3899-C992-410C-863B-32B59DC5546F}"/>
              </a:ext>
            </a:extLst>
          </p:cNvPr>
          <p:cNvSpPr>
            <a:spLocks xmlns:a="http://schemas.openxmlformats.org/drawingml/2006/main" noGrp="1"/>
          </p:cNvSpPr>
          <p:nvPr/>
        </p:nvSpPr>
        <p:spPr>
          <a:xfrm xmlns:a="http://schemas.openxmlformats.org/drawingml/2006/main">
            <a:off x="14647450" y="4673727"/>
            <a:ext cx="208249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3" name="dp45-comparison / n195 / text 1">
            <a:extLst xmlns:a="http://schemas.openxmlformats.org/drawingml/2006/main">
              <a:ext uri="{FF2B5EF4-FFF2-40B4-BE49-F238E27FC236}">
                <a16:creationId xmlns:a16="http://schemas.microsoft.com/office/drawing/2014/main" id="{2D4F2E78-799E-498E-896A-2E959B980646}"/>
              </a:ext>
            </a:extLst>
          </p:cNvPr>
          <p:cNvSpPr>
            <a:spLocks xmlns:a="http://schemas.openxmlformats.org/drawingml/2006/main" noGrp="1"/>
          </p:cNvSpPr>
          <p:nvPr/>
        </p:nvSpPr>
        <p:spPr>
          <a:xfrm xmlns:a="http://schemas.openxmlformats.org/drawingml/2006/main">
            <a:off x="14661356" y="4680680"/>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관계 + coverage 함께 게시</a:t>
            </a:r>
          </a:p>
        </p:txBody>
      </p:sp>
      <p:sp>
        <p:nvSpPr>
          <p:cNvPr id="294" name="dp45-comparison / n195 / text 2">
            <a:extLst xmlns:a="http://schemas.openxmlformats.org/drawingml/2006/main">
              <a:ext uri="{FF2B5EF4-FFF2-40B4-BE49-F238E27FC236}">
                <a16:creationId xmlns:a16="http://schemas.microsoft.com/office/drawing/2014/main" id="{B805C48B-E806-45AC-B0D0-C652B35F5C83}"/>
              </a:ext>
            </a:extLst>
          </p:cNvPr>
          <p:cNvSpPr>
            <a:spLocks xmlns:a="http://schemas.openxmlformats.org/drawingml/2006/main" noGrp="1"/>
          </p:cNvSpPr>
          <p:nvPr/>
        </p:nvSpPr>
        <p:spPr>
          <a:xfrm xmlns:a="http://schemas.openxmlformats.org/drawingml/2006/main">
            <a:off x="14661356" y="4818355"/>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파생물 / 전역 snapshot 아님</a:t>
            </a:r>
          </a:p>
        </p:txBody>
      </p:sp>
      <p:sp>
        <p:nvSpPr>
          <p:cNvPr id="295" name="dp45-comparison / n196">
            <a:extLst xmlns:a="http://schemas.openxmlformats.org/drawingml/2006/main">
              <a:ext uri="{FF2B5EF4-FFF2-40B4-BE49-F238E27FC236}">
                <a16:creationId xmlns:a16="http://schemas.microsoft.com/office/drawing/2014/main" id="{27570C70-422E-42AF-A418-10C9BA5FEF60}"/>
              </a:ext>
            </a:extLst>
          </p:cNvPr>
          <p:cNvSpPr>
            <a:spLocks xmlns:a="http://schemas.openxmlformats.org/drawingml/2006/main" noGrp="1"/>
          </p:cNvSpPr>
          <p:nvPr/>
        </p:nvSpPr>
        <p:spPr>
          <a:xfrm xmlns:a="http://schemas.openxmlformats.org/drawingml/2006/main">
            <a:off x="12596241" y="5000530"/>
            <a:ext cx="3405424"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6" name="dp45-comparison / n197 / text 1">
            <a:extLst xmlns:a="http://schemas.openxmlformats.org/drawingml/2006/main">
              <a:ext uri="{FF2B5EF4-FFF2-40B4-BE49-F238E27FC236}">
                <a16:creationId xmlns:a16="http://schemas.microsoft.com/office/drawing/2014/main" id="{60753E1E-BEDB-4B40-A99A-FA066967D431}"/>
              </a:ext>
            </a:extLst>
          </p:cNvPr>
          <p:cNvSpPr>
            <a:spLocks xmlns:a="http://schemas.openxmlformats.org/drawingml/2006/main" noGrp="1"/>
          </p:cNvSpPr>
          <p:nvPr/>
        </p:nvSpPr>
        <p:spPr>
          <a:xfrm xmlns:a="http://schemas.openxmlformats.org/drawingml/2006/main">
            <a:off x="12610148" y="5007483"/>
            <a:ext cx="4832509"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P20 → E20 실제 전달 위치 / T21 → D21@v2 / T22 → D22@v1</a:t>
            </a:r>
          </a:p>
        </p:txBody>
      </p:sp>
      <p:sp>
        <p:nvSpPr>
          <p:cNvPr id="297" name="dp45-comparison / n198">
            <a:extLst xmlns:a="http://schemas.openxmlformats.org/drawingml/2006/main">
              <a:ext uri="{FF2B5EF4-FFF2-40B4-BE49-F238E27FC236}">
                <a16:creationId xmlns:a16="http://schemas.microsoft.com/office/drawing/2014/main" id="{BD2E351A-A4D4-42F2-A03C-047C08078BC2}"/>
              </a:ext>
            </a:extLst>
          </p:cNvPr>
          <p:cNvSpPr>
            <a:spLocks xmlns:a="http://schemas.openxmlformats.org/drawingml/2006/main" noGrp="1"/>
          </p:cNvSpPr>
          <p:nvPr/>
        </p:nvSpPr>
        <p:spPr>
          <a:xfrm xmlns:a="http://schemas.openxmlformats.org/drawingml/2006/main">
            <a:off x="12596241" y="5174361"/>
            <a:ext cx="3832631" cy="15853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8" name="dp45-comparison / n199 / text 1">
            <a:extLst xmlns:a="http://schemas.openxmlformats.org/drawingml/2006/main">
              <a:ext uri="{FF2B5EF4-FFF2-40B4-BE49-F238E27FC236}">
                <a16:creationId xmlns:a16="http://schemas.microsoft.com/office/drawing/2014/main" id="{2399CA4D-876F-43CF-B704-6ECCD449BB10}"/>
              </a:ext>
            </a:extLst>
          </p:cNvPr>
          <p:cNvSpPr>
            <a:spLocks xmlns:a="http://schemas.openxmlformats.org/drawingml/2006/main" noGrp="1"/>
          </p:cNvSpPr>
          <p:nvPr/>
        </p:nvSpPr>
        <p:spPr>
          <a:xfrm xmlns:a="http://schemas.openxmlformats.org/drawingml/2006/main">
            <a:off x="12610148" y="5181314"/>
            <a:ext cx="4832509"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source/revision/구간 / 명시/derived / coverage / producer/schema</a:t>
            </a:r>
          </a:p>
        </p:txBody>
      </p:sp>
      <p:sp>
        <p:nvSpPr>
          <p:cNvPr id="299" name="dp45-comparison / n202">
            <a:extLst xmlns:a="http://schemas.openxmlformats.org/drawingml/2006/main">
              <a:ext uri="{FF2B5EF4-FFF2-40B4-BE49-F238E27FC236}">
                <a16:creationId xmlns:a16="http://schemas.microsoft.com/office/drawing/2014/main" id="{8981F403-42B5-4337-BA20-59FF577082C7}"/>
              </a:ext>
            </a:extLst>
          </p:cNvPr>
          <p:cNvSpPr>
            <a:spLocks xmlns:a="http://schemas.openxmlformats.org/drawingml/2006/main" noGrp="1"/>
          </p:cNvSpPr>
          <p:nvPr/>
        </p:nvSpPr>
        <p:spPr>
          <a:xfrm xmlns:a="http://schemas.openxmlformats.org/drawingml/2006/main">
            <a:off x="14668310" y="5584603"/>
            <a:ext cx="2132701"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0" name="dp45-comparison / n203 / text 1">
            <a:extLst xmlns:a="http://schemas.openxmlformats.org/drawingml/2006/main">
              <a:ext uri="{FF2B5EF4-FFF2-40B4-BE49-F238E27FC236}">
                <a16:creationId xmlns:a16="http://schemas.microsoft.com/office/drawing/2014/main" id="{478F1AFB-689B-473A-B5D2-76FD2E842108}"/>
              </a:ext>
            </a:extLst>
          </p:cNvPr>
          <p:cNvSpPr>
            <a:spLocks xmlns:a="http://schemas.openxmlformats.org/drawingml/2006/main" noGrp="1"/>
          </p:cNvSpPr>
          <p:nvPr/>
        </p:nvSpPr>
        <p:spPr>
          <a:xfrm xmlns:a="http://schemas.openxmlformats.org/drawingml/2006/main">
            <a:off x="14682216" y="5591556"/>
            <a:ext cx="2746534"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6 게시된 후보 / locator / coverage</a:t>
            </a:r>
          </a:p>
        </p:txBody>
      </p:sp>
      <p:sp>
        <p:nvSpPr>
          <p:cNvPr id="301" name="dp45-comparison / n206">
            <a:extLst xmlns:a="http://schemas.openxmlformats.org/drawingml/2006/main">
              <a:ext uri="{FF2B5EF4-FFF2-40B4-BE49-F238E27FC236}">
                <a16:creationId xmlns:a16="http://schemas.microsoft.com/office/drawing/2014/main" id="{E194CBBF-6E39-49B6-8892-82F2BAA5AFEB}"/>
              </a:ext>
            </a:extLst>
          </p:cNvPr>
          <p:cNvSpPr>
            <a:spLocks xmlns:a="http://schemas.openxmlformats.org/drawingml/2006/main" noGrp="1"/>
          </p:cNvSpPr>
          <p:nvPr/>
        </p:nvSpPr>
        <p:spPr>
          <a:xfrm xmlns:a="http://schemas.openxmlformats.org/drawingml/2006/main">
            <a:off x="9780175" y="4680680"/>
            <a:ext cx="1264101" cy="53484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2" name="dp45-comparison / n207 / text 1">
            <a:extLst xmlns:a="http://schemas.openxmlformats.org/drawingml/2006/main">
              <a:ext uri="{FF2B5EF4-FFF2-40B4-BE49-F238E27FC236}">
                <a16:creationId xmlns:a16="http://schemas.microsoft.com/office/drawing/2014/main" id="{8CA8E178-54A3-4931-8DC4-5606784BA1D9}"/>
              </a:ext>
            </a:extLst>
          </p:cNvPr>
          <p:cNvSpPr>
            <a:spLocks xmlns:a="http://schemas.openxmlformats.org/drawingml/2006/main" noGrp="1"/>
          </p:cNvSpPr>
          <p:nvPr/>
        </p:nvSpPr>
        <p:spPr>
          <a:xfrm xmlns:a="http://schemas.openxmlformats.org/drawingml/2006/main">
            <a:off x="9794081" y="4687634"/>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NOT_COVERED / 파생 오류</a:t>
            </a:r>
          </a:p>
        </p:txBody>
      </p:sp>
      <p:sp>
        <p:nvSpPr>
          <p:cNvPr id="303" name="dp45-comparison / n207 / text 2">
            <a:extLst xmlns:a="http://schemas.openxmlformats.org/drawingml/2006/main">
              <a:ext uri="{FF2B5EF4-FFF2-40B4-BE49-F238E27FC236}">
                <a16:creationId xmlns:a16="http://schemas.microsoft.com/office/drawing/2014/main" id="{F63549B7-030D-4E33-870D-AA29756BC2C5}"/>
              </a:ext>
            </a:extLst>
          </p:cNvPr>
          <p:cNvSpPr>
            <a:spLocks xmlns:a="http://schemas.openxmlformats.org/drawingml/2006/main" noGrp="1"/>
          </p:cNvSpPr>
          <p:nvPr/>
        </p:nvSpPr>
        <p:spPr>
          <a:xfrm xmlns:a="http://schemas.openxmlformats.org/drawingml/2006/main">
            <a:off x="9794081" y="4816130"/>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생산 / 재검증 요청</a:t>
            </a:r>
          </a:p>
        </p:txBody>
      </p:sp>
      <p:sp>
        <p:nvSpPr>
          <p:cNvPr id="304" name="dp45-comparison / n207 / text 3">
            <a:extLst xmlns:a="http://schemas.openxmlformats.org/drawingml/2006/main">
              <a:ext uri="{FF2B5EF4-FFF2-40B4-BE49-F238E27FC236}">
                <a16:creationId xmlns:a16="http://schemas.microsoft.com/office/drawing/2014/main" id="{42749B27-02DE-42CD-A2DC-0DEC5F384241}"/>
              </a:ext>
            </a:extLst>
          </p:cNvPr>
          <p:cNvSpPr>
            <a:spLocks xmlns:a="http://schemas.openxmlformats.org/drawingml/2006/main" noGrp="1"/>
          </p:cNvSpPr>
          <p:nvPr/>
        </p:nvSpPr>
        <p:spPr>
          <a:xfrm xmlns:a="http://schemas.openxmlformats.org/drawingml/2006/main">
            <a:off x="9794081" y="4944626"/>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게시 revision / 상태</a:t>
            </a:r>
          </a:p>
        </p:txBody>
      </p:sp>
      <p:sp>
        <p:nvSpPr>
          <p:cNvPr id="305" name="dp45-comparison / n207 / text 4">
            <a:extLst xmlns:a="http://schemas.openxmlformats.org/drawingml/2006/main">
              <a:ext uri="{FF2B5EF4-FFF2-40B4-BE49-F238E27FC236}">
                <a16:creationId xmlns:a16="http://schemas.microsoft.com/office/drawing/2014/main" id="{02E07C4F-0C7A-4EA5-9C42-AAA08130AD2B}"/>
              </a:ext>
            </a:extLst>
          </p:cNvPr>
          <p:cNvSpPr>
            <a:spLocks xmlns:a="http://schemas.openxmlformats.org/drawingml/2006/main" noGrp="1"/>
          </p:cNvSpPr>
          <p:nvPr/>
        </p:nvSpPr>
        <p:spPr>
          <a:xfrm xmlns:a="http://schemas.openxmlformats.org/drawingml/2006/main">
            <a:off x="9794081" y="5073122"/>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게시 확인 뒤 6 재조회</a:t>
            </a:r>
          </a:p>
        </p:txBody>
      </p:sp>
      <p:sp>
        <p:nvSpPr>
          <p:cNvPr id="306" name="dp45-comparison / n208">
            <a:extLst xmlns:a="http://schemas.openxmlformats.org/drawingml/2006/main">
              <a:ext uri="{FF2B5EF4-FFF2-40B4-BE49-F238E27FC236}">
                <a16:creationId xmlns:a16="http://schemas.microsoft.com/office/drawing/2014/main" id="{18AEF2BE-EEDB-4AD3-A543-C9AD33122B4D}"/>
              </a:ext>
            </a:extLst>
          </p:cNvPr>
          <p:cNvSpPr>
            <a:spLocks xmlns:a="http://schemas.openxmlformats.org/drawingml/2006/main" noGrp="1"/>
          </p:cNvSpPr>
          <p:nvPr/>
        </p:nvSpPr>
        <p:spPr>
          <a:xfrm xmlns:a="http://schemas.openxmlformats.org/drawingml/2006/main">
            <a:off x="12561475" y="5960078"/>
            <a:ext cx="2084584"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5-comparison / n209 / text 1">
            <a:extLst xmlns:a="http://schemas.openxmlformats.org/drawingml/2006/main">
              <a:ext uri="{FF2B5EF4-FFF2-40B4-BE49-F238E27FC236}">
                <a16:creationId xmlns:a16="http://schemas.microsoft.com/office/drawing/2014/main" id="{8C856E85-DCE3-4A6F-A299-64506DFB3238}"/>
              </a:ext>
            </a:extLst>
          </p:cNvPr>
          <p:cNvSpPr>
            <a:spLocks xmlns:a="http://schemas.openxmlformats.org/drawingml/2006/main" noGrp="1"/>
          </p:cNvSpPr>
          <p:nvPr/>
        </p:nvSpPr>
        <p:spPr>
          <a:xfrm xmlns:a="http://schemas.openxmlformats.org/drawingml/2006/main">
            <a:off x="12575381" y="5967032"/>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UNSUPPORTED_RELATION ≠ NOT_COVERED</a:t>
            </a:r>
          </a:p>
        </p:txBody>
      </p:sp>
      <p:sp>
        <p:nvSpPr>
          <p:cNvPr id="308" name="dp45-comparison / n209 / text 2">
            <a:extLst xmlns:a="http://schemas.openxmlformats.org/drawingml/2006/main">
              <a:ext uri="{FF2B5EF4-FFF2-40B4-BE49-F238E27FC236}">
                <a16:creationId xmlns:a16="http://schemas.microsoft.com/office/drawing/2014/main" id="{D8960F9D-1F1E-4F8A-82E0-103559647043}"/>
              </a:ext>
            </a:extLst>
          </p:cNvPr>
          <p:cNvSpPr>
            <a:spLocks xmlns:a="http://schemas.openxmlformats.org/drawingml/2006/main" noGrp="1"/>
          </p:cNvSpPr>
          <p:nvPr/>
        </p:nvSpPr>
        <p:spPr>
          <a:xfrm xmlns:a="http://schemas.openxmlformats.org/drawingml/2006/main">
            <a:off x="12575381" y="6104706"/>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NO_MATCH ≠ DENIED / UNAVAILABLE</a:t>
            </a:r>
          </a:p>
        </p:txBody>
      </p:sp>
      <p:sp>
        <p:nvSpPr>
          <p:cNvPr id="309" name="dp45-comparison / n216">
            <a:extLst xmlns:a="http://schemas.openxmlformats.org/drawingml/2006/main">
              <a:ext uri="{FF2B5EF4-FFF2-40B4-BE49-F238E27FC236}">
                <a16:creationId xmlns:a16="http://schemas.microsoft.com/office/drawing/2014/main" id="{AE299585-7B70-4083-B35A-AEB94D862653}"/>
              </a:ext>
            </a:extLst>
          </p:cNvPr>
          <p:cNvSpPr>
            <a:spLocks xmlns:a="http://schemas.openxmlformats.org/drawingml/2006/main" noGrp="1"/>
          </p:cNvSpPr>
          <p:nvPr/>
        </p:nvSpPr>
        <p:spPr>
          <a:xfrm xmlns:a="http://schemas.openxmlformats.org/drawingml/2006/main">
            <a:off x="14682216" y="6530245"/>
            <a:ext cx="2324471"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0" name="dp45-comparison / n217 / text 1">
            <a:extLst xmlns:a="http://schemas.openxmlformats.org/drawingml/2006/main">
              <a:ext uri="{FF2B5EF4-FFF2-40B4-BE49-F238E27FC236}">
                <a16:creationId xmlns:a16="http://schemas.microsoft.com/office/drawing/2014/main" id="{456F9A76-735F-450F-B110-A72BC982DF00}"/>
              </a:ext>
            </a:extLst>
          </p:cNvPr>
          <p:cNvSpPr>
            <a:spLocks xmlns:a="http://schemas.openxmlformats.org/drawingml/2006/main" noGrp="1"/>
          </p:cNvSpPr>
          <p:nvPr/>
        </p:nvSpPr>
        <p:spPr>
          <a:xfrm xmlns:a="http://schemas.openxmlformats.org/drawingml/2006/main">
            <a:off x="14696123" y="6537198"/>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현재 metadata / 인용 / 충돌 원문 확인</a:t>
            </a:r>
          </a:p>
        </p:txBody>
      </p:sp>
      <p:sp>
        <p:nvSpPr>
          <p:cNvPr id="311" name="dp45-comparison / n217 / text 2">
            <a:extLst xmlns:a="http://schemas.openxmlformats.org/drawingml/2006/main">
              <a:ext uri="{FF2B5EF4-FFF2-40B4-BE49-F238E27FC236}">
                <a16:creationId xmlns:a16="http://schemas.microsoft.com/office/drawing/2014/main" id="{66E5FC84-6CE6-4515-9929-119A4504BF1A}"/>
              </a:ext>
            </a:extLst>
          </p:cNvPr>
          <p:cNvSpPr>
            <a:spLocks xmlns:a="http://schemas.openxmlformats.org/drawingml/2006/main" noGrp="1"/>
          </p:cNvSpPr>
          <p:nvPr/>
        </p:nvSpPr>
        <p:spPr>
          <a:xfrm xmlns:a="http://schemas.openxmlformats.org/drawingml/2006/main">
            <a:off x="14696123" y="6674872"/>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삭제 / 철회 즉시 fence / 옛 job 게시 금지</a:t>
            </a:r>
          </a:p>
        </p:txBody>
      </p:sp>
      <p:sp>
        <p:nvSpPr>
          <p:cNvPr id="312" name="dp45-comparison / n219">
            <a:extLst xmlns:a="http://schemas.openxmlformats.org/drawingml/2006/main">
              <a:ext uri="{FF2B5EF4-FFF2-40B4-BE49-F238E27FC236}">
                <a16:creationId xmlns:a16="http://schemas.microsoft.com/office/drawing/2014/main" id="{2D830493-A880-4CA9-A186-158B6D409573}"/>
              </a:ext>
            </a:extLst>
          </p:cNvPr>
          <p:cNvSpPr>
            <a:spLocks xmlns:a="http://schemas.openxmlformats.org/drawingml/2006/main" noGrp="1"/>
          </p:cNvSpPr>
          <p:nvPr/>
        </p:nvSpPr>
        <p:spPr>
          <a:xfrm xmlns:a="http://schemas.openxmlformats.org/drawingml/2006/main">
            <a:off x="9780175" y="5236940"/>
            <a:ext cx="2047176" cy="1401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5-comparison / n220 / text 1">
            <a:extLst xmlns:a="http://schemas.openxmlformats.org/drawingml/2006/main">
              <a:ext uri="{FF2B5EF4-FFF2-40B4-BE49-F238E27FC236}">
                <a16:creationId xmlns:a16="http://schemas.microsoft.com/office/drawing/2014/main" id="{E25B3B45-1998-4C7F-B2B4-85D0FA4FC66C}"/>
              </a:ext>
            </a:extLst>
          </p:cNvPr>
          <p:cNvSpPr>
            <a:spLocks xmlns:a="http://schemas.openxmlformats.org/drawingml/2006/main" noGrp="1"/>
          </p:cNvSpPr>
          <p:nvPr/>
        </p:nvSpPr>
        <p:spPr>
          <a:xfrm xmlns:a="http://schemas.openxmlformats.org/drawingml/2006/main">
            <a:off x="9794081" y="5243894"/>
            <a:ext cx="2468404" cy="1310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12" b="0">
                <a:solidFill>
                  <a:srgbClr val="000000"/>
                </a:solidFill>
                <a:latin typeface="Apple SD Gothic Neo"/>
                <a:ea typeface="Apple SD Gothic Neo"/>
                <a:cs typeface="Apple SD Gothic Neo"/>
              </a:defRPr>
            </a:pPr>
            <a:r>
              <a:rPr sz="712" b="0">
                <a:solidFill>
                  <a:srgbClr val="000000"/>
                </a:solidFill>
                <a:latin typeface="Apple SD Gothic Neo"/>
                <a:ea typeface="Apple SD Gothic Neo"/>
                <a:cs typeface="Apple SD Gothic Neo"/>
              </a:rPr>
              <a:t>EvidenceDispute → 해당 버전 차단 / 재검증</a:t>
            </a:r>
          </a:p>
        </p:txBody>
      </p:sp>
      <p:sp>
        <p:nvSpPr>
          <p:cNvPr id="314" name="dp45-comparison / n223">
            <a:extLst xmlns:a="http://schemas.openxmlformats.org/drawingml/2006/main">
              <a:ext uri="{FF2B5EF4-FFF2-40B4-BE49-F238E27FC236}">
                <a16:creationId xmlns:a16="http://schemas.microsoft.com/office/drawing/2014/main" id="{5DE15CDE-4930-4EFE-BC5C-0FC543283FAA}"/>
              </a:ext>
            </a:extLst>
          </p:cNvPr>
          <p:cNvSpPr>
            <a:spLocks xmlns:a="http://schemas.openxmlformats.org/drawingml/2006/main" noGrp="1"/>
          </p:cNvSpPr>
          <p:nvPr/>
        </p:nvSpPr>
        <p:spPr>
          <a:xfrm xmlns:a="http://schemas.openxmlformats.org/drawingml/2006/main">
            <a:off x="9780175" y="6662357"/>
            <a:ext cx="3283047"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5-comparison / n224 / text 1">
            <a:extLst xmlns:a="http://schemas.openxmlformats.org/drawingml/2006/main">
              <a:ext uri="{FF2B5EF4-FFF2-40B4-BE49-F238E27FC236}">
                <a16:creationId xmlns:a16="http://schemas.microsoft.com/office/drawing/2014/main" id="{5ED0BFAB-DE13-4A59-8590-8E9F6E8DBC9D}"/>
              </a:ext>
            </a:extLst>
          </p:cNvPr>
          <p:cNvSpPr>
            <a:spLocks xmlns:a="http://schemas.openxmlformats.org/drawingml/2006/main" noGrp="1"/>
          </p:cNvSpPr>
          <p:nvPr/>
        </p:nvSpPr>
        <p:spPr>
          <a:xfrm xmlns:a="http://schemas.openxmlformats.org/drawingml/2006/main">
            <a:off x="9794081" y="6669310"/>
            <a:ext cx="4728210"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3 과거 의미 관계만 조건부 모델 호출 / 명시 ID / 위치는 코드 가능</a:t>
            </a:r>
          </a:p>
        </p:txBody>
      </p:sp>
      <p:sp>
        <p:nvSpPr>
          <p:cNvPr id="316" name="dp45-comparison / n227">
            <a:extLst xmlns:a="http://schemas.openxmlformats.org/drawingml/2006/main">
              <a:ext uri="{FF2B5EF4-FFF2-40B4-BE49-F238E27FC236}">
                <a16:creationId xmlns:a16="http://schemas.microsoft.com/office/drawing/2014/main" id="{76E388C4-4033-4A86-B487-27E62B8B2B36}"/>
              </a:ext>
            </a:extLst>
          </p:cNvPr>
          <p:cNvSpPr>
            <a:spLocks xmlns:a="http://schemas.openxmlformats.org/drawingml/2006/main" noGrp="1"/>
          </p:cNvSpPr>
          <p:nvPr/>
        </p:nvSpPr>
        <p:spPr>
          <a:xfrm xmlns:a="http://schemas.openxmlformats.org/drawingml/2006/main">
            <a:off x="978017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5-comparison / n228 / text 1">
            <a:extLst xmlns:a="http://schemas.openxmlformats.org/drawingml/2006/main">
              <a:ext uri="{FF2B5EF4-FFF2-40B4-BE49-F238E27FC236}">
                <a16:creationId xmlns:a16="http://schemas.microsoft.com/office/drawing/2014/main" id="{0A016208-69C4-4622-A519-A352397D352F}"/>
              </a:ext>
            </a:extLst>
          </p:cNvPr>
          <p:cNvSpPr>
            <a:spLocks xmlns:a="http://schemas.openxmlformats.org/drawingml/2006/main" noGrp="1"/>
          </p:cNvSpPr>
          <p:nvPr/>
        </p:nvSpPr>
        <p:spPr>
          <a:xfrm xmlns:a="http://schemas.openxmlformats.org/drawingml/2006/main">
            <a:off x="979408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5 EvidenceQuery →</a:t>
            </a:r>
          </a:p>
        </p:txBody>
      </p:sp>
      <p:sp>
        <p:nvSpPr>
          <p:cNvPr id="318" name="dp45-comparison / n228 / text 2">
            <a:extLst xmlns:a="http://schemas.openxmlformats.org/drawingml/2006/main">
              <a:ext uri="{FF2B5EF4-FFF2-40B4-BE49-F238E27FC236}">
                <a16:creationId xmlns:a16="http://schemas.microsoft.com/office/drawing/2014/main" id="{EE317109-B79E-4596-833D-18FE300B5592}"/>
              </a:ext>
            </a:extLst>
          </p:cNvPr>
          <p:cNvSpPr>
            <a:spLocks xmlns:a="http://schemas.openxmlformats.org/drawingml/2006/main" noGrp="1"/>
          </p:cNvSpPr>
          <p:nvPr/>
        </p:nvSpPr>
        <p:spPr>
          <a:xfrm xmlns:a="http://schemas.openxmlformats.org/drawingml/2006/main">
            <a:off x="979408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319" name="dp45-comparison / n229">
            <a:extLst xmlns:a="http://schemas.openxmlformats.org/drawingml/2006/main">
              <a:ext uri="{FF2B5EF4-FFF2-40B4-BE49-F238E27FC236}">
                <a16:creationId xmlns:a16="http://schemas.microsoft.com/office/drawing/2014/main" id="{1C1C711D-9C5B-4B81-B394-6E8F3348BA19}"/>
              </a:ext>
            </a:extLst>
          </p:cNvPr>
          <p:cNvSpPr>
            <a:spLocks xmlns:a="http://schemas.openxmlformats.org/drawingml/2006/main" noGrp="1"/>
          </p:cNvSpPr>
          <p:nvPr/>
        </p:nvSpPr>
        <p:spPr>
          <a:xfrm xmlns:a="http://schemas.openxmlformats.org/drawingml/2006/main">
            <a:off x="978017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0" name="dp45-comparison / n230 / text 1">
            <a:extLst xmlns:a="http://schemas.openxmlformats.org/drawingml/2006/main">
              <a:ext uri="{FF2B5EF4-FFF2-40B4-BE49-F238E27FC236}">
                <a16:creationId xmlns:a16="http://schemas.microsoft.com/office/drawing/2014/main" id="{03D2FD97-68A7-42B7-91FE-BC1813F85CF4}"/>
              </a:ext>
            </a:extLst>
          </p:cNvPr>
          <p:cNvSpPr>
            <a:spLocks xmlns:a="http://schemas.openxmlformats.org/drawingml/2006/main" noGrp="1"/>
          </p:cNvSpPr>
          <p:nvPr/>
        </p:nvSpPr>
        <p:spPr>
          <a:xfrm xmlns:a="http://schemas.openxmlformats.org/drawingml/2006/main">
            <a:off x="979408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321" name="dp45-comparison / n230 / text 2">
            <a:extLst xmlns:a="http://schemas.openxmlformats.org/drawingml/2006/main">
              <a:ext uri="{FF2B5EF4-FFF2-40B4-BE49-F238E27FC236}">
                <a16:creationId xmlns:a16="http://schemas.microsoft.com/office/drawing/2014/main" id="{18073096-732F-41AD-B2B6-AC361550AEBF}"/>
              </a:ext>
            </a:extLst>
          </p:cNvPr>
          <p:cNvSpPr>
            <a:spLocks xmlns:a="http://schemas.openxmlformats.org/drawingml/2006/main" noGrp="1"/>
          </p:cNvSpPr>
          <p:nvPr/>
        </p:nvSpPr>
        <p:spPr>
          <a:xfrm xmlns:a="http://schemas.openxmlformats.org/drawingml/2006/main">
            <a:off x="979408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322" name="dp45-comparison / n233">
            <a:extLst xmlns:a="http://schemas.openxmlformats.org/drawingml/2006/main">
              <a:ext uri="{FF2B5EF4-FFF2-40B4-BE49-F238E27FC236}">
                <a16:creationId xmlns:a16="http://schemas.microsoft.com/office/drawing/2014/main" id="{DB96E1A5-A72D-4C6E-8CE8-793619A0B9E1}"/>
              </a:ext>
            </a:extLst>
          </p:cNvPr>
          <p:cNvSpPr>
            <a:spLocks xmlns:a="http://schemas.openxmlformats.org/drawingml/2006/main" noGrp="1"/>
          </p:cNvSpPr>
          <p:nvPr/>
        </p:nvSpPr>
        <p:spPr>
          <a:xfrm xmlns:a="http://schemas.openxmlformats.org/drawingml/2006/main">
            <a:off x="978017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5-comparison / n234 / text 1">
            <a:extLst xmlns:a="http://schemas.openxmlformats.org/drawingml/2006/main">
              <a:ext uri="{FF2B5EF4-FFF2-40B4-BE49-F238E27FC236}">
                <a16:creationId xmlns:a16="http://schemas.microsoft.com/office/drawing/2014/main" id="{9BA6C8F4-3054-4CD6-A386-19C79FF3D6BF}"/>
              </a:ext>
            </a:extLst>
          </p:cNvPr>
          <p:cNvSpPr>
            <a:spLocks xmlns:a="http://schemas.openxmlformats.org/drawingml/2006/main" noGrp="1"/>
          </p:cNvSpPr>
          <p:nvPr/>
        </p:nvSpPr>
        <p:spPr>
          <a:xfrm xmlns:a="http://schemas.openxmlformats.org/drawingml/2006/main">
            <a:off x="979408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324" name="dp45-comparison / n236">
            <a:extLst xmlns:a="http://schemas.openxmlformats.org/drawingml/2006/main">
              <a:ext uri="{FF2B5EF4-FFF2-40B4-BE49-F238E27FC236}">
                <a16:creationId xmlns:a16="http://schemas.microsoft.com/office/drawing/2014/main" id="{37C05F6B-D1AC-4ACD-AC85-49555601E6E1}"/>
              </a:ext>
            </a:extLst>
          </p:cNvPr>
          <p:cNvSpPr>
            <a:spLocks xmlns:a="http://schemas.openxmlformats.org/drawingml/2006/main" noGrp="1"/>
          </p:cNvSpPr>
          <p:nvPr/>
        </p:nvSpPr>
        <p:spPr>
          <a:xfrm xmlns:a="http://schemas.openxmlformats.org/drawingml/2006/main">
            <a:off x="1231811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5-comparison / n237 / text 1">
            <a:extLst xmlns:a="http://schemas.openxmlformats.org/drawingml/2006/main">
              <a:ext uri="{FF2B5EF4-FFF2-40B4-BE49-F238E27FC236}">
                <a16:creationId xmlns:a16="http://schemas.microsoft.com/office/drawing/2014/main" id="{56BA6EA7-769F-4B9D-9F64-3646749B97F7}"/>
              </a:ext>
            </a:extLst>
          </p:cNvPr>
          <p:cNvSpPr>
            <a:spLocks xmlns:a="http://schemas.openxmlformats.org/drawingml/2006/main" noGrp="1"/>
          </p:cNvSpPr>
          <p:nvPr/>
        </p:nvSpPr>
        <p:spPr>
          <a:xfrm xmlns:a="http://schemas.openxmlformats.org/drawingml/2006/main">
            <a:off x="1233201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326" name="dp45-comparison / n240">
            <a:extLst xmlns:a="http://schemas.openxmlformats.org/drawingml/2006/main">
              <a:ext uri="{FF2B5EF4-FFF2-40B4-BE49-F238E27FC236}">
                <a16:creationId xmlns:a16="http://schemas.microsoft.com/office/drawing/2014/main" id="{95B58E7E-2876-4231-8422-469160594C82}"/>
              </a:ext>
            </a:extLst>
          </p:cNvPr>
          <p:cNvSpPr>
            <a:spLocks xmlns:a="http://schemas.openxmlformats.org/drawingml/2006/main" noGrp="1"/>
          </p:cNvSpPr>
          <p:nvPr/>
        </p:nvSpPr>
        <p:spPr>
          <a:xfrm xmlns:a="http://schemas.openxmlformats.org/drawingml/2006/main">
            <a:off x="978017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5-comparison / n241 / text 1">
            <a:extLst xmlns:a="http://schemas.openxmlformats.org/drawingml/2006/main">
              <a:ext uri="{FF2B5EF4-FFF2-40B4-BE49-F238E27FC236}">
                <a16:creationId xmlns:a16="http://schemas.microsoft.com/office/drawing/2014/main" id="{E2791F0C-7DEA-4D23-884C-54427F02D554}"/>
              </a:ext>
            </a:extLst>
          </p:cNvPr>
          <p:cNvSpPr>
            <a:spLocks xmlns:a="http://schemas.openxmlformats.org/drawingml/2006/main" noGrp="1"/>
          </p:cNvSpPr>
          <p:nvPr/>
        </p:nvSpPr>
        <p:spPr>
          <a:xfrm xmlns:a="http://schemas.openxmlformats.org/drawingml/2006/main">
            <a:off x="979408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328" name="dp45-comparison / n241 / text 2">
            <a:extLst xmlns:a="http://schemas.openxmlformats.org/drawingml/2006/main">
              <a:ext uri="{FF2B5EF4-FFF2-40B4-BE49-F238E27FC236}">
                <a16:creationId xmlns:a16="http://schemas.microsoft.com/office/drawing/2014/main" id="{262C0445-42CE-475E-BDC2-8261B418D3F9}"/>
              </a:ext>
            </a:extLst>
          </p:cNvPr>
          <p:cNvSpPr>
            <a:spLocks xmlns:a="http://schemas.openxmlformats.org/drawingml/2006/main" noGrp="1"/>
          </p:cNvSpPr>
          <p:nvPr/>
        </p:nvSpPr>
        <p:spPr>
          <a:xfrm xmlns:a="http://schemas.openxmlformats.org/drawingml/2006/main">
            <a:off x="979408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329" name="dp45-comparison / n241 / text 3">
            <a:extLst xmlns:a="http://schemas.openxmlformats.org/drawingml/2006/main">
              <a:ext uri="{FF2B5EF4-FFF2-40B4-BE49-F238E27FC236}">
                <a16:creationId xmlns:a16="http://schemas.microsoft.com/office/drawing/2014/main" id="{268DE2E9-04A8-4936-A586-47F1B55E601D}"/>
              </a:ext>
            </a:extLst>
          </p:cNvPr>
          <p:cNvSpPr>
            <a:spLocks xmlns:a="http://schemas.openxmlformats.org/drawingml/2006/main" noGrp="1"/>
          </p:cNvSpPr>
          <p:nvPr/>
        </p:nvSpPr>
        <p:spPr>
          <a:xfrm xmlns:a="http://schemas.openxmlformats.org/drawingml/2006/main">
            <a:off x="979408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330" name="dp45-comparison / n246">
            <a:extLst xmlns:a="http://schemas.openxmlformats.org/drawingml/2006/main">
              <a:ext uri="{FF2B5EF4-FFF2-40B4-BE49-F238E27FC236}">
                <a16:creationId xmlns:a16="http://schemas.microsoft.com/office/drawing/2014/main" id="{28607FFC-70CB-45EB-8E60-A58323E8BB65}"/>
              </a:ext>
            </a:extLst>
          </p:cNvPr>
          <p:cNvSpPr>
            <a:spLocks xmlns:a="http://schemas.openxmlformats.org/drawingml/2006/main" noGrp="1"/>
          </p:cNvSpPr>
          <p:nvPr/>
        </p:nvSpPr>
        <p:spPr>
          <a:xfrm xmlns:a="http://schemas.openxmlformats.org/drawingml/2006/main">
            <a:off x="978017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5-comparison / n247 / text 1">
            <a:extLst xmlns:a="http://schemas.openxmlformats.org/drawingml/2006/main">
              <a:ext uri="{FF2B5EF4-FFF2-40B4-BE49-F238E27FC236}">
                <a16:creationId xmlns:a16="http://schemas.microsoft.com/office/drawing/2014/main" id="{C1858D6D-3CCC-4A97-90F5-5585D9175394}"/>
              </a:ext>
            </a:extLst>
          </p:cNvPr>
          <p:cNvSpPr>
            <a:spLocks xmlns:a="http://schemas.openxmlformats.org/drawingml/2006/main" noGrp="1"/>
          </p:cNvSpPr>
          <p:nvPr/>
        </p:nvSpPr>
        <p:spPr>
          <a:xfrm xmlns:a="http://schemas.openxmlformats.org/drawingml/2006/main">
            <a:off x="979408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Tree>
    <p:extLst>
      <p:ext uri="{BB962C8B-B14F-4D97-AF65-F5344CB8AC3E}">
        <p14:creationId xmlns:p14="http://schemas.microsoft.com/office/powerpoint/2010/main" val="190624053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2026-10-08T11:10:12.6040000Z</dcterms:created>
  <dcterms:modified xsi:type="dcterms:W3CDTF">2026-10-08T11:10:12.6040000Z</dcterms:modified>
</coreProperties>
</file>