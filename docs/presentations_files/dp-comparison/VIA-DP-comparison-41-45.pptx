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18e3e803ccd4b43" /><Relationship Type="http://schemas.openxmlformats.org/officeDocument/2006/relationships/extended-properties" Target="/docProps/app.xml" Id="R27a49c8ea8c542c0" /><Relationship Type="http://schemas.openxmlformats.org/officeDocument/2006/relationships/officeDocument" Target="/ppt/presentation.xml" Id="R6c2223a5f7ba42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06ccef1ce94b50"/>
  </p:sldMasterIdLst>
  <p:notesMasterIdLst>
    <p:notesMasterId xmlns:r="http://schemas.openxmlformats.org/officeDocument/2006/relationships" r:id="R2e602bf92ffd4bbb"/>
  </p:notesMasterIdLst>
  <p:sldIdLst>
    <p:sldId xmlns:r="http://schemas.openxmlformats.org/officeDocument/2006/relationships" id="256" r:id="R0b4ffbf5da074bda"/>
    <p:sldId xmlns:r="http://schemas.openxmlformats.org/officeDocument/2006/relationships" id="257" r:id="Rb34f10f0da8349c9"/>
    <p:sldId xmlns:r="http://schemas.openxmlformats.org/officeDocument/2006/relationships" id="258" r:id="R248e7992aa984dd1"/>
    <p:sldId xmlns:r="http://schemas.openxmlformats.org/officeDocument/2006/relationships" id="259" r:id="Rf29630b511e84b87"/>
    <p:sldId xmlns:r="http://schemas.openxmlformats.org/officeDocument/2006/relationships" id="260" r:id="Rdfcdeac017e341bf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b37c149b474ae7" /><Relationship Type="http://schemas.openxmlformats.org/officeDocument/2006/relationships/slideMaster" Target="/ppt/slideMasters/slideMaster1.xml" Id="Rf206ccef1ce94b50" /><Relationship Type="http://schemas.openxmlformats.org/officeDocument/2006/relationships/notesMaster" Target="/ppt/notesMasters/notesMaster1.xml" Id="R2e602bf92ffd4bbb" /><Relationship Type="http://schemas.openxmlformats.org/officeDocument/2006/relationships/presProps" Target="/ppt/presProps.xml" Id="Re97d67f182a047ae" /><Relationship Type="http://schemas.openxmlformats.org/officeDocument/2006/relationships/tableStyles" Target="/ppt/tableStyles.xml" Id="R5e0aa3dbc68544d2" /><Relationship Type="http://schemas.openxmlformats.org/officeDocument/2006/relationships/slide" Target="/ppt/slides/slide1.xml" Id="R0b4ffbf5da074bda" /><Relationship Type="http://schemas.openxmlformats.org/officeDocument/2006/relationships/slide" Target="/ppt/slides/slide2.xml" Id="Rb34f10f0da8349c9" /><Relationship Type="http://schemas.openxmlformats.org/officeDocument/2006/relationships/slide" Target="/ppt/slides/slide3.xml" Id="R248e7992aa984dd1" /><Relationship Type="http://schemas.openxmlformats.org/officeDocument/2006/relationships/slide" Target="/ppt/slides/slide4.xml" Id="Rf29630b511e84b87" /><Relationship Type="http://schemas.openxmlformats.org/officeDocument/2006/relationships/slide" Target="/ppt/slides/slide5.xml" Id="Rdfcdeac017e341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ed25da10a92428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4ad7eeda06c4c7b" /><Relationship Type="http://schemas.openxmlformats.org/officeDocument/2006/relationships/notesMaster" Target="/ppt/notesMasters/notesMaster1.xml" Id="R28d8937c557a4d8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370244be5a4922" /><Relationship Type="http://schemas.openxmlformats.org/officeDocument/2006/relationships/notesMaster" Target="/ppt/notesMasters/notesMaster1.xml" Id="R935e37dae2364c5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ed48c01d8bd4468" /><Relationship Type="http://schemas.openxmlformats.org/officeDocument/2006/relationships/notesMaster" Target="/ppt/notesMasters/notesMaster1.xml" Id="R661c87973c35449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0240ec47b924474" /><Relationship Type="http://schemas.openxmlformats.org/officeDocument/2006/relationships/notesMaster" Target="/ppt/notesMasters/notesMaster1.xml" Id="Re223c8fda0c54a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fd5fa7befe448d" /><Relationship Type="http://schemas.openxmlformats.org/officeDocument/2006/relationships/notesMaster" Target="/ppt/notesMasters/notesMaster1.xml" Id="R8405c63f5da64fd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https://github.com/cbyche/via-sw-architecture/blob/main/docs/presentations_files/dp-comparison/dp41-comparison.svg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https://github.com/cbyche/via-sw-architecture/blob/main/docs/presentations_files/dp-comparison/dp42-comparison.svg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https://github.com/cbyche/via-sw-architecture/blob/main/docs/presentations_files/dp-comparison/dp43-comparison.svg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https://github.com/cbyche/via-sw-architecture/blob/main/docs/presentations_files/dp-comparison/dp44-comparison.svg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기능 정확성을 위한 VIA 기억과 Context 제공 설계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https://github.com/cbyche/via-sw-architecture/blob/main/docs/presentations_files/dp-comparison/dp45-comparison.svg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deff34a6aa433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4441ae98da4327" /><Relationship Type="http://schemas.openxmlformats.org/officeDocument/2006/relationships/slideLayout" Target="/ppt/slideLayouts/slideLayout1.xml" Id="R908a7704e204452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8a7704e204452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97e0d4621f4ee0" /><Relationship Type="http://schemas.openxmlformats.org/officeDocument/2006/relationships/notesSlide" Target="/ppt/notesSlides/notesSlide1.xml" Id="R37b599fc869d45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690a87b06f45f7" /><Relationship Type="http://schemas.openxmlformats.org/officeDocument/2006/relationships/notesSlide" Target="/ppt/notesSlides/notesSlide2.xml" Id="Rb9f0e3a04b3440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16a8cd3e934f1f" /><Relationship Type="http://schemas.openxmlformats.org/officeDocument/2006/relationships/notesSlide" Target="/ppt/notesSlides/notesSlide3.xml" Id="R96a45564bf7545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37422e568a4e7f" /><Relationship Type="http://schemas.openxmlformats.org/officeDocument/2006/relationships/notesSlide" Target="/ppt/notesSlides/notesSlide4.xml" Id="R62c3767cc579425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253a78ef724089" /><Relationship Type="http://schemas.openxmlformats.org/officeDocument/2006/relationships/notesSlide" Target="/ppt/notesSlides/notesSlide5.xml" Id="R62faf18005ff41c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5" name="dp41-comparison / n1">
            <a:extLst xmlns:a="http://schemas.openxmlformats.org/drawingml/2006/main">
              <a:ext uri="{FF2B5EF4-FFF2-40B4-BE49-F238E27FC236}">
                <a16:creationId xmlns:a16="http://schemas.microsoft.com/office/drawing/2014/main" id="{482F1FF5-C6DF-40C6-BE1F-48C4E4FA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BF2A1840-2220-4CA5-8AA7-0BEB9259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1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67BAE7AD-CC13-4480-B985-E7096B68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1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70C7C0AA-1F67-4963-B68A-C0E3A7BFF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B6AE95D7-C027-43FB-886A-94EDC965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483CB63C-AECD-4B74-9C70-868C2273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 / 보고서 Task 후보 2개</a:t>
            </a:r>
          </a:p>
        </p:txBody>
      </p:sp>
      <p:sp>
        <p:nvSpPr>
          <p:cNvPr id="7" name="dp41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56D78E1C-50AB-4F86-B6C3-D53C1AD5A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1-comparison / n8">
            <a:extLst xmlns:a="http://schemas.openxmlformats.org/drawingml/2006/main">
              <a:ext uri="{FF2B5EF4-FFF2-40B4-BE49-F238E27FC236}">
                <a16:creationId xmlns:a16="http://schemas.microsoft.com/office/drawing/2014/main" id="{42183523-9E5B-4685-BE7B-478853EC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1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4B7A326C-91BE-4398-9648-86FB6BB6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1-comparison / n10">
            <a:extLst xmlns:a="http://schemas.openxmlformats.org/drawingml/2006/main">
              <a:ext uri="{FF2B5EF4-FFF2-40B4-BE49-F238E27FC236}">
                <a16:creationId xmlns:a16="http://schemas.microsoft.com/office/drawing/2014/main" id="{6B9B9A4D-64E3-4022-9C90-9150394C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1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B9E0A108-6FFB-4B87-BC72-434ACB3E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1-comparison / n12">
            <a:extLst xmlns:a="http://schemas.openxmlformats.org/drawingml/2006/main">
              <a:ext uri="{FF2B5EF4-FFF2-40B4-BE49-F238E27FC236}">
                <a16:creationId xmlns:a16="http://schemas.microsoft.com/office/drawing/2014/main" id="{7CF42E1D-9F95-4085-A02F-1E005C44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1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66988580-7A16-465E-AC1C-461599713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1-comparison / n14">
            <a:extLst xmlns:a="http://schemas.openxmlformats.org/drawingml/2006/main">
              <a:ext uri="{FF2B5EF4-FFF2-40B4-BE49-F238E27FC236}">
                <a16:creationId xmlns:a16="http://schemas.microsoft.com/office/drawing/2014/main" id="{76ECFAC2-5548-46CC-A654-AFA0E562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1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118FE50E-B468-4E11-A07A-7B391BE6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1-comparison / n16">
            <a:extLst xmlns:a="http://schemas.openxmlformats.org/drawingml/2006/main">
              <a:ext uri="{FF2B5EF4-FFF2-40B4-BE49-F238E27FC236}">
                <a16:creationId xmlns:a16="http://schemas.microsoft.com/office/drawing/2014/main" id="{A521F3B9-740A-49E3-ADFF-0F8E288B0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71350494-D56A-49B2-A37D-8EE718AB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1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89B19E04-6727-4134-B45F-B09A48E42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1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4F89AB66-11FC-4A80-863B-BF8499C9A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1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EF6AC86A-FB13-4F6B-A61E-ED90955ED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1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BFBDA971-B776-4CAF-AD90-356DAB36E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모델 중심 ReAct 해석</a:t>
            </a:r>
          </a:p>
        </p:txBody>
      </p:sp>
      <p:sp>
        <p:nvSpPr>
          <p:cNvPr id="22" name="dp41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BF6B3077-9BFF-42A0-B35E-2CF433D38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열린 관계 표현의 지원 확대, 지원율 100% (기능 완전성 ↑)</a:t>
            </a:r>
          </a:p>
        </p:txBody>
      </p:sp>
      <p:sp>
        <p:nvSpPr>
          <p:cNvPr id="23" name="dp41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05197657-328C-4797-A90B-058A54C7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코드 변경 축소, 평균 2.0개 (변경 용이성 ↑)</a:t>
            </a:r>
          </a:p>
        </p:txBody>
      </p:sp>
      <p:sp>
        <p:nvSpPr>
          <p:cNvPr id="24" name="dp41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C3BBA80E-C6F9-4D2F-BEF5-07EF153D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조회와 모델 재판단으로 평균 VIA 처리시간 6.0 s (요청 완료 신속성 ↓)</a:t>
            </a:r>
          </a:p>
        </p:txBody>
      </p:sp>
      <p:sp>
        <p:nvSpPr>
          <p:cNvPr id="25" name="dp41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9182E1C0-226C-4709-9B1B-AADF714B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26" name="dp41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6E094916-F653-4070-80B7-5FDE74C7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1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CD2DCDF8-DCB1-4BC9-BA85-3C90EA53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100%</a:t>
            </a:r>
          </a:p>
        </p:txBody>
      </p:sp>
      <p:sp>
        <p:nvSpPr>
          <p:cNvPr id="28" name="dp41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60AE5115-A6CE-4D1D-93DC-A8DC5636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29" name="dp41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CDBA2521-36EC-446F-A150-DF4B1C0D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1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B7714935-5B02-41F8-91C8-812CF1C1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1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EDC55ECA-E723-4DB0-8DA6-A506A4F0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6.0 s</a:t>
            </a:r>
          </a:p>
        </p:txBody>
      </p:sp>
      <p:sp>
        <p:nvSpPr>
          <p:cNvPr id="32" name="dp41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372B494B-8016-4A0A-A276-10AC783D2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1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F4968E25-B8C5-4F21-A65B-4B35AAC8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1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3F065789-DE19-49AC-AAA4-FC57F993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1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39C56A2B-46B2-4475-838C-8B1C674F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36" name="dp41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CE5DA844-749C-42AD-A425-B09C4BF7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1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080BA11A-7ED8-4323-A106-80648EC4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모델 틀 생성과 코드 중심 의미 완성</a:t>
            </a:r>
          </a:p>
        </p:txBody>
      </p:sp>
      <p:sp>
        <p:nvSpPr>
          <p:cNvPr id="38" name="dp41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975346C3-B36E-4DD8-9C7A-61F00637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지원 관계의 코드 결합으로 평균 VIA 처리시간 4.5 s (요청 완료 신속성 ↑)</a:t>
            </a:r>
          </a:p>
        </p:txBody>
      </p:sp>
      <p:sp>
        <p:nvSpPr>
          <p:cNvPr id="39" name="dp41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D4845BD6-4A02-4C94-B830-0CAAAD449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유한 표현 체계 밖 관계의 지원 제한, 지원율 87.2% (기능 완전성 ↓)</a:t>
            </a:r>
          </a:p>
        </p:txBody>
      </p:sp>
      <p:sp>
        <p:nvSpPr>
          <p:cNvPr id="40" name="dp41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A1101A5F-2646-4F5F-84A9-E8D1A0A4F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틀과 결합 규칙 확장, 평균 4.0개 (변경 용이성 ↓)</a:t>
            </a:r>
          </a:p>
        </p:txBody>
      </p:sp>
      <p:sp>
        <p:nvSpPr>
          <p:cNvPr id="41" name="dp41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6BBFD8AB-C58A-46B0-8651-C1C769F7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42" name="dp41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8311FC75-97A0-419B-BB14-03F42EEA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1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00DAE1E7-895F-44E7-8091-D42F624A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87.2%</a:t>
            </a:r>
          </a:p>
        </p:txBody>
      </p:sp>
      <p:sp>
        <p:nvSpPr>
          <p:cNvPr id="44" name="dp41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82560D57-7361-40B7-AD82-287B0C80B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45" name="dp41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7AAFFD65-0E84-4E55-A983-A0D1AD78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1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5E7BFCA3-BB43-4AC8-B67B-241E5F7B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1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47FEEC04-E276-43FE-BF9B-78099D8B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1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471000A5-0FDB-471D-ACB8-175261BB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1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7420FB2C-7390-41B1-BE6E-47EB1CC7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1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3C942A12-E0C7-494C-BE64-D81ABD82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51" name="dp41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28518B8B-479B-45C1-9EFF-B5BACF11D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52" name="dp41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4BEF4FB5-87FE-4EAD-A1CC-5B6DB07A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1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737D5EED-3E19-449E-ADAB-9D85A3C65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열린 관계 표현 포함 / 시간 비교는 양안 지원 범위의 같은 Request</a:t>
            </a:r>
          </a:p>
        </p:txBody>
      </p:sp>
      <p:sp>
        <p:nvSpPr>
          <p:cNvPr id="54" name="dp41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C836FE52-F344-453A-9A9A-80BEEAFE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1-comparison / n54">
            <a:extLst xmlns:a="http://schemas.openxmlformats.org/drawingml/2006/main">
              <a:ext uri="{FF2B5EF4-FFF2-40B4-BE49-F238E27FC236}">
                <a16:creationId xmlns:a16="http://schemas.microsoft.com/office/drawing/2014/main" id="{CE3CABD0-539E-452D-BC61-0EC2BDF9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1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6777CF57-C1CA-4477-A032-8DF5EF63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7" name="dp41-comparison / n56">
            <a:extLst xmlns:a="http://schemas.openxmlformats.org/drawingml/2006/main">
              <a:ext uri="{FF2B5EF4-FFF2-40B4-BE49-F238E27FC236}">
                <a16:creationId xmlns:a16="http://schemas.microsoft.com/office/drawing/2014/main" id="{702F0059-CDEC-4869-946E-EC6B7830A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1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80F14163-6B0F-437D-83D8-EE80DDA2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9" name="dp41-comparison / n58">
            <a:extLst xmlns:a="http://schemas.openxmlformats.org/drawingml/2006/main">
              <a:ext uri="{FF2B5EF4-FFF2-40B4-BE49-F238E27FC236}">
                <a16:creationId xmlns:a16="http://schemas.microsoft.com/office/drawing/2014/main" id="{298789DB-1419-4326-A151-2608F47F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1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010D4A35-8F8F-4D28-83CF-5A5F272E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61" name="dp41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139556D3-6A4B-4281-819B-E136E49D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2" name="dp41-comparison / n64 / arrow">
            <a:extLst xmlns:a="http://schemas.openxmlformats.org/drawingml/2006/main">
              <a:ext uri="{FF2B5EF4-FFF2-40B4-BE49-F238E27FC236}">
                <a16:creationId xmlns:a16="http://schemas.microsoft.com/office/drawing/2014/main" id="{64410BEB-05FB-4E99-8FA7-2A84B0AA9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5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3" name="dp41-comparison / n67">
            <a:extLst xmlns:a="http://schemas.openxmlformats.org/drawingml/2006/main">
              <a:ext uri="{FF2B5EF4-FFF2-40B4-BE49-F238E27FC236}">
                <a16:creationId xmlns:a16="http://schemas.microsoft.com/office/drawing/2014/main" id="{2DD80520-4943-493E-BE86-269ABAD6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409950"/>
            <a:ext cx="5562600" cy="2466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1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330A645D-42D3-4FC6-8599-F53E1F08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505200"/>
            <a:ext cx="53149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65" name="dp41-comparison / n69">
            <a:extLst xmlns:a="http://schemas.openxmlformats.org/drawingml/2006/main">
              <a:ext uri="{FF2B5EF4-FFF2-40B4-BE49-F238E27FC236}">
                <a16:creationId xmlns:a16="http://schemas.microsoft.com/office/drawing/2014/main" id="{C9085DC3-9957-4F37-8A69-03CBE847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857625"/>
            <a:ext cx="2314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1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37A65278-9B18-422A-BFF8-C66390A5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962400"/>
            <a:ext cx="21431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ReAct 해석 제어기</a:t>
            </a:r>
          </a:p>
        </p:txBody>
      </p:sp>
      <p:sp>
        <p:nvSpPr>
          <p:cNvPr id="67" name="dp41-comparison / n71">
            <a:extLst xmlns:a="http://schemas.openxmlformats.org/drawingml/2006/main">
              <a:ext uri="{FF2B5EF4-FFF2-40B4-BE49-F238E27FC236}">
                <a16:creationId xmlns:a16="http://schemas.microsoft.com/office/drawing/2014/main" id="{D4C09D8B-39AE-42C2-B575-AB887BB4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57625"/>
            <a:ext cx="23717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8" name="dp41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BF597266-ECE3-4DA1-A70D-1505058C3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962400"/>
            <a:ext cx="22002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읽기 도구 실행기</a:t>
            </a:r>
          </a:p>
        </p:txBody>
      </p:sp>
      <p:sp>
        <p:nvSpPr>
          <p:cNvPr id="69" name="dp41-comparison / n73">
            <a:extLst xmlns:a="http://schemas.openxmlformats.org/drawingml/2006/main">
              <a:ext uri="{FF2B5EF4-FFF2-40B4-BE49-F238E27FC236}">
                <a16:creationId xmlns:a16="http://schemas.microsoft.com/office/drawing/2014/main" id="{73488832-BB9A-4C66-B19E-6BC9BBF04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124450"/>
            <a:ext cx="23145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70" name="dp41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F6C3985E-EA49-4DD8-9619-8AA370326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219700"/>
            <a:ext cx="21431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의미 제안 검증기</a:t>
            </a:r>
          </a:p>
        </p:txBody>
      </p:sp>
      <p:sp>
        <p:nvSpPr>
          <p:cNvPr id="71" name="dp41-comparison / n75">
            <a:extLst xmlns:a="http://schemas.openxmlformats.org/drawingml/2006/main">
              <a:ext uri="{FF2B5EF4-FFF2-40B4-BE49-F238E27FC236}">
                <a16:creationId xmlns:a16="http://schemas.microsoft.com/office/drawing/2014/main" id="{4DE4E63B-209E-496F-A098-45CBE0CC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086350"/>
            <a:ext cx="2371725" cy="4953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72" name="dp41-comparison / n76 / text 1">
            <a:extLst xmlns:a="http://schemas.openxmlformats.org/drawingml/2006/main">
              <a:ext uri="{FF2B5EF4-FFF2-40B4-BE49-F238E27FC236}">
                <a16:creationId xmlns:a16="http://schemas.microsoft.com/office/drawing/2014/main" id="{D71CEAAF-D3E7-40EA-A4C5-B39A12977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248275"/>
            <a:ext cx="22002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임시 해석 상태</a:t>
            </a:r>
          </a:p>
        </p:txBody>
      </p:sp>
      <p:sp>
        <p:nvSpPr>
          <p:cNvPr id="73" name="dp41-comparison / n77 / path">
            <a:extLst xmlns:a="http://schemas.openxmlformats.org/drawingml/2006/main">
              <a:ext uri="{FF2B5EF4-FFF2-40B4-BE49-F238E27FC236}">
                <a16:creationId xmlns:a16="http://schemas.microsoft.com/office/drawing/2014/main" id="{15A5D9F9-775F-4133-8E38-61A88290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9413" y="3038475"/>
            <a:ext cx="2719388" cy="819150"/>
          </a:xfrm>
          <a:custGeom xmlns:a="http://schemas.openxmlformats.org/drawingml/2006/main">
            <a:pathLst>
              <a:path w="2719388" h="819150">
                <a:moveTo>
                  <a:pt x="2719388" y="0"/>
                </a:moveTo>
                <a:lnTo>
                  <a:pt x="2719388" y="247650"/>
                </a:lnTo>
                <a:lnTo>
                  <a:pt x="4763" y="247650"/>
                </a:ln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4" name="dp41-comparison / n77 / arrow">
            <a:extLst xmlns:a="http://schemas.openxmlformats.org/drawingml/2006/main">
              <a:ext uri="{FF2B5EF4-FFF2-40B4-BE49-F238E27FC236}">
                <a16:creationId xmlns:a16="http://schemas.microsoft.com/office/drawing/2014/main" id="{3428F93C-5B70-42E2-8391-BD2FB060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9471" y="3735201"/>
            <a:ext cx="121916" cy="122424"/>
          </a:xfrm>
          <a:custGeom xmlns:a="http://schemas.openxmlformats.org/drawingml/2006/main">
            <a:pathLst>
              <a:path w="121916" h="122424">
                <a:moveTo>
                  <a:pt x="0" y="0"/>
                </a:moveTo>
                <a:lnTo>
                  <a:pt x="59942" y="122424"/>
                </a:lnTo>
                <a:lnTo>
                  <a:pt x="121916" y="1016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1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A6A3AD1D-508B-4B8D-B4F0-DBF5E6FB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990975"/>
            <a:ext cx="495300" cy="953"/>
          </a:xfrm>
          <a:custGeom xmlns:a="http://schemas.openxmlformats.org/drawingml/2006/main">
            <a:pathLst>
              <a:path w="495300" h="953">
                <a:moveTo>
                  <a:pt x="0" y="0"/>
                </a:moveTo>
                <a:lnTo>
                  <a:pt x="495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6" name="dp41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462CC135-E9B4-47D0-A428-A96636DD5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0080" y="39300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7" name="dp41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9154FC6C-3BF0-4A83-A945-9C084AAA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191000"/>
            <a:ext cx="495300" cy="953"/>
          </a:xfrm>
          <a:custGeom xmlns:a="http://schemas.openxmlformats.org/drawingml/2006/main">
            <a:pathLst>
              <a:path w="495300" h="953">
                <a:moveTo>
                  <a:pt x="4953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8" name="dp41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F5304D92-68C7-4E8E-813B-210488EF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1300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9" name="dp41-comparison / n84 / path">
            <a:extLst xmlns:a="http://schemas.openxmlformats.org/drawingml/2006/main">
              <a:ext uri="{FF2B5EF4-FFF2-40B4-BE49-F238E27FC236}">
                <a16:creationId xmlns:a16="http://schemas.microsoft.com/office/drawing/2014/main" id="{B25342ED-7C0F-4E79-935A-2CF7EBCF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9413" y="4314825"/>
            <a:ext cx="953" cy="809625"/>
          </a:xfrm>
          <a:custGeom xmlns:a="http://schemas.openxmlformats.org/drawingml/2006/main">
            <a:pathLst>
              <a:path w="953" h="809625">
                <a:moveTo>
                  <a:pt x="0" y="0"/>
                </a:moveTo>
                <a:lnTo>
                  <a:pt x="0" y="8096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0" name="dp41-comparison / n84 / arrow">
            <a:extLst xmlns:a="http://schemas.openxmlformats.org/drawingml/2006/main">
              <a:ext uri="{FF2B5EF4-FFF2-40B4-BE49-F238E27FC236}">
                <a16:creationId xmlns:a16="http://schemas.microsoft.com/office/drawing/2014/main" id="{64B16DF1-0F89-4F8A-9B1F-D7F0A817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8453" y="50025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1" name="dp41-comparison / n87 / path">
            <a:extLst xmlns:a="http://schemas.openxmlformats.org/drawingml/2006/main">
              <a:ext uri="{FF2B5EF4-FFF2-40B4-BE49-F238E27FC236}">
                <a16:creationId xmlns:a16="http://schemas.microsoft.com/office/drawing/2014/main" id="{EED7F216-BDE4-4B83-990F-CADD27BE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7863" y="4314825"/>
            <a:ext cx="953" cy="771525"/>
          </a:xfrm>
          <a:custGeom xmlns:a="http://schemas.openxmlformats.org/drawingml/2006/main">
            <a:pathLst>
              <a:path w="953" h="771525">
                <a:moveTo>
                  <a:pt x="0" y="0"/>
                </a:moveTo>
                <a:lnTo>
                  <a:pt x="0" y="7715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2" name="dp41-comparison / n87 / arrow">
            <a:extLst xmlns:a="http://schemas.openxmlformats.org/drawingml/2006/main">
              <a:ext uri="{FF2B5EF4-FFF2-40B4-BE49-F238E27FC236}">
                <a16:creationId xmlns:a16="http://schemas.microsoft.com/office/drawing/2014/main" id="{E971E6D4-5531-491E-8774-017D5239D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6903" y="4964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3" name="dp41-comparison / n88 / path">
            <a:extLst xmlns:a="http://schemas.openxmlformats.org/drawingml/2006/main">
              <a:ext uri="{FF2B5EF4-FFF2-40B4-BE49-F238E27FC236}">
                <a16:creationId xmlns:a16="http://schemas.microsoft.com/office/drawing/2014/main" id="{D353EDAB-87CD-4194-A369-2E7F4FAA2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86225"/>
            <a:ext cx="495300" cy="1247775"/>
          </a:xfrm>
          <a:custGeom xmlns:a="http://schemas.openxmlformats.org/drawingml/2006/main">
            <a:pathLst>
              <a:path w="495300" h="1247775">
                <a:moveTo>
                  <a:pt x="495300" y="1247775"/>
                </a:moveTo>
                <a:lnTo>
                  <a:pt x="228600" y="1247775"/>
                </a:lnTo>
                <a:lnTo>
                  <a:pt x="228600" y="1905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4" name="dp41-comparison / n88 / arrow">
            <a:extLst xmlns:a="http://schemas.openxmlformats.org/drawingml/2006/main">
              <a:ext uri="{FF2B5EF4-FFF2-40B4-BE49-F238E27FC236}">
                <a16:creationId xmlns:a16="http://schemas.microsoft.com/office/drawing/2014/main" id="{9D36D760-9042-4173-919F-E379F0D1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86225"/>
            <a:ext cx="132687" cy="124882"/>
          </a:xfrm>
          <a:custGeom xmlns:a="http://schemas.openxmlformats.org/drawingml/2006/main">
            <a:pathLst>
              <a:path w="132687" h="124882">
                <a:moveTo>
                  <a:pt x="132687" y="31221"/>
                </a:moveTo>
                <a:lnTo>
                  <a:pt x="0" y="0"/>
                </a:lnTo>
                <a:lnTo>
                  <a:pt x="54636" y="12488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1-comparison / n91 / path">
            <a:extLst xmlns:a="http://schemas.openxmlformats.org/drawingml/2006/main">
              <a:ext uri="{FF2B5EF4-FFF2-40B4-BE49-F238E27FC236}">
                <a16:creationId xmlns:a16="http://schemas.microsoft.com/office/drawing/2014/main" id="{9020BA23-A3E2-4D04-967B-7CDFA47F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086225"/>
            <a:ext cx="104775" cy="1257300"/>
          </a:xfrm>
          <a:custGeom xmlns:a="http://schemas.openxmlformats.org/drawingml/2006/main">
            <a:pathLst>
              <a:path w="104775" h="1257300">
                <a:moveTo>
                  <a:pt x="104775" y="1257300"/>
                </a:moveTo>
                <a:lnTo>
                  <a:pt x="0" y="1257300"/>
                </a:lnTo>
                <a:lnTo>
                  <a:pt x="0" y="0"/>
                </a:lnTo>
                <a:lnTo>
                  <a:pt x="104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6" name="dp41-comparison / n91 / arrow">
            <a:extLst xmlns:a="http://schemas.openxmlformats.org/drawingml/2006/main">
              <a:ext uri="{FF2B5EF4-FFF2-40B4-BE49-F238E27FC236}">
                <a16:creationId xmlns:a16="http://schemas.microsoft.com/office/drawing/2014/main" id="{A57BB182-0ED1-48E4-8B1E-4BF5905F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205" y="40252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7" name="dp41-comparison / n92 / path">
            <a:extLst xmlns:a="http://schemas.openxmlformats.org/drawingml/2006/main">
              <a:ext uri="{FF2B5EF4-FFF2-40B4-BE49-F238E27FC236}">
                <a16:creationId xmlns:a16="http://schemas.microsoft.com/office/drawing/2014/main" id="{6A5E6246-DDF5-43BC-ABF5-F9FF80A0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9413" y="2857500"/>
            <a:ext cx="4500563" cy="1000125"/>
          </a:xfrm>
          <a:custGeom xmlns:a="http://schemas.openxmlformats.org/drawingml/2006/main">
            <a:pathLst>
              <a:path w="4500563" h="1000125">
                <a:moveTo>
                  <a:pt x="0" y="1000125"/>
                </a:moveTo>
                <a:lnTo>
                  <a:pt x="4763" y="885825"/>
                </a:lnTo>
                <a:lnTo>
                  <a:pt x="4338638" y="885825"/>
                </a:lnTo>
                <a:lnTo>
                  <a:pt x="4338638" y="0"/>
                </a:lnTo>
                <a:lnTo>
                  <a:pt x="4500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88" name="dp41-comparison / n92 / arrow">
            <a:extLst xmlns:a="http://schemas.openxmlformats.org/drawingml/2006/main">
              <a:ext uri="{FF2B5EF4-FFF2-40B4-BE49-F238E27FC236}">
                <a16:creationId xmlns:a16="http://schemas.microsoft.com/office/drawing/2014/main" id="{D9A39578-936D-44BA-A1C3-9F4FBC74E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80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9" name="dp41-comparison / n95">
            <a:extLst xmlns:a="http://schemas.openxmlformats.org/drawingml/2006/main">
              <a:ext uri="{FF2B5EF4-FFF2-40B4-BE49-F238E27FC236}">
                <a16:creationId xmlns:a16="http://schemas.microsoft.com/office/drawing/2014/main" id="{115D63CA-6C28-4123-81D5-88DD8643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267200"/>
            <a:ext cx="19812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0" name="dp41-comparison / n96 / text 1">
            <a:extLst xmlns:a="http://schemas.openxmlformats.org/drawingml/2006/main">
              <a:ext uri="{FF2B5EF4-FFF2-40B4-BE49-F238E27FC236}">
                <a16:creationId xmlns:a16="http://schemas.microsoft.com/office/drawing/2014/main" id="{427F0282-8374-4D1F-92C9-092643FE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3510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91" name="dp41-comparison / n97">
            <a:extLst xmlns:a="http://schemas.openxmlformats.org/drawingml/2006/main">
              <a:ext uri="{FF2B5EF4-FFF2-40B4-BE49-F238E27FC236}">
                <a16:creationId xmlns:a16="http://schemas.microsoft.com/office/drawing/2014/main" id="{4D0F1D4B-36F3-4C51-A9BF-73E37DA08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210175"/>
            <a:ext cx="19812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2" name="dp41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3BA3B08F-7958-447A-907D-C194D7230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293995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93" name="dp41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74192994-A978-4ADF-91CE-6B1E74B7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953" cy="552450"/>
          </a:xfrm>
          <a:custGeom xmlns:a="http://schemas.openxmlformats.org/drawingml/2006/main">
            <a:pathLst>
              <a:path w="953" h="552450">
                <a:moveTo>
                  <a:pt x="0" y="5524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94" name="dp41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FEBD65FF-86B7-493C-BE1F-AF87F5D2D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565" y="46577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95" name="dp41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9953053B-661B-45CF-A4F2-3247C3A2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086225"/>
            <a:ext cx="457200" cy="323850"/>
          </a:xfrm>
          <a:custGeom xmlns:a="http://schemas.openxmlformats.org/drawingml/2006/main">
            <a:pathLst>
              <a:path w="457200" h="323850">
                <a:moveTo>
                  <a:pt x="0" y="0"/>
                </a:moveTo>
                <a:lnTo>
                  <a:pt x="295275" y="0"/>
                </a:lnTo>
                <a:lnTo>
                  <a:pt x="295275" y="323850"/>
                </a:lnTo>
                <a:lnTo>
                  <a:pt x="457200" y="3190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6" name="dp41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D7D79F78-851C-4A15-A584-23F6D32C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266" y="4347963"/>
            <a:ext cx="123659" cy="121867"/>
          </a:xfrm>
          <a:custGeom xmlns:a="http://schemas.openxmlformats.org/drawingml/2006/main">
            <a:pathLst>
              <a:path w="123659" h="121867">
                <a:moveTo>
                  <a:pt x="3584" y="121867"/>
                </a:moveTo>
                <a:lnTo>
                  <a:pt x="123659" y="5734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7" name="dp41-comparison / n105 / path">
            <a:extLst xmlns:a="http://schemas.openxmlformats.org/drawingml/2006/main">
              <a:ext uri="{FF2B5EF4-FFF2-40B4-BE49-F238E27FC236}">
                <a16:creationId xmlns:a16="http://schemas.microsoft.com/office/drawing/2014/main" id="{0D63778A-6359-49C2-B482-F4D863E8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200525"/>
            <a:ext cx="457200" cy="357188"/>
          </a:xfrm>
          <a:custGeom xmlns:a="http://schemas.openxmlformats.org/drawingml/2006/main">
            <a:pathLst>
              <a:path w="457200" h="357188">
                <a:moveTo>
                  <a:pt x="457200" y="357188"/>
                </a:moveTo>
                <a:lnTo>
                  <a:pt x="371475" y="352425"/>
                </a:lnTo>
                <a:lnTo>
                  <a:pt x="37147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8" name="dp41-comparison / n105 / arrow">
            <a:extLst xmlns:a="http://schemas.openxmlformats.org/drawingml/2006/main">
              <a:ext uri="{FF2B5EF4-FFF2-40B4-BE49-F238E27FC236}">
                <a16:creationId xmlns:a16="http://schemas.microsoft.com/office/drawing/2014/main" id="{25E186BD-CEC7-4688-9E8E-75F643212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1395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9" name="dp41-comparison / n108">
            <a:extLst xmlns:a="http://schemas.openxmlformats.org/drawingml/2006/main">
              <a:ext uri="{FF2B5EF4-FFF2-40B4-BE49-F238E27FC236}">
                <a16:creationId xmlns:a16="http://schemas.microsoft.com/office/drawing/2014/main" id="{C28621DD-C0A6-4EEC-B465-6D102F88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00" name="dp41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B47084FF-C9E8-4BCE-A1E3-CB539843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01" name="dp41-comparison / n110">
            <a:extLst xmlns:a="http://schemas.openxmlformats.org/drawingml/2006/main">
              <a:ext uri="{FF2B5EF4-FFF2-40B4-BE49-F238E27FC236}">
                <a16:creationId xmlns:a16="http://schemas.microsoft.com/office/drawing/2014/main" id="{0CAAE561-FAF8-442B-9E12-1F9775D0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02" name="dp41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9C159620-49F9-4425-96C1-FEC052343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03" name="dp41-comparison / n112">
            <a:extLst xmlns:a="http://schemas.openxmlformats.org/drawingml/2006/main">
              <a:ext uri="{FF2B5EF4-FFF2-40B4-BE49-F238E27FC236}">
                <a16:creationId xmlns:a16="http://schemas.microsoft.com/office/drawing/2014/main" id="{901FA239-51C4-4FA5-967F-9ED9E9C2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04" name="dp41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5DA48D8B-EBEB-402C-AF2C-E42955CC1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05" name="dp41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F2CD3076-C411-4CF1-B969-1A89DB161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562600"/>
            <a:ext cx="109538" cy="962025"/>
          </a:xfrm>
          <a:custGeom xmlns:a="http://schemas.openxmlformats.org/drawingml/2006/main">
            <a:pathLst>
              <a:path w="109538" h="962025">
                <a:moveTo>
                  <a:pt x="109538" y="0"/>
                </a:moveTo>
                <a:lnTo>
                  <a:pt x="104775" y="571500"/>
                </a:lnTo>
                <a:lnTo>
                  <a:pt x="0" y="571500"/>
                </a:lnTo>
                <a:lnTo>
                  <a:pt x="0" y="9620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6" name="dp41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D4BACA4D-812C-41B8-8231-4E9B559C8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91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7" name="dp41-comparison / n115 / path">
            <a:extLst xmlns:a="http://schemas.openxmlformats.org/drawingml/2006/main">
              <a:ext uri="{FF2B5EF4-FFF2-40B4-BE49-F238E27FC236}">
                <a16:creationId xmlns:a16="http://schemas.microsoft.com/office/drawing/2014/main" id="{565DCD1D-3C6E-4985-9730-246C26AE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08" name="dp41-comparison / n115 / arrow">
            <a:extLst xmlns:a="http://schemas.openxmlformats.org/drawingml/2006/main">
              <a:ext uri="{FF2B5EF4-FFF2-40B4-BE49-F238E27FC236}">
                <a16:creationId xmlns:a16="http://schemas.microsoft.com/office/drawing/2014/main" id="{469952FE-8F34-493C-86C7-72B7D359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09" name="dp41-comparison / n116 / path">
            <a:extLst xmlns:a="http://schemas.openxmlformats.org/drawingml/2006/main">
              <a:ext uri="{FF2B5EF4-FFF2-40B4-BE49-F238E27FC236}">
                <a16:creationId xmlns:a16="http://schemas.microsoft.com/office/drawing/2014/main" id="{C1023288-D8A7-438E-A5BB-D75E7955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10" name="dp41-comparison / n116 / arrow">
            <a:extLst xmlns:a="http://schemas.openxmlformats.org/drawingml/2006/main">
              <a:ext uri="{FF2B5EF4-FFF2-40B4-BE49-F238E27FC236}">
                <a16:creationId xmlns:a16="http://schemas.microsoft.com/office/drawing/2014/main" id="{2615FFFD-0236-4457-ACF1-7AB4C5F7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11" name="dp41-comparison / n60">
            <a:extLst xmlns:a="http://schemas.openxmlformats.org/drawingml/2006/main">
              <a:ext uri="{FF2B5EF4-FFF2-40B4-BE49-F238E27FC236}">
                <a16:creationId xmlns:a16="http://schemas.microsoft.com/office/drawing/2014/main" id="{5E79AA30-D03F-46E7-A120-FFF3040F9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1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1DEE1CAB-60BB-43C9-830E-054162B89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13" name="dp41-comparison / n62">
            <a:extLst xmlns:a="http://schemas.openxmlformats.org/drawingml/2006/main">
              <a:ext uri="{FF2B5EF4-FFF2-40B4-BE49-F238E27FC236}">
                <a16:creationId xmlns:a16="http://schemas.microsoft.com/office/drawing/2014/main" id="{A15AC057-81B8-4C7F-9DFB-9F05DEEB6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p41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3DB2FEE4-BD9A-4756-833C-151D04ADF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15" name="dp41-comparison / n65">
            <a:extLst xmlns:a="http://schemas.openxmlformats.org/drawingml/2006/main">
              <a:ext uri="{FF2B5EF4-FFF2-40B4-BE49-F238E27FC236}">
                <a16:creationId xmlns:a16="http://schemas.microsoft.com/office/drawing/2014/main" id="{92904CC1-A2E2-46D1-BD51-7062DD3E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p41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8DC956F9-7269-4586-BF21-B689E48FC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117" name="dp41-comparison / n78">
            <a:extLst xmlns:a="http://schemas.openxmlformats.org/drawingml/2006/main">
              <a:ext uri="{FF2B5EF4-FFF2-40B4-BE49-F238E27FC236}">
                <a16:creationId xmlns:a16="http://schemas.microsoft.com/office/drawing/2014/main" id="{B5228B45-C09A-44F6-AB7D-1A54E9D4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76575"/>
            <a:ext cx="2730246" cy="224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p41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B09951F2-0FEC-4CE3-BB77-D00D907EF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47625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1 모델의 읽기 선택과 의미 제안</a:t>
            </a:r>
          </a:p>
        </p:txBody>
      </p:sp>
      <p:sp>
        <p:nvSpPr>
          <p:cNvPr id="119" name="dp41-comparison / n82">
            <a:extLst xmlns:a="http://schemas.openxmlformats.org/drawingml/2006/main">
              <a:ext uri="{FF2B5EF4-FFF2-40B4-BE49-F238E27FC236}">
                <a16:creationId xmlns:a16="http://schemas.microsoft.com/office/drawing/2014/main" id="{CD5B479D-B891-44E2-8747-40213789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448175"/>
            <a:ext cx="321430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p41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5861EFEC-70A0-4230-97BB-CD2722CE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457700"/>
            <a:ext cx="50958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2 허용 읽기 → 정보 반환 → 모델 재판단</a:t>
            </a:r>
          </a:p>
        </p:txBody>
      </p:sp>
      <p:sp>
        <p:nvSpPr>
          <p:cNvPr id="121" name="dp41-comparison / n85">
            <a:extLst xmlns:a="http://schemas.openxmlformats.org/drawingml/2006/main">
              <a:ext uri="{FF2B5EF4-FFF2-40B4-BE49-F238E27FC236}">
                <a16:creationId xmlns:a16="http://schemas.microsoft.com/office/drawing/2014/main" id="{847E12C6-A035-4EA5-89F9-7932295B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772025"/>
            <a:ext cx="184118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p41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E845B9F5-00DA-4A4E-A9EC-F767B799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4781550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의미 제안 / 부분 수정</a:t>
            </a:r>
          </a:p>
        </p:txBody>
      </p:sp>
      <p:sp>
        <p:nvSpPr>
          <p:cNvPr id="123" name="dp41-comparison / n89">
            <a:extLst xmlns:a="http://schemas.openxmlformats.org/drawingml/2006/main">
              <a:ext uri="{FF2B5EF4-FFF2-40B4-BE49-F238E27FC236}">
                <a16:creationId xmlns:a16="http://schemas.microsoft.com/office/drawing/2014/main" id="{F220D85D-D5B3-4DD5-9CCD-26293D06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648325"/>
            <a:ext cx="186537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p41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9768053A-0337-4B6C-B47F-AB7DAA720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5657850"/>
            <a:ext cx="23336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읽기 영수증과 원본 버전</a:t>
            </a:r>
          </a:p>
        </p:txBody>
      </p:sp>
      <p:sp>
        <p:nvSpPr>
          <p:cNvPr id="125" name="dp41-comparison / n93">
            <a:extLst xmlns:a="http://schemas.openxmlformats.org/drawingml/2006/main">
              <a:ext uri="{FF2B5EF4-FFF2-40B4-BE49-F238E27FC236}">
                <a16:creationId xmlns:a16="http://schemas.microsoft.com/office/drawing/2014/main" id="{1FB36508-A92E-4A50-B8CA-AD179C75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505200"/>
            <a:ext cx="131978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p41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BD871887-A946-45E1-9E79-DD0B7D65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14725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모델 호출과 반환</a:t>
            </a:r>
          </a:p>
        </p:txBody>
      </p:sp>
      <p:sp>
        <p:nvSpPr>
          <p:cNvPr id="127" name="dp41-comparison / n99">
            <a:extLst xmlns:a="http://schemas.openxmlformats.org/drawingml/2006/main">
              <a:ext uri="{FF2B5EF4-FFF2-40B4-BE49-F238E27FC236}">
                <a16:creationId xmlns:a16="http://schemas.microsoft.com/office/drawing/2014/main" id="{AED1D2B1-06F6-4CFC-955A-6EE93177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695825"/>
            <a:ext cx="1712976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p41-comparison / n100 / text 1">
            <a:extLst xmlns:a="http://schemas.openxmlformats.org/drawingml/2006/main">
              <a:ext uri="{FF2B5EF4-FFF2-40B4-BE49-F238E27FC236}">
                <a16:creationId xmlns:a16="http://schemas.microsoft.com/office/drawing/2014/main" id="{912B4FA1-2C60-4BEC-8637-CC2F0FD1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705350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화면과 과거 정보</a:t>
            </a:r>
          </a:p>
        </p:txBody>
      </p:sp>
      <p:sp>
        <p:nvSpPr>
          <p:cNvPr id="129" name="dp41-comparison / n100 / text 2">
            <a:extLst xmlns:a="http://schemas.openxmlformats.org/drawingml/2006/main">
              <a:ext uri="{FF2B5EF4-FFF2-40B4-BE49-F238E27FC236}">
                <a16:creationId xmlns:a16="http://schemas.microsoft.com/office/drawing/2014/main" id="{35E527F7-E2E5-4130-9700-150E9D06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888230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동일 권한과 조회 범위</a:t>
            </a:r>
          </a:p>
        </p:txBody>
      </p:sp>
      <p:sp>
        <p:nvSpPr>
          <p:cNvPr id="130" name="dp41-comparison / n101">
            <a:extLst xmlns:a="http://schemas.openxmlformats.org/drawingml/2006/main">
              <a:ext uri="{FF2B5EF4-FFF2-40B4-BE49-F238E27FC236}">
                <a16:creationId xmlns:a16="http://schemas.microsoft.com/office/drawing/2014/main" id="{0EBA9234-B55D-47C4-8500-0EE33ECD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676900"/>
            <a:ext cx="136855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1-comparison / n102 / text 1">
            <a:extLst xmlns:a="http://schemas.openxmlformats.org/drawingml/2006/main">
              <a:ext uri="{FF2B5EF4-FFF2-40B4-BE49-F238E27FC236}">
                <a16:creationId xmlns:a16="http://schemas.microsoft.com/office/drawing/2014/main" id="{D733F03D-6E73-4A93-AF56-F812C204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686425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후보와 버전</a:t>
            </a:r>
          </a:p>
        </p:txBody>
      </p:sp>
      <p:sp>
        <p:nvSpPr>
          <p:cNvPr id="132" name="dp41-comparison / n106">
            <a:extLst xmlns:a="http://schemas.openxmlformats.org/drawingml/2006/main">
              <a:ext uri="{FF2B5EF4-FFF2-40B4-BE49-F238E27FC236}">
                <a16:creationId xmlns:a16="http://schemas.microsoft.com/office/drawing/2014/main" id="{721091BE-EC54-451A-AA93-E7736222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876675"/>
            <a:ext cx="173736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p41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0110B06C-65AB-41EE-9304-6DA4E311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886200"/>
            <a:ext cx="19526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허용 읽기 / 버전 반환</a:t>
            </a:r>
          </a:p>
        </p:txBody>
      </p:sp>
      <p:sp>
        <p:nvSpPr>
          <p:cNvPr id="134" name="dp41-comparison / n117">
            <a:extLst xmlns:a="http://schemas.openxmlformats.org/drawingml/2006/main">
              <a:ext uri="{FF2B5EF4-FFF2-40B4-BE49-F238E27FC236}">
                <a16:creationId xmlns:a16="http://schemas.microsoft.com/office/drawing/2014/main" id="{4E9E0E42-FC98-4315-9939-74077F80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p41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F7C9DFDF-4EEF-4A32-90D6-D362E125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136" name="dp41-comparison / n119">
            <a:extLst xmlns:a="http://schemas.openxmlformats.org/drawingml/2006/main">
              <a:ext uri="{FF2B5EF4-FFF2-40B4-BE49-F238E27FC236}">
                <a16:creationId xmlns:a16="http://schemas.microsoft.com/office/drawing/2014/main" id="{53FD6785-DB3F-427C-B356-EA0EAE22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p41-comparison / n120 / text 1">
            <a:extLst xmlns:a="http://schemas.openxmlformats.org/drawingml/2006/main">
              <a:ext uri="{FF2B5EF4-FFF2-40B4-BE49-F238E27FC236}">
                <a16:creationId xmlns:a16="http://schemas.microsoft.com/office/drawing/2014/main" id="{0484DC49-E735-4EA0-B7FB-1E86D381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138" name="dp41-comparison / n121">
            <a:extLst xmlns:a="http://schemas.openxmlformats.org/drawingml/2006/main">
              <a:ext uri="{FF2B5EF4-FFF2-40B4-BE49-F238E27FC236}">
                <a16:creationId xmlns:a16="http://schemas.microsoft.com/office/drawing/2014/main" id="{E46F63DA-1B8C-484F-BA68-15FA6417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p41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1D724FD9-B78E-4171-9EAC-2BB592025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40" name="dp41-comparison / n123">
            <a:extLst xmlns:a="http://schemas.openxmlformats.org/drawingml/2006/main">
              <a:ext uri="{FF2B5EF4-FFF2-40B4-BE49-F238E27FC236}">
                <a16:creationId xmlns:a16="http://schemas.microsoft.com/office/drawing/2014/main" id="{B8212457-BCD9-40A9-ACDB-CDA886F4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p41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AB8C39B1-2D49-4151-BB21-AF9ED0AD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  <p:sp>
        <p:nvSpPr>
          <p:cNvPr id="142" name="dp41-comparison / n125">
            <a:extLst xmlns:a="http://schemas.openxmlformats.org/drawingml/2006/main">
              <a:ext uri="{FF2B5EF4-FFF2-40B4-BE49-F238E27FC236}">
                <a16:creationId xmlns:a16="http://schemas.microsoft.com/office/drawing/2014/main" id="{192D2736-2C70-4BBE-89D4-A4F17DB4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3" name="dp41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D34B1704-C289-47A6-9DF0-22BF1A7E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44" name="dp41-comparison / n127">
            <a:extLst xmlns:a="http://schemas.openxmlformats.org/drawingml/2006/main">
              <a:ext uri="{FF2B5EF4-FFF2-40B4-BE49-F238E27FC236}">
                <a16:creationId xmlns:a16="http://schemas.microsoft.com/office/drawing/2014/main" id="{B74116B3-806B-4252-88CB-609F9CCC3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017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5" name="dp41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4A30DEBB-8782-445C-B3CA-F6C5D20F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46" name="dp41-comparison / n129">
            <a:extLst xmlns:a="http://schemas.openxmlformats.org/drawingml/2006/main">
              <a:ext uri="{FF2B5EF4-FFF2-40B4-BE49-F238E27FC236}">
                <a16:creationId xmlns:a16="http://schemas.microsoft.com/office/drawing/2014/main" id="{1A739743-A44D-4159-A344-ECD7EC4C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7" name="dp41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FF5E920D-EBE9-47E7-8F22-5BAFABDA1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8" name="dp41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C51DFBE0-DDAE-4CFA-A086-24F0D02D5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9" name="dp41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0F6BF7AD-10D1-4131-A4F4-484C7C1E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82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0" name="dp41-comparison / n138">
            <a:extLst xmlns:a="http://schemas.openxmlformats.org/drawingml/2006/main">
              <a:ext uri="{FF2B5EF4-FFF2-40B4-BE49-F238E27FC236}">
                <a16:creationId xmlns:a16="http://schemas.microsoft.com/office/drawing/2014/main" id="{A4058D7C-69AE-4A94-85DF-7E7D54C7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267200"/>
            <a:ext cx="5562600" cy="1609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1" name="dp41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AE4B7900-D321-49F5-A55A-5A7C7927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362450"/>
            <a:ext cx="53149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Request Resolution Engine</a:t>
            </a:r>
          </a:p>
        </p:txBody>
      </p:sp>
      <p:sp>
        <p:nvSpPr>
          <p:cNvPr id="152" name="dp41-comparison / n140">
            <a:extLst xmlns:a="http://schemas.openxmlformats.org/drawingml/2006/main">
              <a:ext uri="{FF2B5EF4-FFF2-40B4-BE49-F238E27FC236}">
                <a16:creationId xmlns:a16="http://schemas.microsoft.com/office/drawing/2014/main" id="{BAD8A86E-C108-4D51-930A-56B98E5E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409950"/>
            <a:ext cx="51816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3" name="dp41-comparison / n141 / text 1">
            <a:extLst xmlns:a="http://schemas.openxmlformats.org/drawingml/2006/main">
              <a:ext uri="{FF2B5EF4-FFF2-40B4-BE49-F238E27FC236}">
                <a16:creationId xmlns:a16="http://schemas.microsoft.com/office/drawing/2014/main" id="{057A0CC9-BB39-4397-B6F0-FCF1DE2CB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500438"/>
            <a:ext cx="5010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54" name="dp41-comparison / n142">
            <a:extLst xmlns:a="http://schemas.openxmlformats.org/drawingml/2006/main">
              <a:ext uri="{FF2B5EF4-FFF2-40B4-BE49-F238E27FC236}">
                <a16:creationId xmlns:a16="http://schemas.microsoft.com/office/drawing/2014/main" id="{84C7FD1B-60A2-45A4-B1FD-60335CDB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638675"/>
            <a:ext cx="23145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5" name="dp41-comparison / n143 / text 1">
            <a:extLst xmlns:a="http://schemas.openxmlformats.org/drawingml/2006/main">
              <a:ext uri="{FF2B5EF4-FFF2-40B4-BE49-F238E27FC236}">
                <a16:creationId xmlns:a16="http://schemas.microsoft.com/office/drawing/2014/main" id="{E9E90D8C-5451-4B38-959A-D1D07E73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730591"/>
            <a:ext cx="214312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미해결 항목 처리기</a:t>
            </a:r>
          </a:p>
        </p:txBody>
      </p:sp>
      <p:sp>
        <p:nvSpPr>
          <p:cNvPr id="156" name="dp41-comparison / n144">
            <a:extLst xmlns:a="http://schemas.openxmlformats.org/drawingml/2006/main">
              <a:ext uri="{FF2B5EF4-FFF2-40B4-BE49-F238E27FC236}">
                <a16:creationId xmlns:a16="http://schemas.microsoft.com/office/drawing/2014/main" id="{A20D3046-6B23-4229-9398-F3032FD82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638675"/>
            <a:ext cx="23717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7" name="dp41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26E3D65F-8BFB-4A60-837D-2D7C3507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4730591"/>
            <a:ext cx="2200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관계 결합기</a:t>
            </a:r>
          </a:p>
        </p:txBody>
      </p:sp>
      <p:sp>
        <p:nvSpPr>
          <p:cNvPr id="158" name="dp41-comparison / n146">
            <a:extLst xmlns:a="http://schemas.openxmlformats.org/drawingml/2006/main">
              <a:ext uri="{FF2B5EF4-FFF2-40B4-BE49-F238E27FC236}">
                <a16:creationId xmlns:a16="http://schemas.microsoft.com/office/drawing/2014/main" id="{477C3EC3-9DAC-490C-BCC6-A730E6831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5334000"/>
            <a:ext cx="312420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59" name="dp41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B2254A01-8300-4D79-AB94-3C9977D5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5495925"/>
            <a:ext cx="2952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요청 해석 상태</a:t>
            </a:r>
          </a:p>
        </p:txBody>
      </p:sp>
      <p:sp>
        <p:nvSpPr>
          <p:cNvPr id="160" name="dp41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4AD086A5-A113-469B-AA34-472975AF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9675" y="3038475"/>
            <a:ext cx="1285875" cy="371475"/>
          </a:xfrm>
          <a:custGeom xmlns:a="http://schemas.openxmlformats.org/drawingml/2006/main">
            <a:pathLst>
              <a:path w="1285875" h="371475">
                <a:moveTo>
                  <a:pt x="1285875" y="0"/>
                </a:moveTo>
                <a:lnTo>
                  <a:pt x="1285875" y="247650"/>
                </a:lnTo>
                <a:lnTo>
                  <a:pt x="0" y="247650"/>
                </a:lnTo>
                <a:lnTo>
                  <a:pt x="0" y="3714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1" name="dp41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5EF27505-E663-47C8-B045-B4265F7F1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8715" y="32880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2" name="dp41-comparison / n151 / path">
            <a:extLst xmlns:a="http://schemas.openxmlformats.org/drawingml/2006/main">
              <a:ext uri="{FF2B5EF4-FFF2-40B4-BE49-F238E27FC236}">
                <a16:creationId xmlns:a16="http://schemas.microsoft.com/office/drawing/2014/main" id="{A7B8EB59-CDB7-4D45-9CC7-8C20D5A02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838575"/>
            <a:ext cx="1438275" cy="800100"/>
          </a:xfrm>
          <a:custGeom xmlns:a="http://schemas.openxmlformats.org/drawingml/2006/main">
            <a:pathLst>
              <a:path w="1438275" h="800100">
                <a:moveTo>
                  <a:pt x="1438275" y="0"/>
                </a:moveTo>
                <a:lnTo>
                  <a:pt x="1438275" y="323850"/>
                </a:lnTo>
                <a:lnTo>
                  <a:pt x="0" y="323850"/>
                </a:lnTo>
                <a:lnTo>
                  <a:pt x="4763" y="800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3" name="dp41-comparison / n151 / arrow">
            <a:extLst xmlns:a="http://schemas.openxmlformats.org/drawingml/2006/main">
              <a:ext uri="{FF2B5EF4-FFF2-40B4-BE49-F238E27FC236}">
                <a16:creationId xmlns:a16="http://schemas.microsoft.com/office/drawing/2014/main" id="{27C88CA6-FE55-4150-ABE4-89E92D83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3986" y="4516152"/>
            <a:ext cx="121914" cy="122523"/>
          </a:xfrm>
          <a:custGeom xmlns:a="http://schemas.openxmlformats.org/drawingml/2006/main">
            <a:pathLst>
              <a:path w="121914" h="122523">
                <a:moveTo>
                  <a:pt x="0" y="1219"/>
                </a:moveTo>
                <a:lnTo>
                  <a:pt x="62176" y="122523"/>
                </a:lnTo>
                <a:lnTo>
                  <a:pt x="12191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4" name="dp41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FB3186C3-FBE7-4D16-AB8A-B31A3EF2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4848225"/>
            <a:ext cx="495300" cy="953"/>
          </a:xfrm>
          <a:custGeom xmlns:a="http://schemas.openxmlformats.org/drawingml/2006/main">
            <a:pathLst>
              <a:path w="495300" h="953">
                <a:moveTo>
                  <a:pt x="0" y="0"/>
                </a:moveTo>
                <a:lnTo>
                  <a:pt x="495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5" name="dp41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A44E8D12-4755-4527-AD11-8D8AEFCCB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36830" y="47872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6" name="dp41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9D811830-3514-4B73-8442-3AF42A09D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057775"/>
            <a:ext cx="476250" cy="276225"/>
          </a:xfrm>
          <a:custGeom xmlns:a="http://schemas.openxmlformats.org/drawingml/2006/main">
            <a:pathLst>
              <a:path w="476250" h="276225">
                <a:moveTo>
                  <a:pt x="4763" y="0"/>
                </a:moveTo>
                <a:lnTo>
                  <a:pt x="0" y="171450"/>
                </a:lnTo>
                <a:lnTo>
                  <a:pt x="476250" y="171450"/>
                </a:lnTo>
                <a:lnTo>
                  <a:pt x="476250" y="2762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7" name="dp41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CF7A3F95-69C4-4722-BA7A-8E71A4D1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6690" y="52120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8" name="dp41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714F15F1-F5EC-4D45-B58A-D69AE7B2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5057775"/>
            <a:ext cx="442913" cy="276225"/>
          </a:xfrm>
          <a:custGeom xmlns:a="http://schemas.openxmlformats.org/drawingml/2006/main">
            <a:pathLst>
              <a:path w="442913" h="276225">
                <a:moveTo>
                  <a:pt x="442913" y="0"/>
                </a:moveTo>
                <a:lnTo>
                  <a:pt x="438150" y="171450"/>
                </a:lnTo>
                <a:lnTo>
                  <a:pt x="0" y="171450"/>
                </a:lnTo>
                <a:lnTo>
                  <a:pt x="0" y="2762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9" name="dp41-comparison / n158 / arrow">
            <a:extLst xmlns:a="http://schemas.openxmlformats.org/drawingml/2006/main">
              <a:ext uri="{FF2B5EF4-FFF2-40B4-BE49-F238E27FC236}">
                <a16:creationId xmlns:a16="http://schemas.microsoft.com/office/drawing/2014/main" id="{EA120679-EFAB-4EC8-A770-7D6C6BBD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0740" y="52120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70" name="dp41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535F7DEA-8FAB-49E3-8266-86D92304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624263"/>
            <a:ext cx="104775" cy="1223963"/>
          </a:xfrm>
          <a:custGeom xmlns:a="http://schemas.openxmlformats.org/drawingml/2006/main">
            <a:pathLst>
              <a:path w="104775" h="1223963">
                <a:moveTo>
                  <a:pt x="104775" y="1223963"/>
                </a:moveTo>
                <a:lnTo>
                  <a:pt x="0" y="1223963"/>
                </a:lnTo>
                <a:lnTo>
                  <a:pt x="0" y="4763"/>
                </a:lnTo>
                <a:lnTo>
                  <a:pt x="104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71" name="dp41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F87F5915-E699-40D1-B5EB-72C2AF1E4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4313" y="3568901"/>
            <a:ext cx="124562" cy="121794"/>
          </a:xfrm>
          <a:custGeom xmlns:a="http://schemas.openxmlformats.org/drawingml/2006/main">
            <a:pathLst>
              <a:path w="124562" h="121794">
                <a:moveTo>
                  <a:pt x="5536" y="121794"/>
                </a:moveTo>
                <a:lnTo>
                  <a:pt x="124562" y="5536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72" name="dp41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3A5FE307-4177-4AD0-BA14-F1BF7C80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0475" y="2857500"/>
            <a:ext cx="476250" cy="771525"/>
          </a:xfrm>
          <a:custGeom xmlns:a="http://schemas.openxmlformats.org/drawingml/2006/main">
            <a:pathLst>
              <a:path w="476250" h="771525">
                <a:moveTo>
                  <a:pt x="0" y="766763"/>
                </a:moveTo>
                <a:lnTo>
                  <a:pt x="323850" y="771525"/>
                </a:lnTo>
                <a:lnTo>
                  <a:pt x="323850" y="0"/>
                </a:ln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3" name="dp41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DBA0C1B1-CFDC-43A1-9B42-B95E0DE8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848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4" name="dp41-comparison / n163">
            <a:extLst xmlns:a="http://schemas.openxmlformats.org/drawingml/2006/main">
              <a:ext uri="{FF2B5EF4-FFF2-40B4-BE49-F238E27FC236}">
                <a16:creationId xmlns:a16="http://schemas.microsoft.com/office/drawing/2014/main" id="{3C67F03D-411A-4195-A666-73D79735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87675" y="4267200"/>
            <a:ext cx="19812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5" name="dp41-comparison / n164 / text 1">
            <a:extLst xmlns:a="http://schemas.openxmlformats.org/drawingml/2006/main">
              <a:ext uri="{FF2B5EF4-FFF2-40B4-BE49-F238E27FC236}">
                <a16:creationId xmlns:a16="http://schemas.microsoft.com/office/drawing/2014/main" id="{F832AFBD-A38D-41C5-9B0C-A57C94F8F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3510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76" name="dp41-comparison / n165">
            <a:extLst xmlns:a="http://schemas.openxmlformats.org/drawingml/2006/main">
              <a:ext uri="{FF2B5EF4-FFF2-40B4-BE49-F238E27FC236}">
                <a16:creationId xmlns:a16="http://schemas.microsoft.com/office/drawing/2014/main" id="{4113D56B-7717-41A9-B83E-EA6C9B3F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87675" y="5210175"/>
            <a:ext cx="1981200" cy="390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7" name="dp41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750D14C1-9113-4013-BFCF-1D73F87AB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5293995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78" name="dp41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8A499F73-14B2-4628-8D87-288E6AE0C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8275" y="4657725"/>
            <a:ext cx="953" cy="552450"/>
          </a:xfrm>
          <a:custGeom xmlns:a="http://schemas.openxmlformats.org/drawingml/2006/main">
            <a:pathLst>
              <a:path w="953" h="552450">
                <a:moveTo>
                  <a:pt x="0" y="5524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9" name="dp41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B2408AF9-6BAB-44AF-934B-CDADC767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17315" y="46577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80" name="dp41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9150EBCB-22CA-4CDE-863A-A87E963A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405313"/>
            <a:ext cx="4486275" cy="728663"/>
          </a:xfrm>
          <a:custGeom xmlns:a="http://schemas.openxmlformats.org/drawingml/2006/main">
            <a:pathLst>
              <a:path w="4486275" h="728663">
                <a:moveTo>
                  <a:pt x="4763" y="652463"/>
                </a:moveTo>
                <a:lnTo>
                  <a:pt x="0" y="728663"/>
                </a:lnTo>
                <a:lnTo>
                  <a:pt x="4324350" y="728663"/>
                </a:lnTo>
                <a:lnTo>
                  <a:pt x="4324350" y="4763"/>
                </a:lnTo>
                <a:lnTo>
                  <a:pt x="44862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1" name="dp41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936ADDC2-E616-414C-B72F-9BDC4051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4016" y="4347963"/>
            <a:ext cx="123659" cy="121867"/>
          </a:xfrm>
          <a:custGeom xmlns:a="http://schemas.openxmlformats.org/drawingml/2006/main">
            <a:pathLst>
              <a:path w="123659" h="121867">
                <a:moveTo>
                  <a:pt x="3584" y="121867"/>
                </a:moveTo>
                <a:lnTo>
                  <a:pt x="123659" y="5734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2" name="dp41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4C03C71F-2FCF-4B4D-94BD-1E78459A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0475" y="4552950"/>
            <a:ext cx="457200" cy="485775"/>
          </a:xfrm>
          <a:custGeom xmlns:a="http://schemas.openxmlformats.org/drawingml/2006/main">
            <a:pathLst>
              <a:path w="457200" h="485775">
                <a:moveTo>
                  <a:pt x="457200" y="4763"/>
                </a:moveTo>
                <a:lnTo>
                  <a:pt x="371475" y="0"/>
                </a:lnTo>
                <a:lnTo>
                  <a:pt x="371475" y="466725"/>
                </a:lnTo>
                <a:lnTo>
                  <a:pt x="0" y="485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83" name="dp41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8F4DDA36-68C6-4AFA-A6FC-2F6C8EB8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30475" y="4971601"/>
            <a:ext cx="124882" cy="121760"/>
          </a:xfrm>
          <a:custGeom xmlns:a="http://schemas.openxmlformats.org/drawingml/2006/main">
            <a:pathLst>
              <a:path w="124882" h="121760">
                <a:moveTo>
                  <a:pt x="118638" y="0"/>
                </a:moveTo>
                <a:lnTo>
                  <a:pt x="0" y="67124"/>
                </a:lnTo>
                <a:lnTo>
                  <a:pt x="124882" y="12176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4" name="dp41-comparison / n176">
            <a:extLst xmlns:a="http://schemas.openxmlformats.org/drawingml/2006/main">
              <a:ext uri="{FF2B5EF4-FFF2-40B4-BE49-F238E27FC236}">
                <a16:creationId xmlns:a16="http://schemas.microsoft.com/office/drawing/2014/main" id="{1EEC17B0-2A53-484E-AFA7-C90C402E2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5" name="dp41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FF9A5330-ED83-48F8-924D-B0B44926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6" name="dp41-comparison / n178">
            <a:extLst xmlns:a="http://schemas.openxmlformats.org/drawingml/2006/main">
              <a:ext uri="{FF2B5EF4-FFF2-40B4-BE49-F238E27FC236}">
                <a16:creationId xmlns:a16="http://schemas.microsoft.com/office/drawing/2014/main" id="{04656552-0DC4-4D7A-8E37-B18FD638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7" name="dp41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45C8B221-56BA-4F7A-918A-A15BEB03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88" name="dp41-comparison / n180">
            <a:extLst xmlns:a="http://schemas.openxmlformats.org/drawingml/2006/main">
              <a:ext uri="{FF2B5EF4-FFF2-40B4-BE49-F238E27FC236}">
                <a16:creationId xmlns:a16="http://schemas.microsoft.com/office/drawing/2014/main" id="{D2837F26-F309-4025-AA71-48C9F3B3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862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9" name="dp41-comparison / n181 / text 1">
            <a:extLst xmlns:a="http://schemas.openxmlformats.org/drawingml/2006/main">
              <a:ext uri="{FF2B5EF4-FFF2-40B4-BE49-F238E27FC236}">
                <a16:creationId xmlns:a16="http://schemas.microsoft.com/office/drawing/2014/main" id="{1BBF4E8D-CA79-430B-9C83-BD6C5C82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90" name="dp41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D2A55C38-BE4D-43B0-B03E-A72B7611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057775"/>
            <a:ext cx="2947988" cy="1466850"/>
          </a:xfrm>
          <a:custGeom xmlns:a="http://schemas.openxmlformats.org/drawingml/2006/main">
            <a:pathLst>
              <a:path w="2947988" h="1466850">
                <a:moveTo>
                  <a:pt x="2947988" y="0"/>
                </a:moveTo>
                <a:lnTo>
                  <a:pt x="2943225" y="1076325"/>
                </a:lnTo>
                <a:lnTo>
                  <a:pt x="0" y="1076325"/>
                </a:lnTo>
                <a:lnTo>
                  <a:pt x="0" y="1466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1" name="dp41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9E502753-83DC-4A35-BD26-20C26E83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566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2" name="dp41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0FD1E019-58E2-4D7F-A67C-1F9A90BC5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3" name="dp41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50BD59C3-8E43-4AEA-8E02-F146ADD09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4" name="dp41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B3B647AA-F4AE-47FF-9EDE-419200CB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5" name="dp41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D9E4636F-6DCD-4334-AFA5-3310B3DD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445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6" name="dp41-comparison / n131">
            <a:extLst xmlns:a="http://schemas.openxmlformats.org/drawingml/2006/main">
              <a:ext uri="{FF2B5EF4-FFF2-40B4-BE49-F238E27FC236}">
                <a16:creationId xmlns:a16="http://schemas.microsoft.com/office/drawing/2014/main" id="{5BDB7608-99F1-43A6-B734-5C25547D8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p41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8A70ED41-CDED-4271-AEFC-27B5A10D8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98" name="dp41-comparison / n133">
            <a:extLst xmlns:a="http://schemas.openxmlformats.org/drawingml/2006/main">
              <a:ext uri="{FF2B5EF4-FFF2-40B4-BE49-F238E27FC236}">
                <a16:creationId xmlns:a16="http://schemas.microsoft.com/office/drawing/2014/main" id="{88648E99-0962-4310-A05F-1DACAB95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p41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4F75F235-0CEA-44D6-842A-6C5F9532E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200" name="dp41-comparison / n136">
            <a:extLst xmlns:a="http://schemas.openxmlformats.org/drawingml/2006/main">
              <a:ext uri="{FF2B5EF4-FFF2-40B4-BE49-F238E27FC236}">
                <a16:creationId xmlns:a16="http://schemas.microsoft.com/office/drawing/2014/main" id="{15E62C84-CAD5-42AE-BC9F-D3DB23F60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dp41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6E3A3BF8-15FC-43C4-8601-A9F98861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202" name="dp41-comparison / n149">
            <a:extLst xmlns:a="http://schemas.openxmlformats.org/drawingml/2006/main">
              <a:ext uri="{FF2B5EF4-FFF2-40B4-BE49-F238E27FC236}">
                <a16:creationId xmlns:a16="http://schemas.microsoft.com/office/drawing/2014/main" id="{DDF649C9-06B3-4769-88FE-D985BB177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076575"/>
            <a:ext cx="2387346" cy="224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dp41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8807BDA8-FE12-4F1C-983F-74B2293C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086100"/>
            <a:ext cx="4857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1 모델의 유한 요청 틀 생성</a:t>
            </a:r>
          </a:p>
        </p:txBody>
      </p:sp>
      <p:sp>
        <p:nvSpPr>
          <p:cNvPr id="204" name="dp41-comparison / n152">
            <a:extLst xmlns:a="http://schemas.openxmlformats.org/drawingml/2006/main">
              <a:ext uri="{FF2B5EF4-FFF2-40B4-BE49-F238E27FC236}">
                <a16:creationId xmlns:a16="http://schemas.microsoft.com/office/drawing/2014/main" id="{0AD21599-2CD9-4179-9985-31F9F359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3933825"/>
            <a:ext cx="424738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" name="dp41-comparison / n153 / text 1">
            <a:extLst xmlns:a="http://schemas.openxmlformats.org/drawingml/2006/main">
              <a:ext uri="{FF2B5EF4-FFF2-40B4-BE49-F238E27FC236}">
                <a16:creationId xmlns:a16="http://schemas.microsoft.com/office/drawing/2014/main" id="{32D18714-ED3D-46F9-AD74-D724D6BF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943350"/>
            <a:ext cx="50387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목표 / Referent 조건 / 관계 / 금지 / 미해결 항목</a:t>
            </a:r>
          </a:p>
        </p:txBody>
      </p:sp>
      <p:sp>
        <p:nvSpPr>
          <p:cNvPr id="206" name="dp41-comparison / n155">
            <a:extLst xmlns:a="http://schemas.openxmlformats.org/drawingml/2006/main">
              <a:ext uri="{FF2B5EF4-FFF2-40B4-BE49-F238E27FC236}">
                <a16:creationId xmlns:a16="http://schemas.microsoft.com/office/drawing/2014/main" id="{93DEE848-1EC3-4890-B054-4DAE72C7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175" y="5162550"/>
            <a:ext cx="243535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p41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AEA477DF-4316-4D4D-8F4C-E7F572AFC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68225" y="5172075"/>
            <a:ext cx="2743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2 코드의 조회 일정과 관계 결합</a:t>
            </a:r>
          </a:p>
        </p:txBody>
      </p:sp>
      <p:sp>
        <p:nvSpPr>
          <p:cNvPr id="208" name="dp41-comparison / n160">
            <a:extLst xmlns:a="http://schemas.openxmlformats.org/drawingml/2006/main">
              <a:ext uri="{FF2B5EF4-FFF2-40B4-BE49-F238E27FC236}">
                <a16:creationId xmlns:a16="http://schemas.microsoft.com/office/drawing/2014/main" id="{D9D766DA-B32C-4271-B0DE-D2DDB7AA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934075"/>
            <a:ext cx="383609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1-comparison / n161 / text 1">
            <a:extLst xmlns:a="http://schemas.openxmlformats.org/drawingml/2006/main">
              <a:ext uri="{FF2B5EF4-FFF2-40B4-BE49-F238E27FC236}">
                <a16:creationId xmlns:a16="http://schemas.microsoft.com/office/drawing/2014/main" id="{65FF0BA1-288E-4814-9D34-EC287EF2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943600"/>
            <a:ext cx="50006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필요한 부분의 모델 재해석 / 틀 밖 관계의 보류</a:t>
            </a:r>
          </a:p>
        </p:txBody>
      </p:sp>
      <p:sp>
        <p:nvSpPr>
          <p:cNvPr id="210" name="dp41-comparison / n167">
            <a:extLst xmlns:a="http://schemas.openxmlformats.org/drawingml/2006/main">
              <a:ext uri="{FF2B5EF4-FFF2-40B4-BE49-F238E27FC236}">
                <a16:creationId xmlns:a16="http://schemas.microsoft.com/office/drawing/2014/main" id="{F41002AE-BEFF-4DDC-805D-6556F90D3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4695825"/>
            <a:ext cx="1712976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p41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942C850F-16EA-4F1C-83C9-017FB4F0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4705350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화면과 과거 정보</a:t>
            </a:r>
          </a:p>
        </p:txBody>
      </p:sp>
      <p:sp>
        <p:nvSpPr>
          <p:cNvPr id="212" name="dp41-comparison / n168 / text 2">
            <a:extLst xmlns:a="http://schemas.openxmlformats.org/drawingml/2006/main">
              <a:ext uri="{FF2B5EF4-FFF2-40B4-BE49-F238E27FC236}">
                <a16:creationId xmlns:a16="http://schemas.microsoft.com/office/drawing/2014/main" id="{679A4904-0EB4-4227-A92A-B513BDE35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4888230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동일 권한과 조회 범위</a:t>
            </a:r>
          </a:p>
        </p:txBody>
      </p:sp>
      <p:sp>
        <p:nvSpPr>
          <p:cNvPr id="213" name="dp41-comparison / n169">
            <a:extLst xmlns:a="http://schemas.openxmlformats.org/drawingml/2006/main">
              <a:ext uri="{FF2B5EF4-FFF2-40B4-BE49-F238E27FC236}">
                <a16:creationId xmlns:a16="http://schemas.microsoft.com/office/drawing/2014/main" id="{55B4CBC5-5C78-4ACF-ABD4-8AF2618D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5676900"/>
            <a:ext cx="136855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1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8CDD8C3F-7897-496B-AA7A-081E8E58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5686425"/>
            <a:ext cx="1981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후보와 버전</a:t>
            </a:r>
          </a:p>
        </p:txBody>
      </p:sp>
      <p:sp>
        <p:nvSpPr>
          <p:cNvPr id="215" name="dp41-comparison / n174">
            <a:extLst xmlns:a="http://schemas.openxmlformats.org/drawingml/2006/main">
              <a:ext uri="{FF2B5EF4-FFF2-40B4-BE49-F238E27FC236}">
                <a16:creationId xmlns:a16="http://schemas.microsoft.com/office/drawing/2014/main" id="{0EC35A61-999D-4A2D-AFBF-EA96803BD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876675"/>
            <a:ext cx="173736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1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A58C18FB-98CD-49A8-A78F-AED463EE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3886200"/>
            <a:ext cx="19526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허용 읽기 / 버전 반환</a:t>
            </a:r>
          </a:p>
        </p:txBody>
      </p:sp>
      <p:sp>
        <p:nvSpPr>
          <p:cNvPr id="217" name="dp41-comparison / n185">
            <a:extLst xmlns:a="http://schemas.openxmlformats.org/drawingml/2006/main">
              <a:ext uri="{FF2B5EF4-FFF2-40B4-BE49-F238E27FC236}">
                <a16:creationId xmlns:a16="http://schemas.microsoft.com/office/drawing/2014/main" id="{AD5A9AAE-B603-4440-88D9-64F318D3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2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1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19A7A7FB-650A-4B2A-916B-F77BE888D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219" name="dp41-comparison / n187">
            <a:extLst xmlns:a="http://schemas.openxmlformats.org/drawingml/2006/main">
              <a:ext uri="{FF2B5EF4-FFF2-40B4-BE49-F238E27FC236}">
                <a16:creationId xmlns:a16="http://schemas.microsoft.com/office/drawing/2014/main" id="{C57B58C9-E52C-499F-9A8F-86030B67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257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1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A30764C2-FAEB-4791-AF35-B6075DFB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221" name="dp41-comparison / n189">
            <a:extLst xmlns:a="http://schemas.openxmlformats.org/drawingml/2006/main">
              <a:ext uri="{FF2B5EF4-FFF2-40B4-BE49-F238E27FC236}">
                <a16:creationId xmlns:a16="http://schemas.microsoft.com/office/drawing/2014/main" id="{CCEE3A76-1C8A-4410-88F6-5685D4836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1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2D38EC93-FFFD-45AD-8462-C33C71DA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223" name="dp41-comparison / n191">
            <a:extLst xmlns:a="http://schemas.openxmlformats.org/drawingml/2006/main">
              <a:ext uri="{FF2B5EF4-FFF2-40B4-BE49-F238E27FC236}">
                <a16:creationId xmlns:a16="http://schemas.microsoft.com/office/drawing/2014/main" id="{25909BA3-7C30-4C0D-B7CF-1263E5BB0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1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396DD3E6-F7E4-4C16-B243-CB0D7925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</p:spTree>
    <p:extLst>
      <p:ext uri="{BB962C8B-B14F-4D97-AF65-F5344CB8AC3E}">
        <p14:creationId xmlns:p14="http://schemas.microsoft.com/office/powerpoint/2010/main" val="10445482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2" name="dp42-comparison / n1">
            <a:extLst xmlns:a="http://schemas.openxmlformats.org/drawingml/2006/main">
              <a:ext uri="{FF2B5EF4-FFF2-40B4-BE49-F238E27FC236}">
                <a16:creationId xmlns:a16="http://schemas.microsoft.com/office/drawing/2014/main" id="{14DEDC0D-733A-47BC-85DD-E68773F9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1C54305C-D0B4-4800-B30A-4D84A0C8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2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D63889FC-70AC-4245-8DB1-0C4BBE87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2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3D12315F-CDCE-46F6-AA2A-E349273E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FBC773CA-F778-422B-A9C5-E7740F1D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FA21F164-3749-4AF1-B906-30E399455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보고서와 메일 Request 접수 → Task 추적 → 같은 보고서 Task의 후속 수정</a:t>
            </a:r>
          </a:p>
        </p:txBody>
      </p:sp>
      <p:sp>
        <p:nvSpPr>
          <p:cNvPr id="7" name="dp42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4A544B49-0B41-4134-95DA-4180EFF7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2-comparison / n8">
            <a:extLst xmlns:a="http://schemas.openxmlformats.org/drawingml/2006/main">
              <a:ext uri="{FF2B5EF4-FFF2-40B4-BE49-F238E27FC236}">
                <a16:creationId xmlns:a16="http://schemas.microsoft.com/office/drawing/2014/main" id="{F90C28BB-2105-4F33-9A22-BFDC5F498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2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FCCE2A7F-01B1-4564-B2BB-665078F2D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2-comparison / n10">
            <a:extLst xmlns:a="http://schemas.openxmlformats.org/drawingml/2006/main">
              <a:ext uri="{FF2B5EF4-FFF2-40B4-BE49-F238E27FC236}">
                <a16:creationId xmlns:a16="http://schemas.microsoft.com/office/drawing/2014/main" id="{533C4DC9-DB19-4108-906A-3127580FB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2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5B2B3A28-42BD-4A86-A82F-2336F7A0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2-comparison / n12">
            <a:extLst xmlns:a="http://schemas.openxmlformats.org/drawingml/2006/main">
              <a:ext uri="{FF2B5EF4-FFF2-40B4-BE49-F238E27FC236}">
                <a16:creationId xmlns:a16="http://schemas.microsoft.com/office/drawing/2014/main" id="{FF3B9788-653F-43AE-B91A-678116C4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2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18B72714-148A-4C17-9609-4D9952F0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2-comparison / n14">
            <a:extLst xmlns:a="http://schemas.openxmlformats.org/drawingml/2006/main">
              <a:ext uri="{FF2B5EF4-FFF2-40B4-BE49-F238E27FC236}">
                <a16:creationId xmlns:a16="http://schemas.microsoft.com/office/drawing/2014/main" id="{F584DDAD-7549-4EBB-88F2-3CBA31A87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2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08894CF1-D259-4817-978E-E7C35A16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2-comparison / n16">
            <a:extLst xmlns:a="http://schemas.openxmlformats.org/drawingml/2006/main">
              <a:ext uri="{FF2B5EF4-FFF2-40B4-BE49-F238E27FC236}">
                <a16:creationId xmlns:a16="http://schemas.microsoft.com/office/drawing/2014/main" id="{C047012B-1483-4ABE-A573-051F4757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736B9318-A50F-477E-90EF-61604BBB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2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9933D85F-5971-4D65-B05E-CD3CE18E8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2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58F25396-1454-429C-A129-30650657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2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F2A18A38-340B-48FF-B8E8-81C38ED5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2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17F3AD7E-C7E3-48AE-8F4C-09A8062D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모듈형 통합 VIA Core</a:t>
            </a:r>
          </a:p>
        </p:txBody>
      </p:sp>
      <p:sp>
        <p:nvSpPr>
          <p:cNvPr id="22" name="dp42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7994CA86-9ACB-4FC4-B884-94C4EF559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상태의 공동 확정으로 평균 VIA 처리시간 3.2 s (요청 완료 신속성 ↑)</a:t>
            </a:r>
          </a:p>
        </p:txBody>
      </p:sp>
      <p:sp>
        <p:nvSpPr>
          <p:cNvPr id="23" name="dp42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A5D0A929-D305-4883-8BA8-1CCC6CCDE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추가 서비스 heap 축소로 전체 메모리 13.2 GB (메모리 효율성 ↑)</a:t>
            </a:r>
          </a:p>
        </p:txBody>
      </p:sp>
      <p:sp>
        <p:nvSpPr>
          <p:cNvPr id="24" name="dp42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87BB6074-2487-4DC0-8962-194547E9D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공동 저장과 복구 경로의 변경 전파, 평균 4.0개 (변경 용이성 ↓)</a:t>
            </a:r>
          </a:p>
        </p:txBody>
      </p:sp>
      <p:sp>
        <p:nvSpPr>
          <p:cNvPr id="25" name="dp42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BDA4E61D-21E1-4C84-B807-CFAE5AC0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26" name="dp42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AF276157-4DFA-47F7-9841-2116E0EFD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2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0ECD74A8-1687-4604-ADD0-819DC948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3.2 s</a:t>
            </a:r>
          </a:p>
        </p:txBody>
      </p:sp>
      <p:sp>
        <p:nvSpPr>
          <p:cNvPr id="28" name="dp42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4E6D3E73-A911-4A8C-99E5-DC62BD5C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29" name="dp42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67D59B21-580B-471B-8326-8CC5D292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0" name="dp42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134A6E2A-2DF1-4569-A0AB-B19052F3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2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09A582CF-E8B8-4265-A516-D763F257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2" name="dp42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C0EE4E6A-F748-4892-9500-063868C2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3" name="dp42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9C5C3111-4706-4730-9B3A-6D09C956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2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F43830E5-A63A-45A7-9D45-A0C90535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2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79CD2374-2ABF-4058-AF4E-09533BC28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2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3E8A4422-AA07-4E4B-A30D-F71D3777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2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8E447F03-5980-43E8-9DA6-D61A1608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독립 대화 서비스와 업무 서비스</a:t>
            </a:r>
          </a:p>
        </p:txBody>
      </p:sp>
      <p:sp>
        <p:nvSpPr>
          <p:cNvPr id="38" name="dp42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6BD9F6FD-801C-4227-AF73-9C135EF40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업무 상태와 실행 경계의 독립 변경, 평균 2.5개 (변경 용이성 ↑)</a:t>
            </a:r>
          </a:p>
        </p:txBody>
      </p:sp>
      <p:sp>
        <p:nvSpPr>
          <p:cNvPr id="39" name="dp42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504121F6-E3EC-4C21-B99D-50567CEC7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명령 접수와 대화 반영의 왕복으로 평균 VIA 처리시간 3.8 s (요청 완료 신속성 ↓)</a:t>
            </a:r>
          </a:p>
        </p:txBody>
      </p:sp>
      <p:sp>
        <p:nvSpPr>
          <p:cNvPr id="40" name="dp42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AD686AE1-2E30-488E-98CF-3F289F7BE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별도 heap과 대기열로 전체 메모리 13.6 GB (메모리 효율성 ↓)</a:t>
            </a:r>
          </a:p>
        </p:txBody>
      </p:sp>
      <p:sp>
        <p:nvSpPr>
          <p:cNvPr id="41" name="dp42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7E6A9869-2E9C-445D-9C6A-6BDB4D42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2" name="dp42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70DDFFAA-AB40-4BAB-968C-5F310EAE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2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22AF34E9-D712-40E5-BC79-DBDBC95A7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3.8 s</a:t>
            </a:r>
          </a:p>
        </p:txBody>
      </p:sp>
      <p:sp>
        <p:nvSpPr>
          <p:cNvPr id="44" name="dp42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B24EB09F-010F-4B9C-B9DC-77CE9470E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5" name="dp42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4276B5F8-220F-44C1-B245-6754348B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6" name="dp42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3B31C503-07F3-436A-BA44-36DF0CB7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2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B6F63962-75B6-4AE9-9EB3-CF612ED8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48" name="dp42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27E0CAB2-B143-42BA-B753-9E73F5E2F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49" name="dp42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2C3B9F82-F292-462E-BAD2-C7E86061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2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BEBA0A89-E1A3-4940-B1D3-7FAF1521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2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36370DF2-1973-486A-A6E7-128C667D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13.6 GB</a:t>
            </a:r>
          </a:p>
        </p:txBody>
      </p:sp>
      <p:sp>
        <p:nvSpPr>
          <p:cNvPr id="52" name="dp42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E64CC53C-3B54-4DEE-9EFA-E14D5DAB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2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FF351CCA-B7D6-4EEE-AF8E-2AB8FD6A5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업무 저장과 실행 수명의 독립 변경 / 일반 Agent adapter 변경은 제외</a:t>
            </a:r>
          </a:p>
        </p:txBody>
      </p:sp>
      <p:sp>
        <p:nvSpPr>
          <p:cNvPr id="54" name="dp42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F6F62F9C-A78D-495F-B984-5663A3E72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2-comparison / n58 / path">
            <a:extLst xmlns:a="http://schemas.openxmlformats.org/drawingml/2006/main">
              <a:ext uri="{FF2B5EF4-FFF2-40B4-BE49-F238E27FC236}">
                <a16:creationId xmlns:a16="http://schemas.microsoft.com/office/drawing/2014/main" id="{7DA5DD05-1E3D-466A-B48F-5A8C922D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905125"/>
            <a:ext cx="5400675" cy="953"/>
          </a:xfrm>
          <a:custGeom xmlns:a="http://schemas.openxmlformats.org/drawingml/2006/main">
            <a:pathLst>
              <a:path w="5400675" h="953">
                <a:moveTo>
                  <a:pt x="0" y="0"/>
                </a:moveTo>
                <a:lnTo>
                  <a:pt x="5400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56" name="dp42-comparison / n63 / path">
            <a:extLst xmlns:a="http://schemas.openxmlformats.org/drawingml/2006/main">
              <a:ext uri="{FF2B5EF4-FFF2-40B4-BE49-F238E27FC236}">
                <a16:creationId xmlns:a16="http://schemas.microsoft.com/office/drawing/2014/main" id="{4DD3E6F0-0529-4E73-B2E3-D9040D9C4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43250"/>
            <a:ext cx="1428750" cy="953"/>
          </a:xfrm>
          <a:custGeom xmlns:a="http://schemas.openxmlformats.org/drawingml/2006/main">
            <a:pathLst>
              <a:path w="1428750" h="953">
                <a:moveTo>
                  <a:pt x="0" y="0"/>
                </a:moveTo>
                <a:lnTo>
                  <a:pt x="1428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57" name="dp42-comparison / n66 / path">
            <a:extLst xmlns:a="http://schemas.openxmlformats.org/drawingml/2006/main">
              <a:ext uri="{FF2B5EF4-FFF2-40B4-BE49-F238E27FC236}">
                <a16:creationId xmlns:a16="http://schemas.microsoft.com/office/drawing/2014/main" id="{F0FC3B50-1F4E-472B-B5A4-E63D6B401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143250"/>
            <a:ext cx="1428750" cy="953"/>
          </a:xfrm>
          <a:custGeom xmlns:a="http://schemas.openxmlformats.org/drawingml/2006/main">
            <a:pathLst>
              <a:path w="1428750" h="953">
                <a:moveTo>
                  <a:pt x="0" y="0"/>
                </a:moveTo>
                <a:lnTo>
                  <a:pt x="1428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58" name="dp42-comparison / n71 / path">
            <a:extLst xmlns:a="http://schemas.openxmlformats.org/drawingml/2006/main">
              <a:ext uri="{FF2B5EF4-FFF2-40B4-BE49-F238E27FC236}">
                <a16:creationId xmlns:a16="http://schemas.microsoft.com/office/drawing/2014/main" id="{9A26BCD5-EAAA-4D36-8758-48660A31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381375"/>
            <a:ext cx="5400675" cy="953"/>
          </a:xfrm>
          <a:custGeom xmlns:a="http://schemas.openxmlformats.org/drawingml/2006/main">
            <a:pathLst>
              <a:path w="5400675" h="953">
                <a:moveTo>
                  <a:pt x="0" y="0"/>
                </a:moveTo>
                <a:lnTo>
                  <a:pt x="5400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59" name="dp42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E46D3E7E-B05C-48B2-89AD-F0D61D82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619500"/>
            <a:ext cx="3810000" cy="953"/>
          </a:xfrm>
          <a:custGeom xmlns:a="http://schemas.openxmlformats.org/drawingml/2006/main">
            <a:pathLst>
              <a:path w="3810000" h="953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0" name="dp42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833B277C-D772-4D59-8510-C3401029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857625"/>
            <a:ext cx="2247900" cy="953"/>
          </a:xfrm>
          <a:custGeom xmlns:a="http://schemas.openxmlformats.org/drawingml/2006/main">
            <a:pathLst>
              <a:path w="2247900" h="953">
                <a:moveTo>
                  <a:pt x="0" y="0"/>
                </a:moveTo>
                <a:lnTo>
                  <a:pt x="2247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1" name="dp42-comparison / n84">
            <a:extLst xmlns:a="http://schemas.openxmlformats.org/drawingml/2006/main">
              <a:ext uri="{FF2B5EF4-FFF2-40B4-BE49-F238E27FC236}">
                <a16:creationId xmlns:a16="http://schemas.microsoft.com/office/drawing/2014/main" id="{BED3B4D4-26D5-463F-88C8-AD8E538D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67175"/>
            <a:ext cx="7800975" cy="2790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2" name="dp42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15889C09-45AC-4098-A718-B755F08A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162425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VIA Core</a:t>
            </a:r>
          </a:p>
        </p:txBody>
      </p:sp>
      <p:sp>
        <p:nvSpPr>
          <p:cNvPr id="63" name="dp42-comparison / n88">
            <a:extLst xmlns:a="http://schemas.openxmlformats.org/drawingml/2006/main">
              <a:ext uri="{FF2B5EF4-FFF2-40B4-BE49-F238E27FC236}">
                <a16:creationId xmlns:a16="http://schemas.microsoft.com/office/drawing/2014/main" id="{B812E575-8C3B-4280-B20D-430AD783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43425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2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38990A39-81AC-4B00-8859-D8F764F9C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619625"/>
            <a:ext cx="23050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대화 처리기</a:t>
            </a:r>
          </a:p>
        </p:txBody>
      </p:sp>
      <p:sp>
        <p:nvSpPr>
          <p:cNvPr id="65" name="dp42-comparison / n90">
            <a:extLst xmlns:a="http://schemas.openxmlformats.org/drawingml/2006/main">
              <a:ext uri="{FF2B5EF4-FFF2-40B4-BE49-F238E27FC236}">
                <a16:creationId xmlns:a16="http://schemas.microsoft.com/office/drawing/2014/main" id="{D58676D8-A2A8-404B-8CE1-B29ABC73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43425"/>
            <a:ext cx="2781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2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9A0FB81A-F725-4934-BDB5-413EEFF6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619625"/>
            <a:ext cx="26098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업무 관리기</a:t>
            </a:r>
          </a:p>
        </p:txBody>
      </p:sp>
      <p:sp>
        <p:nvSpPr>
          <p:cNvPr id="67" name="dp42-comparison / n92">
            <a:extLst xmlns:a="http://schemas.openxmlformats.org/drawingml/2006/main">
              <a:ext uri="{FF2B5EF4-FFF2-40B4-BE49-F238E27FC236}">
                <a16:creationId xmlns:a16="http://schemas.microsoft.com/office/drawing/2014/main" id="{CF2983C3-3CD1-40C6-958B-D8D2D757B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5429250"/>
            <a:ext cx="2143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8" name="dp42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0A68A5BE-13AC-44DE-BE67-E68FB784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511641"/>
            <a:ext cx="19716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트랜잭션 관리자</a:t>
            </a:r>
          </a:p>
        </p:txBody>
      </p:sp>
      <p:sp>
        <p:nvSpPr>
          <p:cNvPr id="69" name="dp42-comparison / n94">
            <a:extLst xmlns:a="http://schemas.openxmlformats.org/drawingml/2006/main">
              <a:ext uri="{FF2B5EF4-FFF2-40B4-BE49-F238E27FC236}">
                <a16:creationId xmlns:a16="http://schemas.microsoft.com/office/drawing/2014/main" id="{49A08034-4C3C-4683-8E4A-E2A311EC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210300"/>
            <a:ext cx="2924175" cy="4572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70" name="dp42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48277C48-0A56-4F12-8436-EC2CF6BE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6372225"/>
            <a:ext cx="27527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통합 상태 저장소</a:t>
            </a:r>
          </a:p>
        </p:txBody>
      </p:sp>
      <p:sp>
        <p:nvSpPr>
          <p:cNvPr id="71" name="dp42-comparison / n100 / path">
            <a:extLst xmlns:a="http://schemas.openxmlformats.org/drawingml/2006/main">
              <a:ext uri="{FF2B5EF4-FFF2-40B4-BE49-F238E27FC236}">
                <a16:creationId xmlns:a16="http://schemas.microsoft.com/office/drawing/2014/main" id="{A6A360E5-092B-431F-8395-389E7861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743450"/>
            <a:ext cx="2133600" cy="953"/>
          </a:xfrm>
          <a:custGeom xmlns:a="http://schemas.openxmlformats.org/drawingml/2006/main">
            <a:pathLst>
              <a:path w="2133600" h="953">
                <a:moveTo>
                  <a:pt x="0" y="0"/>
                </a:moveTo>
                <a:lnTo>
                  <a:pt x="2133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2" name="dp42-comparison / n100 / arrow">
            <a:extLst xmlns:a="http://schemas.openxmlformats.org/drawingml/2006/main">
              <a:ext uri="{FF2B5EF4-FFF2-40B4-BE49-F238E27FC236}">
                <a16:creationId xmlns:a16="http://schemas.microsoft.com/office/drawing/2014/main" id="{3AB9CD81-7959-4935-9735-E41F6D8F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780" y="46824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2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D1609F2F-3366-47F2-BFFD-E47EF464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43475"/>
            <a:ext cx="2671763" cy="485775"/>
          </a:xfrm>
          <a:custGeom xmlns:a="http://schemas.openxmlformats.org/drawingml/2006/main">
            <a:pathLst>
              <a:path w="2671763" h="485775">
                <a:moveTo>
                  <a:pt x="0" y="0"/>
                </a:moveTo>
                <a:lnTo>
                  <a:pt x="0" y="381000"/>
                </a:lnTo>
                <a:lnTo>
                  <a:pt x="2667000" y="381000"/>
                </a:lnTo>
                <a:lnTo>
                  <a:pt x="2671763" y="485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4" name="dp42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FF1BABA4-C069-46A1-9BFB-F97C30D47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6179" y="5304688"/>
            <a:ext cx="121794" cy="124562"/>
          </a:xfrm>
          <a:custGeom xmlns:a="http://schemas.openxmlformats.org/drawingml/2006/main">
            <a:pathLst>
              <a:path w="121794" h="124562">
                <a:moveTo>
                  <a:pt x="0" y="5536"/>
                </a:moveTo>
                <a:lnTo>
                  <a:pt x="66433" y="124562"/>
                </a:lnTo>
                <a:lnTo>
                  <a:pt x="12179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2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D0C3CAAE-86A7-44D0-9AB1-9DB83AB0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943475"/>
            <a:ext cx="2095500" cy="1047750"/>
          </a:xfrm>
          <a:custGeom xmlns:a="http://schemas.openxmlformats.org/drawingml/2006/main">
            <a:pathLst>
              <a:path w="2095500" h="1047750">
                <a:moveTo>
                  <a:pt x="2095500" y="0"/>
                </a:moveTo>
                <a:lnTo>
                  <a:pt x="2095500" y="1047750"/>
                </a:lnTo>
                <a:lnTo>
                  <a:pt x="0" y="1047750"/>
                </a:lnTo>
                <a:lnTo>
                  <a:pt x="4763" y="8858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6" name="dp42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3E9DE809-22D1-4359-BC13-C402BBB8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8095" y="5829300"/>
            <a:ext cx="121867" cy="123659"/>
          </a:xfrm>
          <a:custGeom xmlns:a="http://schemas.openxmlformats.org/drawingml/2006/main">
            <a:pathLst>
              <a:path w="121867" h="123659">
                <a:moveTo>
                  <a:pt x="121867" y="123659"/>
                </a:moveTo>
                <a:lnTo>
                  <a:pt x="64518" y="0"/>
                </a:lnTo>
                <a:lnTo>
                  <a:pt x="0" y="120075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7" name="dp42-comparison / n105 / path">
            <a:extLst xmlns:a="http://schemas.openxmlformats.org/drawingml/2006/main">
              <a:ext uri="{FF2B5EF4-FFF2-40B4-BE49-F238E27FC236}">
                <a16:creationId xmlns:a16="http://schemas.microsoft.com/office/drawing/2014/main" id="{D6D2A1FB-AD82-4E0F-ADBE-3A4541DE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2613" y="5829300"/>
            <a:ext cx="9525" cy="381000"/>
          </a:xfrm>
          <a:custGeom xmlns:a="http://schemas.openxmlformats.org/drawingml/2006/main">
            <a:pathLst>
              <a:path w="9525" h="381000">
                <a:moveTo>
                  <a:pt x="0" y="0"/>
                </a:moveTo>
                <a:lnTo>
                  <a:pt x="9525" y="3810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8" name="dp42-comparison / n105 / arrow">
            <a:extLst xmlns:a="http://schemas.openxmlformats.org/drawingml/2006/main">
              <a:ext uri="{FF2B5EF4-FFF2-40B4-BE49-F238E27FC236}">
                <a16:creationId xmlns:a16="http://schemas.microsoft.com/office/drawing/2014/main" id="{87CEC03D-6364-4A1E-8A75-F4515F37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8149" y="6086895"/>
            <a:ext cx="121882" cy="123405"/>
          </a:xfrm>
          <a:custGeom xmlns:a="http://schemas.openxmlformats.org/drawingml/2006/main">
            <a:pathLst>
              <a:path w="121882" h="123405">
                <a:moveTo>
                  <a:pt x="0" y="3047"/>
                </a:moveTo>
                <a:lnTo>
                  <a:pt x="63988" y="123405"/>
                </a:lnTo>
                <a:lnTo>
                  <a:pt x="1218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9" name="dp42-comparison / n110 / path">
            <a:extLst xmlns:a="http://schemas.openxmlformats.org/drawingml/2006/main">
              <a:ext uri="{FF2B5EF4-FFF2-40B4-BE49-F238E27FC236}">
                <a16:creationId xmlns:a16="http://schemas.microsoft.com/office/drawing/2014/main" id="{DC45A691-8002-4FE4-86B5-73D85343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4943475"/>
            <a:ext cx="657225" cy="1495425"/>
          </a:xfrm>
          <a:custGeom xmlns:a="http://schemas.openxmlformats.org/drawingml/2006/main">
            <a:pathLst>
              <a:path w="657225" h="1495425">
                <a:moveTo>
                  <a:pt x="0" y="1495425"/>
                </a:moveTo>
                <a:lnTo>
                  <a:pt x="657225" y="1495425"/>
                </a:lnTo>
                <a:lnTo>
                  <a:pt x="657225" y="0"/>
                </a:ln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0" name="dp42-comparison / n110 / arrow">
            <a:extLst xmlns:a="http://schemas.openxmlformats.org/drawingml/2006/main">
              <a:ext uri="{FF2B5EF4-FFF2-40B4-BE49-F238E27FC236}">
                <a16:creationId xmlns:a16="http://schemas.microsoft.com/office/drawing/2014/main" id="{A7EF4D4E-B5FD-4BA6-A8B5-6F20C2D68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825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1" name="dp42-comparison / n113">
            <a:extLst xmlns:a="http://schemas.openxmlformats.org/drawingml/2006/main">
              <a:ext uri="{FF2B5EF4-FFF2-40B4-BE49-F238E27FC236}">
                <a16:creationId xmlns:a16="http://schemas.microsoft.com/office/drawing/2014/main" id="{FDCF52D0-C9A4-4D8A-816A-48657F414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972300"/>
            <a:ext cx="2000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2-comparison / n114 / text 1">
            <a:extLst xmlns:a="http://schemas.openxmlformats.org/drawingml/2006/main">
              <a:ext uri="{FF2B5EF4-FFF2-40B4-BE49-F238E27FC236}">
                <a16:creationId xmlns:a16="http://schemas.microsoft.com/office/drawing/2014/main" id="{983BCC7D-C8C1-4980-AEE0-B08BB2E12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7046595"/>
            <a:ext cx="1828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83" name="dp42-comparison / n115">
            <a:extLst xmlns:a="http://schemas.openxmlformats.org/drawingml/2006/main">
              <a:ext uri="{FF2B5EF4-FFF2-40B4-BE49-F238E27FC236}">
                <a16:creationId xmlns:a16="http://schemas.microsoft.com/office/drawing/2014/main" id="{B5D53E92-2E48-4983-A736-AA2378D0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972300"/>
            <a:ext cx="23526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4" name="dp42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68DACB54-1D32-4DFC-A9E2-6D43EE233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7046595"/>
            <a:ext cx="21812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85" name="dp42-comparison / n117">
            <a:extLst xmlns:a="http://schemas.openxmlformats.org/drawingml/2006/main">
              <a:ext uri="{FF2B5EF4-FFF2-40B4-BE49-F238E27FC236}">
                <a16:creationId xmlns:a16="http://schemas.microsoft.com/office/drawing/2014/main" id="{734EA481-573E-4FBD-8488-668220CF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972300"/>
            <a:ext cx="16668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6" name="dp42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E670A48F-A55B-4351-8DCF-41BDCF44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7052786"/>
            <a:ext cx="14954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87" name="dp42-comparison / n119 / path">
            <a:extLst xmlns:a="http://schemas.openxmlformats.org/drawingml/2006/main">
              <a:ext uri="{FF2B5EF4-FFF2-40B4-BE49-F238E27FC236}">
                <a16:creationId xmlns:a16="http://schemas.microsoft.com/office/drawing/2014/main" id="{534C7712-0B1E-4B51-94AC-128F487F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743450"/>
            <a:ext cx="5705475" cy="2419350"/>
          </a:xfrm>
          <a:custGeom xmlns:a="http://schemas.openxmlformats.org/drawingml/2006/main">
            <a:pathLst>
              <a:path w="5705475" h="2419350">
                <a:moveTo>
                  <a:pt x="5410200" y="0"/>
                </a:moveTo>
                <a:lnTo>
                  <a:pt x="5705475" y="0"/>
                </a:lnTo>
                <a:lnTo>
                  <a:pt x="5705475" y="2133600"/>
                </a:lnTo>
                <a:lnTo>
                  <a:pt x="133350" y="2133600"/>
                </a:lnTo>
                <a:lnTo>
                  <a:pt x="133350" y="2419350"/>
                </a:lnTo>
                <a:lnTo>
                  <a:pt x="0" y="24145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8" name="dp42-comparison / n119 / arrow">
            <a:extLst xmlns:a="http://schemas.openxmlformats.org/drawingml/2006/main">
              <a:ext uri="{FF2B5EF4-FFF2-40B4-BE49-F238E27FC236}">
                <a16:creationId xmlns:a16="http://schemas.microsoft.com/office/drawing/2014/main" id="{37BC5444-53D1-4CEA-95EC-B666BD02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7101468"/>
            <a:ext cx="124018" cy="121842"/>
          </a:xfrm>
          <a:custGeom xmlns:a="http://schemas.openxmlformats.org/drawingml/2006/main">
            <a:pathLst>
              <a:path w="124018" h="121842">
                <a:moveTo>
                  <a:pt x="124018" y="0"/>
                </a:moveTo>
                <a:lnTo>
                  <a:pt x="0" y="56570"/>
                </a:lnTo>
                <a:lnTo>
                  <a:pt x="119667" y="12184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9" name="dp42-comparison / n120 / path">
            <a:extLst xmlns:a="http://schemas.openxmlformats.org/drawingml/2006/main">
              <a:ext uri="{FF2B5EF4-FFF2-40B4-BE49-F238E27FC236}">
                <a16:creationId xmlns:a16="http://schemas.microsoft.com/office/drawing/2014/main" id="{A10D326E-D364-4DCC-B917-3829F8FC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857750"/>
            <a:ext cx="6581775" cy="2114550"/>
          </a:xfrm>
          <a:custGeom xmlns:a="http://schemas.openxmlformats.org/drawingml/2006/main">
            <a:pathLst>
              <a:path w="6581775" h="2114550">
                <a:moveTo>
                  <a:pt x="0" y="2114550"/>
                </a:moveTo>
                <a:lnTo>
                  <a:pt x="0" y="2038350"/>
                </a:lnTo>
                <a:lnTo>
                  <a:pt x="6581775" y="2038350"/>
                </a:lnTo>
                <a:lnTo>
                  <a:pt x="6581775" y="0"/>
                </a:lnTo>
                <a:lnTo>
                  <a:pt x="6410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90" name="dp42-comparison / n120 / arrow">
            <a:extLst xmlns:a="http://schemas.openxmlformats.org/drawingml/2006/main">
              <a:ext uri="{FF2B5EF4-FFF2-40B4-BE49-F238E27FC236}">
                <a16:creationId xmlns:a16="http://schemas.microsoft.com/office/drawing/2014/main" id="{098001E7-7573-46AA-BB41-2709AE33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7967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91" name="dp42-comparison / n121 / path">
            <a:extLst xmlns:a="http://schemas.openxmlformats.org/drawingml/2006/main">
              <a:ext uri="{FF2B5EF4-FFF2-40B4-BE49-F238E27FC236}">
                <a16:creationId xmlns:a16="http://schemas.microsoft.com/office/drawing/2014/main" id="{B1E6AF47-9B12-4DFC-9F55-F9E85030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7081838"/>
            <a:ext cx="923925" cy="953"/>
          </a:xfrm>
          <a:custGeom xmlns:a="http://schemas.openxmlformats.org/drawingml/2006/main">
            <a:pathLst>
              <a:path w="923925" h="953">
                <a:moveTo>
                  <a:pt x="0" y="0"/>
                </a:moveTo>
                <a:lnTo>
                  <a:pt x="923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2" name="dp42-comparison / n121 / arrow">
            <a:extLst xmlns:a="http://schemas.openxmlformats.org/drawingml/2006/main">
              <a:ext uri="{FF2B5EF4-FFF2-40B4-BE49-F238E27FC236}">
                <a16:creationId xmlns:a16="http://schemas.microsoft.com/office/drawing/2014/main" id="{AD6A2621-4864-4EE8-A8A6-30A242D2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70208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3" name="dp42-comparison / n122 / path">
            <a:extLst xmlns:a="http://schemas.openxmlformats.org/drawingml/2006/main">
              <a:ext uri="{FF2B5EF4-FFF2-40B4-BE49-F238E27FC236}">
                <a16:creationId xmlns:a16="http://schemas.microsoft.com/office/drawing/2014/main" id="{A3C6B0AF-5202-4858-9A89-8C03F439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7253288"/>
            <a:ext cx="923925" cy="953"/>
          </a:xfrm>
          <a:custGeom xmlns:a="http://schemas.openxmlformats.org/drawingml/2006/main">
            <a:pathLst>
              <a:path w="923925" h="953">
                <a:moveTo>
                  <a:pt x="9239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94" name="dp42-comparison / n122 / arrow">
            <a:extLst xmlns:a="http://schemas.openxmlformats.org/drawingml/2006/main">
              <a:ext uri="{FF2B5EF4-FFF2-40B4-BE49-F238E27FC236}">
                <a16:creationId xmlns:a16="http://schemas.microsoft.com/office/drawing/2014/main" id="{834A8159-872F-44AC-A14A-E465964DD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719232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95" name="dp42-comparison / n54">
            <a:extLst xmlns:a="http://schemas.openxmlformats.org/drawingml/2006/main">
              <a:ext uri="{FF2B5EF4-FFF2-40B4-BE49-F238E27FC236}">
                <a16:creationId xmlns:a16="http://schemas.microsoft.com/office/drawing/2014/main" id="{7B989BB3-478E-451A-B509-5455BCE23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400300"/>
            <a:ext cx="49630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p42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AD2797B0-1E92-4313-ADCF-77AC3761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409825"/>
            <a:ext cx="7810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C1 최초 R1 보고서와 R2 메일 → 후속 R3 “보고서만 상반기로”</a:t>
            </a:r>
          </a:p>
        </p:txBody>
      </p:sp>
      <p:sp>
        <p:nvSpPr>
          <p:cNvPr id="97" name="dp42-comparison / n56">
            <a:extLst xmlns:a="http://schemas.openxmlformats.org/drawingml/2006/main">
              <a:ext uri="{FF2B5EF4-FFF2-40B4-BE49-F238E27FC236}">
                <a16:creationId xmlns:a16="http://schemas.microsoft.com/office/drawing/2014/main" id="{1CD864D9-6E4E-4ACA-AEE7-EE1655DF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705100"/>
            <a:ext cx="148494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p42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6A28F068-C0CA-4D67-AD3B-2D68A826F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71462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99" name="dp42-comparison / n59">
            <a:extLst xmlns:a="http://schemas.openxmlformats.org/drawingml/2006/main">
              <a:ext uri="{FF2B5EF4-FFF2-40B4-BE49-F238E27FC236}">
                <a16:creationId xmlns:a16="http://schemas.microsoft.com/office/drawing/2014/main" id="{C0E0DFAA-D33F-4DFB-A96A-AF684716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686050"/>
            <a:ext cx="171297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p42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07964312-4740-44C4-A7E4-5EB468DC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95575"/>
            <a:ext cx="51720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대화 기록과 연결 유지</a:t>
            </a:r>
          </a:p>
        </p:txBody>
      </p:sp>
      <p:sp>
        <p:nvSpPr>
          <p:cNvPr id="101" name="dp42-comparison / n61">
            <a:extLst xmlns:a="http://schemas.openxmlformats.org/drawingml/2006/main">
              <a:ext uri="{FF2B5EF4-FFF2-40B4-BE49-F238E27FC236}">
                <a16:creationId xmlns:a16="http://schemas.microsoft.com/office/drawing/2014/main" id="{9E2CE4FF-A2E7-4133-B15C-D965CE54C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943225"/>
            <a:ext cx="195453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p42-comparison / n62 / text 1">
            <a:extLst xmlns:a="http://schemas.openxmlformats.org/drawingml/2006/main">
              <a:ext uri="{FF2B5EF4-FFF2-40B4-BE49-F238E27FC236}">
                <a16:creationId xmlns:a16="http://schemas.microsoft.com/office/drawing/2014/main" id="{8CE2F37B-7470-4025-88C2-CF24A707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952750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103" name="dp42-comparison / n64">
            <a:extLst xmlns:a="http://schemas.openxmlformats.org/drawingml/2006/main">
              <a:ext uri="{FF2B5EF4-FFF2-40B4-BE49-F238E27FC236}">
                <a16:creationId xmlns:a16="http://schemas.microsoft.com/office/drawing/2014/main" id="{43E08470-0B44-483D-8D10-638A4584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924175"/>
            <a:ext cx="148132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2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F62BCE96-DBFD-46EE-B272-20361410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33700"/>
            <a:ext cx="16668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R1 / R2 접수 완료</a:t>
            </a:r>
          </a:p>
        </p:txBody>
      </p:sp>
      <p:sp>
        <p:nvSpPr>
          <p:cNvPr id="105" name="dp42-comparison / n67">
            <a:extLst xmlns:a="http://schemas.openxmlformats.org/drawingml/2006/main">
              <a:ext uri="{FF2B5EF4-FFF2-40B4-BE49-F238E27FC236}">
                <a16:creationId xmlns:a16="http://schemas.microsoft.com/office/drawing/2014/main" id="{8E4D5213-01C0-4335-8FE8-81923E41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943225"/>
            <a:ext cx="10393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2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2D7D96AB-6EFD-4E82-995E-A2BAB3F4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952750"/>
            <a:ext cx="2066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R3 후속 수정</a:t>
            </a:r>
          </a:p>
        </p:txBody>
      </p:sp>
      <p:sp>
        <p:nvSpPr>
          <p:cNvPr id="107" name="dp42-comparison / n69">
            <a:extLst xmlns:a="http://schemas.openxmlformats.org/drawingml/2006/main">
              <a:ext uri="{FF2B5EF4-FFF2-40B4-BE49-F238E27FC236}">
                <a16:creationId xmlns:a16="http://schemas.microsoft.com/office/drawing/2014/main" id="{7DEFF2F1-53E8-4953-97B6-8F422EE47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12031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2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C56C04D9-65D5-4C89-96B3-23F1B17A1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9087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T1 / T2</a:t>
            </a:r>
          </a:p>
        </p:txBody>
      </p:sp>
      <p:sp>
        <p:nvSpPr>
          <p:cNvPr id="109" name="dp42-comparison / n72">
            <a:extLst xmlns:a="http://schemas.openxmlformats.org/drawingml/2006/main">
              <a:ext uri="{FF2B5EF4-FFF2-40B4-BE49-F238E27FC236}">
                <a16:creationId xmlns:a16="http://schemas.microsoft.com/office/drawing/2014/main" id="{6B936B8B-3884-4015-A5D5-6B446913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162300"/>
            <a:ext cx="242011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2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57CE8392-CFE0-4DD2-B9DC-A512A2C8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71825"/>
            <a:ext cx="51720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보고서 T1 수정 / 메일 T2 계속</a:t>
            </a:r>
          </a:p>
        </p:txBody>
      </p:sp>
      <p:sp>
        <p:nvSpPr>
          <p:cNvPr id="111" name="dp42-comparison / n74">
            <a:extLst xmlns:a="http://schemas.openxmlformats.org/drawingml/2006/main">
              <a:ext uri="{FF2B5EF4-FFF2-40B4-BE49-F238E27FC236}">
                <a16:creationId xmlns:a16="http://schemas.microsoft.com/office/drawing/2014/main" id="{63F12F39-EBBC-4654-A064-FD932F09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419475"/>
            <a:ext cx="148494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2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FB392B8A-0635-434A-9093-DE0FD7255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29000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</a:t>
            </a:r>
          </a:p>
        </p:txBody>
      </p:sp>
      <p:sp>
        <p:nvSpPr>
          <p:cNvPr id="113" name="dp42-comparison / n77">
            <a:extLst xmlns:a="http://schemas.openxmlformats.org/drawingml/2006/main">
              <a:ext uri="{FF2B5EF4-FFF2-40B4-BE49-F238E27FC236}">
                <a16:creationId xmlns:a16="http://schemas.microsoft.com/office/drawing/2014/main" id="{299F26F6-4821-4DD2-B6C5-01AA5773E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400425"/>
            <a:ext cx="22372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p42-comparison / n78 / text 1">
            <a:extLst xmlns:a="http://schemas.openxmlformats.org/drawingml/2006/main">
              <a:ext uri="{FF2B5EF4-FFF2-40B4-BE49-F238E27FC236}">
                <a16:creationId xmlns:a16="http://schemas.microsoft.com/office/drawing/2014/main" id="{77874FCC-40C4-4177-BF1B-616B378A1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409950"/>
            <a:ext cx="35814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T1: X1 종료 → X2 / T2: Y1</a:t>
            </a:r>
          </a:p>
        </p:txBody>
      </p:sp>
      <p:sp>
        <p:nvSpPr>
          <p:cNvPr id="115" name="dp42-comparison / n79">
            <a:extLst xmlns:a="http://schemas.openxmlformats.org/drawingml/2006/main">
              <a:ext uri="{FF2B5EF4-FFF2-40B4-BE49-F238E27FC236}">
                <a16:creationId xmlns:a16="http://schemas.microsoft.com/office/drawing/2014/main" id="{977AEF72-91A9-49F6-9A03-CB681DB1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657600"/>
            <a:ext cx="68180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p42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A474D1FC-199D-4BE9-BC77-16637748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66712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질문 Q1</a:t>
            </a:r>
          </a:p>
        </p:txBody>
      </p:sp>
      <p:sp>
        <p:nvSpPr>
          <p:cNvPr id="117" name="dp42-comparison / n82">
            <a:extLst xmlns:a="http://schemas.openxmlformats.org/drawingml/2006/main">
              <a:ext uri="{FF2B5EF4-FFF2-40B4-BE49-F238E27FC236}">
                <a16:creationId xmlns:a16="http://schemas.microsoft.com/office/drawing/2014/main" id="{430EC42A-837F-4D42-A2CF-C5DE1A2A3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3638550"/>
            <a:ext cx="191414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p42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39BD71FD-8597-48D2-AAB9-2DD893B4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48075"/>
            <a:ext cx="2019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제시 → 답변 연결 → 해소</a:t>
            </a:r>
          </a:p>
        </p:txBody>
      </p:sp>
      <p:sp>
        <p:nvSpPr>
          <p:cNvPr id="119" name="dp42-comparison / n86">
            <a:extLst xmlns:a="http://schemas.openxmlformats.org/drawingml/2006/main">
              <a:ext uri="{FF2B5EF4-FFF2-40B4-BE49-F238E27FC236}">
                <a16:creationId xmlns:a16="http://schemas.microsoft.com/office/drawing/2014/main" id="{C87B7C32-0B39-457B-A6B4-58B24CF1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162425"/>
            <a:ext cx="283864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p42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FBF1E467-94E5-4813-935A-40867EA3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171950"/>
            <a:ext cx="55721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동일 실행 경계 / 모듈별 처리 책임</a:t>
            </a:r>
          </a:p>
        </p:txBody>
      </p:sp>
      <p:sp>
        <p:nvSpPr>
          <p:cNvPr id="121" name="dp42-comparison / n96">
            <a:extLst xmlns:a="http://schemas.openxmlformats.org/drawingml/2006/main">
              <a:ext uri="{FF2B5EF4-FFF2-40B4-BE49-F238E27FC236}">
                <a16:creationId xmlns:a16="http://schemas.microsoft.com/office/drawing/2014/main" id="{68C890CE-B0D1-479D-905C-7C98D217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029200"/>
            <a:ext cx="19027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p42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26089721-D621-46D9-8E18-866535750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503872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C1 / R1~R3 / Q1 연결</a:t>
            </a:r>
          </a:p>
        </p:txBody>
      </p:sp>
      <p:sp>
        <p:nvSpPr>
          <p:cNvPr id="123" name="dp42-comparison / n98">
            <a:extLst xmlns:a="http://schemas.openxmlformats.org/drawingml/2006/main">
              <a:ext uri="{FF2B5EF4-FFF2-40B4-BE49-F238E27FC236}">
                <a16:creationId xmlns:a16="http://schemas.microsoft.com/office/drawing/2014/main" id="{47F55D8C-9DA4-43FC-BD4D-C65BA306B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029200"/>
            <a:ext cx="180879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p42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B7060085-390B-48D5-96FF-027B418B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38725"/>
            <a:ext cx="27146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T1 / T2 / Q1 / 명령</a:t>
            </a:r>
          </a:p>
        </p:txBody>
      </p:sp>
      <p:sp>
        <p:nvSpPr>
          <p:cNvPr id="125" name="dp42-comparison / n101">
            <a:extLst xmlns:a="http://schemas.openxmlformats.org/drawingml/2006/main">
              <a:ext uri="{FF2B5EF4-FFF2-40B4-BE49-F238E27FC236}">
                <a16:creationId xmlns:a16="http://schemas.microsoft.com/office/drawing/2014/main" id="{0B9E34A7-A070-488F-ADA8-8CBFF26B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438650"/>
            <a:ext cx="142341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p42-comparison / n102 / text 1">
            <a:extLst xmlns:a="http://schemas.openxmlformats.org/drawingml/2006/main">
              <a:ext uri="{FF2B5EF4-FFF2-40B4-BE49-F238E27FC236}">
                <a16:creationId xmlns:a16="http://schemas.microsoft.com/office/drawing/2014/main" id="{558C147E-27D1-4291-9923-1546BCBD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48175"/>
            <a:ext cx="17240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1 검증 변경 제안</a:t>
            </a:r>
          </a:p>
        </p:txBody>
      </p:sp>
      <p:sp>
        <p:nvSpPr>
          <p:cNvPr id="127" name="dp42-comparison / n106">
            <a:extLst xmlns:a="http://schemas.openxmlformats.org/drawingml/2006/main">
              <a:ext uri="{FF2B5EF4-FFF2-40B4-BE49-F238E27FC236}">
                <a16:creationId xmlns:a16="http://schemas.microsoft.com/office/drawing/2014/main" id="{E7E722FD-F0DD-40C8-9CEB-63F60179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600700"/>
            <a:ext cx="1845564" cy="4305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dp42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7482E7DF-506C-45A3-B5CC-98B0A91A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610225"/>
            <a:ext cx="26574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2 답변 연결과 명령의</a:t>
            </a:r>
          </a:p>
        </p:txBody>
      </p:sp>
      <p:sp>
        <p:nvSpPr>
          <p:cNvPr id="129" name="dp42-comparison / n107 / text 2">
            <a:extLst xmlns:a="http://schemas.openxmlformats.org/drawingml/2006/main">
              <a:ext uri="{FF2B5EF4-FFF2-40B4-BE49-F238E27FC236}">
                <a16:creationId xmlns:a16="http://schemas.microsoft.com/office/drawing/2014/main" id="{F093480A-3218-4AE3-B107-CC1134C5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815965"/>
            <a:ext cx="26574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하나의 로컬 확정</a:t>
            </a:r>
          </a:p>
        </p:txBody>
      </p:sp>
      <p:sp>
        <p:nvSpPr>
          <p:cNvPr id="130" name="dp42-comparison / n108">
            <a:extLst xmlns:a="http://schemas.openxmlformats.org/drawingml/2006/main">
              <a:ext uri="{FF2B5EF4-FFF2-40B4-BE49-F238E27FC236}">
                <a16:creationId xmlns:a16="http://schemas.microsoft.com/office/drawing/2014/main" id="{338A43AA-9517-4D1A-8380-60768A90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534025"/>
            <a:ext cx="1319784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2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1F1A0ED9-5584-45DB-9273-BE018D86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543550"/>
            <a:ext cx="18288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모델과 네트워크</a:t>
            </a:r>
          </a:p>
        </p:txBody>
      </p:sp>
      <p:sp>
        <p:nvSpPr>
          <p:cNvPr id="132" name="dp42-comparison / n109 / text 2">
            <a:extLst xmlns:a="http://schemas.openxmlformats.org/drawingml/2006/main">
              <a:ext uri="{FF2B5EF4-FFF2-40B4-BE49-F238E27FC236}">
                <a16:creationId xmlns:a16="http://schemas.microsoft.com/office/drawing/2014/main" id="{5BE94343-E6CF-4E1E-A9FB-03B74F2B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726430"/>
            <a:ext cx="18288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대기 밖 트랜잭션</a:t>
            </a:r>
          </a:p>
        </p:txBody>
      </p:sp>
      <p:sp>
        <p:nvSpPr>
          <p:cNvPr id="133" name="dp42-comparison / n111">
            <a:extLst xmlns:a="http://schemas.openxmlformats.org/drawingml/2006/main">
              <a:ext uri="{FF2B5EF4-FFF2-40B4-BE49-F238E27FC236}">
                <a16:creationId xmlns:a16="http://schemas.microsoft.com/office/drawing/2014/main" id="{A59C1A3E-EF98-4B09-A46C-87CFB56D9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6105525"/>
            <a:ext cx="126149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dp42-comparison / n112 / text 1">
            <a:extLst xmlns:a="http://schemas.openxmlformats.org/drawingml/2006/main">
              <a:ext uri="{FF2B5EF4-FFF2-40B4-BE49-F238E27FC236}">
                <a16:creationId xmlns:a16="http://schemas.microsoft.com/office/drawing/2014/main" id="{3808833F-53E5-44EE-8073-04B1678B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6115050"/>
            <a:ext cx="1809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3 저장 후 전송</a:t>
            </a:r>
          </a:p>
        </p:txBody>
      </p:sp>
      <p:sp>
        <p:nvSpPr>
          <p:cNvPr id="135" name="dp42-comparison / n123">
            <a:extLst xmlns:a="http://schemas.openxmlformats.org/drawingml/2006/main">
              <a:ext uri="{FF2B5EF4-FFF2-40B4-BE49-F238E27FC236}">
                <a16:creationId xmlns:a16="http://schemas.microsoft.com/office/drawing/2014/main" id="{FD3D0CBF-C4E0-4EB0-8103-1D2239B8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68961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dp42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552C6644-BEFE-4653-A26F-8429D7348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6905625"/>
            <a:ext cx="876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명령</a:t>
            </a:r>
          </a:p>
        </p:txBody>
      </p:sp>
      <p:sp>
        <p:nvSpPr>
          <p:cNvPr id="137" name="dp42-comparison / n125">
            <a:extLst xmlns:a="http://schemas.openxmlformats.org/drawingml/2006/main">
              <a:ext uri="{FF2B5EF4-FFF2-40B4-BE49-F238E27FC236}">
                <a16:creationId xmlns:a16="http://schemas.microsoft.com/office/drawing/2014/main" id="{6716A245-C9EA-4833-A755-EF334375F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7334250"/>
            <a:ext cx="244449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p42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3833721A-80CE-4C76-9340-AF6E87B0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7343775"/>
            <a:ext cx="3619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외부 접수 / X1 질문 / X2 결과</a:t>
            </a:r>
          </a:p>
        </p:txBody>
      </p:sp>
      <p:sp>
        <p:nvSpPr>
          <p:cNvPr id="139" name="dp42-comparison / n127">
            <a:extLst xmlns:a="http://schemas.openxmlformats.org/drawingml/2006/main">
              <a:ext uri="{FF2B5EF4-FFF2-40B4-BE49-F238E27FC236}">
                <a16:creationId xmlns:a16="http://schemas.microsoft.com/office/drawing/2014/main" id="{491CC0F6-CA7C-4A10-9FE8-C3B39C7E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7343775"/>
            <a:ext cx="115214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dp42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4CE4361E-31AE-4871-ABFB-96CED930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7353300"/>
            <a:ext cx="16668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</a:t>
            </a:r>
          </a:p>
        </p:txBody>
      </p:sp>
      <p:sp>
        <p:nvSpPr>
          <p:cNvPr id="141" name="dp42-comparison / n129">
            <a:extLst xmlns:a="http://schemas.openxmlformats.org/drawingml/2006/main">
              <a:ext uri="{FF2B5EF4-FFF2-40B4-BE49-F238E27FC236}">
                <a16:creationId xmlns:a16="http://schemas.microsoft.com/office/drawing/2014/main" id="{A5D12041-80CF-4FF2-BC5A-BE16A1F4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800850"/>
            <a:ext cx="77628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dp42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856E0B5B-143C-4838-A341-6EB37A3E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8103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Core 소속</a:t>
            </a:r>
          </a:p>
        </p:txBody>
      </p:sp>
      <p:sp>
        <p:nvSpPr>
          <p:cNvPr id="143" name="dp42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A97209E4-D03F-462B-B333-3E29C358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05125"/>
            <a:ext cx="5400675" cy="953"/>
          </a:xfrm>
          <a:custGeom xmlns:a="http://schemas.openxmlformats.org/drawingml/2006/main">
            <a:pathLst>
              <a:path w="5400675" h="953">
                <a:moveTo>
                  <a:pt x="0" y="0"/>
                </a:moveTo>
                <a:lnTo>
                  <a:pt x="5400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4" name="dp42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9EFBF7E2-1762-4748-833F-9F21B947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143250"/>
            <a:ext cx="1428750" cy="953"/>
          </a:xfrm>
          <a:custGeom xmlns:a="http://schemas.openxmlformats.org/drawingml/2006/main">
            <a:pathLst>
              <a:path w="1428750" h="953">
                <a:moveTo>
                  <a:pt x="0" y="0"/>
                </a:moveTo>
                <a:lnTo>
                  <a:pt x="1428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5" name="dp42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04377490-4B40-432C-B413-D815B5FA4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9375" y="3143250"/>
            <a:ext cx="1428750" cy="953"/>
          </a:xfrm>
          <a:custGeom xmlns:a="http://schemas.openxmlformats.org/drawingml/2006/main">
            <a:pathLst>
              <a:path w="1428750" h="953">
                <a:moveTo>
                  <a:pt x="0" y="0"/>
                </a:moveTo>
                <a:lnTo>
                  <a:pt x="1428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6" name="dp42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6554264F-2560-4539-B605-E05786E6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381375"/>
            <a:ext cx="5400675" cy="953"/>
          </a:xfrm>
          <a:custGeom xmlns:a="http://schemas.openxmlformats.org/drawingml/2006/main">
            <a:pathLst>
              <a:path w="5400675" h="953">
                <a:moveTo>
                  <a:pt x="0" y="0"/>
                </a:moveTo>
                <a:lnTo>
                  <a:pt x="54006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7" name="dp42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C06858BB-DE1A-4BE7-BDC0-B933C996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619500"/>
            <a:ext cx="3810000" cy="953"/>
          </a:xfrm>
          <a:custGeom xmlns:a="http://schemas.openxmlformats.org/drawingml/2006/main">
            <a:pathLst>
              <a:path w="3810000" h="953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8" name="dp42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A455A746-9DB1-4C18-AA68-E4A6E66B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857625"/>
            <a:ext cx="2247900" cy="953"/>
          </a:xfrm>
          <a:custGeom xmlns:a="http://schemas.openxmlformats.org/drawingml/2006/main">
            <a:pathLst>
              <a:path w="2247900" h="953">
                <a:moveTo>
                  <a:pt x="0" y="0"/>
                </a:moveTo>
                <a:lnTo>
                  <a:pt x="2247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9" name="dp42-comparison / n161">
            <a:extLst xmlns:a="http://schemas.openxmlformats.org/drawingml/2006/main">
              <a:ext uri="{FF2B5EF4-FFF2-40B4-BE49-F238E27FC236}">
                <a16:creationId xmlns:a16="http://schemas.microsoft.com/office/drawing/2014/main" id="{A38F1A21-AFDD-44AC-BB40-0A57072A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067175"/>
            <a:ext cx="3371850" cy="2790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0" name="dp42-comparison / n162 / text 1">
            <a:extLst xmlns:a="http://schemas.openxmlformats.org/drawingml/2006/main">
              <a:ext uri="{FF2B5EF4-FFF2-40B4-BE49-F238E27FC236}">
                <a16:creationId xmlns:a16="http://schemas.microsoft.com/office/drawing/2014/main" id="{FE2016DA-BC0B-4D21-83E1-73F0E54A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162425"/>
            <a:ext cx="31242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대화 서비스</a:t>
            </a:r>
          </a:p>
        </p:txBody>
      </p:sp>
      <p:sp>
        <p:nvSpPr>
          <p:cNvPr id="151" name="dp42-comparison / n163">
            <a:extLst xmlns:a="http://schemas.openxmlformats.org/drawingml/2006/main">
              <a:ext uri="{FF2B5EF4-FFF2-40B4-BE49-F238E27FC236}">
                <a16:creationId xmlns:a16="http://schemas.microsoft.com/office/drawing/2014/main" id="{970270AC-D841-42A6-9E5A-BE83F9A1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4067175"/>
            <a:ext cx="3838575" cy="2790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2" name="dp42-comparison / n164 / text 1">
            <a:extLst xmlns:a="http://schemas.openxmlformats.org/drawingml/2006/main">
              <a:ext uri="{FF2B5EF4-FFF2-40B4-BE49-F238E27FC236}">
                <a16:creationId xmlns:a16="http://schemas.microsoft.com/office/drawing/2014/main" id="{352328C2-BC23-4809-B385-07AD53554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5075" y="4162425"/>
            <a:ext cx="35909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업무 서비스</a:t>
            </a:r>
          </a:p>
        </p:txBody>
      </p:sp>
      <p:sp>
        <p:nvSpPr>
          <p:cNvPr id="153" name="dp42-comparison / n169">
            <a:extLst xmlns:a="http://schemas.openxmlformats.org/drawingml/2006/main">
              <a:ext uri="{FF2B5EF4-FFF2-40B4-BE49-F238E27FC236}">
                <a16:creationId xmlns:a16="http://schemas.microsoft.com/office/drawing/2014/main" id="{3E4B92E2-1348-45CB-A1FE-A03535BA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543425"/>
            <a:ext cx="2990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4" name="dp42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4659391F-73BC-4736-AE33-6975031F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619625"/>
            <a:ext cx="28194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대화 처리기</a:t>
            </a:r>
          </a:p>
        </p:txBody>
      </p:sp>
      <p:sp>
        <p:nvSpPr>
          <p:cNvPr id="155" name="dp42-comparison / n171">
            <a:extLst xmlns:a="http://schemas.openxmlformats.org/drawingml/2006/main">
              <a:ext uri="{FF2B5EF4-FFF2-40B4-BE49-F238E27FC236}">
                <a16:creationId xmlns:a16="http://schemas.microsoft.com/office/drawing/2014/main" id="{6CA94514-99E1-4F82-B536-46569991B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2225" y="4543425"/>
            <a:ext cx="3467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6" name="dp42-comparison / n172 / text 1">
            <a:extLst xmlns:a="http://schemas.openxmlformats.org/drawingml/2006/main">
              <a:ext uri="{FF2B5EF4-FFF2-40B4-BE49-F238E27FC236}">
                <a16:creationId xmlns:a16="http://schemas.microsoft.com/office/drawing/2014/main" id="{0467C217-663E-45B3-8687-C13D80D0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7950" y="4619625"/>
            <a:ext cx="3295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업무 관리기</a:t>
            </a:r>
          </a:p>
        </p:txBody>
      </p:sp>
      <p:sp>
        <p:nvSpPr>
          <p:cNvPr id="157" name="dp42-comparison / n173">
            <a:extLst xmlns:a="http://schemas.openxmlformats.org/drawingml/2006/main">
              <a:ext uri="{FF2B5EF4-FFF2-40B4-BE49-F238E27FC236}">
                <a16:creationId xmlns:a16="http://schemas.microsoft.com/office/drawing/2014/main" id="{6786BADE-1801-486A-B8E2-3DBF67E3E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6115050"/>
            <a:ext cx="2990850" cy="5429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58" name="dp42-comparison / n174 / text 1">
            <a:extLst xmlns:a="http://schemas.openxmlformats.org/drawingml/2006/main">
              <a:ext uri="{FF2B5EF4-FFF2-40B4-BE49-F238E27FC236}">
                <a16:creationId xmlns:a16="http://schemas.microsoft.com/office/drawing/2014/main" id="{617896AE-9D2E-475E-916B-CEEDF374A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6276975"/>
            <a:ext cx="2819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대화 상태 저장소</a:t>
            </a:r>
          </a:p>
        </p:txBody>
      </p:sp>
      <p:sp>
        <p:nvSpPr>
          <p:cNvPr id="159" name="dp42-comparison / n175">
            <a:extLst xmlns:a="http://schemas.openxmlformats.org/drawingml/2006/main">
              <a:ext uri="{FF2B5EF4-FFF2-40B4-BE49-F238E27FC236}">
                <a16:creationId xmlns:a16="http://schemas.microsoft.com/office/drawing/2014/main" id="{21F604EC-06FF-491C-9E6C-FEBE417E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2225" y="6115050"/>
            <a:ext cx="3467100" cy="5429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60" name="dp42-comparison / n176 / text 1">
            <a:extLst xmlns:a="http://schemas.openxmlformats.org/drawingml/2006/main">
              <a:ext uri="{FF2B5EF4-FFF2-40B4-BE49-F238E27FC236}">
                <a16:creationId xmlns:a16="http://schemas.microsoft.com/office/drawing/2014/main" id="{8ADCB84A-EFBA-416C-AE8A-869BEA8D7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7950" y="6276975"/>
            <a:ext cx="32956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업무 상태 저장소</a:t>
            </a:r>
          </a:p>
        </p:txBody>
      </p:sp>
      <p:sp>
        <p:nvSpPr>
          <p:cNvPr id="161" name="dp42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B5AAF9A7-3044-4B75-AA4F-C25B2F01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4943475"/>
            <a:ext cx="953" cy="1171575"/>
          </a:xfrm>
          <a:custGeom xmlns:a="http://schemas.openxmlformats.org/drawingml/2006/main">
            <a:pathLst>
              <a:path w="953" h="1171575">
                <a:moveTo>
                  <a:pt x="0" y="0"/>
                </a:moveTo>
                <a:lnTo>
                  <a:pt x="0" y="11715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2" name="dp42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75C305D4-82D3-4840-81CA-ABF68129B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3815" y="59931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3" name="dp42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4BA7C332-9B53-4AE5-A095-03A2C6D2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5775" y="4943475"/>
            <a:ext cx="953" cy="1171575"/>
          </a:xfrm>
          <a:custGeom xmlns:a="http://schemas.openxmlformats.org/drawingml/2006/main">
            <a:pathLst>
              <a:path w="953" h="1171575">
                <a:moveTo>
                  <a:pt x="0" y="0"/>
                </a:moveTo>
                <a:lnTo>
                  <a:pt x="0" y="11715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4" name="dp42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8B2C5153-75E4-45B4-BC27-74723D83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4815" y="59931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5" name="dp42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6688E94E-1514-4003-A5B5-452C063D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4743450"/>
            <a:ext cx="962025" cy="953"/>
          </a:xfrm>
          <a:custGeom xmlns:a="http://schemas.openxmlformats.org/drawingml/2006/main">
            <a:pathLst>
              <a:path w="962025" h="953">
                <a:moveTo>
                  <a:pt x="0" y="0"/>
                </a:moveTo>
                <a:lnTo>
                  <a:pt x="962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6" name="dp42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422B38C3-C744-47C9-A421-C42D3B00D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70305" y="46824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7" name="dp42-comparison / n186 / path">
            <a:extLst xmlns:a="http://schemas.openxmlformats.org/drawingml/2006/main">
              <a:ext uri="{FF2B5EF4-FFF2-40B4-BE49-F238E27FC236}">
                <a16:creationId xmlns:a16="http://schemas.microsoft.com/office/drawing/2014/main" id="{EF67137B-D4EE-4D50-AD01-A3380980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4943475"/>
            <a:ext cx="2457450" cy="1447800"/>
          </a:xfrm>
          <a:custGeom xmlns:a="http://schemas.openxmlformats.org/drawingml/2006/main">
            <a:pathLst>
              <a:path w="2457450" h="1447800">
                <a:moveTo>
                  <a:pt x="2457450" y="1443038"/>
                </a:moveTo>
                <a:lnTo>
                  <a:pt x="2019300" y="1447800"/>
                </a:lnTo>
                <a:lnTo>
                  <a:pt x="2019300" y="523875"/>
                </a:lnTo>
                <a:lnTo>
                  <a:pt x="0" y="5238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8" name="dp42-comparison / n186 / arrow">
            <a:extLst xmlns:a="http://schemas.openxmlformats.org/drawingml/2006/main">
              <a:ext uri="{FF2B5EF4-FFF2-40B4-BE49-F238E27FC236}">
                <a16:creationId xmlns:a16="http://schemas.microsoft.com/office/drawing/2014/main" id="{BFCF6C4E-F04F-4D1C-B1E1-2B60AA5C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73815" y="4943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9" name="dp42-comparison / n193">
            <a:extLst xmlns:a="http://schemas.openxmlformats.org/drawingml/2006/main">
              <a:ext uri="{FF2B5EF4-FFF2-40B4-BE49-F238E27FC236}">
                <a16:creationId xmlns:a16="http://schemas.microsoft.com/office/drawing/2014/main" id="{1EF2CD86-9A35-4644-8D5C-203E8EAA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6972300"/>
            <a:ext cx="2000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0" name="dp42-comparison / n194 / text 1">
            <a:extLst xmlns:a="http://schemas.openxmlformats.org/drawingml/2006/main">
              <a:ext uri="{FF2B5EF4-FFF2-40B4-BE49-F238E27FC236}">
                <a16:creationId xmlns:a16="http://schemas.microsoft.com/office/drawing/2014/main" id="{2DD3B1BA-0AEA-4427-BB3A-6D8C63281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7046595"/>
            <a:ext cx="1828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71" name="dp42-comparison / n195">
            <a:extLst xmlns:a="http://schemas.openxmlformats.org/drawingml/2006/main">
              <a:ext uri="{FF2B5EF4-FFF2-40B4-BE49-F238E27FC236}">
                <a16:creationId xmlns:a16="http://schemas.microsoft.com/office/drawing/2014/main" id="{416B6BEA-379E-48B1-8E69-755F5C09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972300"/>
            <a:ext cx="23526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2" name="dp42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E1BCCB16-30F8-48A8-A186-E54F7B8A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7046595"/>
            <a:ext cx="21812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73" name="dp42-comparison / n197">
            <a:extLst xmlns:a="http://schemas.openxmlformats.org/drawingml/2006/main">
              <a:ext uri="{FF2B5EF4-FFF2-40B4-BE49-F238E27FC236}">
                <a16:creationId xmlns:a16="http://schemas.microsoft.com/office/drawing/2014/main" id="{5B02B5E5-F261-4E04-B74A-C18EAA47B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972300"/>
            <a:ext cx="16668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4" name="dp42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0654C1BD-5B8F-4BED-A40A-E6BE2908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68675" y="7052786"/>
            <a:ext cx="14954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75" name="dp42-comparison / n199 / path">
            <a:extLst xmlns:a="http://schemas.openxmlformats.org/drawingml/2006/main">
              <a:ext uri="{FF2B5EF4-FFF2-40B4-BE49-F238E27FC236}">
                <a16:creationId xmlns:a16="http://schemas.microsoft.com/office/drawing/2014/main" id="{F30B17ED-8CFF-4F63-A622-32C8B7ED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4743450"/>
            <a:ext cx="5705475" cy="2419350"/>
          </a:xfrm>
          <a:custGeom xmlns:a="http://schemas.openxmlformats.org/drawingml/2006/main">
            <a:pathLst>
              <a:path w="5705475" h="2419350">
                <a:moveTo>
                  <a:pt x="5438775" y="0"/>
                </a:moveTo>
                <a:lnTo>
                  <a:pt x="5705475" y="0"/>
                </a:lnTo>
                <a:lnTo>
                  <a:pt x="5705475" y="2133600"/>
                </a:lnTo>
                <a:lnTo>
                  <a:pt x="133350" y="2133600"/>
                </a:lnTo>
                <a:lnTo>
                  <a:pt x="133350" y="2419350"/>
                </a:lnTo>
                <a:lnTo>
                  <a:pt x="0" y="24145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76" name="dp42-comparison / n199 / arrow">
            <a:extLst xmlns:a="http://schemas.openxmlformats.org/drawingml/2006/main">
              <a:ext uri="{FF2B5EF4-FFF2-40B4-BE49-F238E27FC236}">
                <a16:creationId xmlns:a16="http://schemas.microsoft.com/office/drawing/2014/main" id="{69F57CA1-8787-4FC2-BE4D-E9AAFB3D6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7101468"/>
            <a:ext cx="124018" cy="121842"/>
          </a:xfrm>
          <a:custGeom xmlns:a="http://schemas.openxmlformats.org/drawingml/2006/main">
            <a:pathLst>
              <a:path w="124018" h="121842">
                <a:moveTo>
                  <a:pt x="124018" y="0"/>
                </a:moveTo>
                <a:lnTo>
                  <a:pt x="0" y="56570"/>
                </a:lnTo>
                <a:lnTo>
                  <a:pt x="119667" y="12184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77" name="dp42-comparison / n200 / path">
            <a:extLst xmlns:a="http://schemas.openxmlformats.org/drawingml/2006/main">
              <a:ext uri="{FF2B5EF4-FFF2-40B4-BE49-F238E27FC236}">
                <a16:creationId xmlns:a16="http://schemas.microsoft.com/office/drawing/2014/main" id="{386584D8-6E99-48A8-B5BB-F5085132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4857750"/>
            <a:ext cx="6581775" cy="2114550"/>
          </a:xfrm>
          <a:custGeom xmlns:a="http://schemas.openxmlformats.org/drawingml/2006/main">
            <a:pathLst>
              <a:path w="6581775" h="2114550">
                <a:moveTo>
                  <a:pt x="0" y="2114550"/>
                </a:moveTo>
                <a:lnTo>
                  <a:pt x="0" y="2038350"/>
                </a:lnTo>
                <a:lnTo>
                  <a:pt x="6581775" y="2038350"/>
                </a:lnTo>
                <a:lnTo>
                  <a:pt x="6581775" y="0"/>
                </a:lnTo>
                <a:lnTo>
                  <a:pt x="6438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8" name="dp42-comparison / n200 / arrow">
            <a:extLst xmlns:a="http://schemas.openxmlformats.org/drawingml/2006/main">
              <a:ext uri="{FF2B5EF4-FFF2-40B4-BE49-F238E27FC236}">
                <a16:creationId xmlns:a16="http://schemas.microsoft.com/office/drawing/2014/main" id="{7250E1DF-D8F4-4CB7-9CE1-99C2D75F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7967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9" name="dp42-comparison / n201 / path">
            <a:extLst xmlns:a="http://schemas.openxmlformats.org/drawingml/2006/main">
              <a:ext uri="{FF2B5EF4-FFF2-40B4-BE49-F238E27FC236}">
                <a16:creationId xmlns:a16="http://schemas.microsoft.com/office/drawing/2014/main" id="{66AFE84D-6515-4AA7-9372-ED9DC12B2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7081838"/>
            <a:ext cx="923925" cy="953"/>
          </a:xfrm>
          <a:custGeom xmlns:a="http://schemas.openxmlformats.org/drawingml/2006/main">
            <a:pathLst>
              <a:path w="923925" h="953">
                <a:moveTo>
                  <a:pt x="0" y="0"/>
                </a:moveTo>
                <a:lnTo>
                  <a:pt x="9239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0" name="dp42-comparison / n201 / arrow">
            <a:extLst xmlns:a="http://schemas.openxmlformats.org/drawingml/2006/main">
              <a:ext uri="{FF2B5EF4-FFF2-40B4-BE49-F238E27FC236}">
                <a16:creationId xmlns:a16="http://schemas.microsoft.com/office/drawing/2014/main" id="{756D2C4A-456C-404D-BB69-4F4A8E54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2555" y="70208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1" name="dp42-comparison / n202 / path">
            <a:extLst xmlns:a="http://schemas.openxmlformats.org/drawingml/2006/main">
              <a:ext uri="{FF2B5EF4-FFF2-40B4-BE49-F238E27FC236}">
                <a16:creationId xmlns:a16="http://schemas.microsoft.com/office/drawing/2014/main" id="{1908E8FC-D290-46F4-8CCF-5902D422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7253288"/>
            <a:ext cx="923925" cy="953"/>
          </a:xfrm>
          <a:custGeom xmlns:a="http://schemas.openxmlformats.org/drawingml/2006/main">
            <a:pathLst>
              <a:path w="923925" h="953">
                <a:moveTo>
                  <a:pt x="9239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2" name="dp42-comparison / n202 / arrow">
            <a:extLst xmlns:a="http://schemas.openxmlformats.org/drawingml/2006/main">
              <a:ext uri="{FF2B5EF4-FFF2-40B4-BE49-F238E27FC236}">
                <a16:creationId xmlns:a16="http://schemas.microsoft.com/office/drawing/2014/main" id="{691D6F50-0053-4D9D-BC7A-06683108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719232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83" name="dp42-comparison / n131">
            <a:extLst xmlns:a="http://schemas.openxmlformats.org/drawingml/2006/main">
              <a:ext uri="{FF2B5EF4-FFF2-40B4-BE49-F238E27FC236}">
                <a16:creationId xmlns:a16="http://schemas.microsoft.com/office/drawing/2014/main" id="{30F03AF7-FDFF-46F9-BF3F-90C9EA3F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400300"/>
            <a:ext cx="49630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p42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352C6998-AD9F-4431-9629-04F925F4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09825"/>
            <a:ext cx="7810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C1 최초 R1 보고서와 R2 메일 → 후속 R3 “보고서만 상반기로”</a:t>
            </a:r>
          </a:p>
        </p:txBody>
      </p:sp>
      <p:sp>
        <p:nvSpPr>
          <p:cNvPr id="185" name="dp42-comparison / n133">
            <a:extLst xmlns:a="http://schemas.openxmlformats.org/drawingml/2006/main">
              <a:ext uri="{FF2B5EF4-FFF2-40B4-BE49-F238E27FC236}">
                <a16:creationId xmlns:a16="http://schemas.microsoft.com/office/drawing/2014/main" id="{6E198157-C5DB-4BDB-ABA2-D228867B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05100"/>
            <a:ext cx="148494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p42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6C2C428D-1722-473F-B028-EE4FF60F0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71462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187" name="dp42-comparison / n136">
            <a:extLst xmlns:a="http://schemas.openxmlformats.org/drawingml/2006/main">
              <a:ext uri="{FF2B5EF4-FFF2-40B4-BE49-F238E27FC236}">
                <a16:creationId xmlns:a16="http://schemas.microsoft.com/office/drawing/2014/main" id="{CC7B2F0C-0864-4B72-88DC-1696AC1D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2686050"/>
            <a:ext cx="171297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dp42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8C7D4294-71C4-44D9-97F2-C81CFCCF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2695575"/>
            <a:ext cx="51720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대화 기록과 연결 유지</a:t>
            </a:r>
          </a:p>
        </p:txBody>
      </p:sp>
      <p:sp>
        <p:nvSpPr>
          <p:cNvPr id="189" name="dp42-comparison / n138">
            <a:extLst xmlns:a="http://schemas.openxmlformats.org/drawingml/2006/main">
              <a:ext uri="{FF2B5EF4-FFF2-40B4-BE49-F238E27FC236}">
                <a16:creationId xmlns:a16="http://schemas.microsoft.com/office/drawing/2014/main" id="{C41DCAE7-AE09-43D5-991A-3883C443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43225"/>
            <a:ext cx="195453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dp42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3BF1374D-F9B0-4338-B385-50ED0A3C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952750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191" name="dp42-comparison / n141">
            <a:extLst xmlns:a="http://schemas.openxmlformats.org/drawingml/2006/main">
              <a:ext uri="{FF2B5EF4-FFF2-40B4-BE49-F238E27FC236}">
                <a16:creationId xmlns:a16="http://schemas.microsoft.com/office/drawing/2014/main" id="{53CC71ED-39D1-4C7D-8E20-0A25F493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2924175"/>
            <a:ext cx="148132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dp42-comparison / n142 / text 1">
            <a:extLst xmlns:a="http://schemas.openxmlformats.org/drawingml/2006/main">
              <a:ext uri="{FF2B5EF4-FFF2-40B4-BE49-F238E27FC236}">
                <a16:creationId xmlns:a16="http://schemas.microsoft.com/office/drawing/2014/main" id="{52B07FBD-0210-4623-B4FC-4FBDD1F62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2933700"/>
            <a:ext cx="16668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R1 / R2 접수 완료</a:t>
            </a:r>
          </a:p>
        </p:txBody>
      </p:sp>
      <p:sp>
        <p:nvSpPr>
          <p:cNvPr id="193" name="dp42-comparison / n144">
            <a:extLst xmlns:a="http://schemas.openxmlformats.org/drawingml/2006/main">
              <a:ext uri="{FF2B5EF4-FFF2-40B4-BE49-F238E27FC236}">
                <a16:creationId xmlns:a16="http://schemas.microsoft.com/office/drawing/2014/main" id="{78B2577A-9BC5-4D74-9157-5A368BC74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73375" y="2943225"/>
            <a:ext cx="10393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2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93D90DBD-C925-41E6-9880-1A7AC15B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92425" y="2952750"/>
            <a:ext cx="2066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R3 후속 수정</a:t>
            </a:r>
          </a:p>
        </p:txBody>
      </p:sp>
      <p:sp>
        <p:nvSpPr>
          <p:cNvPr id="195" name="dp42-comparison / n146">
            <a:extLst xmlns:a="http://schemas.openxmlformats.org/drawingml/2006/main">
              <a:ext uri="{FF2B5EF4-FFF2-40B4-BE49-F238E27FC236}">
                <a16:creationId xmlns:a16="http://schemas.microsoft.com/office/drawing/2014/main" id="{68B4DF5D-E42D-4D1D-92C8-FDAF4F5C0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81350"/>
            <a:ext cx="12031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2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C908E70C-8C8C-48D5-A5B9-6AA4DAD67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19087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Task T1 / T2</a:t>
            </a:r>
          </a:p>
        </p:txBody>
      </p:sp>
      <p:sp>
        <p:nvSpPr>
          <p:cNvPr id="197" name="dp42-comparison / n149">
            <a:extLst xmlns:a="http://schemas.openxmlformats.org/drawingml/2006/main">
              <a:ext uri="{FF2B5EF4-FFF2-40B4-BE49-F238E27FC236}">
                <a16:creationId xmlns:a16="http://schemas.microsoft.com/office/drawing/2014/main" id="{D3FB0AE0-7219-432B-BF1E-DEFFEF27D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162300"/>
            <a:ext cx="242011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2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E789DA50-AC63-405A-BBE4-24539EB0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171825"/>
            <a:ext cx="51720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보고서 T1 수정 / 메일 T2 계속</a:t>
            </a:r>
          </a:p>
        </p:txBody>
      </p:sp>
      <p:sp>
        <p:nvSpPr>
          <p:cNvPr id="199" name="dp42-comparison / n151">
            <a:extLst xmlns:a="http://schemas.openxmlformats.org/drawingml/2006/main">
              <a:ext uri="{FF2B5EF4-FFF2-40B4-BE49-F238E27FC236}">
                <a16:creationId xmlns:a16="http://schemas.microsoft.com/office/drawing/2014/main" id="{78648C9C-B521-4FE4-8926-BE11B62F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419475"/>
            <a:ext cx="148494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2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98450810-B84D-4229-9A6B-61668B39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29000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Agent Execution</a:t>
            </a:r>
          </a:p>
        </p:txBody>
      </p:sp>
      <p:sp>
        <p:nvSpPr>
          <p:cNvPr id="201" name="dp42-comparison / n154">
            <a:extLst xmlns:a="http://schemas.openxmlformats.org/drawingml/2006/main">
              <a:ext uri="{FF2B5EF4-FFF2-40B4-BE49-F238E27FC236}">
                <a16:creationId xmlns:a16="http://schemas.microsoft.com/office/drawing/2014/main" id="{9A70C1F6-B98E-4A04-B4F8-C1008FA1A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400425"/>
            <a:ext cx="22372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2-comparison / n155 / text 1">
            <a:extLst xmlns:a="http://schemas.openxmlformats.org/drawingml/2006/main">
              <a:ext uri="{FF2B5EF4-FFF2-40B4-BE49-F238E27FC236}">
                <a16:creationId xmlns:a16="http://schemas.microsoft.com/office/drawing/2014/main" id="{1A824750-D792-4E23-AE94-35691118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409950"/>
            <a:ext cx="35814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T1: X1 종료 → X2 / T2: Y1</a:t>
            </a:r>
          </a:p>
        </p:txBody>
      </p:sp>
      <p:sp>
        <p:nvSpPr>
          <p:cNvPr id="203" name="dp42-comparison / n156">
            <a:extLst xmlns:a="http://schemas.openxmlformats.org/drawingml/2006/main">
              <a:ext uri="{FF2B5EF4-FFF2-40B4-BE49-F238E27FC236}">
                <a16:creationId xmlns:a16="http://schemas.microsoft.com/office/drawing/2014/main" id="{0FAA6C5C-69BE-45D9-ADFD-41BAD5B1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657600"/>
            <a:ext cx="68180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2-comparison / n157 / text 1">
            <a:extLst xmlns:a="http://schemas.openxmlformats.org/drawingml/2006/main">
              <a:ext uri="{FF2B5EF4-FFF2-40B4-BE49-F238E27FC236}">
                <a16:creationId xmlns:a16="http://schemas.microsoft.com/office/drawing/2014/main" id="{87500F00-8D7D-439D-8226-0FCB7725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667125"/>
            <a:ext cx="2095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질문 Q1</a:t>
            </a:r>
          </a:p>
        </p:txBody>
      </p:sp>
      <p:sp>
        <p:nvSpPr>
          <p:cNvPr id="205" name="dp42-comparison / n159">
            <a:extLst xmlns:a="http://schemas.openxmlformats.org/drawingml/2006/main">
              <a:ext uri="{FF2B5EF4-FFF2-40B4-BE49-F238E27FC236}">
                <a16:creationId xmlns:a16="http://schemas.microsoft.com/office/drawing/2014/main" id="{330852FB-5FC5-43A2-A697-58BCE061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638550"/>
            <a:ext cx="191414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2-comparison / n160 / text 1">
            <a:extLst xmlns:a="http://schemas.openxmlformats.org/drawingml/2006/main">
              <a:ext uri="{FF2B5EF4-FFF2-40B4-BE49-F238E27FC236}">
                <a16:creationId xmlns:a16="http://schemas.microsoft.com/office/drawing/2014/main" id="{6644BF7B-300E-4A7C-8014-F314C6C7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648075"/>
            <a:ext cx="2019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제시 → 답변 연결 → 해소</a:t>
            </a:r>
          </a:p>
        </p:txBody>
      </p:sp>
      <p:sp>
        <p:nvSpPr>
          <p:cNvPr id="207" name="dp42-comparison / n165">
            <a:extLst xmlns:a="http://schemas.openxmlformats.org/drawingml/2006/main">
              <a:ext uri="{FF2B5EF4-FFF2-40B4-BE49-F238E27FC236}">
                <a16:creationId xmlns:a16="http://schemas.microsoft.com/office/drawing/2014/main" id="{18ACD3BA-B202-4FE1-9B2F-F3173DF2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75" y="4181475"/>
            <a:ext cx="116738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p42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302AF9F3-0A73-4881-B102-2AF0FA43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3825" y="4191000"/>
            <a:ext cx="1638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독립 실행 경계</a:t>
            </a:r>
          </a:p>
        </p:txBody>
      </p:sp>
      <p:sp>
        <p:nvSpPr>
          <p:cNvPr id="209" name="dp42-comparison / n167">
            <a:extLst xmlns:a="http://schemas.openxmlformats.org/drawingml/2006/main">
              <a:ext uri="{FF2B5EF4-FFF2-40B4-BE49-F238E27FC236}">
                <a16:creationId xmlns:a16="http://schemas.microsoft.com/office/drawing/2014/main" id="{E672386F-D0D8-44F6-A81A-BED7729F0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4181475"/>
            <a:ext cx="116738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p42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3934C3C1-6FAF-4793-B725-B250F4A3E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191000"/>
            <a:ext cx="18954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독립 실행 경계</a:t>
            </a:r>
          </a:p>
        </p:txBody>
      </p:sp>
      <p:sp>
        <p:nvSpPr>
          <p:cNvPr id="211" name="dp42-comparison / n177">
            <a:extLst xmlns:a="http://schemas.openxmlformats.org/drawingml/2006/main">
              <a:ext uri="{FF2B5EF4-FFF2-40B4-BE49-F238E27FC236}">
                <a16:creationId xmlns:a16="http://schemas.microsoft.com/office/drawing/2014/main" id="{DD842997-175A-43CC-810F-90AA280E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5029200"/>
            <a:ext cx="19027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2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284551E5-440D-4C48-B16B-EBCB1C941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038725"/>
            <a:ext cx="29337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C1 / R1~R3 / Q1 연결</a:t>
            </a:r>
          </a:p>
        </p:txBody>
      </p:sp>
      <p:sp>
        <p:nvSpPr>
          <p:cNvPr id="213" name="dp42-comparison / n179">
            <a:extLst xmlns:a="http://schemas.openxmlformats.org/drawingml/2006/main">
              <a:ext uri="{FF2B5EF4-FFF2-40B4-BE49-F238E27FC236}">
                <a16:creationId xmlns:a16="http://schemas.microsoft.com/office/drawing/2014/main" id="{F59AA093-7F34-4A61-A8DB-79920D1C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0800" y="5029200"/>
            <a:ext cx="242411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2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244E5EE9-DEA3-494F-83F9-EB6FE791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9850" y="5038725"/>
            <a:ext cx="32861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T1 / T2 / Q1 / command ID</a:t>
            </a:r>
          </a:p>
        </p:txBody>
      </p:sp>
      <p:sp>
        <p:nvSpPr>
          <p:cNvPr id="215" name="dp42-comparison / n184">
            <a:extLst xmlns:a="http://schemas.openxmlformats.org/drawingml/2006/main">
              <a:ext uri="{FF2B5EF4-FFF2-40B4-BE49-F238E27FC236}">
                <a16:creationId xmlns:a16="http://schemas.microsoft.com/office/drawing/2014/main" id="{5C7AA75E-766F-4051-86E8-9B601E95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34925" y="4448175"/>
            <a:ext cx="58788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2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1C90ADCD-DAB2-48CF-B7A2-B5FD5375D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53975" y="4457700"/>
            <a:ext cx="1162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1 명령</a:t>
            </a:r>
          </a:p>
        </p:txBody>
      </p:sp>
      <p:sp>
        <p:nvSpPr>
          <p:cNvPr id="217" name="dp42-comparison / n187">
            <a:extLst xmlns:a="http://schemas.openxmlformats.org/drawingml/2006/main">
              <a:ext uri="{FF2B5EF4-FFF2-40B4-BE49-F238E27FC236}">
                <a16:creationId xmlns:a16="http://schemas.microsoft.com/office/drawing/2014/main" id="{DBCDC304-1912-490D-B3DD-4B1ABEA69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9375" y="5381625"/>
            <a:ext cx="2287905" cy="2247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2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B9759E57-2A28-45E4-BC32-D0B818B5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68425" y="5391150"/>
            <a:ext cx="32575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2 업무의 로컬 접수와 확정</a:t>
            </a:r>
          </a:p>
        </p:txBody>
      </p:sp>
      <p:sp>
        <p:nvSpPr>
          <p:cNvPr id="219" name="dp42-comparison / n189">
            <a:extLst xmlns:a="http://schemas.openxmlformats.org/drawingml/2006/main">
              <a:ext uri="{FF2B5EF4-FFF2-40B4-BE49-F238E27FC236}">
                <a16:creationId xmlns:a16="http://schemas.microsoft.com/office/drawing/2014/main" id="{9B1CD785-F6F9-42A9-B15A-E8C601FB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600700"/>
            <a:ext cx="2174748" cy="4076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2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120A67E5-C67F-49D3-A198-6F029F45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61022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3 내부 접수의 대화 반영</a:t>
            </a:r>
          </a:p>
        </p:txBody>
      </p:sp>
      <p:sp>
        <p:nvSpPr>
          <p:cNvPr id="221" name="dp42-comparison / n190 / text 2">
            <a:extLst xmlns:a="http://schemas.openxmlformats.org/drawingml/2006/main">
              <a:ext uri="{FF2B5EF4-FFF2-40B4-BE49-F238E27FC236}">
                <a16:creationId xmlns:a16="http://schemas.microsoft.com/office/drawing/2014/main" id="{F6455249-3970-40CE-A7B7-0D50D6E6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925" y="580453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같은 command ID의 재시도</a:t>
            </a:r>
          </a:p>
        </p:txBody>
      </p:sp>
      <p:sp>
        <p:nvSpPr>
          <p:cNvPr id="222" name="dp42-comparison / n191">
            <a:extLst xmlns:a="http://schemas.openxmlformats.org/drawingml/2006/main">
              <a:ext uri="{FF2B5EF4-FFF2-40B4-BE49-F238E27FC236}">
                <a16:creationId xmlns:a16="http://schemas.microsoft.com/office/drawing/2014/main" id="{5DCA4114-AA20-4D33-8798-BD22CCA1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30325" y="5791200"/>
            <a:ext cx="224332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p42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2818ECFA-E7C3-4B7B-8496-A8012D58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49375" y="5800725"/>
            <a:ext cx="33909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외부 Agent 접수와 별도 사실</a:t>
            </a:r>
          </a:p>
        </p:txBody>
      </p:sp>
      <p:sp>
        <p:nvSpPr>
          <p:cNvPr id="224" name="dp42-comparison / n203">
            <a:extLst xmlns:a="http://schemas.openxmlformats.org/drawingml/2006/main">
              <a:ext uri="{FF2B5EF4-FFF2-40B4-BE49-F238E27FC236}">
                <a16:creationId xmlns:a16="http://schemas.microsoft.com/office/drawing/2014/main" id="{E3746F53-9304-4C3F-B0E9-399EE7A54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68961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p42-comparison / n204 / text 1">
            <a:extLst xmlns:a="http://schemas.openxmlformats.org/drawingml/2006/main">
              <a:ext uri="{FF2B5EF4-FFF2-40B4-BE49-F238E27FC236}">
                <a16:creationId xmlns:a16="http://schemas.microsoft.com/office/drawing/2014/main" id="{6E1AC182-F7CF-4D0A-94C8-C5BD8FC0E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905625"/>
            <a:ext cx="8763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명령</a:t>
            </a:r>
          </a:p>
        </p:txBody>
      </p:sp>
      <p:sp>
        <p:nvSpPr>
          <p:cNvPr id="226" name="dp42-comparison / n205">
            <a:extLst xmlns:a="http://schemas.openxmlformats.org/drawingml/2006/main">
              <a:ext uri="{FF2B5EF4-FFF2-40B4-BE49-F238E27FC236}">
                <a16:creationId xmlns:a16="http://schemas.microsoft.com/office/drawing/2014/main" id="{EC8B4F09-644E-4D8E-925C-1BB89AAB8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5800" y="7334250"/>
            <a:ext cx="244449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p42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BAB4325E-9838-45D9-92AA-2D729BE3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7343775"/>
            <a:ext cx="3619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외부 접수 / X1 질문 / X2 결과</a:t>
            </a:r>
          </a:p>
        </p:txBody>
      </p:sp>
      <p:sp>
        <p:nvSpPr>
          <p:cNvPr id="228" name="dp42-comparison / n207">
            <a:extLst xmlns:a="http://schemas.openxmlformats.org/drawingml/2006/main">
              <a:ext uri="{FF2B5EF4-FFF2-40B4-BE49-F238E27FC236}">
                <a16:creationId xmlns:a16="http://schemas.microsoft.com/office/drawing/2014/main" id="{A5A8F0C9-70A6-4573-8979-E27A098C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73425" y="7343775"/>
            <a:ext cx="115214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p42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15BE4F51-7073-4D6F-A32F-78C3C3A5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92475" y="7353300"/>
            <a:ext cx="16668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</a:t>
            </a:r>
          </a:p>
        </p:txBody>
      </p:sp>
      <p:sp>
        <p:nvSpPr>
          <p:cNvPr id="230" name="dp42-comparison / n209">
            <a:extLst xmlns:a="http://schemas.openxmlformats.org/drawingml/2006/main">
              <a:ext uri="{FF2B5EF4-FFF2-40B4-BE49-F238E27FC236}">
                <a16:creationId xmlns:a16="http://schemas.microsoft.com/office/drawing/2014/main" id="{00BDF5C3-2D22-4BC7-8821-9CA57F53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800850"/>
            <a:ext cx="124206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p42-comparison / n210 / text 1">
            <a:extLst xmlns:a="http://schemas.openxmlformats.org/drawingml/2006/main">
              <a:ext uri="{FF2B5EF4-FFF2-40B4-BE49-F238E27FC236}">
                <a16:creationId xmlns:a16="http://schemas.microsoft.com/office/drawing/2014/main" id="{88D7FA21-0B7F-44E4-98F5-AB81FA57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8103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업무 서비스 소속</a:t>
            </a:r>
          </a:p>
        </p:txBody>
      </p:sp>
    </p:spTree>
    <p:extLst>
      <p:ext uri="{BB962C8B-B14F-4D97-AF65-F5344CB8AC3E}">
        <p14:creationId xmlns:p14="http://schemas.microsoft.com/office/powerpoint/2010/main" val="1676490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7" name="dp43-comparison / n1">
            <a:extLst xmlns:a="http://schemas.openxmlformats.org/drawingml/2006/main">
              <a:ext uri="{FF2B5EF4-FFF2-40B4-BE49-F238E27FC236}">
                <a16:creationId xmlns:a16="http://schemas.microsoft.com/office/drawing/2014/main" id="{984124ED-9E9F-490D-8446-B8E4942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CD72BB08-DD1C-4079-AC11-C9D1EE82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3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4651BD16-46F8-4363-A0A2-DCE90375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3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1C1C137A-F0D9-451E-B31B-5B6279EC7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806FD06F-3874-49EF-B988-3AAF6B71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0118CDA7-145E-4F89-BA37-9EBC2C74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 결론을 넣어줘.” → “메일에는 결론 대신 표만 넣어줘.”</a:t>
            </a:r>
          </a:p>
        </p:txBody>
      </p:sp>
      <p:sp>
        <p:nvSpPr>
          <p:cNvPr id="7" name="dp43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52988490-4DA5-42B2-B1EB-698D2743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3-comparison / n8">
            <a:extLst xmlns:a="http://schemas.openxmlformats.org/drawingml/2006/main">
              <a:ext uri="{FF2B5EF4-FFF2-40B4-BE49-F238E27FC236}">
                <a16:creationId xmlns:a16="http://schemas.microsoft.com/office/drawing/2014/main" id="{817B2E33-9741-41CA-96E6-26E66F267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3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9C60DF57-4CC7-454A-907C-E1B5FF11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3-comparison / n10">
            <a:extLst xmlns:a="http://schemas.openxmlformats.org/drawingml/2006/main">
              <a:ext uri="{FF2B5EF4-FFF2-40B4-BE49-F238E27FC236}">
                <a16:creationId xmlns:a16="http://schemas.microsoft.com/office/drawing/2014/main" id="{B6EB1822-5149-4FDA-9E4B-B6551F41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3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9F95300E-EB15-44FF-BA39-A71022FF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3-comparison / n12">
            <a:extLst xmlns:a="http://schemas.openxmlformats.org/drawingml/2006/main">
              <a:ext uri="{FF2B5EF4-FFF2-40B4-BE49-F238E27FC236}">
                <a16:creationId xmlns:a16="http://schemas.microsoft.com/office/drawing/2014/main" id="{912D5BA1-FCAF-4F47-B5EA-CF9150A2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3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994FEA5F-BFBF-49C3-A63F-DFF18FA59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3-comparison / n14">
            <a:extLst xmlns:a="http://schemas.openxmlformats.org/drawingml/2006/main">
              <a:ext uri="{FF2B5EF4-FFF2-40B4-BE49-F238E27FC236}">
                <a16:creationId xmlns:a16="http://schemas.microsoft.com/office/drawing/2014/main" id="{F24BEC14-A664-4286-B8CF-DDBF7554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3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C180C322-19F0-44D2-A4AE-89BC3370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3-comparison / n16">
            <a:extLst xmlns:a="http://schemas.openxmlformats.org/drawingml/2006/main">
              <a:ext uri="{FF2B5EF4-FFF2-40B4-BE49-F238E27FC236}">
                <a16:creationId xmlns:a16="http://schemas.microsoft.com/office/drawing/2014/main" id="{D7957329-D104-428E-AD46-161EBE18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3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AB9162B6-5D09-43D9-B8FF-69232C8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3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3FB1F6D0-EF16-4516-9868-012E041B7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3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86D9F9F2-121D-4E4F-894E-B451E491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3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EFC377AB-0F50-442C-9FD5-F27D8F8F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3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8E75D4ED-9912-49B0-B8DE-4916244BF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통합 의미 생산</a:t>
            </a:r>
          </a:p>
        </p:txBody>
      </p:sp>
      <p:sp>
        <p:nvSpPr>
          <p:cNvPr id="22" name="dp43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13598DB8-E5B5-4103-9222-00C7EE0C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의미의 공동 판단으로 정확 처리율 94% (기능 정확성 ↑)</a:t>
            </a:r>
          </a:p>
        </p:txBody>
      </p:sp>
      <p:sp>
        <p:nvSpPr>
          <p:cNvPr id="23" name="dp43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AF0D1E53-06F1-41C0-B437-7F2135A9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제안 간 교환 축소로 평균 VIA 처리시간 5.5 s (요청 완료 신속성 ↑)</a:t>
            </a:r>
          </a:p>
        </p:txBody>
      </p:sp>
      <p:sp>
        <p:nvSpPr>
          <p:cNvPr id="24" name="dp43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A5029C54-0A33-44C4-8DBF-6730450EA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통합 의미 생산 계약의 변경 전파, 평균 4.0개 (변경 용이성 ↓)</a:t>
            </a:r>
          </a:p>
        </p:txBody>
      </p:sp>
      <p:sp>
        <p:nvSpPr>
          <p:cNvPr id="25" name="dp43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DA9F252F-D514-4336-83EC-D60D30B4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3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527344FB-D994-4CA0-B64D-2293906F0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3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B1DA20A4-A839-4A0A-BDCF-2A77DD699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28" name="dp43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0B7B2B43-0ED0-4008-9EA6-22818C86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3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3EF56C79-4B61-4EBF-A854-4406206A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3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B7BD9260-5000-42FB-A686-6ABB779D2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1" name="dp43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8CC39F38-3D4E-47B2-BFFD-79C98AA5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5.5 s</a:t>
            </a:r>
          </a:p>
        </p:txBody>
      </p:sp>
      <p:sp>
        <p:nvSpPr>
          <p:cNvPr id="32" name="dp43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28EBD79B-8083-4841-997C-FF5D5A2A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3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E272E985-F06D-4294-AD87-7CBCDE163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3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F0AA2316-ABBB-44A7-8D5B-6D6507BE2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35" name="dp43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258C74F8-C306-42AF-818B-8E030683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6" name="dp43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661A9289-84A6-4198-8520-2569CF4DE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3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B4B18A30-83C6-49C4-8310-D0000680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 기능별 의미 생산과 코드 조정</a:t>
            </a:r>
          </a:p>
        </p:txBody>
      </p:sp>
      <p:sp>
        <p:nvSpPr>
          <p:cNvPr id="38" name="dp43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674DD2ED-ECC8-4CE1-9FAD-47D72DB7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특정 기능의 생산 책임 분리로 변경 평균 2.0개 (변경 용이성 ↑)</a:t>
            </a:r>
          </a:p>
        </p:txBody>
      </p:sp>
      <p:sp>
        <p:nvSpPr>
          <p:cNvPr id="39" name="dp43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59B15833-B773-4B43-8956-744919C32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의미 불일치와 오류 전파로 정확 처리율 91% (기능 정확성 ↓)</a:t>
            </a:r>
          </a:p>
        </p:txBody>
      </p:sp>
      <p:sp>
        <p:nvSpPr>
          <p:cNvPr id="40" name="dp43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7B63BA02-E294-4100-8C32-31C48239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제안 교환과 재판단으로 평균 VIA 처리시간 7.2 s (요청 완료 신속성 ↓)</a:t>
            </a:r>
          </a:p>
        </p:txBody>
      </p:sp>
      <p:sp>
        <p:nvSpPr>
          <p:cNvPr id="41" name="dp43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0DD0AF9F-7BF8-4B76-8F8E-5FE0ED42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3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08AA37EC-4566-4A97-811F-E6656EE7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3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AD52A57B-6D85-40CC-A2A3-65D4D1B7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91%</a:t>
            </a:r>
          </a:p>
        </p:txBody>
      </p:sp>
      <p:sp>
        <p:nvSpPr>
          <p:cNvPr id="44" name="dp43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55A07C33-FFA9-4EF5-AA18-40665038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3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19F24193-A563-4C76-B67F-2B3B6BEC0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3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3232DE3F-C952-4D51-A672-DB9E0108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7" name="dp43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D59C1BE1-8CE2-4585-A663-856412B4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7.2 s</a:t>
            </a:r>
          </a:p>
        </p:txBody>
      </p:sp>
      <p:sp>
        <p:nvSpPr>
          <p:cNvPr id="48" name="dp43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ED3A7D4A-FA51-41F0-8CE7-7E4F43F1B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3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1738193C-C84A-46FD-B706-43497788B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3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D6D9EE42-6D53-4A95-965E-EF5FE939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1" name="dp43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021B5B74-9CD4-42D2-8772-379D73637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52" name="dp43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C8F11EA1-08AC-45C0-91C6-96540BB4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3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B0250B59-CF1E-43D7-A2BB-EA7429E16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교차 의미 정정 / 특정 지칭 기능의 독립 변경 / 동일한 공유 Omni</a:t>
            </a:r>
          </a:p>
        </p:txBody>
      </p:sp>
      <p:sp>
        <p:nvSpPr>
          <p:cNvPr id="54" name="dp43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D2842A0D-09F5-4725-A948-ACF47E10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3-comparison / n54">
            <a:extLst xmlns:a="http://schemas.openxmlformats.org/drawingml/2006/main">
              <a:ext uri="{FF2B5EF4-FFF2-40B4-BE49-F238E27FC236}">
                <a16:creationId xmlns:a16="http://schemas.microsoft.com/office/drawing/2014/main" id="{BF85F9D0-7088-43CA-8B27-9660A06E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3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B813D152-BF62-4468-9103-A483FA58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7" name="dp43-comparison / n56">
            <a:extLst xmlns:a="http://schemas.openxmlformats.org/drawingml/2006/main">
              <a:ext uri="{FF2B5EF4-FFF2-40B4-BE49-F238E27FC236}">
                <a16:creationId xmlns:a16="http://schemas.microsoft.com/office/drawing/2014/main" id="{E817F5EC-1704-4287-A463-7F26B6C14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3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D21390D2-4587-43C1-B861-0F2EA05B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9" name="dp43-comparison / n58">
            <a:extLst xmlns:a="http://schemas.openxmlformats.org/drawingml/2006/main">
              <a:ext uri="{FF2B5EF4-FFF2-40B4-BE49-F238E27FC236}">
                <a16:creationId xmlns:a16="http://schemas.microsoft.com/office/drawing/2014/main" id="{1F6A5E5C-5CD8-4160-8A47-4F19DCBC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3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A09D6360-0AAD-4929-AA56-D7689664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61" name="dp43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9A6EAC9B-B52B-4352-BD01-8A312FDC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2" name="dp43-comparison / n64 / arrow">
            <a:extLst xmlns:a="http://schemas.openxmlformats.org/drawingml/2006/main">
              <a:ext uri="{FF2B5EF4-FFF2-40B4-BE49-F238E27FC236}">
                <a16:creationId xmlns:a16="http://schemas.microsoft.com/office/drawing/2014/main" id="{5FF59CD1-5979-44D7-B1A9-08AC7F49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5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3" name="dp43-comparison / n69">
            <a:extLst xmlns:a="http://schemas.openxmlformats.org/drawingml/2006/main">
              <a:ext uri="{FF2B5EF4-FFF2-40B4-BE49-F238E27FC236}">
                <a16:creationId xmlns:a16="http://schemas.microsoft.com/office/drawing/2014/main" id="{4A989B7C-75A7-45BA-ACF2-236E02BC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3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EA2D6798-741B-4B32-B04D-7EBC3511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65" name="dp43-comparison / n71">
            <a:extLst xmlns:a="http://schemas.openxmlformats.org/drawingml/2006/main">
              <a:ext uri="{FF2B5EF4-FFF2-40B4-BE49-F238E27FC236}">
                <a16:creationId xmlns:a16="http://schemas.microsoft.com/office/drawing/2014/main" id="{0D3590EF-8144-44EC-B3B6-E516C5A5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914775"/>
            <a:ext cx="527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3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9E132E06-1573-47D3-AA11-0C3171984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013359"/>
            <a:ext cx="5105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Integrated Semantic Interpreter</a:t>
            </a:r>
          </a:p>
        </p:txBody>
      </p:sp>
      <p:sp>
        <p:nvSpPr>
          <p:cNvPr id="67" name="dp43-comparison / n73">
            <a:extLst xmlns:a="http://schemas.openxmlformats.org/drawingml/2006/main">
              <a:ext uri="{FF2B5EF4-FFF2-40B4-BE49-F238E27FC236}">
                <a16:creationId xmlns:a16="http://schemas.microsoft.com/office/drawing/2014/main" id="{C799214B-BBA6-43B0-B19F-A535B1E7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95875"/>
            <a:ext cx="3124200" cy="5048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3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3D7B5E1B-DEB4-4CA7-81AE-DF9B781A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5257800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 Attempt State</a:t>
            </a:r>
          </a:p>
        </p:txBody>
      </p:sp>
      <p:sp>
        <p:nvSpPr>
          <p:cNvPr id="69" name="dp43-comparison / n75 / path">
            <a:extLst xmlns:a="http://schemas.openxmlformats.org/drawingml/2006/main">
              <a:ext uri="{FF2B5EF4-FFF2-40B4-BE49-F238E27FC236}">
                <a16:creationId xmlns:a16="http://schemas.microsoft.com/office/drawing/2014/main" id="{10F8EA25-A5AD-4DD5-B13F-E1E3B89FD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038475"/>
            <a:ext cx="1133475" cy="876300"/>
          </a:xfrm>
          <a:custGeom xmlns:a="http://schemas.openxmlformats.org/drawingml/2006/main">
            <a:pathLst>
              <a:path w="1133475" h="876300">
                <a:moveTo>
                  <a:pt x="1133475" y="0"/>
                </a:moveTo>
                <a:lnTo>
                  <a:pt x="1133475" y="266700"/>
                </a:lnTo>
                <a:lnTo>
                  <a:pt x="0" y="266700"/>
                </a:lnTo>
                <a:lnTo>
                  <a:pt x="0" y="876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3-comparison / n75 / arrow">
            <a:extLst xmlns:a="http://schemas.openxmlformats.org/drawingml/2006/main">
              <a:ext uri="{FF2B5EF4-FFF2-40B4-BE49-F238E27FC236}">
                <a16:creationId xmlns:a16="http://schemas.microsoft.com/office/drawing/2014/main" id="{7BAC2EA4-D960-4813-BF51-94382BD6D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865" y="37928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3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48FF3956-530E-41FE-8400-1FA42B66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71975"/>
            <a:ext cx="9525" cy="723900"/>
          </a:xfrm>
          <a:custGeom xmlns:a="http://schemas.openxmlformats.org/drawingml/2006/main">
            <a:pathLst>
              <a:path w="9525" h="723900">
                <a:moveTo>
                  <a:pt x="9525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2" name="dp43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3F477704-FA9B-4758-9768-D6FC14BA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8949" y="4973164"/>
            <a:ext cx="121909" cy="122711"/>
          </a:xfrm>
          <a:custGeom xmlns:a="http://schemas.openxmlformats.org/drawingml/2006/main">
            <a:pathLst>
              <a:path w="121909" h="122711">
                <a:moveTo>
                  <a:pt x="0" y="0"/>
                </a:moveTo>
                <a:lnTo>
                  <a:pt x="59351" y="122711"/>
                </a:lnTo>
                <a:lnTo>
                  <a:pt x="121909" y="160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3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1B46A0AD-94AC-4835-944B-A883B82C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143375"/>
            <a:ext cx="1266825" cy="1209675"/>
          </a:xfrm>
          <a:custGeom xmlns:a="http://schemas.openxmlformats.org/drawingml/2006/main">
            <a:pathLst>
              <a:path w="1266825" h="1209675">
                <a:moveTo>
                  <a:pt x="1266825" y="1204913"/>
                </a:moveTo>
                <a:lnTo>
                  <a:pt x="0" y="1209675"/>
                </a:lnTo>
                <a:lnTo>
                  <a:pt x="0" y="0"/>
                </a:lnTo>
                <a:lnTo>
                  <a:pt x="200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4" name="dp43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6C8B7D6C-B675-4C0D-8ECA-53A8ABBA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40824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3-comparison / n84 / path">
            <a:extLst xmlns:a="http://schemas.openxmlformats.org/drawingml/2006/main">
              <a:ext uri="{FF2B5EF4-FFF2-40B4-BE49-F238E27FC236}">
                <a16:creationId xmlns:a16="http://schemas.microsoft.com/office/drawing/2014/main" id="{0959B9FF-2C5E-4421-BCE0-C19C1437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8475"/>
            <a:ext cx="1114425" cy="1104900"/>
          </a:xfrm>
          <a:custGeom xmlns:a="http://schemas.openxmlformats.org/drawingml/2006/main">
            <a:pathLst>
              <a:path w="1114425" h="1104900">
                <a:moveTo>
                  <a:pt x="0" y="1104900"/>
                </a:moveTo>
                <a:lnTo>
                  <a:pt x="1114425" y="1104900"/>
                </a:lnTo>
                <a:lnTo>
                  <a:pt x="1114425" y="266700"/>
                </a:lnTo>
                <a:lnTo>
                  <a:pt x="304800" y="266700"/>
                </a:lnTo>
                <a:lnTo>
                  <a:pt x="304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76" name="dp43-comparison / n84 / arrow">
            <a:extLst xmlns:a="http://schemas.openxmlformats.org/drawingml/2006/main">
              <a:ext uri="{FF2B5EF4-FFF2-40B4-BE49-F238E27FC236}">
                <a16:creationId xmlns:a16="http://schemas.microsoft.com/office/drawing/2014/main" id="{121A7DD0-E0A2-4C31-9164-010A01895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09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77" name="dp43-comparison / n87">
            <a:extLst xmlns:a="http://schemas.openxmlformats.org/drawingml/2006/main">
              <a:ext uri="{FF2B5EF4-FFF2-40B4-BE49-F238E27FC236}">
                <a16:creationId xmlns:a16="http://schemas.microsoft.com/office/drawing/2014/main" id="{DD2868A6-48F2-40C3-8A02-76E6702A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8" name="dp43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5FB30E25-4C0E-4743-93D9-0817AA5D2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9" name="dp43-comparison / n89">
            <a:extLst xmlns:a="http://schemas.openxmlformats.org/drawingml/2006/main">
              <a:ext uri="{FF2B5EF4-FFF2-40B4-BE49-F238E27FC236}">
                <a16:creationId xmlns:a16="http://schemas.microsoft.com/office/drawing/2014/main" id="{AC9D35AA-DEEC-485D-BBA4-8CA306D6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0" name="dp43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2862BDB5-18A7-45D6-8110-0F12DAD1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81" name="dp43-comparison / n91">
            <a:extLst xmlns:a="http://schemas.openxmlformats.org/drawingml/2006/main">
              <a:ext uri="{FF2B5EF4-FFF2-40B4-BE49-F238E27FC236}">
                <a16:creationId xmlns:a16="http://schemas.microsoft.com/office/drawing/2014/main" id="{DD185619-B852-44F9-AE47-6FF815416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3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A8FA395C-B197-4B5E-B6FB-5D7E434A8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83" name="dp43-comparison / n93 / path">
            <a:extLst xmlns:a="http://schemas.openxmlformats.org/drawingml/2006/main">
              <a:ext uri="{FF2B5EF4-FFF2-40B4-BE49-F238E27FC236}">
                <a16:creationId xmlns:a16="http://schemas.microsoft.com/office/drawing/2014/main" id="{B47B3ABE-8DF5-44F1-B171-5F9D83E9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00700"/>
            <a:ext cx="2638425" cy="923925"/>
          </a:xfrm>
          <a:custGeom xmlns:a="http://schemas.openxmlformats.org/drawingml/2006/main">
            <a:pathLst>
              <a:path w="2638425" h="923925">
                <a:moveTo>
                  <a:pt x="2638425" y="0"/>
                </a:moveTo>
                <a:lnTo>
                  <a:pt x="2638425" y="857250"/>
                </a:lnTo>
                <a:lnTo>
                  <a:pt x="0" y="857250"/>
                </a:lnTo>
                <a:lnTo>
                  <a:pt x="0" y="923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4" name="dp43-comparison / n93 / arrow">
            <a:extLst xmlns:a="http://schemas.openxmlformats.org/drawingml/2006/main">
              <a:ext uri="{FF2B5EF4-FFF2-40B4-BE49-F238E27FC236}">
                <a16:creationId xmlns:a16="http://schemas.microsoft.com/office/drawing/2014/main" id="{1645B239-3706-43B5-9429-96568FBAF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91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3-comparison / n94 / path">
            <a:extLst xmlns:a="http://schemas.openxmlformats.org/drawingml/2006/main">
              <a:ext uri="{FF2B5EF4-FFF2-40B4-BE49-F238E27FC236}">
                <a16:creationId xmlns:a16="http://schemas.microsoft.com/office/drawing/2014/main" id="{49070EAD-16FC-4131-A4E9-46E916C2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86" name="dp43-comparison / n94 / arrow">
            <a:extLst xmlns:a="http://schemas.openxmlformats.org/drawingml/2006/main">
              <a:ext uri="{FF2B5EF4-FFF2-40B4-BE49-F238E27FC236}">
                <a16:creationId xmlns:a16="http://schemas.microsoft.com/office/drawing/2014/main" id="{21E9A015-CD69-4C47-9FD3-74DEA235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7" name="dp43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7FAB6000-CC81-48F5-88B7-1D75C4EC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8" name="dp43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FC495C27-371F-42FD-9D71-2531CD66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9" name="dp43-comparison / n60">
            <a:extLst xmlns:a="http://schemas.openxmlformats.org/drawingml/2006/main">
              <a:ext uri="{FF2B5EF4-FFF2-40B4-BE49-F238E27FC236}">
                <a16:creationId xmlns:a16="http://schemas.microsoft.com/office/drawing/2014/main" id="{1AC69C91-DFBC-4314-B4F7-3886D0F28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3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E59C4C56-838F-453C-9AFF-8DC6D40F2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91" name="dp43-comparison / n62">
            <a:extLst xmlns:a="http://schemas.openxmlformats.org/drawingml/2006/main">
              <a:ext uri="{FF2B5EF4-FFF2-40B4-BE49-F238E27FC236}">
                <a16:creationId xmlns:a16="http://schemas.microsoft.com/office/drawing/2014/main" id="{2744A2B3-9C5D-4593-94BC-194F8A720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p43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FB084F5D-448C-4F64-A5B8-4FDC8FC52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93" name="dp43-comparison / n65">
            <a:extLst xmlns:a="http://schemas.openxmlformats.org/drawingml/2006/main">
              <a:ext uri="{FF2B5EF4-FFF2-40B4-BE49-F238E27FC236}">
                <a16:creationId xmlns:a16="http://schemas.microsoft.com/office/drawing/2014/main" id="{1638F1DA-18C6-47AA-B627-9269C06E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p43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DCF226C6-45B7-4325-B455-1EA229C56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95" name="dp43-comparison / n67">
            <a:extLst xmlns:a="http://schemas.openxmlformats.org/drawingml/2006/main">
              <a:ext uri="{FF2B5EF4-FFF2-40B4-BE49-F238E27FC236}">
                <a16:creationId xmlns:a16="http://schemas.microsoft.com/office/drawing/2014/main" id="{38EB1F50-B965-4C6A-9293-1C9E17EB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p43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91D6E2A0-CD46-43D5-A735-399ABCDA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97" name="dp43-comparison / n76">
            <a:extLst xmlns:a="http://schemas.openxmlformats.org/drawingml/2006/main">
              <a:ext uri="{FF2B5EF4-FFF2-40B4-BE49-F238E27FC236}">
                <a16:creationId xmlns:a16="http://schemas.microsoft.com/office/drawing/2014/main" id="{41ECE229-308F-42A5-9011-1ECB2723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467225"/>
            <a:ext cx="4531805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p43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6C6269D0-CAE6-4743-9A1C-18F49482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476750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F1 의도 / F2 Referent / F3 Task Association</a:t>
            </a:r>
          </a:p>
        </p:txBody>
      </p:sp>
      <p:sp>
        <p:nvSpPr>
          <p:cNvPr id="99" name="dp43-comparison / n78">
            <a:extLst xmlns:a="http://schemas.openxmlformats.org/drawingml/2006/main">
              <a:ext uri="{FF2B5EF4-FFF2-40B4-BE49-F238E27FC236}">
                <a16:creationId xmlns:a16="http://schemas.microsoft.com/office/drawing/2014/main" id="{D2FF3D16-E057-41B3-91A2-8EB3B3270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724400"/>
            <a:ext cx="4510088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p43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75DD788F-D22B-447E-87BD-65D7AA22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733925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F4 Request 관계 / F5 정정 범위 / F6 처리 방향</a:t>
            </a:r>
          </a:p>
        </p:txBody>
      </p:sp>
      <p:sp>
        <p:nvSpPr>
          <p:cNvPr id="101" name="dp43-comparison / n82">
            <a:extLst xmlns:a="http://schemas.openxmlformats.org/drawingml/2006/main">
              <a:ext uri="{FF2B5EF4-FFF2-40B4-BE49-F238E27FC236}">
                <a16:creationId xmlns:a16="http://schemas.microsoft.com/office/drawing/2014/main" id="{47BEB255-8153-4601-950A-77645B7A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676900"/>
            <a:ext cx="425386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p43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268FED08-1C29-46E3-B13E-F50B95ED8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6864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조건 유지와 부분 갱신 / 검색과 전문 보조 허용</a:t>
            </a:r>
          </a:p>
        </p:txBody>
      </p:sp>
      <p:sp>
        <p:nvSpPr>
          <p:cNvPr id="103" name="dp43-comparison / n85">
            <a:extLst xmlns:a="http://schemas.openxmlformats.org/drawingml/2006/main">
              <a:ext uri="{FF2B5EF4-FFF2-40B4-BE49-F238E27FC236}">
                <a16:creationId xmlns:a16="http://schemas.microsoft.com/office/drawing/2014/main" id="{7000F41B-9D97-4FB9-8FFB-008F8466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3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10178B84-9407-460D-9CD4-0CAEB3AE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105" name="dp43-comparison / n96">
            <a:extLst xmlns:a="http://schemas.openxmlformats.org/drawingml/2006/main">
              <a:ext uri="{FF2B5EF4-FFF2-40B4-BE49-F238E27FC236}">
                <a16:creationId xmlns:a16="http://schemas.microsoft.com/office/drawing/2014/main" id="{466FF130-AFA9-4FDD-918A-C79231EC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3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BE913AD5-177D-4C21-963C-E5792D0F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107" name="dp43-comparison / n98">
            <a:extLst xmlns:a="http://schemas.openxmlformats.org/drawingml/2006/main">
              <a:ext uri="{FF2B5EF4-FFF2-40B4-BE49-F238E27FC236}">
                <a16:creationId xmlns:a16="http://schemas.microsoft.com/office/drawing/2014/main" id="{F0DBFE52-1F71-41A9-8CBE-ED4E8290B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3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C1FE48A6-FA97-48A3-8E5B-59FA9EFA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109" name="dp43-comparison / n100">
            <a:extLst xmlns:a="http://schemas.openxmlformats.org/drawingml/2006/main">
              <a:ext uri="{FF2B5EF4-FFF2-40B4-BE49-F238E27FC236}">
                <a16:creationId xmlns:a16="http://schemas.microsoft.com/office/drawing/2014/main" id="{8BAAC773-E792-4D02-8FD9-706FD45B3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3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146760EF-E14E-4FE2-9B45-EF5FD460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11" name="dp43-comparison / n102">
            <a:extLst xmlns:a="http://schemas.openxmlformats.org/drawingml/2006/main">
              <a:ext uri="{FF2B5EF4-FFF2-40B4-BE49-F238E27FC236}">
                <a16:creationId xmlns:a16="http://schemas.microsoft.com/office/drawing/2014/main" id="{34002FE7-D54E-4534-AA0B-D3E98962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3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E99BC93C-1BBA-4541-B893-FE85FA16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  <p:sp>
        <p:nvSpPr>
          <p:cNvPr id="113" name="dp43-comparison / n104">
            <a:extLst xmlns:a="http://schemas.openxmlformats.org/drawingml/2006/main">
              <a:ext uri="{FF2B5EF4-FFF2-40B4-BE49-F238E27FC236}">
                <a16:creationId xmlns:a16="http://schemas.microsoft.com/office/drawing/2014/main" id="{B35D92E2-3828-4EB0-9584-FC2ED796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4" name="dp43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0781AB7F-34A9-4AEE-B62A-052B2D6B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15" name="dp43-comparison / n106">
            <a:extLst xmlns:a="http://schemas.openxmlformats.org/drawingml/2006/main">
              <a:ext uri="{FF2B5EF4-FFF2-40B4-BE49-F238E27FC236}">
                <a16:creationId xmlns:a16="http://schemas.microsoft.com/office/drawing/2014/main" id="{C5B46151-EA08-448B-A787-815D9D6A9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017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6" name="dp43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D1CF91BB-E2D7-469F-AF02-196D8280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7" name="dp43-comparison / n108">
            <a:extLst xmlns:a="http://schemas.openxmlformats.org/drawingml/2006/main">
              <a:ext uri="{FF2B5EF4-FFF2-40B4-BE49-F238E27FC236}">
                <a16:creationId xmlns:a16="http://schemas.microsoft.com/office/drawing/2014/main" id="{CEA813E1-91B5-48F5-81AE-E70E93C3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8" name="dp43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8DD1FA77-6200-4CB4-9A59-F611BFDE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19" name="dp43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0F79B2AF-CCEB-4951-A3DB-3BBF4CB1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20" name="dp43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9DEBBE1A-74C6-4D55-9772-D1614220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82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21" name="dp43-comparison / n119">
            <a:extLst xmlns:a="http://schemas.openxmlformats.org/drawingml/2006/main">
              <a:ext uri="{FF2B5EF4-FFF2-40B4-BE49-F238E27FC236}">
                <a16:creationId xmlns:a16="http://schemas.microsoft.com/office/drawing/2014/main" id="{6E9C0883-7C7D-4F15-B5F9-03AB57429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2" name="dp43-comparison / n120 / text 1">
            <a:extLst xmlns:a="http://schemas.openxmlformats.org/drawingml/2006/main">
              <a:ext uri="{FF2B5EF4-FFF2-40B4-BE49-F238E27FC236}">
                <a16:creationId xmlns:a16="http://schemas.microsoft.com/office/drawing/2014/main" id="{FE118FB6-F2C0-497A-BDCD-B4391F34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23" name="dp43-comparison / n121">
            <a:extLst xmlns:a="http://schemas.openxmlformats.org/drawingml/2006/main">
              <a:ext uri="{FF2B5EF4-FFF2-40B4-BE49-F238E27FC236}">
                <a16:creationId xmlns:a16="http://schemas.microsoft.com/office/drawing/2014/main" id="{22AC272B-9E7E-4A51-B072-486B27A9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3867150"/>
            <a:ext cx="2286000" cy="1419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24" name="dp43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4AB7C4B1-09D7-4076-9747-26B97F91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32911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</a:t>
            </a:r>
          </a:p>
        </p:txBody>
      </p:sp>
      <p:sp>
        <p:nvSpPr>
          <p:cNvPr id="125" name="dp43-comparison / n122 / text 2">
            <a:extLst xmlns:a="http://schemas.openxmlformats.org/drawingml/2006/main">
              <a:ext uri="{FF2B5EF4-FFF2-40B4-BE49-F238E27FC236}">
                <a16:creationId xmlns:a16="http://schemas.microsoft.com/office/drawing/2014/main" id="{63429393-14C2-4350-9088-8E181D49A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57676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Coordinator</a:t>
            </a:r>
          </a:p>
        </p:txBody>
      </p:sp>
      <p:sp>
        <p:nvSpPr>
          <p:cNvPr id="126" name="dp43-comparison / n123">
            <a:extLst xmlns:a="http://schemas.openxmlformats.org/drawingml/2006/main">
              <a:ext uri="{FF2B5EF4-FFF2-40B4-BE49-F238E27FC236}">
                <a16:creationId xmlns:a16="http://schemas.microsoft.com/office/drawing/2014/main" id="{D1992887-0248-448B-9334-C6456E12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5400675"/>
            <a:ext cx="228600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7" name="dp43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2FA0BF0D-F0A1-45A2-BCD1-E924C581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5562600"/>
            <a:ext cx="21145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Partial Interpretation Ledger</a:t>
            </a:r>
          </a:p>
        </p:txBody>
      </p:sp>
      <p:sp>
        <p:nvSpPr>
          <p:cNvPr id="128" name="dp43-comparison / n125">
            <a:extLst xmlns:a="http://schemas.openxmlformats.org/drawingml/2006/main">
              <a:ext uri="{FF2B5EF4-FFF2-40B4-BE49-F238E27FC236}">
                <a16:creationId xmlns:a16="http://schemas.microsoft.com/office/drawing/2014/main" id="{15606849-C065-44C2-BE62-8F038AAE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9" name="dp43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2B0E1275-DABE-4075-98A4-18D72AD3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Intent</a:t>
            </a:r>
          </a:p>
        </p:txBody>
      </p:sp>
      <p:sp>
        <p:nvSpPr>
          <p:cNvPr id="130" name="dp43-comparison / n126 / text 2">
            <a:extLst xmlns:a="http://schemas.openxmlformats.org/drawingml/2006/main">
              <a:ext uri="{FF2B5EF4-FFF2-40B4-BE49-F238E27FC236}">
                <a16:creationId xmlns:a16="http://schemas.microsoft.com/office/drawing/2014/main" id="{CFCFBCF6-44B9-4A34-B29A-C554754A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31" name="dp43-comparison / n129 / path">
            <a:extLst xmlns:a="http://schemas.openxmlformats.org/drawingml/2006/main">
              <a:ext uri="{FF2B5EF4-FFF2-40B4-BE49-F238E27FC236}">
                <a16:creationId xmlns:a16="http://schemas.microsoft.com/office/drawing/2014/main" id="{7C7EAC7E-298C-4F83-87E8-F622CE27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986213"/>
            <a:ext cx="342900" cy="19050"/>
          </a:xfrm>
          <a:custGeom xmlns:a="http://schemas.openxmlformats.org/drawingml/2006/main">
            <a:pathLst>
              <a:path w="342900" h="19050">
                <a:moveTo>
                  <a:pt x="0" y="0"/>
                </a:moveTo>
                <a:lnTo>
                  <a:pt x="34290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2" name="dp43-comparison / n129 / arrow">
            <a:extLst xmlns:a="http://schemas.openxmlformats.org/drawingml/2006/main">
              <a:ext uri="{FF2B5EF4-FFF2-40B4-BE49-F238E27FC236}">
                <a16:creationId xmlns:a16="http://schemas.microsoft.com/office/drawing/2014/main" id="{67B0D431-FF4D-49A3-A844-C1D5A8E7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5036" y="3937633"/>
            <a:ext cx="125114" cy="121732"/>
          </a:xfrm>
          <a:custGeom xmlns:a="http://schemas.openxmlformats.org/drawingml/2006/main">
            <a:pathLst>
              <a:path w="125114" h="121732">
                <a:moveTo>
                  <a:pt x="0" y="121732"/>
                </a:moveTo>
                <a:lnTo>
                  <a:pt x="125114" y="67629"/>
                </a:lnTo>
                <a:lnTo>
                  <a:pt x="67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3" name="dp43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A7FB4119-467C-45F3-BDFD-9B42750FF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57663"/>
            <a:ext cx="342900" cy="19050"/>
          </a:xfrm>
          <a:custGeom xmlns:a="http://schemas.openxmlformats.org/drawingml/2006/main">
            <a:pathLst>
              <a:path w="342900" h="19050">
                <a:moveTo>
                  <a:pt x="342900" y="19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34" name="dp43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0D3EE1BC-793E-4F88-A5B3-BB7F606C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03559"/>
            <a:ext cx="125114" cy="121732"/>
          </a:xfrm>
          <a:custGeom xmlns:a="http://schemas.openxmlformats.org/drawingml/2006/main">
            <a:pathLst>
              <a:path w="125114" h="121732">
                <a:moveTo>
                  <a:pt x="125114" y="0"/>
                </a:moveTo>
                <a:lnTo>
                  <a:pt x="0" y="54103"/>
                </a:lnTo>
                <a:lnTo>
                  <a:pt x="118351" y="12173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5" name="dp43-comparison / n131">
            <a:extLst xmlns:a="http://schemas.openxmlformats.org/drawingml/2006/main">
              <a:ext uri="{FF2B5EF4-FFF2-40B4-BE49-F238E27FC236}">
                <a16:creationId xmlns:a16="http://schemas.microsoft.com/office/drawing/2014/main" id="{69649EEA-150B-45F5-B059-D10BB528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36" name="dp43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56EB032E-1F4A-43C6-BA78-5C0AFD95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623911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Referent Resolver</a:t>
            </a:r>
          </a:p>
        </p:txBody>
      </p:sp>
      <p:sp>
        <p:nvSpPr>
          <p:cNvPr id="137" name="dp43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0271EE2F-FF14-4F42-8CF8-C2E1921D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9103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0" y="15240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8" name="dp43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08974523-DC81-4C59-B82F-FD5D9F31A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3980" y="4484848"/>
            <a:ext cx="136170" cy="111412"/>
          </a:xfrm>
          <a:custGeom xmlns:a="http://schemas.openxmlformats.org/drawingml/2006/main">
            <a:pathLst>
              <a:path w="136170" h="111412">
                <a:moveTo>
                  <a:pt x="49516" y="111412"/>
                </a:moveTo>
                <a:lnTo>
                  <a:pt x="136170" y="619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9" name="dp43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7F8AD6A6-76C9-42A4-9727-0616399C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66248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34290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0" name="dp43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0673318D-0A34-4E82-93F7-E16A3CBD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709665"/>
            <a:ext cx="136170" cy="111412"/>
          </a:xfrm>
          <a:custGeom xmlns:a="http://schemas.openxmlformats.org/drawingml/2006/main">
            <a:pathLst>
              <a:path w="136170" h="111412">
                <a:moveTo>
                  <a:pt x="86654" y="0"/>
                </a:moveTo>
                <a:lnTo>
                  <a:pt x="0" y="105222"/>
                </a:lnTo>
                <a:lnTo>
                  <a:pt x="136170" y="11141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1" name="dp43-comparison / n137">
            <a:extLst xmlns:a="http://schemas.openxmlformats.org/drawingml/2006/main">
              <a:ext uri="{FF2B5EF4-FFF2-40B4-BE49-F238E27FC236}">
                <a16:creationId xmlns:a16="http://schemas.microsoft.com/office/drawing/2014/main" id="{ACDC2C47-727F-4BD5-B04F-BA352B4F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2" name="dp43-comparison / n138 / text 1">
            <a:extLst xmlns:a="http://schemas.openxmlformats.org/drawingml/2006/main">
              <a:ext uri="{FF2B5EF4-FFF2-40B4-BE49-F238E27FC236}">
                <a16:creationId xmlns:a16="http://schemas.microsoft.com/office/drawing/2014/main" id="{5B0CFA66-204D-4E25-B71F-0ECFD1B6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Association</a:t>
            </a:r>
          </a:p>
        </p:txBody>
      </p:sp>
      <p:sp>
        <p:nvSpPr>
          <p:cNvPr id="143" name="dp43-comparison / n138 / text 2">
            <a:extLst xmlns:a="http://schemas.openxmlformats.org/drawingml/2006/main">
              <a:ext uri="{FF2B5EF4-FFF2-40B4-BE49-F238E27FC236}">
                <a16:creationId xmlns:a16="http://schemas.microsoft.com/office/drawing/2014/main" id="{C84F57C5-C0B0-457C-AE8B-74C8E780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Resolver</a:t>
            </a:r>
          </a:p>
        </p:txBody>
      </p:sp>
      <p:sp>
        <p:nvSpPr>
          <p:cNvPr id="144" name="dp43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70A27FB6-E439-48F8-8000-A7455389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97681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0" y="32385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45" name="dp43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E54BA1C6-0064-482F-82D5-164F9514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9656" y="4976813"/>
            <a:ext cx="130494" cy="128032"/>
          </a:xfrm>
          <a:custGeom xmlns:a="http://schemas.openxmlformats.org/drawingml/2006/main">
            <a:pathLst>
              <a:path w="130494" h="128032">
                <a:moveTo>
                  <a:pt x="83713" y="128032"/>
                </a:moveTo>
                <a:lnTo>
                  <a:pt x="130494" y="0"/>
                </a:lnTo>
                <a:lnTo>
                  <a:pt x="0" y="3939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6" name="dp43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C80DF37E-91B7-41B1-919D-244CB6F70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14826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342900" y="0"/>
                </a:moveTo>
                <a:lnTo>
                  <a:pt x="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7" name="dp43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89A80FE0-54EB-468D-B2D8-38D989CE7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44081"/>
            <a:ext cx="130494" cy="128032"/>
          </a:xfrm>
          <a:custGeom xmlns:a="http://schemas.openxmlformats.org/drawingml/2006/main">
            <a:pathLst>
              <a:path w="130494" h="128032">
                <a:moveTo>
                  <a:pt x="46781" y="0"/>
                </a:moveTo>
                <a:lnTo>
                  <a:pt x="0" y="128032"/>
                </a:lnTo>
                <a:lnTo>
                  <a:pt x="130494" y="88637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8" name="dp43-comparison / n143">
            <a:extLst xmlns:a="http://schemas.openxmlformats.org/drawingml/2006/main">
              <a:ext uri="{FF2B5EF4-FFF2-40B4-BE49-F238E27FC236}">
                <a16:creationId xmlns:a16="http://schemas.microsoft.com/office/drawing/2014/main" id="{68AC920D-0945-4CE8-8495-4CFB0086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9" name="dp43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BD6B7032-FF1A-40C9-A091-CEE967F41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Relation</a:t>
            </a:r>
          </a:p>
        </p:txBody>
      </p:sp>
      <p:sp>
        <p:nvSpPr>
          <p:cNvPr id="150" name="dp43-comparison / n144 / text 2">
            <a:extLst xmlns:a="http://schemas.openxmlformats.org/drawingml/2006/main">
              <a:ext uri="{FF2B5EF4-FFF2-40B4-BE49-F238E27FC236}">
                <a16:creationId xmlns:a16="http://schemas.microsoft.com/office/drawing/2014/main" id="{6B27B4EF-1A35-41C3-AA8A-F434E5B17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1" name="dp43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98A1951F-234D-4901-A8EF-F20AB6EA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86213"/>
            <a:ext cx="323850" cy="19050"/>
          </a:xfrm>
          <a:custGeom xmlns:a="http://schemas.openxmlformats.org/drawingml/2006/main">
            <a:pathLst>
              <a:path w="323850" h="19050">
                <a:moveTo>
                  <a:pt x="323850" y="0"/>
                </a:moveTo>
                <a:lnTo>
                  <a:pt x="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2" name="dp43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EE13D61C-272E-43F6-9319-9C7998C3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37248"/>
            <a:ext cx="125289" cy="121710"/>
          </a:xfrm>
          <a:custGeom xmlns:a="http://schemas.openxmlformats.org/drawingml/2006/main">
            <a:pathLst>
              <a:path w="125289" h="121710">
                <a:moveTo>
                  <a:pt x="118130" y="0"/>
                </a:moveTo>
                <a:lnTo>
                  <a:pt x="0" y="68014"/>
                </a:lnTo>
                <a:lnTo>
                  <a:pt x="125289" y="12171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3" name="dp43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688378A7-D8E5-4614-97C1-C6243B6D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157663"/>
            <a:ext cx="323850" cy="19050"/>
          </a:xfrm>
          <a:custGeom xmlns:a="http://schemas.openxmlformats.org/drawingml/2006/main">
            <a:pathLst>
              <a:path w="323850" h="19050">
                <a:moveTo>
                  <a:pt x="0" y="1905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54" name="dp43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B68F7F00-13A4-4534-833E-D1919014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4711" y="4103967"/>
            <a:ext cx="125289" cy="121710"/>
          </a:xfrm>
          <a:custGeom xmlns:a="http://schemas.openxmlformats.org/drawingml/2006/main">
            <a:pathLst>
              <a:path w="125289" h="121710">
                <a:moveTo>
                  <a:pt x="7159" y="121710"/>
                </a:moveTo>
                <a:lnTo>
                  <a:pt x="125289" y="5369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5" name="dp43-comparison / n149">
            <a:extLst xmlns:a="http://schemas.openxmlformats.org/drawingml/2006/main">
              <a:ext uri="{FF2B5EF4-FFF2-40B4-BE49-F238E27FC236}">
                <a16:creationId xmlns:a16="http://schemas.microsoft.com/office/drawing/2014/main" id="{5D3C67BE-05CF-4496-B3F2-D566D942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56" name="dp43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EA17EEA5-995D-4AD5-84D8-9A752CE46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518660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Revision</a:t>
            </a:r>
          </a:p>
        </p:txBody>
      </p:sp>
      <p:sp>
        <p:nvSpPr>
          <p:cNvPr id="157" name="dp43-comparison / n150 / text 2">
            <a:extLst xmlns:a="http://schemas.openxmlformats.org/drawingml/2006/main">
              <a:ext uri="{FF2B5EF4-FFF2-40B4-BE49-F238E27FC236}">
                <a16:creationId xmlns:a16="http://schemas.microsoft.com/office/drawing/2014/main" id="{34E48743-4CAE-46BB-B448-14A08A66B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729163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8" name="dp43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1AF5A2E8-D930-4D4F-BCE4-9BE91C18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9103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323850" y="1524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9" name="dp43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FE208C1F-3E75-4AB0-AA31-FA60A325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87793"/>
            <a:ext cx="136272" cy="110315"/>
          </a:xfrm>
          <a:custGeom xmlns:a="http://schemas.openxmlformats.org/drawingml/2006/main">
            <a:pathLst>
              <a:path w="136272" h="110315">
                <a:moveTo>
                  <a:pt x="136272" y="0"/>
                </a:moveTo>
                <a:lnTo>
                  <a:pt x="0" y="3245"/>
                </a:lnTo>
                <a:lnTo>
                  <a:pt x="84359" y="110315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0" name="dp43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FB288DB7-D4F1-4BC6-B0F0-F34AE371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6248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0" y="0"/>
                </a:moveTo>
                <a:lnTo>
                  <a:pt x="32385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1" name="dp43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8A373B50-3E18-4CC8-A8B8-CD199F9DE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728" y="4707817"/>
            <a:ext cx="136272" cy="110315"/>
          </a:xfrm>
          <a:custGeom xmlns:a="http://schemas.openxmlformats.org/drawingml/2006/main">
            <a:pathLst>
              <a:path w="136272" h="110315">
                <a:moveTo>
                  <a:pt x="0" y="110315"/>
                </a:moveTo>
                <a:lnTo>
                  <a:pt x="136272" y="107071"/>
                </a:lnTo>
                <a:lnTo>
                  <a:pt x="519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2" name="dp43-comparison / n155">
            <a:extLst xmlns:a="http://schemas.openxmlformats.org/drawingml/2006/main">
              <a:ext uri="{FF2B5EF4-FFF2-40B4-BE49-F238E27FC236}">
                <a16:creationId xmlns:a16="http://schemas.microsoft.com/office/drawing/2014/main" id="{6CDDAF0D-239C-42A7-9901-02CFFB719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63" name="dp43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EB70C8C6-18F9-497F-868E-12FBC92E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Handling</a:t>
            </a:r>
          </a:p>
        </p:txBody>
      </p:sp>
      <p:sp>
        <p:nvSpPr>
          <p:cNvPr id="164" name="dp43-comparison / n156 / text 2">
            <a:extLst xmlns:a="http://schemas.openxmlformats.org/drawingml/2006/main">
              <a:ext uri="{FF2B5EF4-FFF2-40B4-BE49-F238E27FC236}">
                <a16:creationId xmlns:a16="http://schemas.microsoft.com/office/drawing/2014/main" id="{09E6E458-E617-4308-B09B-59A9619C9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65" name="dp43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0142BD49-E20F-4185-B13F-255C0CA1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32385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66" name="dp43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F0C26E46-33E7-4129-9A18-1E48851A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129316" cy="129316"/>
          </a:xfrm>
          <a:custGeom xmlns:a="http://schemas.openxmlformats.org/drawingml/2006/main">
            <a:pathLst>
              <a:path w="129316" h="129316">
                <a:moveTo>
                  <a:pt x="129316" y="43105"/>
                </a:moveTo>
                <a:lnTo>
                  <a:pt x="0" y="0"/>
                </a:lnTo>
                <a:lnTo>
                  <a:pt x="43105" y="129316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7" name="dp43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30598F25-656A-4EB3-8F58-601614C5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14826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0" y="0"/>
                </a:moveTo>
                <a:lnTo>
                  <a:pt x="32385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8" name="dp43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4D3C9355-127D-4A89-B43E-41C589E6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0684" y="5342797"/>
            <a:ext cx="129316" cy="129316"/>
          </a:xfrm>
          <a:custGeom xmlns:a="http://schemas.openxmlformats.org/drawingml/2006/main">
            <a:pathLst>
              <a:path w="129316" h="129316">
                <a:moveTo>
                  <a:pt x="0" y="86210"/>
                </a:moveTo>
                <a:lnTo>
                  <a:pt x="129316" y="129316"/>
                </a:lnTo>
                <a:lnTo>
                  <a:pt x="862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9" name="dp43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2F96A449-7A02-4D37-8974-3A4505489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3038475"/>
            <a:ext cx="1247775" cy="828675"/>
          </a:xfrm>
          <a:custGeom xmlns:a="http://schemas.openxmlformats.org/drawingml/2006/main">
            <a:pathLst>
              <a:path w="1247775" h="828675">
                <a:moveTo>
                  <a:pt x="1104900" y="0"/>
                </a:moveTo>
                <a:lnTo>
                  <a:pt x="1104900" y="266700"/>
                </a:lnTo>
                <a:lnTo>
                  <a:pt x="1247775" y="266700"/>
                </a:lnTo>
                <a:lnTo>
                  <a:pt x="1247775" y="781050"/>
                </a:lnTo>
                <a:lnTo>
                  <a:pt x="0" y="781050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0" name="dp43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3292EA6E-DAFA-42E0-83A3-89D69767F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37452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1" name="dp43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C554918D-8A3F-48A0-BE20-27AC58AA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5286375"/>
            <a:ext cx="953" cy="114300"/>
          </a:xfrm>
          <a:custGeom xmlns:a="http://schemas.openxmlformats.org/drawingml/2006/main">
            <a:pathLst>
              <a:path w="953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2" name="dp43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CAC6CD57-C9E6-4EFF-83BA-524C59A1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52787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3" name="dp43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2B2CFF76-9F7F-40B7-B4C6-F4963D4D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38475"/>
            <a:ext cx="7791450" cy="742950"/>
          </a:xfrm>
          <a:custGeom xmlns:a="http://schemas.openxmlformats.org/drawingml/2006/main">
            <a:pathLst>
              <a:path w="7791450" h="742950">
                <a:moveTo>
                  <a:pt x="0" y="742950"/>
                </a:moveTo>
                <a:lnTo>
                  <a:pt x="7791450" y="742950"/>
                </a:lnTo>
                <a:lnTo>
                  <a:pt x="7791450" y="266700"/>
                </a:lnTo>
                <a:lnTo>
                  <a:pt x="6743700" y="266700"/>
                </a:lnTo>
                <a:lnTo>
                  <a:pt x="6743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4" name="dp43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4DB2FC85-4E65-4A9F-85B9-26F70FE4A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4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5" name="dp43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576EB2F4-AF39-4B6A-9244-050BB141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290513"/>
          </a:xfrm>
          <a:custGeom xmlns:a="http://schemas.openxmlformats.org/drawingml/2006/main">
            <a:pathLst>
              <a:path w="95250" h="290513">
                <a:moveTo>
                  <a:pt x="95250" y="290513"/>
                </a:moveTo>
                <a:lnTo>
                  <a:pt x="0" y="29051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6" name="dp43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EFF440AA-A110-4EB5-9F18-876CB912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947738"/>
          </a:xfrm>
          <a:custGeom xmlns:a="http://schemas.openxmlformats.org/drawingml/2006/main">
            <a:pathLst>
              <a:path w="95250" h="947738">
                <a:moveTo>
                  <a:pt x="95250" y="947738"/>
                </a:moveTo>
                <a:lnTo>
                  <a:pt x="0" y="94773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7" name="dp43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626FDD2C-EF98-4B55-96D4-510E2771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1604963"/>
          </a:xfrm>
          <a:custGeom xmlns:a="http://schemas.openxmlformats.org/drawingml/2006/main">
            <a:pathLst>
              <a:path w="95250" h="1604963">
                <a:moveTo>
                  <a:pt x="95250" y="1604963"/>
                </a:moveTo>
                <a:lnTo>
                  <a:pt x="0" y="160496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8" name="dp43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A401B6F2-3BAF-4622-9C97-045C27DD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290513"/>
          </a:xfrm>
          <a:custGeom xmlns:a="http://schemas.openxmlformats.org/drawingml/2006/main">
            <a:pathLst>
              <a:path w="247650" h="290513">
                <a:moveTo>
                  <a:pt x="0" y="290513"/>
                </a:moveTo>
                <a:lnTo>
                  <a:pt x="247650" y="29051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9" name="dp43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6375FB21-F249-4D71-A9EC-C72A5874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947738"/>
          </a:xfrm>
          <a:custGeom xmlns:a="http://schemas.openxmlformats.org/drawingml/2006/main">
            <a:pathLst>
              <a:path w="247650" h="947738">
                <a:moveTo>
                  <a:pt x="0" y="947738"/>
                </a:moveTo>
                <a:lnTo>
                  <a:pt x="247650" y="947738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0" name="dp43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4E6018A0-79F4-454F-BCF8-835CEB6D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1604963"/>
          </a:xfrm>
          <a:custGeom xmlns:a="http://schemas.openxmlformats.org/drawingml/2006/main">
            <a:pathLst>
              <a:path w="247650" h="1604963">
                <a:moveTo>
                  <a:pt x="0" y="1604963"/>
                </a:moveTo>
                <a:lnTo>
                  <a:pt x="247650" y="160496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1" name="dp43-comparison / n176">
            <a:extLst xmlns:a="http://schemas.openxmlformats.org/drawingml/2006/main">
              <a:ext uri="{FF2B5EF4-FFF2-40B4-BE49-F238E27FC236}">
                <a16:creationId xmlns:a16="http://schemas.microsoft.com/office/drawing/2014/main" id="{BF0568D5-B201-4687-9C03-B37D727F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3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85556009-FA41-4064-9FD3-1A17F4BC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3" name="dp43-comparison / n178">
            <a:extLst xmlns:a="http://schemas.openxmlformats.org/drawingml/2006/main">
              <a:ext uri="{FF2B5EF4-FFF2-40B4-BE49-F238E27FC236}">
                <a16:creationId xmlns:a16="http://schemas.microsoft.com/office/drawing/2014/main" id="{1A3443B2-E08B-441C-BB34-FA59723E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3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176E82DB-FFD1-4624-99EE-FB8DCBB0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85" name="dp43-comparison / n180">
            <a:extLst xmlns:a="http://schemas.openxmlformats.org/drawingml/2006/main">
              <a:ext uri="{FF2B5EF4-FFF2-40B4-BE49-F238E27FC236}">
                <a16:creationId xmlns:a16="http://schemas.microsoft.com/office/drawing/2014/main" id="{FF298E9D-3CDC-489F-97BE-16F3A19FA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862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6" name="dp43-comparison / n181 / text 1">
            <a:extLst xmlns:a="http://schemas.openxmlformats.org/drawingml/2006/main">
              <a:ext uri="{FF2B5EF4-FFF2-40B4-BE49-F238E27FC236}">
                <a16:creationId xmlns:a16="http://schemas.microsoft.com/office/drawing/2014/main" id="{88C61173-8AFD-4ED4-B624-EBEB27BB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87" name="dp43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AB292373-2036-4D30-ADBD-8AB34440C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810250"/>
            <a:ext cx="2676525" cy="714375"/>
          </a:xfrm>
          <a:custGeom xmlns:a="http://schemas.openxmlformats.org/drawingml/2006/main">
            <a:pathLst>
              <a:path w="2676525" h="714375">
                <a:moveTo>
                  <a:pt x="2676525" y="0"/>
                </a:moveTo>
                <a:lnTo>
                  <a:pt x="2676525" y="647700"/>
                </a:lnTo>
                <a:lnTo>
                  <a:pt x="0" y="647700"/>
                </a:ln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88" name="dp43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CE511469-D6D2-4872-A740-16E774AC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566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89" name="dp43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B052061E-EC08-481C-B589-614CA91A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0" name="dp43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07FBF784-E0E5-4CE5-B48A-B4475B52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1" name="dp43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B84D9735-6F08-4378-83ED-C46A972E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92" name="dp43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811276C6-6819-461C-97D5-C10C86BA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445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93" name="dp43-comparison / n110">
            <a:extLst xmlns:a="http://schemas.openxmlformats.org/drawingml/2006/main">
              <a:ext uri="{FF2B5EF4-FFF2-40B4-BE49-F238E27FC236}">
                <a16:creationId xmlns:a16="http://schemas.microsoft.com/office/drawing/2014/main" id="{2AF57269-7C84-48A2-A1F0-0A0F0844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3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D23F89C8-1232-455A-B704-4CF2A3BA1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95" name="dp43-comparison / n112">
            <a:extLst xmlns:a="http://schemas.openxmlformats.org/drawingml/2006/main">
              <a:ext uri="{FF2B5EF4-FFF2-40B4-BE49-F238E27FC236}">
                <a16:creationId xmlns:a16="http://schemas.microsoft.com/office/drawing/2014/main" id="{F999D1AC-FE3A-451F-B94C-0102E631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3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F60AF215-843D-4CB6-ACF4-F3892949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97" name="dp43-comparison / n115">
            <a:extLst xmlns:a="http://schemas.openxmlformats.org/drawingml/2006/main">
              <a:ext uri="{FF2B5EF4-FFF2-40B4-BE49-F238E27FC236}">
                <a16:creationId xmlns:a16="http://schemas.microsoft.com/office/drawing/2014/main" id="{E251FDCB-3C61-48FE-AC00-12074E62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3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F0045D28-D041-4E69-BC57-ED57830F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199" name="dp43-comparison / n117">
            <a:extLst xmlns:a="http://schemas.openxmlformats.org/drawingml/2006/main">
              <a:ext uri="{FF2B5EF4-FFF2-40B4-BE49-F238E27FC236}">
                <a16:creationId xmlns:a16="http://schemas.microsoft.com/office/drawing/2014/main" id="{37A17501-69E2-48BB-BA55-5DD1CE4D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3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E782F2E4-26F3-46DE-8A9D-C2D6D6DB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201" name="dp43-comparison / n127">
            <a:extLst xmlns:a="http://schemas.openxmlformats.org/drawingml/2006/main">
              <a:ext uri="{FF2B5EF4-FFF2-40B4-BE49-F238E27FC236}">
                <a16:creationId xmlns:a16="http://schemas.microsoft.com/office/drawing/2014/main" id="{03481D12-96A3-456B-86E2-468DDEEB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3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E94CD9B4-57A8-4518-BC72-FB4F5E45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F1 목표와 완료 조건</a:t>
            </a:r>
          </a:p>
        </p:txBody>
      </p:sp>
      <p:sp>
        <p:nvSpPr>
          <p:cNvPr id="203" name="dp43-comparison / n133">
            <a:extLst xmlns:a="http://schemas.openxmlformats.org/drawingml/2006/main">
              <a:ext uri="{FF2B5EF4-FFF2-40B4-BE49-F238E27FC236}">
                <a16:creationId xmlns:a16="http://schemas.microsoft.com/office/drawing/2014/main" id="{CB087C8C-9F17-41F2-A71D-B16532C1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943475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3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B0F34EE8-5F41-4F03-B6E5-2AB3278E1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F2 표와 결론의 범위</a:t>
            </a:r>
          </a:p>
        </p:txBody>
      </p:sp>
      <p:sp>
        <p:nvSpPr>
          <p:cNvPr id="205" name="dp43-comparison / n139">
            <a:extLst xmlns:a="http://schemas.openxmlformats.org/drawingml/2006/main">
              <a:ext uri="{FF2B5EF4-FFF2-40B4-BE49-F238E27FC236}">
                <a16:creationId xmlns:a16="http://schemas.microsoft.com/office/drawing/2014/main" id="{F3CB0CFD-8D7B-4D7D-916F-7E63C559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600700"/>
            <a:ext cx="226790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3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41B419D6-2941-473E-A383-6782102F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F3 Conversation / Task 연결</a:t>
            </a:r>
          </a:p>
        </p:txBody>
      </p:sp>
      <p:sp>
        <p:nvSpPr>
          <p:cNvPr id="207" name="dp43-comparison / n145">
            <a:extLst xmlns:a="http://schemas.openxmlformats.org/drawingml/2006/main">
              <a:ext uri="{FF2B5EF4-FFF2-40B4-BE49-F238E27FC236}">
                <a16:creationId xmlns:a16="http://schemas.microsoft.com/office/drawing/2014/main" id="{140E67E0-7247-4B05-9EC6-AFEA3CDBB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p43-comparison / n146 / text 1">
            <a:extLst xmlns:a="http://schemas.openxmlformats.org/drawingml/2006/main">
              <a:ext uri="{FF2B5EF4-FFF2-40B4-BE49-F238E27FC236}">
                <a16:creationId xmlns:a16="http://schemas.microsoft.com/office/drawing/2014/main" id="{7DCD1CF6-B42A-4C30-875E-8363B917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F4 조건과 의존 관계</a:t>
            </a:r>
          </a:p>
        </p:txBody>
      </p:sp>
      <p:sp>
        <p:nvSpPr>
          <p:cNvPr id="209" name="dp43-comparison / n151">
            <a:extLst xmlns:a="http://schemas.openxmlformats.org/drawingml/2006/main">
              <a:ext uri="{FF2B5EF4-FFF2-40B4-BE49-F238E27FC236}">
                <a16:creationId xmlns:a16="http://schemas.microsoft.com/office/drawing/2014/main" id="{E30A3506-179D-4063-BA1F-3C743077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943475"/>
            <a:ext cx="170211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p43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AEA20BCE-8114-49EC-85F4-3191A1E3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F5 PDF 유지 / 결론→표</a:t>
            </a:r>
          </a:p>
        </p:txBody>
      </p:sp>
      <p:sp>
        <p:nvSpPr>
          <p:cNvPr id="211" name="dp43-comparison / n157">
            <a:extLst xmlns:a="http://schemas.openxmlformats.org/drawingml/2006/main">
              <a:ext uri="{FF2B5EF4-FFF2-40B4-BE49-F238E27FC236}">
                <a16:creationId xmlns:a16="http://schemas.microsoft.com/office/drawing/2014/main" id="{F11AAF1D-D118-4619-A65F-614989458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5600700"/>
            <a:ext cx="222218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3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893E26C9-C63B-4CDD-BB5D-7E9A8ECA9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F6 Delegation / 질문 / 대기</a:t>
            </a:r>
          </a:p>
        </p:txBody>
      </p:sp>
      <p:sp>
        <p:nvSpPr>
          <p:cNvPr id="213" name="dp43-comparison / n170">
            <a:extLst xmlns:a="http://schemas.openxmlformats.org/drawingml/2006/main">
              <a:ext uri="{FF2B5EF4-FFF2-40B4-BE49-F238E27FC236}">
                <a16:creationId xmlns:a16="http://schemas.microsoft.com/office/drawing/2014/main" id="{A804C8CD-DF10-4884-9BCE-BF1E0851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3475" y="3514725"/>
            <a:ext cx="264223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3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A4CE61C9-D977-4FAB-85EA-F087F0FB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524250"/>
            <a:ext cx="49625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각 F1~F6 생산자의 모델 호출 / 반환</a:t>
            </a:r>
          </a:p>
        </p:txBody>
      </p:sp>
      <p:sp>
        <p:nvSpPr>
          <p:cNvPr id="215" name="dp43-comparison / n172">
            <a:extLst xmlns:a="http://schemas.openxmlformats.org/drawingml/2006/main">
              <a:ext uri="{FF2B5EF4-FFF2-40B4-BE49-F238E27FC236}">
                <a16:creationId xmlns:a16="http://schemas.microsoft.com/office/drawing/2014/main" id="{97E57F95-E2D9-4094-9AA5-D82FDDCD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810250"/>
            <a:ext cx="546201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3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83F7F612-C94C-443C-93F0-14F1E49D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819775"/>
            <a:ext cx="75057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실선 제안 / 점선 원생산자 재판단 / Coordinator의 의미 덮어쓰기 금지</a:t>
            </a:r>
          </a:p>
        </p:txBody>
      </p:sp>
      <p:sp>
        <p:nvSpPr>
          <p:cNvPr id="217" name="dp43-comparison / n174">
            <a:extLst xmlns:a="http://schemas.openxmlformats.org/drawingml/2006/main">
              <a:ext uri="{FF2B5EF4-FFF2-40B4-BE49-F238E27FC236}">
                <a16:creationId xmlns:a16="http://schemas.microsoft.com/office/drawing/2014/main" id="{BDBF7F51-1D31-4716-8818-97EA13EC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3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A1745A85-B1D5-41FC-9444-7CB90007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219" name="dp43-comparison / n185">
            <a:extLst xmlns:a="http://schemas.openxmlformats.org/drawingml/2006/main">
              <a:ext uri="{FF2B5EF4-FFF2-40B4-BE49-F238E27FC236}">
                <a16:creationId xmlns:a16="http://schemas.microsoft.com/office/drawing/2014/main" id="{C7097CD0-A50F-4DC1-93AD-13F04318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2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3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6BB91020-CFE9-4501-BEA8-A14C9AB2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221" name="dp43-comparison / n187">
            <a:extLst xmlns:a="http://schemas.openxmlformats.org/drawingml/2006/main">
              <a:ext uri="{FF2B5EF4-FFF2-40B4-BE49-F238E27FC236}">
                <a16:creationId xmlns:a16="http://schemas.microsoft.com/office/drawing/2014/main" id="{F55EF182-17F4-4262-B86A-2A9CE589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257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3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5C60B3F4-E9C5-4215-BCDD-B2E0C5EE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223" name="dp43-comparison / n189">
            <a:extLst xmlns:a="http://schemas.openxmlformats.org/drawingml/2006/main">
              <a:ext uri="{FF2B5EF4-FFF2-40B4-BE49-F238E27FC236}">
                <a16:creationId xmlns:a16="http://schemas.microsoft.com/office/drawing/2014/main" id="{64DA975D-94A7-4FFE-B4DC-87C18618B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3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EF76AAA6-A59C-48BC-A67B-40F76A948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225" name="dp43-comparison / n191">
            <a:extLst xmlns:a="http://schemas.openxmlformats.org/drawingml/2006/main">
              <a:ext uri="{FF2B5EF4-FFF2-40B4-BE49-F238E27FC236}">
                <a16:creationId xmlns:a16="http://schemas.microsoft.com/office/drawing/2014/main" id="{117FBD08-E312-462D-80E2-55ABC099A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p43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207F06CB-DA6B-4CE4-B070-1AB75B80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</p:spTree>
    <p:extLst>
      <p:ext uri="{BB962C8B-B14F-4D97-AF65-F5344CB8AC3E}">
        <p14:creationId xmlns:p14="http://schemas.microsoft.com/office/powerpoint/2010/main" val="70373561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0" name="dp44-comparison / n1">
            <a:extLst xmlns:a="http://schemas.openxmlformats.org/drawingml/2006/main">
              <a:ext uri="{FF2B5EF4-FFF2-40B4-BE49-F238E27FC236}">
                <a16:creationId xmlns:a16="http://schemas.microsoft.com/office/drawing/2014/main" id="{B64641DE-EBF8-4167-9E30-2D3809A3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568A97CF-C3FD-4981-9214-EA29026F7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4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D2A83C40-B7AD-4235-929B-7DBF66DE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4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134C2B47-3F48-4B8D-949E-D9646C91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22952503-04E4-4CBB-849A-65F92616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E1792740-A730-492D-AD86-EEBBBD7FC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66825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도중 새 발화와 메일 질문 도착 / 표 설명 후 메일 질문 전달</a:t>
            </a:r>
          </a:p>
        </p:txBody>
      </p:sp>
      <p:sp>
        <p:nvSpPr>
          <p:cNvPr id="7" name="dp44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026D31D7-BFFA-4C45-A75B-85353F80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4-comparison / n8 / text 1">
            <a:extLst xmlns:a="http://schemas.openxmlformats.org/drawingml/2006/main">
              <a:ext uri="{FF2B5EF4-FFF2-40B4-BE49-F238E27FC236}">
                <a16:creationId xmlns:a16="http://schemas.microsoft.com/office/drawing/2014/main" id="{631C6A5F-2D61-4250-9B4F-9E1A4B5C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00200"/>
            <a:ext cx="14573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양안 공통: Agent Gateway ↔ Downstream Agent / Model Access ↔ 공유 Omni 1벌</a:t>
            </a:r>
          </a:p>
        </p:txBody>
      </p:sp>
      <p:sp>
        <p:nvSpPr>
          <p:cNvPr id="9" name="dp44-comparison / n9">
            <a:extLst xmlns:a="http://schemas.openxmlformats.org/drawingml/2006/main">
              <a:ext uri="{FF2B5EF4-FFF2-40B4-BE49-F238E27FC236}">
                <a16:creationId xmlns:a16="http://schemas.microsoft.com/office/drawing/2014/main" id="{30677416-0D38-401F-8AF5-F947341D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0" name="dp44-comparison / n10 / text 1">
            <a:extLst xmlns:a="http://schemas.openxmlformats.org/drawingml/2006/main">
              <a:ext uri="{FF2B5EF4-FFF2-40B4-BE49-F238E27FC236}">
                <a16:creationId xmlns:a16="http://schemas.microsoft.com/office/drawing/2014/main" id="{70045E4D-4572-4C79-84A6-3118EC43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1" name="dp44-comparison / n11">
            <a:extLst xmlns:a="http://schemas.openxmlformats.org/drawingml/2006/main">
              <a:ext uri="{FF2B5EF4-FFF2-40B4-BE49-F238E27FC236}">
                <a16:creationId xmlns:a16="http://schemas.microsoft.com/office/drawing/2014/main" id="{46D84A04-0A02-40FF-BC5A-E16A9357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2" name="dp44-comparison / n12 / text 1">
            <a:extLst xmlns:a="http://schemas.openxmlformats.org/drawingml/2006/main">
              <a:ext uri="{FF2B5EF4-FFF2-40B4-BE49-F238E27FC236}">
                <a16:creationId xmlns:a16="http://schemas.microsoft.com/office/drawing/2014/main" id="{B3B89E8E-F667-4FB5-8178-D716D3BE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3" name="dp44-comparison / n13">
            <a:extLst xmlns:a="http://schemas.openxmlformats.org/drawingml/2006/main">
              <a:ext uri="{FF2B5EF4-FFF2-40B4-BE49-F238E27FC236}">
                <a16:creationId xmlns:a16="http://schemas.microsoft.com/office/drawing/2014/main" id="{60086A8C-4616-4344-8DED-AB7A8280F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4" name="dp44-comparison / n14 / text 1">
            <a:extLst xmlns:a="http://schemas.openxmlformats.org/drawingml/2006/main">
              <a:ext uri="{FF2B5EF4-FFF2-40B4-BE49-F238E27FC236}">
                <a16:creationId xmlns:a16="http://schemas.microsoft.com/office/drawing/2014/main" id="{60B83529-D5FE-45E7-B8A4-3130A83D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5" name="dp44-comparison / n15">
            <a:extLst xmlns:a="http://schemas.openxmlformats.org/drawingml/2006/main">
              <a:ext uri="{FF2B5EF4-FFF2-40B4-BE49-F238E27FC236}">
                <a16:creationId xmlns:a16="http://schemas.microsoft.com/office/drawing/2014/main" id="{8C5D5CCE-4811-4597-B2FA-E009ED3D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6" name="dp44-comparison / n16 / text 1">
            <a:extLst xmlns:a="http://schemas.openxmlformats.org/drawingml/2006/main">
              <a:ext uri="{FF2B5EF4-FFF2-40B4-BE49-F238E27FC236}">
                <a16:creationId xmlns:a16="http://schemas.microsoft.com/office/drawing/2014/main" id="{0B3CACF4-8747-4B38-9E65-45E43709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7" name="dp44-comparison / n17">
            <a:extLst xmlns:a="http://schemas.openxmlformats.org/drawingml/2006/main">
              <a:ext uri="{FF2B5EF4-FFF2-40B4-BE49-F238E27FC236}">
                <a16:creationId xmlns:a16="http://schemas.microsoft.com/office/drawing/2014/main" id="{DFB9D2D7-8AC8-4124-A6F1-E65E3507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4-comparison / n18 / text 1">
            <a:extLst xmlns:a="http://schemas.openxmlformats.org/drawingml/2006/main">
              <a:ext uri="{FF2B5EF4-FFF2-40B4-BE49-F238E27FC236}">
                <a16:creationId xmlns:a16="http://schemas.microsoft.com/office/drawing/2014/main" id="{5879686F-5B7B-4EE4-A657-0D9692EB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9" name="dp44-comparison / n18 / text 2">
            <a:extLst xmlns:a="http://schemas.openxmlformats.org/drawingml/2006/main">
              <a:ext uri="{FF2B5EF4-FFF2-40B4-BE49-F238E27FC236}">
                <a16:creationId xmlns:a16="http://schemas.microsoft.com/office/drawing/2014/main" id="{82229F0B-D576-482B-AABF-C94CA9196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20" name="dp44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B083FFAD-2041-437F-9754-82509D67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4-comparison / n20 / path">
            <a:extLst xmlns:a="http://schemas.openxmlformats.org/drawingml/2006/main">
              <a:ext uri="{FF2B5EF4-FFF2-40B4-BE49-F238E27FC236}">
                <a16:creationId xmlns:a16="http://schemas.microsoft.com/office/drawing/2014/main" id="{FE52BB06-30E3-43F4-B9DA-A10F0306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2" name="dp44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9BE29CB2-5813-487F-8D47-2791BD2F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중앙 비동기 Orchestration</a:t>
            </a:r>
          </a:p>
        </p:txBody>
      </p:sp>
      <p:sp>
        <p:nvSpPr>
          <p:cNvPr id="23" name="dp44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CD2D18E3-8919-4CD8-ADDE-9C574133B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집중된 실행 상태로 전체 메모리 13.3 GB (메모리 효율성 ↑)</a:t>
            </a:r>
          </a:p>
        </p:txBody>
      </p:sp>
      <p:sp>
        <p:nvSpPr>
          <p:cNvPr id="24" name="dp44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11AD3228-C260-49F9-8C23-ACE06960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반환 회수와 재배정으로 평균 반응시간 0.85 s (응답 신속성 ↓)</a:t>
            </a:r>
          </a:p>
        </p:txBody>
      </p:sp>
      <p:sp>
        <p:nvSpPr>
          <p:cNvPr id="25" name="dp44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BA28A0B3-203D-432E-B5B8-345EEB8C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교차 사건의 중앙 전이 변경, 평균 4.0개 (변경 용이성 ↓)</a:t>
            </a:r>
          </a:p>
        </p:txBody>
      </p:sp>
      <p:sp>
        <p:nvSpPr>
          <p:cNvPr id="26" name="dp44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7D849C97-494E-4F5B-9D09-E1213E2D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27" name="dp44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D42CAA58-3D2B-47E0-B669-74F4F70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8" name="dp44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FAA24566-B3A3-4196-99C6-3498F80F0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0.85 s</a:t>
            </a:r>
          </a:p>
        </p:txBody>
      </p:sp>
      <p:sp>
        <p:nvSpPr>
          <p:cNvPr id="29" name="dp44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186B2584-51CC-416C-9CC9-AB08DB8A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30" name="dp44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B887C075-1832-4E28-A274-500A3896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1" name="dp44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C3C8A2C0-F196-45C0-9406-9CF5501DF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2" name="dp44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701F834A-EDC3-403C-AF40-12E28B79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3" name="dp44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F5CE2C7F-7D1E-4FB7-8B85-6A18522CE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4" name="dp44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738AB482-4D35-4DF6-8284-E9BA1250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5" name="dp44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76BD55C7-3502-4755-808E-93C193BB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6" name="dp44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0F5AAB8E-0CD8-4DC6-BF06-783B2F1B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13.3 GB</a:t>
            </a:r>
          </a:p>
        </p:txBody>
      </p:sp>
      <p:sp>
        <p:nvSpPr>
          <p:cNvPr id="37" name="dp44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DEE6CFF4-477E-4125-8072-B5E7E3AC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8" name="dp44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7A83355E-2B25-44E1-9F5D-6BC25F57D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반응형 Dataflow 실행</a:t>
            </a:r>
          </a:p>
        </p:txBody>
      </p:sp>
      <p:sp>
        <p:nvSpPr>
          <p:cNvPr id="39" name="dp44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A763DE27-7F8A-4669-834F-0239A355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사건의 직접 활성화로 평균 반응시간 0.62 s (응답 신속성 ↑)</a:t>
            </a:r>
          </a:p>
        </p:txBody>
      </p:sp>
      <p:sp>
        <p:nvSpPr>
          <p:cNvPr id="40" name="dp44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6B934203-B1A7-4E89-BF49-BBE63D92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동일 schema 안의 단계 조합 변경, 평균 2.5개 (변경 용이성 ↑)</a:t>
            </a:r>
          </a:p>
        </p:txBody>
      </p:sp>
      <p:sp>
        <p:nvSpPr>
          <p:cNvPr id="41" name="dp44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9E50B3FD-F15B-41A8-BE40-FCE948E8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다수 window와 buffer로 전체 메모리 13.8 GB (메모리 효율성 ↓)</a:t>
            </a:r>
          </a:p>
        </p:txBody>
      </p:sp>
      <p:sp>
        <p:nvSpPr>
          <p:cNvPr id="42" name="dp44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ED39D79F-6582-4D19-B981-F5951431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43" name="dp44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0883C4E9-DF62-4988-A711-558C4405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4" name="dp44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BB0ADBF5-5BFD-4564-91F9-E37FB40D1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0.62 s</a:t>
            </a:r>
          </a:p>
        </p:txBody>
      </p:sp>
      <p:sp>
        <p:nvSpPr>
          <p:cNvPr id="45" name="dp44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AF9D9973-9272-44BE-B08A-F0CA95FD5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46" name="dp44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A6105EA9-E81B-4821-AF48-3C84CB21B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7" name="dp44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2808B9DB-6640-453E-B939-A319ACA9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8" name="dp44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7230C663-3711-454B-A7C3-2C989C757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49" name="dp44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31148200-4FC9-403C-851E-A84C300C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0" name="dp44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313DB3A8-8AB3-41EA-86B4-AE61D6017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1" name="dp44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53FF26C9-C521-43CA-A333-42888048A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2" name="dp44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00EB67AC-FF6F-4BAB-88C5-73BC03E8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13.8 GB</a:t>
            </a:r>
          </a:p>
        </p:txBody>
      </p:sp>
      <p:sp>
        <p:nvSpPr>
          <p:cNvPr id="53" name="dp44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FE825001-6AE0-4468-BA44-9077AA798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4" name="dp44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B592D115-399B-4263-B0BD-9AD94CCC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여러 사건의 집중 도착 / 양안의 입력 수신과 로컬 음성 중단은 동일</a:t>
            </a:r>
          </a:p>
        </p:txBody>
      </p:sp>
      <p:sp>
        <p:nvSpPr>
          <p:cNvPr id="55" name="dp44-comparison / n54 / text 1">
            <a:extLst xmlns:a="http://schemas.openxmlformats.org/drawingml/2006/main">
              <a:ext uri="{FF2B5EF4-FFF2-40B4-BE49-F238E27FC236}">
                <a16:creationId xmlns:a16="http://schemas.microsoft.com/office/drawing/2014/main" id="{F9F50449-49B5-4DE7-8D6B-E695918C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6" name="dp44-comparison / n55">
            <a:extLst xmlns:a="http://schemas.openxmlformats.org/drawingml/2006/main">
              <a:ext uri="{FF2B5EF4-FFF2-40B4-BE49-F238E27FC236}">
                <a16:creationId xmlns:a16="http://schemas.microsoft.com/office/drawing/2014/main" id="{0FC71E1A-EC16-4B47-BBB8-699041E4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7" name="dp44-comparison / n56 / text 1">
            <a:extLst xmlns:a="http://schemas.openxmlformats.org/drawingml/2006/main">
              <a:ext uri="{FF2B5EF4-FFF2-40B4-BE49-F238E27FC236}">
                <a16:creationId xmlns:a16="http://schemas.microsoft.com/office/drawing/2014/main" id="{0317BB9C-19F0-4020-8D9B-159D3E578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8" name="dp44-comparison / n57">
            <a:extLst xmlns:a="http://schemas.openxmlformats.org/drawingml/2006/main">
              <a:ext uri="{FF2B5EF4-FFF2-40B4-BE49-F238E27FC236}">
                <a16:creationId xmlns:a16="http://schemas.microsoft.com/office/drawing/2014/main" id="{A6562C68-1262-4C30-802D-325DA281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9" name="dp44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D545EF9E-998D-497E-B1BD-613EB4B7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Input Control Gate</a:t>
            </a:r>
          </a:p>
        </p:txBody>
      </p:sp>
      <p:sp>
        <p:nvSpPr>
          <p:cNvPr id="60" name="dp44-comparison / n59">
            <a:extLst xmlns:a="http://schemas.openxmlformats.org/drawingml/2006/main">
              <a:ext uri="{FF2B5EF4-FFF2-40B4-BE49-F238E27FC236}">
                <a16:creationId xmlns:a16="http://schemas.microsoft.com/office/drawing/2014/main" id="{D2C237DB-4D2D-45C5-A99D-4CD53164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590800"/>
            <a:ext cx="19526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1" name="dp44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3BACD442-BCEA-499B-962C-027C70B0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655570"/>
            <a:ext cx="1781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62" name="dp44-comparison / n61 / path">
            <a:extLst xmlns:a="http://schemas.openxmlformats.org/drawingml/2006/main">
              <a:ext uri="{FF2B5EF4-FFF2-40B4-BE49-F238E27FC236}">
                <a16:creationId xmlns:a16="http://schemas.microsoft.com/office/drawing/2014/main" id="{C1884698-F64A-4943-95D4-7BF3EDDF8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3" name="dp44-comparison / n61 / arrow">
            <a:extLst xmlns:a="http://schemas.openxmlformats.org/drawingml/2006/main">
              <a:ext uri="{FF2B5EF4-FFF2-40B4-BE49-F238E27FC236}">
                <a16:creationId xmlns:a16="http://schemas.microsoft.com/office/drawing/2014/main" id="{120981B6-87B9-4742-9C4D-464D7FB2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4" name="dp44-comparison / n62 / path">
            <a:extLst xmlns:a="http://schemas.openxmlformats.org/drawingml/2006/main">
              <a:ext uri="{FF2B5EF4-FFF2-40B4-BE49-F238E27FC236}">
                <a16:creationId xmlns:a16="http://schemas.microsoft.com/office/drawing/2014/main" id="{AFEB8A49-19DB-48F7-9CF3-08E65C5F8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5" name="dp44-comparison / n62 / arrow">
            <a:extLst xmlns:a="http://schemas.openxmlformats.org/drawingml/2006/main">
              <a:ext uri="{FF2B5EF4-FFF2-40B4-BE49-F238E27FC236}">
                <a16:creationId xmlns:a16="http://schemas.microsoft.com/office/drawing/2014/main" id="{0BA87961-9920-402A-981C-53E5FBE1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8530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6" name="dp44-comparison / n69">
            <a:extLst xmlns:a="http://schemas.openxmlformats.org/drawingml/2006/main">
              <a:ext uri="{FF2B5EF4-FFF2-40B4-BE49-F238E27FC236}">
                <a16:creationId xmlns:a16="http://schemas.microsoft.com/office/drawing/2014/main" id="{235A4132-F15A-4D5D-8AD0-460CCED8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3467100"/>
            <a:ext cx="3048000" cy="2466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7" name="dp44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8782EB0B-8E2A-4E24-ADD1-22641FA5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62350"/>
            <a:ext cx="28003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Interaction Orchestrator</a:t>
            </a:r>
          </a:p>
        </p:txBody>
      </p:sp>
      <p:sp>
        <p:nvSpPr>
          <p:cNvPr id="68" name="dp44-comparison / n71">
            <a:extLst xmlns:a="http://schemas.openxmlformats.org/drawingml/2006/main">
              <a:ext uri="{FF2B5EF4-FFF2-40B4-BE49-F238E27FC236}">
                <a16:creationId xmlns:a16="http://schemas.microsoft.com/office/drawing/2014/main" id="{E534B893-5A65-4DF2-AC01-3EA618494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67100"/>
            <a:ext cx="1952625" cy="2905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9" name="dp44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35AE7A6E-31D8-4B97-ADD8-052D0F530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562350"/>
            <a:ext cx="1704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70" name="dp44-comparison / n73">
            <a:extLst xmlns:a="http://schemas.openxmlformats.org/drawingml/2006/main">
              <a:ext uri="{FF2B5EF4-FFF2-40B4-BE49-F238E27FC236}">
                <a16:creationId xmlns:a16="http://schemas.microsoft.com/office/drawing/2014/main" id="{2DC95DAD-A9D3-4221-ADFB-495FFEAE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10025"/>
            <a:ext cx="2686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71" name="dp44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C98C2A9B-78EE-45D1-971A-07A91815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4116229"/>
            <a:ext cx="25146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Dialogue Dispatcher</a:t>
            </a:r>
          </a:p>
        </p:txBody>
      </p:sp>
      <p:sp>
        <p:nvSpPr>
          <p:cNvPr id="72" name="dp44-comparison / n75">
            <a:extLst xmlns:a="http://schemas.openxmlformats.org/drawingml/2006/main">
              <a:ext uri="{FF2B5EF4-FFF2-40B4-BE49-F238E27FC236}">
                <a16:creationId xmlns:a16="http://schemas.microsoft.com/office/drawing/2014/main" id="{E7C6298F-3A7E-4012-B249-F0251D049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2686050" cy="5334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73" name="dp44-comparison / n76 / text 1">
            <a:extLst xmlns:a="http://schemas.openxmlformats.org/drawingml/2006/main">
              <a:ext uri="{FF2B5EF4-FFF2-40B4-BE49-F238E27FC236}">
                <a16:creationId xmlns:a16="http://schemas.microsoft.com/office/drawing/2014/main" id="{DEB7BFA3-142A-4FB5-85FA-1242CEA12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334000"/>
            <a:ext cx="25146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Dialogue Progress State</a:t>
            </a:r>
          </a:p>
        </p:txBody>
      </p:sp>
      <p:sp>
        <p:nvSpPr>
          <p:cNvPr id="74" name="dp44-comparison / n77">
            <a:extLst xmlns:a="http://schemas.openxmlformats.org/drawingml/2006/main">
              <a:ext uri="{FF2B5EF4-FFF2-40B4-BE49-F238E27FC236}">
                <a16:creationId xmlns:a16="http://schemas.microsoft.com/office/drawing/2014/main" id="{387583EA-BA2C-4BBB-BEE4-3041931AA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10025"/>
            <a:ext cx="23050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5" name="dp44-comparison / n78 / text 1">
            <a:extLst xmlns:a="http://schemas.openxmlformats.org/drawingml/2006/main">
              <a:ext uri="{FF2B5EF4-FFF2-40B4-BE49-F238E27FC236}">
                <a16:creationId xmlns:a16="http://schemas.microsoft.com/office/drawing/2014/main" id="{6E5D6E64-CD3B-4F4C-8901-26A0C1FC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12242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6" name="dp44-comparison / n79">
            <a:extLst xmlns:a="http://schemas.openxmlformats.org/drawingml/2006/main">
              <a:ext uri="{FF2B5EF4-FFF2-40B4-BE49-F238E27FC236}">
                <a16:creationId xmlns:a16="http://schemas.microsoft.com/office/drawing/2014/main" id="{A92756D6-7AD6-4C7D-BF83-1416CBB6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48300"/>
            <a:ext cx="23050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7" name="dp44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F439C138-D8E2-4EE0-A301-D3C5DD39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5522595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Voice Runtime</a:t>
            </a:r>
          </a:p>
        </p:txBody>
      </p:sp>
      <p:sp>
        <p:nvSpPr>
          <p:cNvPr id="78" name="dp44-comparison / n81">
            <a:extLst xmlns:a="http://schemas.openxmlformats.org/drawingml/2006/main">
              <a:ext uri="{FF2B5EF4-FFF2-40B4-BE49-F238E27FC236}">
                <a16:creationId xmlns:a16="http://schemas.microsoft.com/office/drawing/2014/main" id="{61D9F079-7B7A-4EB8-9FC1-8E3224E3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4010025"/>
            <a:ext cx="16287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9" name="dp44-comparison / n82 / text 1">
            <a:extLst xmlns:a="http://schemas.openxmlformats.org/drawingml/2006/main">
              <a:ext uri="{FF2B5EF4-FFF2-40B4-BE49-F238E27FC236}">
                <a16:creationId xmlns:a16="http://schemas.microsoft.com/office/drawing/2014/main" id="{6600C1FB-1EF3-4004-BCE5-3A10306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023360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80" name="dp44-comparison / n82 / text 2">
            <a:extLst xmlns:a="http://schemas.openxmlformats.org/drawingml/2006/main">
              <a:ext uri="{FF2B5EF4-FFF2-40B4-BE49-F238E27FC236}">
                <a16:creationId xmlns:a16="http://schemas.microsoft.com/office/drawing/2014/main" id="{511B03D3-338C-41B8-B4AD-2FF069B8B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33863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81" name="dp44-comparison / n83">
            <a:extLst xmlns:a="http://schemas.openxmlformats.org/drawingml/2006/main">
              <a:ext uri="{FF2B5EF4-FFF2-40B4-BE49-F238E27FC236}">
                <a16:creationId xmlns:a16="http://schemas.microsoft.com/office/drawing/2014/main" id="{AA282432-E0CF-4F79-8C86-930C6DCC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172075"/>
            <a:ext cx="1628775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4-comparison / n84 / text 1">
            <a:extLst xmlns:a="http://schemas.openxmlformats.org/drawingml/2006/main">
              <a:ext uri="{FF2B5EF4-FFF2-40B4-BE49-F238E27FC236}">
                <a16:creationId xmlns:a16="http://schemas.microsoft.com/office/drawing/2014/main" id="{9E2FBBC5-C9DC-43A5-9D1D-85B69F0A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85410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83" name="dp44-comparison / n84 / text 2">
            <a:extLst xmlns:a="http://schemas.openxmlformats.org/drawingml/2006/main">
              <a:ext uri="{FF2B5EF4-FFF2-40B4-BE49-F238E27FC236}">
                <a16:creationId xmlns:a16="http://schemas.microsoft.com/office/drawing/2014/main" id="{DDE43E91-4C81-4E78-805E-90529E15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95913"/>
            <a:ext cx="14573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84" name="dp44-comparison / n85">
            <a:extLst xmlns:a="http://schemas.openxmlformats.org/drawingml/2006/main">
              <a:ext uri="{FF2B5EF4-FFF2-40B4-BE49-F238E27FC236}">
                <a16:creationId xmlns:a16="http://schemas.microsoft.com/office/drawing/2014/main" id="{FFDEB7FC-45BF-4512-98F1-F990B1015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867400"/>
            <a:ext cx="1628775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5" name="dp44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C2A5ABA7-540F-4745-BEA7-58FF20CD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029325"/>
            <a:ext cx="14573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86" name="dp44-comparison / n87 / path">
            <a:extLst xmlns:a="http://schemas.openxmlformats.org/drawingml/2006/main">
              <a:ext uri="{FF2B5EF4-FFF2-40B4-BE49-F238E27FC236}">
                <a16:creationId xmlns:a16="http://schemas.microsoft.com/office/drawing/2014/main" id="{BE5B9AF6-0BF6-4D75-9B6A-D5B04F2A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943225"/>
            <a:ext cx="142875" cy="1066800"/>
          </a:xfrm>
          <a:custGeom xmlns:a="http://schemas.openxmlformats.org/drawingml/2006/main">
            <a:pathLst>
              <a:path w="142875" h="1066800">
                <a:moveTo>
                  <a:pt x="142875" y="0"/>
                </a:moveTo>
                <a:lnTo>
                  <a:pt x="142875" y="390525"/>
                </a:lnTo>
                <a:lnTo>
                  <a:pt x="0" y="390525"/>
                </a:ln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7" name="dp44-comparison / n87 / arrow">
            <a:extLst xmlns:a="http://schemas.openxmlformats.org/drawingml/2006/main">
              <a:ext uri="{FF2B5EF4-FFF2-40B4-BE49-F238E27FC236}">
                <a16:creationId xmlns:a16="http://schemas.microsoft.com/office/drawing/2014/main" id="{608B57CE-ABB0-4EBA-AB15-BF5D97FA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4965" y="38881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8" name="dp44-comparison / n88 / path">
            <a:extLst xmlns:a="http://schemas.openxmlformats.org/drawingml/2006/main">
              <a:ext uri="{FF2B5EF4-FFF2-40B4-BE49-F238E27FC236}">
                <a16:creationId xmlns:a16="http://schemas.microsoft.com/office/drawing/2014/main" id="{3820AD43-E8AF-465A-A559-1C9BE494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943225"/>
            <a:ext cx="2428875" cy="1066800"/>
          </a:xfrm>
          <a:custGeom xmlns:a="http://schemas.openxmlformats.org/drawingml/2006/main">
            <a:pathLst>
              <a:path w="2428875" h="1066800">
                <a:moveTo>
                  <a:pt x="2414588" y="0"/>
                </a:moveTo>
                <a:lnTo>
                  <a:pt x="2428875" y="342900"/>
                </a:lnTo>
                <a:lnTo>
                  <a:pt x="1181100" y="342900"/>
                </a:lnTo>
                <a:lnTo>
                  <a:pt x="1181100" y="895350"/>
                </a:lnTo>
                <a:lnTo>
                  <a:pt x="0" y="895350"/>
                </a:ln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9" name="dp44-comparison / n88 / arrow">
            <a:extLst xmlns:a="http://schemas.openxmlformats.org/drawingml/2006/main">
              <a:ext uri="{FF2B5EF4-FFF2-40B4-BE49-F238E27FC236}">
                <a16:creationId xmlns:a16="http://schemas.microsoft.com/office/drawing/2014/main" id="{21402581-6E71-4947-8168-75E58621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1215" y="38881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0" name="dp44-comparison / n89 / path">
            <a:extLst xmlns:a="http://schemas.openxmlformats.org/drawingml/2006/main">
              <a:ext uri="{FF2B5EF4-FFF2-40B4-BE49-F238E27FC236}">
                <a16:creationId xmlns:a16="http://schemas.microsoft.com/office/drawing/2014/main" id="{96593B79-D662-4E9A-882C-E9586058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138613"/>
            <a:ext cx="285750" cy="953"/>
          </a:xfrm>
          <a:custGeom xmlns:a="http://schemas.openxmlformats.org/drawingml/2006/main">
            <a:pathLst>
              <a:path w="285750" h="953">
                <a:moveTo>
                  <a:pt x="2857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1" name="dp44-comparison / n89 / arrow">
            <a:extLst xmlns:a="http://schemas.openxmlformats.org/drawingml/2006/main">
              <a:ext uri="{FF2B5EF4-FFF2-40B4-BE49-F238E27FC236}">
                <a16:creationId xmlns:a16="http://schemas.microsoft.com/office/drawing/2014/main" id="{BDB8A121-CDA9-4392-85DF-F1437E43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0776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2" name="dp44-comparison / n90 / path">
            <a:extLst xmlns:a="http://schemas.openxmlformats.org/drawingml/2006/main">
              <a:ext uri="{FF2B5EF4-FFF2-40B4-BE49-F238E27FC236}">
                <a16:creationId xmlns:a16="http://schemas.microsoft.com/office/drawing/2014/main" id="{DD134E7F-0E62-42B3-AF40-B8311F93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338638"/>
            <a:ext cx="285750" cy="953"/>
          </a:xfrm>
          <a:custGeom xmlns:a="http://schemas.openxmlformats.org/drawingml/2006/main">
            <a:pathLst>
              <a:path w="285750" h="953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3" name="dp44-comparison / n90 / arrow">
            <a:extLst xmlns:a="http://schemas.openxmlformats.org/drawingml/2006/main">
              <a:ext uri="{FF2B5EF4-FFF2-40B4-BE49-F238E27FC236}">
                <a16:creationId xmlns:a16="http://schemas.microsoft.com/office/drawing/2014/main" id="{62E89F14-22CC-437F-AD71-34121435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0980" y="42776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4" name="dp44-comparison / n91 / path">
            <a:extLst xmlns:a="http://schemas.openxmlformats.org/drawingml/2006/main">
              <a:ext uri="{FF2B5EF4-FFF2-40B4-BE49-F238E27FC236}">
                <a16:creationId xmlns:a16="http://schemas.microsoft.com/office/drawing/2014/main" id="{D32003D2-3B0E-4013-8C8D-2D477108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138613"/>
            <a:ext cx="733425" cy="953"/>
          </a:xfrm>
          <a:custGeom xmlns:a="http://schemas.openxmlformats.org/drawingml/2006/main">
            <a:pathLst>
              <a:path w="733425" h="953">
                <a:moveTo>
                  <a:pt x="0" y="0"/>
                </a:moveTo>
                <a:lnTo>
                  <a:pt x="7334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5" name="dp44-comparison / n91 / arrow">
            <a:extLst xmlns:a="http://schemas.openxmlformats.org/drawingml/2006/main">
              <a:ext uri="{FF2B5EF4-FFF2-40B4-BE49-F238E27FC236}">
                <a16:creationId xmlns:a16="http://schemas.microsoft.com/office/drawing/2014/main" id="{BEB8D4F4-9F71-4D2A-A946-0201EA2AD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0455" y="40776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6" name="dp44-comparison / n92 / path">
            <a:extLst xmlns:a="http://schemas.openxmlformats.org/drawingml/2006/main">
              <a:ext uri="{FF2B5EF4-FFF2-40B4-BE49-F238E27FC236}">
                <a16:creationId xmlns:a16="http://schemas.microsoft.com/office/drawing/2014/main" id="{A6D0C8A5-F8F1-491D-B426-FEA1FBE4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38638"/>
            <a:ext cx="733425" cy="953"/>
          </a:xfrm>
          <a:custGeom xmlns:a="http://schemas.openxmlformats.org/drawingml/2006/main">
            <a:pathLst>
              <a:path w="733425" h="953">
                <a:moveTo>
                  <a:pt x="73342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7" name="dp44-comparison / n92 / arrow">
            <a:extLst xmlns:a="http://schemas.openxmlformats.org/drawingml/2006/main">
              <a:ext uri="{FF2B5EF4-FFF2-40B4-BE49-F238E27FC236}">
                <a16:creationId xmlns:a16="http://schemas.microsoft.com/office/drawing/2014/main" id="{0F16AD54-3B35-4B7D-A2EE-28ED655F5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776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8" name="dp44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1DD10071-96F2-400F-AEB7-34B5675A5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457700"/>
            <a:ext cx="953" cy="714375"/>
          </a:xfrm>
          <a:custGeom xmlns:a="http://schemas.openxmlformats.org/drawingml/2006/main">
            <a:pathLst>
              <a:path w="953" h="714375">
                <a:moveTo>
                  <a:pt x="0" y="0"/>
                </a:move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9" name="dp44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33DA06A1-7209-4232-ACF9-B4BF50BB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1090" y="50501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0" name="dp44-comparison / n96 / path">
            <a:extLst xmlns:a="http://schemas.openxmlformats.org/drawingml/2006/main">
              <a:ext uri="{FF2B5EF4-FFF2-40B4-BE49-F238E27FC236}">
                <a16:creationId xmlns:a16="http://schemas.microsoft.com/office/drawing/2014/main" id="{7915186E-8CEB-49D3-82B3-9A93262A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57700"/>
            <a:ext cx="953" cy="714375"/>
          </a:xfrm>
          <a:custGeom xmlns:a="http://schemas.openxmlformats.org/drawingml/2006/main">
            <a:pathLst>
              <a:path w="953" h="714375">
                <a:moveTo>
                  <a:pt x="0" y="71437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101" name="dp44-comparison / n96 / arrow">
            <a:extLst xmlns:a="http://schemas.openxmlformats.org/drawingml/2006/main">
              <a:ext uri="{FF2B5EF4-FFF2-40B4-BE49-F238E27FC236}">
                <a16:creationId xmlns:a16="http://schemas.microsoft.com/office/drawing/2014/main" id="{B8124989-D530-4F06-8153-2CE304A7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8840" y="445770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2" name="dp44-comparison / n99 / path">
            <a:extLst xmlns:a="http://schemas.openxmlformats.org/drawingml/2006/main">
              <a:ext uri="{FF2B5EF4-FFF2-40B4-BE49-F238E27FC236}">
                <a16:creationId xmlns:a16="http://schemas.microsoft.com/office/drawing/2014/main" id="{4B798A45-30C4-413E-99EC-6CF41116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38625"/>
            <a:ext cx="733425" cy="1157288"/>
          </a:xfrm>
          <a:custGeom xmlns:a="http://schemas.openxmlformats.org/drawingml/2006/main">
            <a:pathLst>
              <a:path w="733425" h="1157288">
                <a:moveTo>
                  <a:pt x="0" y="166688"/>
                </a:moveTo>
                <a:lnTo>
                  <a:pt x="361950" y="0"/>
                </a:lnTo>
                <a:lnTo>
                  <a:pt x="361950" y="1152525"/>
                </a:lnTo>
                <a:lnTo>
                  <a:pt x="733425" y="11572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3" name="dp44-comparison / n99 / arrow">
            <a:extLst xmlns:a="http://schemas.openxmlformats.org/drawingml/2006/main">
              <a:ext uri="{FF2B5EF4-FFF2-40B4-BE49-F238E27FC236}">
                <a16:creationId xmlns:a16="http://schemas.microsoft.com/office/drawing/2014/main" id="{850F34DC-B90F-4B2E-B575-465C53C2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9684" y="5333395"/>
            <a:ext cx="122691" cy="121910"/>
          </a:xfrm>
          <a:custGeom xmlns:a="http://schemas.openxmlformats.org/drawingml/2006/main">
            <a:pathLst>
              <a:path w="122691" h="121910">
                <a:moveTo>
                  <a:pt x="0" y="121910"/>
                </a:moveTo>
                <a:lnTo>
                  <a:pt x="122691" y="62518"/>
                </a:lnTo>
                <a:lnTo>
                  <a:pt x="1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4" name="dp44-comparison / n102 / path">
            <a:extLst xmlns:a="http://schemas.openxmlformats.org/drawingml/2006/main">
              <a:ext uri="{FF2B5EF4-FFF2-40B4-BE49-F238E27FC236}">
                <a16:creationId xmlns:a16="http://schemas.microsoft.com/office/drawing/2014/main" id="{51EBBCC7-38BB-4791-97D4-B64D64715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6763" y="5619750"/>
            <a:ext cx="953" cy="247650"/>
          </a:xfrm>
          <a:custGeom xmlns:a="http://schemas.openxmlformats.org/drawingml/2006/main">
            <a:pathLst>
              <a:path w="953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5" name="dp44-comparison / n102 / arrow">
            <a:extLst xmlns:a="http://schemas.openxmlformats.org/drawingml/2006/main">
              <a:ext uri="{FF2B5EF4-FFF2-40B4-BE49-F238E27FC236}">
                <a16:creationId xmlns:a16="http://schemas.microsoft.com/office/drawing/2014/main" id="{87BA9D6F-83D6-47B0-B112-7CCDC961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803" y="57454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6" name="dp44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104C366D-7DB4-473E-A59D-2A856C54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457700"/>
            <a:ext cx="953" cy="990600"/>
          </a:xfrm>
          <a:custGeom xmlns:a="http://schemas.openxmlformats.org/drawingml/2006/main">
            <a:pathLst>
              <a:path w="953" h="990600">
                <a:moveTo>
                  <a:pt x="0" y="9906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7" name="dp44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E7AB4FAF-BA99-4088-905F-0E27A977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3665" y="445770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8" name="dp44-comparison / n108">
            <a:extLst xmlns:a="http://schemas.openxmlformats.org/drawingml/2006/main">
              <a:ext uri="{FF2B5EF4-FFF2-40B4-BE49-F238E27FC236}">
                <a16:creationId xmlns:a16="http://schemas.microsoft.com/office/drawing/2014/main" id="{15B9C65E-CD4B-4F7A-9180-AC1884E36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600825"/>
            <a:ext cx="21907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09" name="dp44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C6E114BE-62C5-41BB-A3DB-DC1B6EE8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6671786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Turn-Taking Control</a:t>
            </a:r>
          </a:p>
        </p:txBody>
      </p:sp>
      <p:sp>
        <p:nvSpPr>
          <p:cNvPr id="110" name="dp44-comparison / n110">
            <a:extLst xmlns:a="http://schemas.openxmlformats.org/drawingml/2006/main">
              <a:ext uri="{FF2B5EF4-FFF2-40B4-BE49-F238E27FC236}">
                <a16:creationId xmlns:a16="http://schemas.microsoft.com/office/drawing/2014/main" id="{354E8BBA-8BC4-4DCC-A9E6-D2DAD261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6600825"/>
            <a:ext cx="19907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1" name="dp44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C21FDC16-F553-42AE-A0BF-C2DA0D7B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6665595"/>
            <a:ext cx="18192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112" name="dp44-comparison / n112">
            <a:extLst xmlns:a="http://schemas.openxmlformats.org/drawingml/2006/main">
              <a:ext uri="{FF2B5EF4-FFF2-40B4-BE49-F238E27FC236}">
                <a16:creationId xmlns:a16="http://schemas.microsoft.com/office/drawing/2014/main" id="{7620CBDB-EDD2-47B9-B455-5F6AA1A3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6600825"/>
            <a:ext cx="1981200" cy="4191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13" name="dp44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FE3D07CD-D1EA-45B1-B29D-BF230D74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6762750"/>
            <a:ext cx="1809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114" name="dp44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30406A44-6F0A-4453-BB62-4AFBD9DDB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619750"/>
            <a:ext cx="4595813" cy="1157288"/>
          </a:xfrm>
          <a:custGeom xmlns:a="http://schemas.openxmlformats.org/drawingml/2006/main">
            <a:pathLst>
              <a:path w="4595813" h="1157288">
                <a:moveTo>
                  <a:pt x="4595813" y="0"/>
                </a:moveTo>
                <a:lnTo>
                  <a:pt x="4591050" y="857250"/>
                </a:lnTo>
                <a:lnTo>
                  <a:pt x="133350" y="857250"/>
                </a:lnTo>
                <a:lnTo>
                  <a:pt x="133350" y="1152525"/>
                </a:lnTo>
                <a:lnTo>
                  <a:pt x="0" y="115728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15" name="dp44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95BBE83B-3CB1-4F58-93F8-DFC891CC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6711765"/>
            <a:ext cx="124018" cy="121842"/>
          </a:xfrm>
          <a:custGeom xmlns:a="http://schemas.openxmlformats.org/drawingml/2006/main">
            <a:pathLst>
              <a:path w="124018" h="121842">
                <a:moveTo>
                  <a:pt x="119667" y="0"/>
                </a:moveTo>
                <a:lnTo>
                  <a:pt x="0" y="65273"/>
                </a:lnTo>
                <a:lnTo>
                  <a:pt x="124018" y="12184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16" name="dp44-comparison / n115 / path">
            <a:extLst xmlns:a="http://schemas.openxmlformats.org/drawingml/2006/main">
              <a:ext uri="{FF2B5EF4-FFF2-40B4-BE49-F238E27FC236}">
                <a16:creationId xmlns:a16="http://schemas.microsoft.com/office/drawing/2014/main" id="{B0872484-EFF7-4FF8-8C02-5B3C4C8E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57688"/>
            <a:ext cx="4181475" cy="2243138"/>
          </a:xfrm>
          <a:custGeom xmlns:a="http://schemas.openxmlformats.org/drawingml/2006/main">
            <a:pathLst>
              <a:path w="4181475" h="2243138">
                <a:moveTo>
                  <a:pt x="4181475" y="2243138"/>
                </a:moveTo>
                <a:lnTo>
                  <a:pt x="4171950" y="2071688"/>
                </a:lnTo>
                <a:lnTo>
                  <a:pt x="0" y="2071688"/>
                </a:lnTo>
                <a:lnTo>
                  <a:pt x="0" y="4763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117" name="dp44-comparison / n115 / arrow">
            <a:extLst xmlns:a="http://schemas.openxmlformats.org/drawingml/2006/main">
              <a:ext uri="{FF2B5EF4-FFF2-40B4-BE49-F238E27FC236}">
                <a16:creationId xmlns:a16="http://schemas.microsoft.com/office/drawing/2014/main" id="{4A34A041-F04C-4DF6-8802-854729BE3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8548" y="4301856"/>
            <a:ext cx="124352" cy="121814"/>
          </a:xfrm>
          <a:custGeom xmlns:a="http://schemas.openxmlformats.org/drawingml/2006/main">
            <a:pathLst>
              <a:path w="124352" h="121814">
                <a:moveTo>
                  <a:pt x="5076" y="121814"/>
                </a:moveTo>
                <a:lnTo>
                  <a:pt x="124352" y="55832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18" name="dp44-comparison / n118 / path">
            <a:extLst xmlns:a="http://schemas.openxmlformats.org/drawingml/2006/main">
              <a:ext uri="{FF2B5EF4-FFF2-40B4-BE49-F238E27FC236}">
                <a16:creationId xmlns:a16="http://schemas.microsoft.com/office/drawing/2014/main" id="{A76BAECA-6D1E-42E1-B7E9-75BAB18D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6777038"/>
            <a:ext cx="704850" cy="953"/>
          </a:xfrm>
          <a:custGeom xmlns:a="http://schemas.openxmlformats.org/drawingml/2006/main">
            <a:pathLst>
              <a:path w="704850" h="953">
                <a:moveTo>
                  <a:pt x="0" y="0"/>
                </a:moveTo>
                <a:lnTo>
                  <a:pt x="704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19" name="dp44-comparison / n118 / arrow">
            <a:extLst xmlns:a="http://schemas.openxmlformats.org/drawingml/2006/main">
              <a:ext uri="{FF2B5EF4-FFF2-40B4-BE49-F238E27FC236}">
                <a16:creationId xmlns:a16="http://schemas.microsoft.com/office/drawing/2014/main" id="{148D81B4-0A7C-472A-9BB9-2D94895F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3880" y="6716078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20" name="dp44-comparison / n119 / path">
            <a:extLst xmlns:a="http://schemas.openxmlformats.org/drawingml/2006/main">
              <a:ext uri="{FF2B5EF4-FFF2-40B4-BE49-F238E27FC236}">
                <a16:creationId xmlns:a16="http://schemas.microsoft.com/office/drawing/2014/main" id="{975C2373-F668-40D2-B6A6-70629F6C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6777038"/>
            <a:ext cx="742950" cy="33338"/>
          </a:xfrm>
          <a:custGeom xmlns:a="http://schemas.openxmlformats.org/drawingml/2006/main">
            <a:pathLst>
              <a:path w="742950" h="33338">
                <a:moveTo>
                  <a:pt x="0" y="0"/>
                </a:moveTo>
                <a:lnTo>
                  <a:pt x="742950" y="333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21" name="dp44-comparison / n119 / arrow">
            <a:extLst xmlns:a="http://schemas.openxmlformats.org/drawingml/2006/main">
              <a:ext uri="{FF2B5EF4-FFF2-40B4-BE49-F238E27FC236}">
                <a16:creationId xmlns:a16="http://schemas.microsoft.com/office/drawing/2014/main" id="{2C6BD998-D79F-4826-8477-C9E78BEE5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4945" y="6744011"/>
            <a:ext cx="124530" cy="121797"/>
          </a:xfrm>
          <a:custGeom xmlns:a="http://schemas.openxmlformats.org/drawingml/2006/main">
            <a:pathLst>
              <a:path w="124530" h="121797">
                <a:moveTo>
                  <a:pt x="0" y="121797"/>
                </a:moveTo>
                <a:lnTo>
                  <a:pt x="124530" y="66364"/>
                </a:lnTo>
                <a:lnTo>
                  <a:pt x="546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22" name="dp44-comparison / n120 / path">
            <a:extLst xmlns:a="http://schemas.openxmlformats.org/drawingml/2006/main">
              <a:ext uri="{FF2B5EF4-FFF2-40B4-BE49-F238E27FC236}">
                <a16:creationId xmlns:a16="http://schemas.microsoft.com/office/drawing/2014/main" id="{91701A99-2403-4DAB-AB6D-19E2BBB8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163" y="5495925"/>
            <a:ext cx="3957638" cy="1104900"/>
          </a:xfrm>
          <a:custGeom xmlns:a="http://schemas.openxmlformats.org/drawingml/2006/main">
            <a:pathLst>
              <a:path w="3957638" h="1104900">
                <a:moveTo>
                  <a:pt x="0" y="1104900"/>
                </a:moveTo>
                <a:lnTo>
                  <a:pt x="4763" y="990600"/>
                </a:lnTo>
                <a:lnTo>
                  <a:pt x="3957638" y="990600"/>
                </a:lnTo>
                <a:lnTo>
                  <a:pt x="3957638" y="0"/>
                </a:lnTo>
                <a:lnTo>
                  <a:pt x="3709988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23" name="dp44-comparison / n120 / arrow">
            <a:extLst xmlns:a="http://schemas.openxmlformats.org/drawingml/2006/main">
              <a:ext uri="{FF2B5EF4-FFF2-40B4-BE49-F238E27FC236}">
                <a16:creationId xmlns:a16="http://schemas.microsoft.com/office/drawing/2014/main" id="{005612B7-F1BB-42C6-B8CE-78A4AF98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437395"/>
            <a:ext cx="123070" cy="121897"/>
          </a:xfrm>
          <a:custGeom xmlns:a="http://schemas.openxmlformats.org/drawingml/2006/main">
            <a:pathLst>
              <a:path w="123070" h="121897">
                <a:moveTo>
                  <a:pt x="120725" y="0"/>
                </a:moveTo>
                <a:lnTo>
                  <a:pt x="0" y="63293"/>
                </a:lnTo>
                <a:lnTo>
                  <a:pt x="123070" y="121897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24" name="dp44-comparison / n63">
            <a:extLst xmlns:a="http://schemas.openxmlformats.org/drawingml/2006/main">
              <a:ext uri="{FF2B5EF4-FFF2-40B4-BE49-F238E27FC236}">
                <a16:creationId xmlns:a16="http://schemas.microsoft.com/office/drawing/2014/main" id="{4DC173BE-BAE3-44A6-9A02-3C389BA1B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2990850"/>
            <a:ext cx="432511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dp44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39C13774-59AC-464C-AAC5-7096E08EC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3000375"/>
            <a:ext cx="5514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u2: 즉시 output fence / 미전송 효과 hold</a:t>
            </a:r>
          </a:p>
        </p:txBody>
      </p:sp>
      <p:sp>
        <p:nvSpPr>
          <p:cNvPr id="126" name="dp44-comparison / n65">
            <a:extLst xmlns:a="http://schemas.openxmlformats.org/drawingml/2006/main">
              <a:ext uri="{FF2B5EF4-FFF2-40B4-BE49-F238E27FC236}">
                <a16:creationId xmlns:a16="http://schemas.microsoft.com/office/drawing/2014/main" id="{70B1C6DF-94AE-440C-AB76-2D9A0D42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990850"/>
            <a:ext cx="131330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dp44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3AB64640-B79B-473A-9FA8-2C4F0039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000375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확인된 Q1 / r1</a:t>
            </a:r>
          </a:p>
        </p:txBody>
      </p:sp>
      <p:sp>
        <p:nvSpPr>
          <p:cNvPr id="128" name="dp44-comparison / n67">
            <a:extLst xmlns:a="http://schemas.openxmlformats.org/drawingml/2006/main">
              <a:ext uri="{FF2B5EF4-FFF2-40B4-BE49-F238E27FC236}">
                <a16:creationId xmlns:a16="http://schemas.microsoft.com/office/drawing/2014/main" id="{9FE9EAD4-4698-4C26-A282-BB484EBD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2381250"/>
            <a:ext cx="443522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p44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3C4257E5-7AEC-4303-AB65-894E68B6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2390775"/>
            <a:ext cx="77057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P1 설명 중 u2 “잠깐, 표부터” + 메일 Task의 Q1 질문</a:t>
            </a:r>
          </a:p>
        </p:txBody>
      </p:sp>
      <p:sp>
        <p:nvSpPr>
          <p:cNvPr id="130" name="dp44-comparison / n93">
            <a:extLst xmlns:a="http://schemas.openxmlformats.org/drawingml/2006/main">
              <a:ext uri="{FF2B5EF4-FFF2-40B4-BE49-F238E27FC236}">
                <a16:creationId xmlns:a16="http://schemas.microsoft.com/office/drawing/2014/main" id="{0DF28052-6556-4DB1-8F86-4155C957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4562475"/>
            <a:ext cx="3930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4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D835DFFD-7DFA-4256-9B19-CE4132F8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572000"/>
            <a:ext cx="53816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1 의미와 후보의 반환 회수 / 다음 처리의 재배정</a:t>
            </a:r>
          </a:p>
        </p:txBody>
      </p:sp>
      <p:sp>
        <p:nvSpPr>
          <p:cNvPr id="132" name="dp44-comparison / n97">
            <a:extLst xmlns:a="http://schemas.openxmlformats.org/drawingml/2006/main">
              <a:ext uri="{FF2B5EF4-FFF2-40B4-BE49-F238E27FC236}">
                <a16:creationId xmlns:a16="http://schemas.microsoft.com/office/drawing/2014/main" id="{E547FDAA-8230-44ED-8DD4-FA0599708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76800"/>
            <a:ext cx="218846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dp44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378C7B32-9A5E-43AF-AD20-96956B5D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886325"/>
            <a:ext cx="26003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대기 ID / revision / 후보</a:t>
            </a:r>
          </a:p>
        </p:txBody>
      </p:sp>
      <p:sp>
        <p:nvSpPr>
          <p:cNvPr id="134" name="dp44-comparison / n100">
            <a:extLst xmlns:a="http://schemas.openxmlformats.org/drawingml/2006/main">
              <a:ext uri="{FF2B5EF4-FFF2-40B4-BE49-F238E27FC236}">
                <a16:creationId xmlns:a16="http://schemas.microsoft.com/office/drawing/2014/main" id="{A5D40110-479D-444E-992D-A6A2726C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676775"/>
            <a:ext cx="158534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dp44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DE5A04B4-76B9-4355-8A63-9C2F6AA6C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86300"/>
            <a:ext cx="19145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2 현재 검사와 게시</a:t>
            </a:r>
          </a:p>
        </p:txBody>
      </p:sp>
      <p:sp>
        <p:nvSpPr>
          <p:cNvPr id="136" name="dp44-comparison / n104">
            <a:extLst xmlns:a="http://schemas.openxmlformats.org/drawingml/2006/main">
              <a:ext uri="{FF2B5EF4-FFF2-40B4-BE49-F238E27FC236}">
                <a16:creationId xmlns:a16="http://schemas.microsoft.com/office/drawing/2014/main" id="{3BEE7C8B-4AEE-4E67-9F85-343B6C54E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5162550"/>
            <a:ext cx="178612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dp44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0E82D7F3-94BE-4748-A45A-1208F9E9F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5172075"/>
            <a:ext cx="22955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승인 Direct 후보 통과</a:t>
            </a:r>
          </a:p>
        </p:txBody>
      </p:sp>
      <p:sp>
        <p:nvSpPr>
          <p:cNvPr id="138" name="dp44-comparison / n106">
            <a:extLst xmlns:a="http://schemas.openxmlformats.org/drawingml/2006/main">
              <a:ext uri="{FF2B5EF4-FFF2-40B4-BE49-F238E27FC236}">
                <a16:creationId xmlns:a16="http://schemas.microsoft.com/office/drawing/2014/main" id="{891C0F74-9457-4EFF-B277-F0F2C281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791200"/>
            <a:ext cx="21061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dp44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C1635C25-27FB-407F-B98C-E6C507C82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5800725"/>
            <a:ext cx="28003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후속 처리의 중앙 상태 유지</a:t>
            </a:r>
          </a:p>
        </p:txBody>
      </p:sp>
      <p:sp>
        <p:nvSpPr>
          <p:cNvPr id="140" name="dp44-comparison / n116">
            <a:extLst xmlns:a="http://schemas.openxmlformats.org/drawingml/2006/main">
              <a:ext uri="{FF2B5EF4-FFF2-40B4-BE49-F238E27FC236}">
                <a16:creationId xmlns:a16="http://schemas.microsoft.com/office/drawing/2014/main" id="{1FC536B5-31B3-4A0B-88FB-81E63922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7172325"/>
            <a:ext cx="38458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p44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C6663649-2591-4D7F-BFAE-0622D4EA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7181850"/>
            <a:ext cx="46958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실제 전달 후 receipt → 게시 상태와 대기 연결</a:t>
            </a:r>
          </a:p>
        </p:txBody>
      </p:sp>
      <p:sp>
        <p:nvSpPr>
          <p:cNvPr id="142" name="dp44-comparison / n121">
            <a:extLst xmlns:a="http://schemas.openxmlformats.org/drawingml/2006/main">
              <a:ext uri="{FF2B5EF4-FFF2-40B4-BE49-F238E27FC236}">
                <a16:creationId xmlns:a16="http://schemas.microsoft.com/office/drawing/2014/main" id="{62237E10-F17D-481A-A640-BCC08837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6305550"/>
            <a:ext cx="3810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dp44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29E49883-0B39-41F3-BF8C-20C49CCB8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315075"/>
            <a:ext cx="48958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Interaction Manager / 표시와 재생의 실제 경계</a:t>
            </a:r>
          </a:p>
        </p:txBody>
      </p:sp>
      <p:sp>
        <p:nvSpPr>
          <p:cNvPr id="144" name="dp44-comparison / n123">
            <a:extLst xmlns:a="http://schemas.openxmlformats.org/drawingml/2006/main">
              <a:ext uri="{FF2B5EF4-FFF2-40B4-BE49-F238E27FC236}">
                <a16:creationId xmlns:a16="http://schemas.microsoft.com/office/drawing/2014/main" id="{622B44BE-BB30-43EE-94C7-FDD1D906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72350"/>
            <a:ext cx="637336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dp44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57176521-F670-4B51-B0BF-0532639D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381875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 Q1 제시 확인 후 Publication Control → Request Controller의 focus 갱신</a:t>
            </a:r>
          </a:p>
        </p:txBody>
      </p:sp>
      <p:sp>
        <p:nvSpPr>
          <p:cNvPr id="146" name="dp44-comparison / n125">
            <a:extLst xmlns:a="http://schemas.openxmlformats.org/drawingml/2006/main">
              <a:ext uri="{FF2B5EF4-FFF2-40B4-BE49-F238E27FC236}">
                <a16:creationId xmlns:a16="http://schemas.microsoft.com/office/drawing/2014/main" id="{ED7887CD-F49D-4C45-9C82-907FF199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7" name="dp44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B86B75A2-A6FF-4032-B6F2-761B33C5F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48" name="dp44-comparison / n127">
            <a:extLst xmlns:a="http://schemas.openxmlformats.org/drawingml/2006/main">
              <a:ext uri="{FF2B5EF4-FFF2-40B4-BE49-F238E27FC236}">
                <a16:creationId xmlns:a16="http://schemas.microsoft.com/office/drawing/2014/main" id="{C98DCB85-669A-46FB-908A-16ED9ACF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73025" y="2590800"/>
            <a:ext cx="230505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49" name="dp44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3F67B29F-6965-43DD-83D2-2F1BD81F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26555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Input Control Gate</a:t>
            </a:r>
          </a:p>
        </p:txBody>
      </p:sp>
      <p:sp>
        <p:nvSpPr>
          <p:cNvPr id="150" name="dp44-comparison / n129">
            <a:extLst xmlns:a="http://schemas.openxmlformats.org/drawingml/2006/main">
              <a:ext uri="{FF2B5EF4-FFF2-40B4-BE49-F238E27FC236}">
                <a16:creationId xmlns:a16="http://schemas.microsoft.com/office/drawing/2014/main" id="{17684FEF-2FEF-461E-B037-36EF98C6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2590800"/>
            <a:ext cx="1952625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51" name="dp44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4A4235BF-5150-4196-A3A0-8F1B0B85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2925" y="2655570"/>
            <a:ext cx="1781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52" name="dp44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9E282EDF-C106-47A8-BFDD-FF30AB3B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53900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3" name="dp44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416BC0F9-16CF-4D47-A48B-078A7554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1105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4" name="dp44-comparison / n132 / path">
            <a:extLst xmlns:a="http://schemas.openxmlformats.org/drawingml/2006/main">
              <a:ext uri="{FF2B5EF4-FFF2-40B4-BE49-F238E27FC236}">
                <a16:creationId xmlns:a16="http://schemas.microsoft.com/office/drawing/2014/main" id="{E947F5D9-5819-4F8C-B2DD-A403A19A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8075" y="276701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5" name="dp44-comparison / n132 / arrow">
            <a:extLst xmlns:a="http://schemas.openxmlformats.org/drawingml/2006/main">
              <a:ext uri="{FF2B5EF4-FFF2-40B4-BE49-F238E27FC236}">
                <a16:creationId xmlns:a16="http://schemas.microsoft.com/office/drawing/2014/main" id="{A0DE7BFC-6A44-417F-9C7B-34DC4481D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75280" y="270605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6" name="dp44-comparison / n139">
            <a:extLst xmlns:a="http://schemas.openxmlformats.org/drawingml/2006/main">
              <a:ext uri="{FF2B5EF4-FFF2-40B4-BE49-F238E27FC236}">
                <a16:creationId xmlns:a16="http://schemas.microsoft.com/office/drawing/2014/main" id="{CB4F943F-8884-4BB6-8CF3-3B0BFBCA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371850"/>
            <a:ext cx="7800975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7" name="dp44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BB89EFC1-E70A-4FE5-AABC-75E4989C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46710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Reactive Interaction Runtime</a:t>
            </a:r>
          </a:p>
        </p:txBody>
      </p:sp>
      <p:sp>
        <p:nvSpPr>
          <p:cNvPr id="158" name="dp44-comparison / n141">
            <a:extLst xmlns:a="http://schemas.openxmlformats.org/drawingml/2006/main">
              <a:ext uri="{FF2B5EF4-FFF2-40B4-BE49-F238E27FC236}">
                <a16:creationId xmlns:a16="http://schemas.microsoft.com/office/drawing/2014/main" id="{13194CE9-3ECB-40B6-8FF1-44A70B2A8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3838575"/>
            <a:ext cx="2333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59" name="dp44-comparison / n142 / text 1">
            <a:extLst xmlns:a="http://schemas.openxmlformats.org/drawingml/2006/main">
              <a:ext uri="{FF2B5EF4-FFF2-40B4-BE49-F238E27FC236}">
                <a16:creationId xmlns:a16="http://schemas.microsoft.com/office/drawing/2014/main" id="{B0CA6032-6BCC-4789-9A27-A3BF9C1F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933349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Input Resolution Stage</a:t>
            </a:r>
          </a:p>
        </p:txBody>
      </p:sp>
      <p:sp>
        <p:nvSpPr>
          <p:cNvPr id="160" name="dp44-comparison / n143">
            <a:extLst xmlns:a="http://schemas.openxmlformats.org/drawingml/2006/main">
              <a:ext uri="{FF2B5EF4-FFF2-40B4-BE49-F238E27FC236}">
                <a16:creationId xmlns:a16="http://schemas.microsoft.com/office/drawing/2014/main" id="{D5878EFC-3CAA-4BF4-A505-417E2D1E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400550"/>
            <a:ext cx="2333625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61" name="dp44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F0D16313-D545-48D1-96A2-9691A246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562475"/>
            <a:ext cx="21621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Input Window</a:t>
            </a:r>
          </a:p>
        </p:txBody>
      </p:sp>
      <p:sp>
        <p:nvSpPr>
          <p:cNvPr id="162" name="dp44-comparison / n145">
            <a:extLst xmlns:a="http://schemas.openxmlformats.org/drawingml/2006/main">
              <a:ext uri="{FF2B5EF4-FFF2-40B4-BE49-F238E27FC236}">
                <a16:creationId xmlns:a16="http://schemas.microsoft.com/office/drawing/2014/main" id="{6450C22A-7207-4243-87DB-474290910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3838575"/>
            <a:ext cx="2305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63" name="dp44-comparison / n146 / text 1">
            <a:extLst xmlns:a="http://schemas.openxmlformats.org/drawingml/2006/main">
              <a:ext uri="{FF2B5EF4-FFF2-40B4-BE49-F238E27FC236}">
                <a16:creationId xmlns:a16="http://schemas.microsoft.com/office/drawing/2014/main" id="{E8B13FD0-D847-4D34-A54E-12D9FC77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3927158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Task Notice Stage</a:t>
            </a:r>
          </a:p>
        </p:txBody>
      </p:sp>
      <p:sp>
        <p:nvSpPr>
          <p:cNvPr id="164" name="dp44-comparison / n147">
            <a:extLst xmlns:a="http://schemas.openxmlformats.org/drawingml/2006/main">
              <a:ext uri="{FF2B5EF4-FFF2-40B4-BE49-F238E27FC236}">
                <a16:creationId xmlns:a16="http://schemas.microsoft.com/office/drawing/2014/main" id="{5C87E708-7BEF-4662-8164-B4D1CCAF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4400550"/>
            <a:ext cx="23050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65" name="dp44-comparison / n148 / text 1">
            <a:extLst xmlns:a="http://schemas.openxmlformats.org/drawingml/2006/main">
              <a:ext uri="{FF2B5EF4-FFF2-40B4-BE49-F238E27FC236}">
                <a16:creationId xmlns:a16="http://schemas.microsoft.com/office/drawing/2014/main" id="{AC92B05F-22C3-44BA-8A26-7D1C3B38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562475"/>
            <a:ext cx="2133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Notice Window</a:t>
            </a:r>
          </a:p>
        </p:txBody>
      </p:sp>
      <p:sp>
        <p:nvSpPr>
          <p:cNvPr id="166" name="dp44-comparison / n149">
            <a:extLst xmlns:a="http://schemas.openxmlformats.org/drawingml/2006/main">
              <a:ext uri="{FF2B5EF4-FFF2-40B4-BE49-F238E27FC236}">
                <a16:creationId xmlns:a16="http://schemas.microsoft.com/office/drawing/2014/main" id="{1D2F6984-6F98-4E4F-82C0-C7F00082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105400"/>
            <a:ext cx="2333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67" name="dp44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3696769C-CFF6-4209-85E5-E716A099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20350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68" name="dp44-comparison / n151">
            <a:extLst xmlns:a="http://schemas.openxmlformats.org/drawingml/2006/main">
              <a:ext uri="{FF2B5EF4-FFF2-40B4-BE49-F238E27FC236}">
                <a16:creationId xmlns:a16="http://schemas.microsoft.com/office/drawing/2014/main" id="{276AE2BC-C983-4D9C-B452-970A7948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762625"/>
            <a:ext cx="23336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69" name="dp44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0B17D71D-BCB0-46F4-99AC-670287143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836920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Voice Runtime</a:t>
            </a:r>
          </a:p>
        </p:txBody>
      </p:sp>
      <p:sp>
        <p:nvSpPr>
          <p:cNvPr id="170" name="dp44-comparison / n153">
            <a:extLst xmlns:a="http://schemas.openxmlformats.org/drawingml/2006/main">
              <a:ext uri="{FF2B5EF4-FFF2-40B4-BE49-F238E27FC236}">
                <a16:creationId xmlns:a16="http://schemas.microsoft.com/office/drawing/2014/main" id="{E60F5DA9-8ED2-4E35-85E0-21C47098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5105400"/>
            <a:ext cx="2305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71" name="dp44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24A4A0CB-9BBE-4AAB-8FAC-E45A1B80A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203508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Composer</a:t>
            </a:r>
          </a:p>
        </p:txBody>
      </p:sp>
      <p:sp>
        <p:nvSpPr>
          <p:cNvPr id="172" name="dp44-comparison / n155">
            <a:extLst xmlns:a="http://schemas.openxmlformats.org/drawingml/2006/main">
              <a:ext uri="{FF2B5EF4-FFF2-40B4-BE49-F238E27FC236}">
                <a16:creationId xmlns:a16="http://schemas.microsoft.com/office/drawing/2014/main" id="{6CC190C7-4EFE-4AA5-A105-0F6DBD735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5105400"/>
            <a:ext cx="21050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73" name="dp44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1734DE1A-37C7-4FB9-81F0-7571AAE7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25" y="5203508"/>
            <a:ext cx="19335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Publication Join</a:t>
            </a:r>
          </a:p>
        </p:txBody>
      </p:sp>
      <p:sp>
        <p:nvSpPr>
          <p:cNvPr id="174" name="dp44-comparison / n157">
            <a:extLst xmlns:a="http://schemas.openxmlformats.org/drawingml/2006/main">
              <a:ext uri="{FF2B5EF4-FFF2-40B4-BE49-F238E27FC236}">
                <a16:creationId xmlns:a16="http://schemas.microsoft.com/office/drawing/2014/main" id="{6912DA43-5D8F-489F-A377-1F1F324F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5724525"/>
            <a:ext cx="2105025" cy="3810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75" name="dp44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54CEF766-50CC-458D-B97D-870E2171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1125" y="5886450"/>
            <a:ext cx="19335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Window</a:t>
            </a:r>
          </a:p>
        </p:txBody>
      </p:sp>
      <p:sp>
        <p:nvSpPr>
          <p:cNvPr id="176" name="dp44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A774799B-351C-4712-9B1C-6840EE9B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943225"/>
            <a:ext cx="2733675" cy="895350"/>
          </a:xfrm>
          <a:custGeom xmlns:a="http://schemas.openxmlformats.org/drawingml/2006/main">
            <a:pathLst>
              <a:path w="2733675" h="895350">
                <a:moveTo>
                  <a:pt x="2733675" y="0"/>
                </a:moveTo>
                <a:lnTo>
                  <a:pt x="2733675" y="323850"/>
                </a:lnTo>
                <a:lnTo>
                  <a:pt x="0" y="323850"/>
                </a:lnTo>
                <a:lnTo>
                  <a:pt x="4763" y="8953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77" name="dp44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8B02213C-7803-4BE4-8372-8556AE35B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664" y="3716151"/>
            <a:ext cx="121916" cy="122424"/>
          </a:xfrm>
          <a:custGeom xmlns:a="http://schemas.openxmlformats.org/drawingml/2006/main">
            <a:pathLst>
              <a:path w="121916" h="122424">
                <a:moveTo>
                  <a:pt x="0" y="1016"/>
                </a:moveTo>
                <a:lnTo>
                  <a:pt x="61974" y="122424"/>
                </a:lnTo>
                <a:lnTo>
                  <a:pt x="121916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78" name="dp44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88F555AF-7202-426C-AD87-7D09E31B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2943225"/>
            <a:ext cx="371475" cy="895350"/>
          </a:xfrm>
          <a:custGeom xmlns:a="http://schemas.openxmlformats.org/drawingml/2006/main">
            <a:pathLst>
              <a:path w="371475" h="895350">
                <a:moveTo>
                  <a:pt x="366713" y="0"/>
                </a:moveTo>
                <a:lnTo>
                  <a:pt x="371475" y="333375"/>
                </a:lnTo>
                <a:lnTo>
                  <a:pt x="0" y="333375"/>
                </a:lnTo>
                <a:lnTo>
                  <a:pt x="0" y="8953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79" name="dp44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EEF0A943-1B29-4F13-9AD0-51C7D6EA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37166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0" name="dp44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225F89CF-EE0C-479F-A999-09B807EE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638" y="4238625"/>
            <a:ext cx="953" cy="161925"/>
          </a:xfrm>
          <a:custGeom xmlns:a="http://schemas.openxmlformats.org/drawingml/2006/main">
            <a:pathLst>
              <a:path w="953" h="161925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1" name="dp44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F782F383-98CD-4805-89D9-191B034CB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5678" y="42786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2" name="dp44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78FFB090-A08B-458D-9B50-1743EE35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638" y="4772025"/>
            <a:ext cx="953" cy="333375"/>
          </a:xfrm>
          <a:custGeom xmlns:a="http://schemas.openxmlformats.org/drawingml/2006/main">
            <a:pathLst>
              <a:path w="953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3" name="dp44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3976E430-CF98-4894-9097-A9F8D79A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5678" y="49834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4" name="dp44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05E31202-2DDC-4692-A687-66B6160F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4238625"/>
            <a:ext cx="953" cy="161925"/>
          </a:xfrm>
          <a:custGeom xmlns:a="http://schemas.openxmlformats.org/drawingml/2006/main">
            <a:pathLst>
              <a:path w="953" h="161925">
                <a:moveTo>
                  <a:pt x="0" y="0"/>
                </a:moveTo>
                <a:lnTo>
                  <a:pt x="0" y="161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5" name="dp44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65007464-0CE9-4A8E-BEFD-C01B6F65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42786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6" name="dp44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A8452C5F-7DE4-418E-95E7-F52AA807E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4772025"/>
            <a:ext cx="953" cy="333375"/>
          </a:xfrm>
          <a:custGeom xmlns:a="http://schemas.openxmlformats.org/drawingml/2006/main">
            <a:pathLst>
              <a:path w="953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7" name="dp44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C9B664A4-F51B-474E-AEE3-9374E0DC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49834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8" name="dp44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C6F4BC6D-F332-4EF7-9647-0FA6C6E8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5229225"/>
            <a:ext cx="361950" cy="953"/>
          </a:xfrm>
          <a:custGeom xmlns:a="http://schemas.openxmlformats.org/drawingml/2006/main">
            <a:pathLst>
              <a:path w="361950" h="953">
                <a:moveTo>
                  <a:pt x="0" y="0"/>
                </a:moveTo>
                <a:lnTo>
                  <a:pt x="3619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9" name="dp44-comparison / n165 / arrow">
            <a:extLst xmlns:a="http://schemas.openxmlformats.org/drawingml/2006/main">
              <a:ext uri="{FF2B5EF4-FFF2-40B4-BE49-F238E27FC236}">
                <a16:creationId xmlns:a16="http://schemas.microsoft.com/office/drawing/2014/main" id="{A17BFB7E-75EC-4939-8AAE-87A0943FA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480" y="51682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0" name="dp44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878ADB97-8281-47F6-A6FC-2A354F9C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5314950"/>
            <a:ext cx="3009900" cy="314325"/>
          </a:xfrm>
          <a:custGeom xmlns:a="http://schemas.openxmlformats.org/drawingml/2006/main">
            <a:pathLst>
              <a:path w="3009900" h="314325">
                <a:moveTo>
                  <a:pt x="4763" y="209550"/>
                </a:moveTo>
                <a:lnTo>
                  <a:pt x="0" y="314325"/>
                </a:lnTo>
                <a:lnTo>
                  <a:pt x="2876550" y="314325"/>
                </a:lnTo>
                <a:lnTo>
                  <a:pt x="2876550" y="0"/>
                </a:lnTo>
                <a:lnTo>
                  <a:pt x="3009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1" name="dp44-comparison / n166 / arrow">
            <a:extLst xmlns:a="http://schemas.openxmlformats.org/drawingml/2006/main">
              <a:ext uri="{FF2B5EF4-FFF2-40B4-BE49-F238E27FC236}">
                <a16:creationId xmlns:a16="http://schemas.microsoft.com/office/drawing/2014/main" id="{12111578-E38E-445C-B5E5-D3C8006D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2355" y="52539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2" name="dp44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E1990236-4672-4E8A-8781-DA27FD96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6638" y="5524500"/>
            <a:ext cx="953" cy="238125"/>
          </a:xfrm>
          <a:custGeom xmlns:a="http://schemas.openxmlformats.org/drawingml/2006/main">
            <a:pathLst>
              <a:path w="953" h="238125">
                <a:moveTo>
                  <a:pt x="0" y="238125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3" name="dp44-comparison / n167 / arrow">
            <a:extLst xmlns:a="http://schemas.openxmlformats.org/drawingml/2006/main">
              <a:ext uri="{FF2B5EF4-FFF2-40B4-BE49-F238E27FC236}">
                <a16:creationId xmlns:a16="http://schemas.microsoft.com/office/drawing/2014/main" id="{0FA5ECE7-7286-415C-826B-DEAC3ADB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5678" y="552450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4" name="dp44-comparison / n170 / path">
            <a:extLst xmlns:a="http://schemas.openxmlformats.org/drawingml/2006/main">
              <a:ext uri="{FF2B5EF4-FFF2-40B4-BE49-F238E27FC236}">
                <a16:creationId xmlns:a16="http://schemas.microsoft.com/office/drawing/2014/main" id="{B03DE6F1-8B33-4A16-83E9-71645203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425" y="5229225"/>
            <a:ext cx="323850" cy="953"/>
          </a:xfrm>
          <a:custGeom xmlns:a="http://schemas.openxmlformats.org/drawingml/2006/main">
            <a:pathLst>
              <a:path w="323850" h="953">
                <a:moveTo>
                  <a:pt x="3238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5" name="dp44-comparison / n170 / arrow">
            <a:extLst xmlns:a="http://schemas.openxmlformats.org/drawingml/2006/main">
              <a:ext uri="{FF2B5EF4-FFF2-40B4-BE49-F238E27FC236}">
                <a16:creationId xmlns:a16="http://schemas.microsoft.com/office/drawing/2014/main" id="{12194E9D-AC06-4375-B3B3-2A81351A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425" y="516826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6" name="dp44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988AC1C6-F109-4124-8B11-0B2A3EDE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7913" y="5524500"/>
            <a:ext cx="953" cy="200025"/>
          </a:xfrm>
          <a:custGeom xmlns:a="http://schemas.openxmlformats.org/drawingml/2006/main">
            <a:pathLst>
              <a:path w="953" h="200025">
                <a:moveTo>
                  <a:pt x="0" y="0"/>
                </a:moveTo>
                <a:lnTo>
                  <a:pt x="0" y="2000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7" name="dp44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64BF0E07-AC30-43BB-8141-C72AAB749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953" y="56026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8" name="dp44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663B25B2-2B87-4475-8778-8C8F4648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676650"/>
            <a:ext cx="1414463" cy="1428750"/>
          </a:xfrm>
          <a:custGeom xmlns:a="http://schemas.openxmlformats.org/drawingml/2006/main">
            <a:pathLst>
              <a:path w="1414463" h="1428750">
                <a:moveTo>
                  <a:pt x="1414463" y="1428750"/>
                </a:moveTo>
                <a:lnTo>
                  <a:pt x="1409700" y="0"/>
                </a:lnTo>
                <a:lnTo>
                  <a:pt x="209550" y="0"/>
                </a:lnTo>
                <a:lnTo>
                  <a:pt x="209550" y="457200"/>
                </a:lnTo>
                <a:lnTo>
                  <a:pt x="0" y="457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99" name="dp44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AA4D2E5C-97F1-4A19-A363-C87AA03CF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40728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00" name="dp44-comparison / n181">
            <a:extLst xmlns:a="http://schemas.openxmlformats.org/drawingml/2006/main">
              <a:ext uri="{FF2B5EF4-FFF2-40B4-BE49-F238E27FC236}">
                <a16:creationId xmlns:a16="http://schemas.microsoft.com/office/drawing/2014/main" id="{C1DCE6D1-2179-46AA-93E2-1F2F2332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6477000"/>
            <a:ext cx="23050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201" name="dp44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EFA775E9-00BB-4EFA-B999-6C869708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6579870"/>
            <a:ext cx="21336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Control</a:t>
            </a:r>
          </a:p>
        </p:txBody>
      </p:sp>
      <p:sp>
        <p:nvSpPr>
          <p:cNvPr id="202" name="dp44-comparison / n183">
            <a:extLst xmlns:a="http://schemas.openxmlformats.org/drawingml/2006/main">
              <a:ext uri="{FF2B5EF4-FFF2-40B4-BE49-F238E27FC236}">
                <a16:creationId xmlns:a16="http://schemas.microsoft.com/office/drawing/2014/main" id="{5BB33F2D-D181-409B-B6BB-32B418BB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7000875"/>
            <a:ext cx="23050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03" name="dp44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8ABC24F4-69BD-428F-84D0-78A17CF2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7162800"/>
            <a:ext cx="21336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204" name="dp44-comparison / n185">
            <a:extLst xmlns:a="http://schemas.openxmlformats.org/drawingml/2006/main">
              <a:ext uri="{FF2B5EF4-FFF2-40B4-BE49-F238E27FC236}">
                <a16:creationId xmlns:a16="http://schemas.microsoft.com/office/drawing/2014/main" id="{3258BE45-60D0-404A-AAE4-B2973E67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6477000"/>
            <a:ext cx="2324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205" name="dp44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4D607B61-B7BA-439A-A853-BB300C656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6562249"/>
            <a:ext cx="21526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Turn-Taking Control</a:t>
            </a:r>
          </a:p>
        </p:txBody>
      </p:sp>
      <p:sp>
        <p:nvSpPr>
          <p:cNvPr id="206" name="dp44-comparison / n187">
            <a:extLst xmlns:a="http://schemas.openxmlformats.org/drawingml/2006/main">
              <a:ext uri="{FF2B5EF4-FFF2-40B4-BE49-F238E27FC236}">
                <a16:creationId xmlns:a16="http://schemas.microsoft.com/office/drawing/2014/main" id="{C9A338AB-C230-4AEA-A8F1-BBA446215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6477000"/>
            <a:ext cx="2076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207" name="dp44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4D505FB1-5A7A-4748-8EE3-4848DCC2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6556058"/>
            <a:ext cx="19050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208" name="dp44-comparison / n189">
            <a:extLst xmlns:a="http://schemas.openxmlformats.org/drawingml/2006/main">
              <a:ext uri="{FF2B5EF4-FFF2-40B4-BE49-F238E27FC236}">
                <a16:creationId xmlns:a16="http://schemas.microsoft.com/office/drawing/2014/main" id="{528C2875-23CF-4F85-BB00-EC4EF5B4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7000875"/>
            <a:ext cx="20764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209" name="dp44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4E607C85-4B77-4A1F-A34E-7D003ED5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7162800"/>
            <a:ext cx="1905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210" name="dp44-comparison / n191 / path">
            <a:extLst xmlns:a="http://schemas.openxmlformats.org/drawingml/2006/main">
              <a:ext uri="{FF2B5EF4-FFF2-40B4-BE49-F238E27FC236}">
                <a16:creationId xmlns:a16="http://schemas.microsoft.com/office/drawing/2014/main" id="{FC77616F-AA9A-4690-B90D-ABBFCEDD0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0425" y="5314950"/>
            <a:ext cx="1476375" cy="1162050"/>
          </a:xfrm>
          <a:custGeom xmlns:a="http://schemas.openxmlformats.org/drawingml/2006/main">
            <a:pathLst>
              <a:path w="1476375" h="1162050">
                <a:moveTo>
                  <a:pt x="0" y="0"/>
                </a:moveTo>
                <a:lnTo>
                  <a:pt x="114300" y="0"/>
                </a:lnTo>
                <a:lnTo>
                  <a:pt x="114300" y="1038225"/>
                </a:lnTo>
                <a:lnTo>
                  <a:pt x="1476375" y="1038225"/>
                </a:lnTo>
                <a:lnTo>
                  <a:pt x="1476375" y="1162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1" name="dp44-comparison / n191 / arrow">
            <a:extLst xmlns:a="http://schemas.openxmlformats.org/drawingml/2006/main">
              <a:ext uri="{FF2B5EF4-FFF2-40B4-BE49-F238E27FC236}">
                <a16:creationId xmlns:a16="http://schemas.microsoft.com/office/drawing/2014/main" id="{A934B9A1-A8CF-4459-A642-C80BB1C2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63550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2" name="dp44-comparison / n194 / path">
            <a:extLst xmlns:a="http://schemas.openxmlformats.org/drawingml/2006/main">
              <a:ext uri="{FF2B5EF4-FFF2-40B4-BE49-F238E27FC236}">
                <a16:creationId xmlns:a16="http://schemas.microsoft.com/office/drawing/2014/main" id="{4E51B9B2-B529-4D22-9464-A25DCCB58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800" y="6905625"/>
            <a:ext cx="953" cy="95250"/>
          </a:xfrm>
          <a:custGeom xmlns:a="http://schemas.openxmlformats.org/drawingml/2006/main">
            <a:pathLst>
              <a:path w="953" h="95250">
                <a:moveTo>
                  <a:pt x="0" y="0"/>
                </a:moveTo>
                <a:lnTo>
                  <a:pt x="0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3" name="dp44-comparison / n194 / arrow">
            <a:extLst xmlns:a="http://schemas.openxmlformats.org/drawingml/2006/main">
              <a:ext uri="{FF2B5EF4-FFF2-40B4-BE49-F238E27FC236}">
                <a16:creationId xmlns:a16="http://schemas.microsoft.com/office/drawing/2014/main" id="{DBF646F8-F0D7-4FDA-B330-3AD3C6C01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45840" y="6878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4" name="dp44-comparison / n195 / path">
            <a:extLst xmlns:a="http://schemas.openxmlformats.org/drawingml/2006/main">
              <a:ext uri="{FF2B5EF4-FFF2-40B4-BE49-F238E27FC236}">
                <a16:creationId xmlns:a16="http://schemas.microsoft.com/office/drawing/2014/main" id="{7CA4D2AC-C222-406F-B366-3D942C288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372225"/>
            <a:ext cx="2981325" cy="319088"/>
          </a:xfrm>
          <a:custGeom xmlns:a="http://schemas.openxmlformats.org/drawingml/2006/main">
            <a:pathLst>
              <a:path w="2981325" h="319088">
                <a:moveTo>
                  <a:pt x="2981325" y="319088"/>
                </a:moveTo>
                <a:lnTo>
                  <a:pt x="2781300" y="314325"/>
                </a:lnTo>
                <a:lnTo>
                  <a:pt x="2781300" y="0"/>
                </a:lnTo>
                <a:lnTo>
                  <a:pt x="133350" y="0"/>
                </a:lnTo>
                <a:lnTo>
                  <a:pt x="133350" y="295275"/>
                </a:lnTo>
                <a:lnTo>
                  <a:pt x="0" y="2952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5" name="dp44-comparison / n195 / arrow">
            <a:extLst xmlns:a="http://schemas.openxmlformats.org/drawingml/2006/main">
              <a:ext uri="{FF2B5EF4-FFF2-40B4-BE49-F238E27FC236}">
                <a16:creationId xmlns:a16="http://schemas.microsoft.com/office/drawing/2014/main" id="{C38ADAEE-991F-4E1C-B51A-0B2159AD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60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6" name="dp44-comparison / n196 / path">
            <a:extLst xmlns:a="http://schemas.openxmlformats.org/drawingml/2006/main">
              <a:ext uri="{FF2B5EF4-FFF2-40B4-BE49-F238E27FC236}">
                <a16:creationId xmlns:a16="http://schemas.microsoft.com/office/drawing/2014/main" id="{DAF2C44F-EADB-483A-8BF7-572F9E82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1725" y="6858000"/>
            <a:ext cx="953" cy="142875"/>
          </a:xfrm>
          <a:custGeom xmlns:a="http://schemas.openxmlformats.org/drawingml/2006/main">
            <a:pathLst>
              <a:path w="953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17" name="dp44-comparison / n196 / arrow">
            <a:extLst xmlns:a="http://schemas.openxmlformats.org/drawingml/2006/main">
              <a:ext uri="{FF2B5EF4-FFF2-40B4-BE49-F238E27FC236}">
                <a16:creationId xmlns:a16="http://schemas.microsoft.com/office/drawing/2014/main" id="{BE9D0391-E79B-4CC8-801C-7E901B44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40765" y="6878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18" name="dp44-comparison / n197 / path">
            <a:extLst xmlns:a="http://schemas.openxmlformats.org/drawingml/2006/main">
              <a:ext uri="{FF2B5EF4-FFF2-40B4-BE49-F238E27FC236}">
                <a16:creationId xmlns:a16="http://schemas.microsoft.com/office/drawing/2014/main" id="{45D5A7AF-7B1A-460E-B2AD-C5B7C50AB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0625" y="5391150"/>
            <a:ext cx="1181100" cy="1876425"/>
          </a:xfrm>
          <a:custGeom xmlns:a="http://schemas.openxmlformats.org/drawingml/2006/main">
            <a:pathLst>
              <a:path w="1181100" h="1876425">
                <a:moveTo>
                  <a:pt x="1181100" y="1609725"/>
                </a:moveTo>
                <a:lnTo>
                  <a:pt x="0" y="1876425"/>
                </a:lnTo>
                <a:lnTo>
                  <a:pt x="0" y="0"/>
                </a:lnTo>
                <a:lnTo>
                  <a:pt x="104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219" name="dp44-comparison / n197 / arrow">
            <a:extLst xmlns:a="http://schemas.openxmlformats.org/drawingml/2006/main">
              <a:ext uri="{FF2B5EF4-FFF2-40B4-BE49-F238E27FC236}">
                <a16:creationId xmlns:a16="http://schemas.microsoft.com/office/drawing/2014/main" id="{3F462C55-3E3D-43BC-9564-DA624E4B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480" y="533019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20" name="dp44-comparison / n200 / path">
            <a:extLst xmlns:a="http://schemas.openxmlformats.org/drawingml/2006/main">
              <a:ext uri="{FF2B5EF4-FFF2-40B4-BE49-F238E27FC236}">
                <a16:creationId xmlns:a16="http://schemas.microsoft.com/office/drawing/2014/main" id="{2F4F91FB-C6DA-4C4A-BEF2-A8E337E6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6667500"/>
            <a:ext cx="590550" cy="953"/>
          </a:xfrm>
          <a:custGeom xmlns:a="http://schemas.openxmlformats.org/drawingml/2006/main">
            <a:pathLst>
              <a:path w="590550" h="953">
                <a:moveTo>
                  <a:pt x="0" y="0"/>
                </a:moveTo>
                <a:lnTo>
                  <a:pt x="590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221" name="dp44-comparison / n200 / arrow">
            <a:extLst xmlns:a="http://schemas.openxmlformats.org/drawingml/2006/main">
              <a:ext uri="{FF2B5EF4-FFF2-40B4-BE49-F238E27FC236}">
                <a16:creationId xmlns:a16="http://schemas.microsoft.com/office/drawing/2014/main" id="{ACBC21FC-D6E3-4A78-86C4-D19980E8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1580" y="660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222" name="dp44-comparison / n201 / path">
            <a:extLst xmlns:a="http://schemas.openxmlformats.org/drawingml/2006/main">
              <a:ext uri="{FF2B5EF4-FFF2-40B4-BE49-F238E27FC236}">
                <a16:creationId xmlns:a16="http://schemas.microsoft.com/office/drawing/2014/main" id="{A7C0D0BF-D55B-4765-AC1F-0B337B240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01725" y="6438900"/>
            <a:ext cx="3933825" cy="366713"/>
          </a:xfrm>
          <a:custGeom xmlns:a="http://schemas.openxmlformats.org/drawingml/2006/main">
            <a:pathLst>
              <a:path w="3933825" h="366713">
                <a:moveTo>
                  <a:pt x="0" y="38100"/>
                </a:moveTo>
                <a:lnTo>
                  <a:pt x="0" y="0"/>
                </a:lnTo>
                <a:lnTo>
                  <a:pt x="3933825" y="0"/>
                </a:lnTo>
                <a:lnTo>
                  <a:pt x="3933825" y="361950"/>
                </a:lnTo>
                <a:lnTo>
                  <a:pt x="3657600" y="3667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223" name="dp44-comparison / n201 / arrow">
            <a:extLst xmlns:a="http://schemas.openxmlformats.org/drawingml/2006/main">
              <a:ext uri="{FF2B5EF4-FFF2-40B4-BE49-F238E27FC236}">
                <a16:creationId xmlns:a16="http://schemas.microsoft.com/office/drawing/2014/main" id="{0F940DB3-87E1-4BC1-8445-B9B4B782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6742560"/>
            <a:ext cx="122953" cy="121902"/>
          </a:xfrm>
          <a:custGeom xmlns:a="http://schemas.openxmlformats.org/drawingml/2006/main">
            <a:pathLst>
              <a:path w="122953" h="121902">
                <a:moveTo>
                  <a:pt x="120851" y="0"/>
                </a:moveTo>
                <a:lnTo>
                  <a:pt x="0" y="63053"/>
                </a:lnTo>
                <a:lnTo>
                  <a:pt x="122953" y="12190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224" name="dp44-comparison / n133">
            <a:extLst xmlns:a="http://schemas.openxmlformats.org/drawingml/2006/main">
              <a:ext uri="{FF2B5EF4-FFF2-40B4-BE49-F238E27FC236}">
                <a16:creationId xmlns:a16="http://schemas.microsoft.com/office/drawing/2014/main" id="{56D234BD-C4E1-4F56-9C00-1D51CA9C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990850"/>
            <a:ext cx="432511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dp44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AFA3D119-94CC-49D2-A642-77D3E14D9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000375"/>
            <a:ext cx="5514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발화 u2: 즉시 output fence / 미전송 효과 hold</a:t>
            </a:r>
          </a:p>
        </p:txBody>
      </p:sp>
      <p:sp>
        <p:nvSpPr>
          <p:cNvPr id="226" name="dp44-comparison / n135">
            <a:extLst xmlns:a="http://schemas.openxmlformats.org/drawingml/2006/main">
              <a:ext uri="{FF2B5EF4-FFF2-40B4-BE49-F238E27FC236}">
                <a16:creationId xmlns:a16="http://schemas.microsoft.com/office/drawing/2014/main" id="{8ECB9A9E-09A5-407B-8D30-68FBF8A5C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990850"/>
            <a:ext cx="131330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dp44-comparison / n136 / text 1">
            <a:extLst xmlns:a="http://schemas.openxmlformats.org/drawingml/2006/main">
              <a:ext uri="{FF2B5EF4-FFF2-40B4-BE49-F238E27FC236}">
                <a16:creationId xmlns:a16="http://schemas.microsoft.com/office/drawing/2014/main" id="{99FFCE9D-730B-4094-88F5-73A257147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5775" y="3000375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확인된 Q1 / r1</a:t>
            </a:r>
          </a:p>
        </p:txBody>
      </p:sp>
      <p:sp>
        <p:nvSpPr>
          <p:cNvPr id="228" name="dp44-comparison / n137">
            <a:extLst xmlns:a="http://schemas.openxmlformats.org/drawingml/2006/main">
              <a:ext uri="{FF2B5EF4-FFF2-40B4-BE49-F238E27FC236}">
                <a16:creationId xmlns:a16="http://schemas.microsoft.com/office/drawing/2014/main" id="{68136ED7-477F-4B76-AE20-A6D46C67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2381250"/>
            <a:ext cx="443522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dp44-comparison / n138 / text 1">
            <a:extLst xmlns:a="http://schemas.openxmlformats.org/drawingml/2006/main">
              <a:ext uri="{FF2B5EF4-FFF2-40B4-BE49-F238E27FC236}">
                <a16:creationId xmlns:a16="http://schemas.microsoft.com/office/drawing/2014/main" id="{E8A35352-3522-49F3-86A1-ED320D73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390775"/>
            <a:ext cx="77057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P1 설명 중 u2 “잠깐, 표부터” + 메일 Task의 Q1 질문</a:t>
            </a:r>
          </a:p>
        </p:txBody>
      </p:sp>
      <p:sp>
        <p:nvSpPr>
          <p:cNvPr id="230" name="dp44-comparison / n168">
            <a:extLst xmlns:a="http://schemas.openxmlformats.org/drawingml/2006/main">
              <a:ext uri="{FF2B5EF4-FFF2-40B4-BE49-F238E27FC236}">
                <a16:creationId xmlns:a16="http://schemas.microsoft.com/office/drawing/2014/main" id="{141B78CC-80B5-4C31-880A-91E0180B9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82850" y="5562600"/>
            <a:ext cx="229552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dp44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5D38C69D-8472-4D03-ABEA-0B801C747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1900" y="5572125"/>
            <a:ext cx="22574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승인 Direct 후보의 재생성 생략</a:t>
            </a:r>
          </a:p>
        </p:txBody>
      </p:sp>
      <p:sp>
        <p:nvSpPr>
          <p:cNvPr id="232" name="dp44-comparison / n172">
            <a:extLst xmlns:a="http://schemas.openxmlformats.org/drawingml/2006/main">
              <a:ext uri="{FF2B5EF4-FFF2-40B4-BE49-F238E27FC236}">
                <a16:creationId xmlns:a16="http://schemas.microsoft.com/office/drawing/2014/main" id="{C5B73AA5-97A4-4497-AE89-DC5D58FE3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848225"/>
            <a:ext cx="231076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dp44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ED9189C6-13F8-44AA-8F86-D9A8EC112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857750"/>
            <a:ext cx="48577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1 typed 사건의 직접 활성화</a:t>
            </a:r>
          </a:p>
        </p:txBody>
      </p:sp>
      <p:sp>
        <p:nvSpPr>
          <p:cNvPr id="234" name="dp44-comparison / n174">
            <a:extLst xmlns:a="http://schemas.openxmlformats.org/drawingml/2006/main">
              <a:ext uri="{FF2B5EF4-FFF2-40B4-BE49-F238E27FC236}">
                <a16:creationId xmlns:a16="http://schemas.microsoft.com/office/drawing/2014/main" id="{AC1CDC77-4BA0-4C29-9F74-C5B09F7EA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4848225"/>
            <a:ext cx="157886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dp44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98C770E7-E523-449C-900D-FFB2979D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73325" y="4857750"/>
            <a:ext cx="22764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236" name="dp44-comparison / n177">
            <a:extLst xmlns:a="http://schemas.openxmlformats.org/drawingml/2006/main">
              <a:ext uri="{FF2B5EF4-FFF2-40B4-BE49-F238E27FC236}">
                <a16:creationId xmlns:a16="http://schemas.microsoft.com/office/drawing/2014/main" id="{EB1D6355-01BF-48B9-A612-F843FE82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3857625"/>
            <a:ext cx="1484947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dp44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C5069F77-AB97-4895-86F1-585CDA95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3867150"/>
            <a:ext cx="20574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credit / cancel</a:t>
            </a:r>
          </a:p>
        </p:txBody>
      </p:sp>
      <p:sp>
        <p:nvSpPr>
          <p:cNvPr id="238" name="dp44-comparison / n179">
            <a:extLst xmlns:a="http://schemas.openxmlformats.org/drawingml/2006/main">
              <a:ext uri="{FF2B5EF4-FFF2-40B4-BE49-F238E27FC236}">
                <a16:creationId xmlns:a16="http://schemas.microsoft.com/office/drawing/2014/main" id="{ADDEB0A3-3C86-476A-A237-D09222EB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4450" y="4295775"/>
            <a:ext cx="2051304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dp44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A9027AC9-96D5-4BB0-94F2-13E2814E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4305300"/>
            <a:ext cx="2143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admission</a:t>
            </a:r>
          </a:p>
        </p:txBody>
      </p:sp>
      <p:sp>
        <p:nvSpPr>
          <p:cNvPr id="240" name="dp44-comparison / n180 / text 2">
            <a:extLst xmlns:a="http://schemas.openxmlformats.org/drawingml/2006/main">
              <a:ext uri="{FF2B5EF4-FFF2-40B4-BE49-F238E27FC236}">
                <a16:creationId xmlns:a16="http://schemas.microsoft.com/office/drawing/2014/main" id="{86FF6ECD-1588-4C22-B76D-890238083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4488180"/>
            <a:ext cx="2143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버전 / 과거 receipt</a:t>
            </a:r>
          </a:p>
        </p:txBody>
      </p:sp>
      <p:sp>
        <p:nvSpPr>
          <p:cNvPr id="241" name="dp44-comparison / n192">
            <a:extLst xmlns:a="http://schemas.openxmlformats.org/drawingml/2006/main">
              <a:ext uri="{FF2B5EF4-FFF2-40B4-BE49-F238E27FC236}">
                <a16:creationId xmlns:a16="http://schemas.microsoft.com/office/drawing/2014/main" id="{3F517848-0233-496E-97A1-81188DA6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35225" y="6191250"/>
            <a:ext cx="24955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p44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100F8264-A11C-45CA-85B8-8E687602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4275" y="6200775"/>
            <a:ext cx="24574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2 Response Manager의 현재 검사</a:t>
            </a:r>
          </a:p>
        </p:txBody>
      </p:sp>
      <p:sp>
        <p:nvSpPr>
          <p:cNvPr id="243" name="dp44-comparison / n198">
            <a:extLst xmlns:a="http://schemas.openxmlformats.org/drawingml/2006/main">
              <a:ext uri="{FF2B5EF4-FFF2-40B4-BE49-F238E27FC236}">
                <a16:creationId xmlns:a16="http://schemas.microsoft.com/office/drawing/2014/main" id="{E654AE29-0D9B-41C4-BD68-9FC1EAE2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6991350"/>
            <a:ext cx="2420112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p44-comparison / n199 / text 1">
            <a:extLst xmlns:a="http://schemas.openxmlformats.org/drawingml/2006/main">
              <a:ext uri="{FF2B5EF4-FFF2-40B4-BE49-F238E27FC236}">
                <a16:creationId xmlns:a16="http://schemas.microsoft.com/office/drawing/2014/main" id="{3FB5E39B-0CE6-4978-AC6B-51642BF4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000875"/>
            <a:ext cx="25431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 전달 후 snapshot</a:t>
            </a:r>
          </a:p>
        </p:txBody>
      </p:sp>
      <p:sp>
        <p:nvSpPr>
          <p:cNvPr id="245" name="dp44-comparison / n199 / text 2">
            <a:extLst xmlns:a="http://schemas.openxmlformats.org/drawingml/2006/main">
              <a:ext uri="{FF2B5EF4-FFF2-40B4-BE49-F238E27FC236}">
                <a16:creationId xmlns:a16="http://schemas.microsoft.com/office/drawing/2014/main" id="{3FC56CE0-F697-4B7E-8449-4B7554E3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183755"/>
            <a:ext cx="25431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자기 receipt의 선행 대기 금지</a:t>
            </a:r>
          </a:p>
        </p:txBody>
      </p:sp>
      <p:sp>
        <p:nvSpPr>
          <p:cNvPr id="246" name="dp44-comparison / n202">
            <a:extLst xmlns:a="http://schemas.openxmlformats.org/drawingml/2006/main">
              <a:ext uri="{FF2B5EF4-FFF2-40B4-BE49-F238E27FC236}">
                <a16:creationId xmlns:a16="http://schemas.microsoft.com/office/drawing/2014/main" id="{F4275A0E-8049-4335-BA3C-AFA1293D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6191250"/>
            <a:ext cx="3810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dp44-comparison / n203 / text 1">
            <a:extLst xmlns:a="http://schemas.openxmlformats.org/drawingml/2006/main">
              <a:ext uri="{FF2B5EF4-FFF2-40B4-BE49-F238E27FC236}">
                <a16:creationId xmlns:a16="http://schemas.microsoft.com/office/drawing/2014/main" id="{42CA2B9E-474D-47B2-BAA2-13012AEF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200775"/>
            <a:ext cx="48958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Interaction Manager / 표시와 재생의 실제 경계</a:t>
            </a:r>
          </a:p>
        </p:txBody>
      </p:sp>
      <p:sp>
        <p:nvSpPr>
          <p:cNvPr id="248" name="dp44-comparison / n204">
            <a:extLst xmlns:a="http://schemas.openxmlformats.org/drawingml/2006/main">
              <a:ext uri="{FF2B5EF4-FFF2-40B4-BE49-F238E27FC236}">
                <a16:creationId xmlns:a16="http://schemas.microsoft.com/office/drawing/2014/main" id="{9347EDCB-FC87-4D9F-9CBB-3325651C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72350"/>
            <a:ext cx="637336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dp44-comparison / n205 / text 1">
            <a:extLst xmlns:a="http://schemas.openxmlformats.org/drawingml/2006/main">
              <a:ext uri="{FF2B5EF4-FFF2-40B4-BE49-F238E27FC236}">
                <a16:creationId xmlns:a16="http://schemas.microsoft.com/office/drawing/2014/main" id="{261D7A91-FE62-4961-BD2C-536946ACD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381875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실제 Q1 제시 확인 후 Publication Control → Request Controller의 focus 갱신</a:t>
            </a:r>
          </a:p>
        </p:txBody>
      </p:sp>
    </p:spTree>
    <p:extLst>
      <p:ext uri="{BB962C8B-B14F-4D97-AF65-F5344CB8AC3E}">
        <p14:creationId xmlns:p14="http://schemas.microsoft.com/office/powerpoint/2010/main" val="7503465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5" name="dp45-comparison / n1">
            <a:extLst xmlns:a="http://schemas.openxmlformats.org/drawingml/2006/main">
              <a:ext uri="{FF2B5EF4-FFF2-40B4-BE49-F238E27FC236}">
                <a16:creationId xmlns:a16="http://schemas.microsoft.com/office/drawing/2014/main" id="{E513C8B2-3AB3-41F0-B570-D15DE0A1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0D7E8D6F-02C3-4F7C-B780-A5C0B09E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5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668369A0-7C07-4318-A153-FC9C70A6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5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7EA99ADB-E12D-4653-9FA3-8E688CBC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기능 정확성을 위한 VIA 기억과 Context 제공 설계</a:t>
            </a:r>
          </a:p>
        </p:txBody>
      </p:sp>
      <p:sp>
        <p:nvSpPr>
          <p:cNvPr id="5" name="dp45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239455C4-59C1-4D1F-AFDF-806148A7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A76577AD-92F9-4EAC-AC8A-3EFD40D94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“지난번에 내가 고친 표현 방식으로 이번 보고서도 정리해줘.”</a:t>
            </a:r>
          </a:p>
        </p:txBody>
      </p:sp>
      <p:sp>
        <p:nvSpPr>
          <p:cNvPr id="7" name="dp45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F9637120-4902-49FD-8538-18A49894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5-comparison / n8">
            <a:extLst xmlns:a="http://schemas.openxmlformats.org/drawingml/2006/main">
              <a:ext uri="{FF2B5EF4-FFF2-40B4-BE49-F238E27FC236}">
                <a16:creationId xmlns:a16="http://schemas.microsoft.com/office/drawing/2014/main" id="{6202AAD1-C98B-42C9-ADE3-6A7CBA05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5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ED04CEC3-3358-4870-BA11-CB0BD0A6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5-comparison / n10">
            <a:extLst xmlns:a="http://schemas.openxmlformats.org/drawingml/2006/main">
              <a:ext uri="{FF2B5EF4-FFF2-40B4-BE49-F238E27FC236}">
                <a16:creationId xmlns:a16="http://schemas.microsoft.com/office/drawing/2014/main" id="{B6C57A00-F085-43C0-8351-17AB0F740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5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424EF143-2595-439C-BCC6-2E59817D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5-comparison / n12">
            <a:extLst xmlns:a="http://schemas.openxmlformats.org/drawingml/2006/main">
              <a:ext uri="{FF2B5EF4-FFF2-40B4-BE49-F238E27FC236}">
                <a16:creationId xmlns:a16="http://schemas.microsoft.com/office/drawing/2014/main" id="{9477EBD8-1F96-4CEE-98AE-38447BD6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5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3251521E-6DAF-4646-A851-2B976778B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5-comparison / n14">
            <a:extLst xmlns:a="http://schemas.openxmlformats.org/drawingml/2006/main">
              <a:ext uri="{FF2B5EF4-FFF2-40B4-BE49-F238E27FC236}">
                <a16:creationId xmlns:a16="http://schemas.microsoft.com/office/drawing/2014/main" id="{D1DF5BD6-651C-40D8-AD18-5D6AE9BC6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5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F5E90C29-6551-4CF7-955B-D6BF3E037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5-comparison / n16">
            <a:extLst xmlns:a="http://schemas.openxmlformats.org/drawingml/2006/main">
              <a:ext uri="{FF2B5EF4-FFF2-40B4-BE49-F238E27FC236}">
                <a16:creationId xmlns:a16="http://schemas.microsoft.com/office/drawing/2014/main" id="{39581B33-F305-4A50-B3B4-18AB27947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5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81168E8F-1BEF-439E-BE71-108FA722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5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3AC28DE2-55A5-43F5-B152-42B901CF8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5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0B32839C-8DDB-4E47-8928-03355D63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5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A3BDE25D-CD87-415D-A6B4-799E30664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5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F485D726-F281-4EA7-A488-439B852B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원본 서비스 조합</a:t>
            </a:r>
          </a:p>
        </p:txBody>
      </p:sp>
      <p:sp>
        <p:nvSpPr>
          <p:cNvPr id="22" name="dp45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EBF99811-D8E0-4941-BACA-1C93FF08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필요한 요청 중심의 처리로 전체 메모리 13.2 GB (메모리 효율성 ↑)</a:t>
            </a:r>
          </a:p>
        </p:txBody>
      </p:sp>
      <p:sp>
        <p:nvSpPr>
          <p:cNvPr id="23" name="dp45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A4797AB9-DE8F-43E7-85B3-850F3F43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교차 결합의 관계 누락으로 정확 처리율 90% (기능 정확성 ↓)</a:t>
            </a:r>
          </a:p>
        </p:txBody>
      </p:sp>
      <p:sp>
        <p:nvSpPr>
          <p:cNvPr id="24" name="dp45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57E4715C-2251-45CA-95B5-C3D1FC06C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여러 원본 조회와 결합으로 평균 VIA 처리시간 7.0 s (요청 완료 신속성 ↓)</a:t>
            </a:r>
          </a:p>
        </p:txBody>
      </p:sp>
      <p:sp>
        <p:nvSpPr>
          <p:cNvPr id="25" name="dp45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D4E0FEC2-99AA-45CB-AB59-ABD910E9B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5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A0ECF298-22EA-440B-8D5A-A57E4FEFF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7" name="dp45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2A54B1F3-3D73-4E38-9867-78363E3D2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90%</a:t>
            </a:r>
          </a:p>
        </p:txBody>
      </p:sp>
      <p:sp>
        <p:nvSpPr>
          <p:cNvPr id="28" name="dp45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67E16CE0-16A6-4372-89B8-629DE068F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5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2F3B4746-53A9-446B-89B8-640870514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5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753FE36D-8E63-4100-BD77-CCB5C80C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5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2BCD856C-CEFD-4B65-8F11-1B9CC722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7.0 s</a:t>
            </a:r>
          </a:p>
        </p:txBody>
      </p:sp>
      <p:sp>
        <p:nvSpPr>
          <p:cNvPr id="32" name="dp45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F03CFDE5-3849-48F2-B45F-A579EFAC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5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1BA1A97F-2D20-46AA-B412-38ACBB67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5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E5C352DB-F6CC-4808-8388-4F8C25A3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5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D949F15A-AEDB-4407-93E0-F0043A39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5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FEBAAF0F-2977-4697-8EA7-A050C795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5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EFDBA195-3B36-4201-95A6-BC374FF32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공통 파생 기억의 생산과 조회</a:t>
            </a:r>
          </a:p>
        </p:txBody>
      </p:sp>
      <p:sp>
        <p:nvSpPr>
          <p:cNvPr id="38" name="dp45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80F9DC9E-E797-46F3-A56F-74893CE26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검증된 과거 관계 재사용으로 정확 처리율 94% (기능 정확성 ↑)</a:t>
            </a:r>
          </a:p>
        </p:txBody>
      </p:sp>
      <p:sp>
        <p:nvSpPr>
          <p:cNvPr id="39" name="dp45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A0361645-3246-4F67-BC11-9DCEF177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원본별 교차 결합 축소로 평균 VIA 처리시간 4.5 s (요청 완료 신속성 ↑)</a:t>
            </a:r>
          </a:p>
        </p:txBody>
      </p:sp>
      <p:sp>
        <p:nvSpPr>
          <p:cNvPr id="40" name="dp45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912D19D0-E891-45AD-B5F2-9AD6670CA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관계 생산 session과 KV로 전체 메모리 14.0 GB (메모리 효율성 ↓)</a:t>
            </a:r>
          </a:p>
        </p:txBody>
      </p:sp>
      <p:sp>
        <p:nvSpPr>
          <p:cNvPr id="41" name="dp45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03132245-D40D-4967-85E7-A1547B63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5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AD1D3F9D-81F0-46A2-B19F-C67C9C23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3" name="dp45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77564853-3315-43A2-9249-14A44BED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44" name="dp45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B2F1C089-B913-4910-99B9-0D77CA25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5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B5C4FDC9-82A5-439D-ACB3-82617ADA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5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47296F12-B0E4-4F70-B3E9-F0053F18A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5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82CEE3E9-8C4D-4D2B-A612-0AB760BB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5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1B14EA9F-769A-40B4-AE77-7817A5C52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5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3C3BE2E8-D7F1-45F3-AA35-DE3F4A2AC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5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B1A240FE-F739-4EA6-8C22-B6949CE50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5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316C7C0A-0E18-4E61-8C44-07A3E5D2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14.0 GB</a:t>
            </a:r>
          </a:p>
        </p:txBody>
      </p:sp>
      <p:sp>
        <p:nvSpPr>
          <p:cNvPr id="52" name="dp45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90FA6F82-462D-465E-AFF4-93EF5A5D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5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5AB4DB05-5495-4AF3-BDD2-144BC0E8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게시 범위 안 과거 관계의 반복 재사용 / A의 index와 cache도 허용</a:t>
            </a:r>
          </a:p>
        </p:txBody>
      </p:sp>
      <p:sp>
        <p:nvSpPr>
          <p:cNvPr id="54" name="dp45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99E0B8C9-DF7B-434F-8A46-17B09FA1F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5-comparison / n56">
            <a:extLst xmlns:a="http://schemas.openxmlformats.org/drawingml/2006/main">
              <a:ext uri="{FF2B5EF4-FFF2-40B4-BE49-F238E27FC236}">
                <a16:creationId xmlns:a16="http://schemas.microsoft.com/office/drawing/2014/main" id="{CA3535A1-71FA-4EA1-838A-CDEF6CCEC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5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61427C40-68F1-4E0B-A3C9-812E469BE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7" name="dp45-comparison / n60">
            <a:extLst xmlns:a="http://schemas.openxmlformats.org/drawingml/2006/main">
              <a:ext uri="{FF2B5EF4-FFF2-40B4-BE49-F238E27FC236}">
                <a16:creationId xmlns:a16="http://schemas.microsoft.com/office/drawing/2014/main" id="{69D4F16A-15C7-424E-9240-88FA03DD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5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6512B53A-1317-45C3-A9AF-D14BD710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59" name="dp45-comparison / n64">
            <a:extLst xmlns:a="http://schemas.openxmlformats.org/drawingml/2006/main">
              <a:ext uri="{FF2B5EF4-FFF2-40B4-BE49-F238E27FC236}">
                <a16:creationId xmlns:a16="http://schemas.microsoft.com/office/drawing/2014/main" id="{37974A26-01E5-4027-9775-4F7848311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5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C2F47C9D-2F71-41D4-98FF-91DFF533D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61" name="dp45-comparison / n68">
            <a:extLst xmlns:a="http://schemas.openxmlformats.org/drawingml/2006/main">
              <a:ext uri="{FF2B5EF4-FFF2-40B4-BE49-F238E27FC236}">
                <a16:creationId xmlns:a16="http://schemas.microsoft.com/office/drawing/2014/main" id="{86E535D2-769F-49AF-A3D6-C2B8966B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2" name="dp45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23BE8FE3-AE1C-463D-80CC-18819F64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63" name="dp45-comparison / n72">
            <a:extLst xmlns:a="http://schemas.openxmlformats.org/drawingml/2006/main">
              <a:ext uri="{FF2B5EF4-FFF2-40B4-BE49-F238E27FC236}">
                <a16:creationId xmlns:a16="http://schemas.microsoft.com/office/drawing/2014/main" id="{3DCB1DFC-78C6-4503-8B06-18294A9A6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4324350"/>
            <a:ext cx="23622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5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AEC6BFCF-CDE0-4634-8472-FE0177BF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411504"/>
            <a:ext cx="21907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Context Composer</a:t>
            </a:r>
          </a:p>
        </p:txBody>
      </p:sp>
      <p:sp>
        <p:nvSpPr>
          <p:cNvPr id="65" name="dp45-comparison / n74">
            <a:extLst xmlns:a="http://schemas.openxmlformats.org/drawingml/2006/main">
              <a:ext uri="{FF2B5EF4-FFF2-40B4-BE49-F238E27FC236}">
                <a16:creationId xmlns:a16="http://schemas.microsoft.com/office/drawing/2014/main" id="{FA4F5AB8-7393-4CA8-BB69-A340F6EE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81625"/>
            <a:ext cx="24765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6" name="dp45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9188B99E-3034-4AA4-AE6D-AFE33CD89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543550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Source View Cache</a:t>
            </a:r>
          </a:p>
        </p:txBody>
      </p:sp>
      <p:sp>
        <p:nvSpPr>
          <p:cNvPr id="67" name="dp45-comparison / n76">
            <a:extLst xmlns:a="http://schemas.openxmlformats.org/drawingml/2006/main">
              <a:ext uri="{FF2B5EF4-FFF2-40B4-BE49-F238E27FC236}">
                <a16:creationId xmlns:a16="http://schemas.microsoft.com/office/drawing/2014/main" id="{5038E15F-7759-445F-97DA-F052027C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381625"/>
            <a:ext cx="22860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5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5B4D840E-907B-4783-841E-5B10E086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5543550"/>
            <a:ext cx="2114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Evidence Set</a:t>
            </a:r>
          </a:p>
        </p:txBody>
      </p:sp>
      <p:sp>
        <p:nvSpPr>
          <p:cNvPr id="69" name="dp45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0FF907D8-6FDA-4914-8CB0-8BABEB60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1247775"/>
                </a:moveTo>
                <a:lnTo>
                  <a:pt x="2667000" y="552450"/>
                </a:lnTo>
                <a:lnTo>
                  <a:pt x="0" y="5524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5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79317266-BFDD-4334-85D1-D83B208F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556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5-comparison / n79 / path">
            <a:extLst xmlns:a="http://schemas.openxmlformats.org/drawingml/2006/main">
              <a:ext uri="{FF2B5EF4-FFF2-40B4-BE49-F238E27FC236}">
                <a16:creationId xmlns:a16="http://schemas.microsoft.com/office/drawing/2014/main" id="{FBEBA310-2CF4-4929-9A10-37CC4D7D0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0"/>
                </a:moveTo>
                <a:lnTo>
                  <a:pt x="0" y="1123950"/>
                </a:lnTo>
                <a:lnTo>
                  <a:pt x="2762250" y="1123950"/>
                </a:lnTo>
                <a:lnTo>
                  <a:pt x="276225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2" name="dp45-comparison / n79 / arrow">
            <a:extLst xmlns:a="http://schemas.openxmlformats.org/drawingml/2006/main">
              <a:ext uri="{FF2B5EF4-FFF2-40B4-BE49-F238E27FC236}">
                <a16:creationId xmlns:a16="http://schemas.microsoft.com/office/drawing/2014/main" id="{C2676DE2-7B51-4D30-9CAD-713EC4AE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5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D65AA9BA-486E-406A-9EA1-6D18E0520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1247775"/>
                </a:moveTo>
                <a:lnTo>
                  <a:pt x="0" y="552450"/>
                </a:lnTo>
                <a:lnTo>
                  <a:pt x="47625" y="552450"/>
                </a:lnTo>
                <a:lnTo>
                  <a:pt x="47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4" name="dp45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3EC2860A-47B1-4011-82C8-FF013E123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01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5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54F10CDC-0132-47D8-B945-CAC9AB886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76575"/>
            <a:ext cx="47625" cy="1247775"/>
          </a:xfrm>
          <a:custGeom xmlns:a="http://schemas.openxmlformats.org/drawingml/2006/main">
            <a:pathLst>
              <a:path w="47625" h="1247775">
                <a:moveTo>
                  <a:pt x="0" y="0"/>
                </a:moveTo>
                <a:lnTo>
                  <a:pt x="0" y="1123950"/>
                </a:lnTo>
                <a:lnTo>
                  <a:pt x="47625" y="1123950"/>
                </a:lnTo>
                <a:lnTo>
                  <a:pt x="47625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6" name="dp45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7294C1DA-2CCB-4098-B611-7EEF602E0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7" name="dp45-comparison / n82 / path">
            <a:extLst xmlns:a="http://schemas.openxmlformats.org/drawingml/2006/main">
              <a:ext uri="{FF2B5EF4-FFF2-40B4-BE49-F238E27FC236}">
                <a16:creationId xmlns:a16="http://schemas.microsoft.com/office/drawing/2014/main" id="{39E245D7-AACB-4282-A74C-EC1C5D5C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076575"/>
            <a:ext cx="2762250" cy="1247775"/>
          </a:xfrm>
          <a:custGeom xmlns:a="http://schemas.openxmlformats.org/drawingml/2006/main">
            <a:pathLst>
              <a:path w="2762250" h="1247775">
                <a:moveTo>
                  <a:pt x="0" y="1247775"/>
                </a:moveTo>
                <a:lnTo>
                  <a:pt x="0" y="552450"/>
                </a:lnTo>
                <a:lnTo>
                  <a:pt x="2762250" y="552450"/>
                </a:lnTo>
                <a:lnTo>
                  <a:pt x="2762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8" name="dp45-comparison / n82 / arrow">
            <a:extLst xmlns:a="http://schemas.openxmlformats.org/drawingml/2006/main">
              <a:ext uri="{FF2B5EF4-FFF2-40B4-BE49-F238E27FC236}">
                <a16:creationId xmlns:a16="http://schemas.microsoft.com/office/drawing/2014/main" id="{BCABB4B5-6274-4596-8869-53120766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48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9" name="dp45-comparison / n83 / path">
            <a:extLst xmlns:a="http://schemas.openxmlformats.org/drawingml/2006/main">
              <a:ext uri="{FF2B5EF4-FFF2-40B4-BE49-F238E27FC236}">
                <a16:creationId xmlns:a16="http://schemas.microsoft.com/office/drawing/2014/main" id="{F87F7CE6-2909-4598-848A-9CC210A43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076575"/>
            <a:ext cx="2667000" cy="1247775"/>
          </a:xfrm>
          <a:custGeom xmlns:a="http://schemas.openxmlformats.org/drawingml/2006/main">
            <a:pathLst>
              <a:path w="2667000" h="1247775">
                <a:moveTo>
                  <a:pt x="2667000" y="0"/>
                </a:moveTo>
                <a:lnTo>
                  <a:pt x="2667000" y="1123950"/>
                </a:lnTo>
                <a:lnTo>
                  <a:pt x="0" y="1123950"/>
                </a:lnTo>
                <a:lnTo>
                  <a:pt x="0" y="12477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0" name="dp45-comparison / n83 / arrow">
            <a:extLst xmlns:a="http://schemas.openxmlformats.org/drawingml/2006/main">
              <a:ext uri="{FF2B5EF4-FFF2-40B4-BE49-F238E27FC236}">
                <a16:creationId xmlns:a16="http://schemas.microsoft.com/office/drawing/2014/main" id="{7E7EB271-A90F-4941-A322-CB4867BF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265" y="42024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1" name="dp45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A9FA2506-96CE-4036-AE9A-0DAE4432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524375"/>
            <a:ext cx="1285875" cy="857250"/>
          </a:xfrm>
          <a:custGeom xmlns:a="http://schemas.openxmlformats.org/drawingml/2006/main">
            <a:pathLst>
              <a:path w="1285875" h="857250">
                <a:moveTo>
                  <a:pt x="1285875" y="4763"/>
                </a:moveTo>
                <a:lnTo>
                  <a:pt x="0" y="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2" name="dp45-comparison / n86 / arrow">
            <a:extLst xmlns:a="http://schemas.openxmlformats.org/drawingml/2006/main">
              <a:ext uri="{FF2B5EF4-FFF2-40B4-BE49-F238E27FC236}">
                <a16:creationId xmlns:a16="http://schemas.microsoft.com/office/drawing/2014/main" id="{4A55C382-6195-4B9B-85CF-EB6316313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3" name="dp45-comparison / n87 / path">
            <a:extLst xmlns:a="http://schemas.openxmlformats.org/drawingml/2006/main">
              <a:ext uri="{FF2B5EF4-FFF2-40B4-BE49-F238E27FC236}">
                <a16:creationId xmlns:a16="http://schemas.microsoft.com/office/drawing/2014/main" id="{47001E35-541C-47F3-AD3E-CA3B2500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33925"/>
            <a:ext cx="1228725" cy="876300"/>
          </a:xfrm>
          <a:custGeom xmlns:a="http://schemas.openxmlformats.org/drawingml/2006/main">
            <a:pathLst>
              <a:path w="1228725" h="876300">
                <a:moveTo>
                  <a:pt x="0" y="871538"/>
                </a:moveTo>
                <a:lnTo>
                  <a:pt x="1228725" y="876300"/>
                </a:lnTo>
                <a:lnTo>
                  <a:pt x="12287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84" name="dp45-comparison / n87 / arrow">
            <a:extLst xmlns:a="http://schemas.openxmlformats.org/drawingml/2006/main">
              <a:ext uri="{FF2B5EF4-FFF2-40B4-BE49-F238E27FC236}">
                <a16:creationId xmlns:a16="http://schemas.microsoft.com/office/drawing/2014/main" id="{525D813D-FE8F-4393-A869-72D469F6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5-comparison / n88 / path">
            <a:extLst xmlns:a="http://schemas.openxmlformats.org/drawingml/2006/main">
              <a:ext uri="{FF2B5EF4-FFF2-40B4-BE49-F238E27FC236}">
                <a16:creationId xmlns:a16="http://schemas.microsoft.com/office/drawing/2014/main" id="{835747CE-8B96-4B19-B7F8-DD132A4E5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4524375"/>
            <a:ext cx="1381125" cy="857250"/>
          </a:xfrm>
          <a:custGeom xmlns:a="http://schemas.openxmlformats.org/drawingml/2006/main">
            <a:pathLst>
              <a:path w="1381125" h="857250">
                <a:moveTo>
                  <a:pt x="0" y="4763"/>
                </a:moveTo>
                <a:lnTo>
                  <a:pt x="1381125" y="0"/>
                </a:lnTo>
                <a:lnTo>
                  <a:pt x="1381125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6" name="dp45-comparison / n88 / arrow">
            <a:extLst xmlns:a="http://schemas.openxmlformats.org/drawingml/2006/main">
              <a:ext uri="{FF2B5EF4-FFF2-40B4-BE49-F238E27FC236}">
                <a16:creationId xmlns:a16="http://schemas.microsoft.com/office/drawing/2014/main" id="{A05C9BB8-B4EB-40BC-8A98-CD846142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8140" y="5259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7" name="dp45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9F59247F-7A2D-4316-97DC-FB37DDBFD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90838"/>
            <a:ext cx="323850" cy="2719388"/>
          </a:xfrm>
          <a:custGeom xmlns:a="http://schemas.openxmlformats.org/drawingml/2006/main">
            <a:pathLst>
              <a:path w="323850" h="2719388">
                <a:moveTo>
                  <a:pt x="123825" y="0"/>
                </a:moveTo>
                <a:lnTo>
                  <a:pt x="0" y="4763"/>
                </a:lnTo>
                <a:lnTo>
                  <a:pt x="0" y="2719388"/>
                </a:lnTo>
                <a:lnTo>
                  <a:pt x="323850" y="27146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solid"/>
          </a:ln>
        </p:spPr>
      </p:sp>
      <p:sp>
        <p:nvSpPr>
          <p:cNvPr id="88" name="dp45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ACB0B908-5B2B-4D01-B20B-C38041F2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847" y="5546302"/>
            <a:ext cx="122803" cy="121907"/>
          </a:xfrm>
          <a:custGeom xmlns:a="http://schemas.openxmlformats.org/drawingml/2006/main">
            <a:pathLst>
              <a:path w="122803" h="121907">
                <a:moveTo>
                  <a:pt x="1793" y="121907"/>
                </a:moveTo>
                <a:lnTo>
                  <a:pt x="122803" y="5916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9" name="dp45-comparison / n96">
            <a:extLst xmlns:a="http://schemas.openxmlformats.org/drawingml/2006/main">
              <a:ext uri="{FF2B5EF4-FFF2-40B4-BE49-F238E27FC236}">
                <a16:creationId xmlns:a16="http://schemas.microsoft.com/office/drawing/2014/main" id="{5D7D0351-F4ED-4EA1-A6B1-8BC0FC1A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0" name="dp45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825210E2-3657-442E-9BC0-D8C6CECE4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1" name="dp45-comparison / n98">
            <a:extLst xmlns:a="http://schemas.openxmlformats.org/drawingml/2006/main">
              <a:ext uri="{FF2B5EF4-FFF2-40B4-BE49-F238E27FC236}">
                <a16:creationId xmlns:a16="http://schemas.microsoft.com/office/drawing/2014/main" id="{507BB164-B801-4B20-834B-5137A755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92" name="dp45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F722B73C-9B30-4B96-86FA-3E937516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3" name="dp45-comparison / n100">
            <a:extLst xmlns:a="http://schemas.openxmlformats.org/drawingml/2006/main">
              <a:ext uri="{FF2B5EF4-FFF2-40B4-BE49-F238E27FC236}">
                <a16:creationId xmlns:a16="http://schemas.microsoft.com/office/drawing/2014/main" id="{68F46B75-4083-4C7F-94BA-D623603D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94" name="dp45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857FB935-6C11-4108-821F-8C0D552E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95" name="dp45-comparison / n102 / path">
            <a:extLst xmlns:a="http://schemas.openxmlformats.org/drawingml/2006/main">
              <a:ext uri="{FF2B5EF4-FFF2-40B4-BE49-F238E27FC236}">
                <a16:creationId xmlns:a16="http://schemas.microsoft.com/office/drawing/2014/main" id="{E7B518C0-EE20-43D8-BCB5-71EDC849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733925"/>
            <a:ext cx="2667000" cy="1619250"/>
          </a:xfrm>
          <a:custGeom xmlns:a="http://schemas.openxmlformats.org/drawingml/2006/main">
            <a:pathLst>
              <a:path w="2667000" h="1619250">
                <a:moveTo>
                  <a:pt x="0" y="1619250"/>
                </a:moveTo>
                <a:lnTo>
                  <a:pt x="0" y="1323975"/>
                </a:lnTo>
                <a:lnTo>
                  <a:pt x="2667000" y="1323975"/>
                </a:ln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96" name="dp45-comparison / n102 / arrow">
            <a:extLst xmlns:a="http://schemas.openxmlformats.org/drawingml/2006/main">
              <a:ext uri="{FF2B5EF4-FFF2-40B4-BE49-F238E27FC236}">
                <a16:creationId xmlns:a16="http://schemas.microsoft.com/office/drawing/2014/main" id="{8B1DFE4B-0775-44C1-9A42-6A11169D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591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7" name="dp45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4916F41A-F2F5-4DD9-AEC8-0A20025D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829300"/>
            <a:ext cx="5029200" cy="523875"/>
          </a:xfrm>
          <a:custGeom xmlns:a="http://schemas.openxmlformats.org/drawingml/2006/main">
            <a:pathLst>
              <a:path w="5029200" h="523875">
                <a:moveTo>
                  <a:pt x="5029200" y="0"/>
                </a:moveTo>
                <a:lnTo>
                  <a:pt x="5029200" y="485775"/>
                </a:lnTo>
                <a:lnTo>
                  <a:pt x="0" y="485775"/>
                </a:lnTo>
                <a:lnTo>
                  <a:pt x="0" y="5238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98" name="dp45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6F631AA7-C83E-4A17-A542-95E3452A3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894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99" name="dp45-comparison / n106 / path">
            <a:extLst xmlns:a="http://schemas.openxmlformats.org/drawingml/2006/main">
              <a:ext uri="{FF2B5EF4-FFF2-40B4-BE49-F238E27FC236}">
                <a16:creationId xmlns:a16="http://schemas.microsoft.com/office/drawing/2014/main" id="{0E7BA97B-8703-49BC-944F-4FEFD702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100" name="dp45-comparison / n106 / arrow">
            <a:extLst xmlns:a="http://schemas.openxmlformats.org/drawingml/2006/main">
              <a:ext uri="{FF2B5EF4-FFF2-40B4-BE49-F238E27FC236}">
                <a16:creationId xmlns:a16="http://schemas.microsoft.com/office/drawing/2014/main" id="{BB0C5D9F-DA6F-4B6A-AE09-4097572A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80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101" name="dp45-comparison / n111 / path">
            <a:extLst xmlns:a="http://schemas.openxmlformats.org/drawingml/2006/main">
              <a:ext uri="{FF2B5EF4-FFF2-40B4-BE49-F238E27FC236}">
                <a16:creationId xmlns:a16="http://schemas.microsoft.com/office/drawing/2014/main" id="{C40761C9-87C4-47EC-A039-A06DCB4A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02" name="dp45-comparison / n111 / arrow">
            <a:extLst xmlns:a="http://schemas.openxmlformats.org/drawingml/2006/main">
              <a:ext uri="{FF2B5EF4-FFF2-40B4-BE49-F238E27FC236}">
                <a16:creationId xmlns:a16="http://schemas.microsoft.com/office/drawing/2014/main" id="{4DF8DD54-BD11-4CBD-96C9-073FAD3AA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86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03" name="dp45-comparison / n54">
            <a:extLst xmlns:a="http://schemas.openxmlformats.org/drawingml/2006/main">
              <a:ext uri="{FF2B5EF4-FFF2-40B4-BE49-F238E27FC236}">
                <a16:creationId xmlns:a16="http://schemas.microsoft.com/office/drawing/2014/main" id="{9EDF2C95-A3C9-4D0F-9533-C5433577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400300"/>
            <a:ext cx="597027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5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CD184103-5440-47F7-84F1-3D0828D3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 이력: D2 보고서 → R7 “짧은 문장, 결론 먼저” → D3 수정 → P4 전달</a:t>
            </a:r>
          </a:p>
        </p:txBody>
      </p:sp>
      <p:sp>
        <p:nvSpPr>
          <p:cNvPr id="105" name="dp45-comparison / n58">
            <a:extLst xmlns:a="http://schemas.openxmlformats.org/drawingml/2006/main">
              <a:ext uri="{FF2B5EF4-FFF2-40B4-BE49-F238E27FC236}">
                <a16:creationId xmlns:a16="http://schemas.microsoft.com/office/drawing/2014/main" id="{C62D2311-D269-410C-90BD-D1623669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124200"/>
            <a:ext cx="167925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5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DAD3C760-80CD-4725-BB97-D3DBEE5A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R7 원문과 정정 관계</a:t>
            </a:r>
          </a:p>
        </p:txBody>
      </p:sp>
      <p:sp>
        <p:nvSpPr>
          <p:cNvPr id="107" name="dp45-comparison / n62">
            <a:extLst xmlns:a="http://schemas.openxmlformats.org/drawingml/2006/main">
              <a:ext uri="{FF2B5EF4-FFF2-40B4-BE49-F238E27FC236}">
                <a16:creationId xmlns:a16="http://schemas.microsoft.com/office/drawing/2014/main" id="{50264F8C-FD33-4E63-B18D-FD1E90666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124200"/>
            <a:ext cx="156914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5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4BA44AEA-D28A-4681-9492-DC917B8CB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D2 → D3 확정 결과</a:t>
            </a:r>
          </a:p>
        </p:txBody>
      </p:sp>
      <p:sp>
        <p:nvSpPr>
          <p:cNvPr id="109" name="dp45-comparison / n66">
            <a:extLst xmlns:a="http://schemas.openxmlformats.org/drawingml/2006/main">
              <a:ext uri="{FF2B5EF4-FFF2-40B4-BE49-F238E27FC236}">
                <a16:creationId xmlns:a16="http://schemas.microsoft.com/office/drawing/2014/main" id="{FF47A4B6-3C4B-4C57-9518-8B7EBF13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124200"/>
            <a:ext cx="151733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5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7A8A299A-6757-4BC0-B0F3-3DA40F77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P4 실제 전달 기록</a:t>
            </a:r>
          </a:p>
        </p:txBody>
      </p:sp>
      <p:sp>
        <p:nvSpPr>
          <p:cNvPr id="111" name="dp45-comparison / n70">
            <a:extLst xmlns:a="http://schemas.openxmlformats.org/drawingml/2006/main">
              <a:ext uri="{FF2B5EF4-FFF2-40B4-BE49-F238E27FC236}">
                <a16:creationId xmlns:a16="http://schemas.microsoft.com/office/drawing/2014/main" id="{0FABF3E7-947C-4B5E-8E12-D981746A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5-comparison / n71 / text 1">
            <a:extLst xmlns:a="http://schemas.openxmlformats.org/drawingml/2006/main">
              <a:ext uri="{FF2B5EF4-FFF2-40B4-BE49-F238E27FC236}">
                <a16:creationId xmlns:a16="http://schemas.microsoft.com/office/drawing/2014/main" id="{7830A483-8850-4F98-AF1F-2CA7CDEB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113" name="dp45-comparison / n84">
            <a:extLst xmlns:a="http://schemas.openxmlformats.org/drawingml/2006/main">
              <a:ext uri="{FF2B5EF4-FFF2-40B4-BE49-F238E27FC236}">
                <a16:creationId xmlns:a16="http://schemas.microsoft.com/office/drawing/2014/main" id="{A736AA04-DE54-4617-990D-6134BA704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095750"/>
            <a:ext cx="414375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dp45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0C68C9EF-E8ED-4CDF-B206-A8F5D0D4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105275"/>
            <a:ext cx="7572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1 R9의 범위 읽기 / 원문과 버전 및 누락 범위 반환</a:t>
            </a:r>
          </a:p>
        </p:txBody>
      </p:sp>
      <p:sp>
        <p:nvSpPr>
          <p:cNvPr id="115" name="dp45-comparison / n89">
            <a:extLst xmlns:a="http://schemas.openxmlformats.org/drawingml/2006/main">
              <a:ext uri="{FF2B5EF4-FFF2-40B4-BE49-F238E27FC236}">
                <a16:creationId xmlns:a16="http://schemas.microsoft.com/office/drawing/2014/main" id="{8E78524A-BB27-4FC8-BA6A-8A77E212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895850"/>
            <a:ext cx="213912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dp45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EFCCC8FB-D460-4977-8F9E-5EE256165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905375"/>
            <a:ext cx="2619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원본별 요약과 색인 재사용</a:t>
            </a:r>
          </a:p>
        </p:txBody>
      </p:sp>
      <p:sp>
        <p:nvSpPr>
          <p:cNvPr id="117" name="dp45-comparison / n91">
            <a:extLst xmlns:a="http://schemas.openxmlformats.org/drawingml/2006/main">
              <a:ext uri="{FF2B5EF4-FFF2-40B4-BE49-F238E27FC236}">
                <a16:creationId xmlns:a16="http://schemas.microsoft.com/office/drawing/2014/main" id="{EAE4A15C-5AF6-403F-B8BB-B88D341F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4895850"/>
            <a:ext cx="191890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dp45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CDFB9FC5-07C4-4369-8468-1D5E7B42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905375"/>
            <a:ext cx="2266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2 이번 Request에 결합</a:t>
            </a:r>
          </a:p>
        </p:txBody>
      </p:sp>
      <p:sp>
        <p:nvSpPr>
          <p:cNvPr id="119" name="dp45-comparison / n93">
            <a:extLst xmlns:a="http://schemas.openxmlformats.org/drawingml/2006/main">
              <a:ext uri="{FF2B5EF4-FFF2-40B4-BE49-F238E27FC236}">
                <a16:creationId xmlns:a16="http://schemas.microsoft.com/office/drawing/2014/main" id="{5E3FD6CA-811D-4B57-A94F-0F41AC1E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848350"/>
            <a:ext cx="41452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dp45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D04EB5A0-6720-4383-AD63-631BBB90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857875"/>
            <a:ext cx="7334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변경의 부분 무효화 / cache 적중 시 재조합 축소</a:t>
            </a:r>
          </a:p>
        </p:txBody>
      </p:sp>
      <p:sp>
        <p:nvSpPr>
          <p:cNvPr id="121" name="dp45-comparison / n104">
            <a:extLst xmlns:a="http://schemas.openxmlformats.org/drawingml/2006/main">
              <a:ext uri="{FF2B5EF4-FFF2-40B4-BE49-F238E27FC236}">
                <a16:creationId xmlns:a16="http://schemas.microsoft.com/office/drawing/2014/main" id="{685AA61E-94E9-4373-AABD-650B0A837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96000"/>
            <a:ext cx="42732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dp45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587E8F79-F96A-4AE9-B504-0798F8C0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R9 조회 / Context + 출처 + 버전 + 누락 범위 반환</a:t>
            </a:r>
          </a:p>
        </p:txBody>
      </p:sp>
      <p:sp>
        <p:nvSpPr>
          <p:cNvPr id="123" name="dp45-comparison / n107">
            <a:extLst xmlns:a="http://schemas.openxmlformats.org/drawingml/2006/main">
              <a:ext uri="{FF2B5EF4-FFF2-40B4-BE49-F238E27FC236}">
                <a16:creationId xmlns:a16="http://schemas.microsoft.com/office/drawing/2014/main" id="{3078DB5E-FC03-4B32-BC25-FDA8C664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6838950"/>
            <a:ext cx="24564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dp45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26123ACE-24CA-4279-AE4B-146EBBD0C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848475"/>
            <a:ext cx="27717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Referent와 Task의 판단</a:t>
            </a:r>
          </a:p>
        </p:txBody>
      </p:sp>
      <p:sp>
        <p:nvSpPr>
          <p:cNvPr id="125" name="dp45-comparison / n109">
            <a:extLst xmlns:a="http://schemas.openxmlformats.org/drawingml/2006/main">
              <a:ext uri="{FF2B5EF4-FFF2-40B4-BE49-F238E27FC236}">
                <a16:creationId xmlns:a16="http://schemas.microsoft.com/office/drawing/2014/main" id="{5FF71F85-6590-499A-803B-3AF58B4F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dp45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766B6FDE-F641-42FE-AFF5-D38D1625F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127" name="dp45-comparison / n110 / text 2">
            <a:extLst xmlns:a="http://schemas.openxmlformats.org/drawingml/2006/main">
              <a:ext uri="{FF2B5EF4-FFF2-40B4-BE49-F238E27FC236}">
                <a16:creationId xmlns:a16="http://schemas.microsoft.com/office/drawing/2014/main" id="{FBBE0DD7-EC39-4EB9-A923-F6DBCCEB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128" name="dp45-comparison / n112">
            <a:extLst xmlns:a="http://schemas.openxmlformats.org/drawingml/2006/main">
              <a:ext uri="{FF2B5EF4-FFF2-40B4-BE49-F238E27FC236}">
                <a16:creationId xmlns:a16="http://schemas.microsoft.com/office/drawing/2014/main" id="{257829AF-D77E-4EC0-B8BD-3EC7741C3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dp45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620731FC-9617-4C3C-86A3-8BBA385A2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130" name="dp45-comparison / n114">
            <a:extLst xmlns:a="http://schemas.openxmlformats.org/drawingml/2006/main">
              <a:ext uri="{FF2B5EF4-FFF2-40B4-BE49-F238E27FC236}">
                <a16:creationId xmlns:a16="http://schemas.microsoft.com/office/drawing/2014/main" id="{B16664A8-9991-4679-9F76-282225AF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dp45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20C82969-61C5-43E6-8E15-0EE91A5C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  <p:sp>
        <p:nvSpPr>
          <p:cNvPr id="132" name="dp45-comparison / n118">
            <a:extLst xmlns:a="http://schemas.openxmlformats.org/drawingml/2006/main">
              <a:ext uri="{FF2B5EF4-FFF2-40B4-BE49-F238E27FC236}">
                <a16:creationId xmlns:a16="http://schemas.microsoft.com/office/drawing/2014/main" id="{2937F7B0-4B98-412F-831E-20E5BFEB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3" name="dp45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71BBD734-C5D9-4EB5-BC35-6C5BB0631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34" name="dp45-comparison / n122">
            <a:extLst xmlns:a="http://schemas.openxmlformats.org/drawingml/2006/main">
              <a:ext uri="{FF2B5EF4-FFF2-40B4-BE49-F238E27FC236}">
                <a16:creationId xmlns:a16="http://schemas.microsoft.com/office/drawing/2014/main" id="{7F55B11E-B186-46B6-8E08-630B35C0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0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5" name="dp45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AC94E8EE-35F8-4E18-AD93-C318A80D3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36" name="dp45-comparison / n126">
            <a:extLst xmlns:a="http://schemas.openxmlformats.org/drawingml/2006/main">
              <a:ext uri="{FF2B5EF4-FFF2-40B4-BE49-F238E27FC236}">
                <a16:creationId xmlns:a16="http://schemas.microsoft.com/office/drawing/2014/main" id="{54674771-E5BF-41CF-8F9D-898257D6B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2705100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37" name="dp45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CFF99D66-1B76-436C-B78D-7FEF2A16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3350" y="2779395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38" name="dp45-comparison / n130">
            <a:extLst xmlns:a="http://schemas.openxmlformats.org/drawingml/2006/main">
              <a:ext uri="{FF2B5EF4-FFF2-40B4-BE49-F238E27FC236}">
                <a16:creationId xmlns:a16="http://schemas.microsoft.com/office/drawing/2014/main" id="{89C77336-1E3C-4247-AB2D-94252FA6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733800"/>
            <a:ext cx="7800975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39" name="dp45-comparison / n131 / text 1">
            <a:extLst xmlns:a="http://schemas.openxmlformats.org/drawingml/2006/main">
              <a:ext uri="{FF2B5EF4-FFF2-40B4-BE49-F238E27FC236}">
                <a16:creationId xmlns:a16="http://schemas.microsoft.com/office/drawing/2014/main" id="{1124BD1E-B18B-4C96-9B40-5DC1E0F8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829050"/>
            <a:ext cx="75533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40" name="dp45-comparison / n134">
            <a:extLst xmlns:a="http://schemas.openxmlformats.org/drawingml/2006/main">
              <a:ext uri="{FF2B5EF4-FFF2-40B4-BE49-F238E27FC236}">
                <a16:creationId xmlns:a16="http://schemas.microsoft.com/office/drawing/2014/main" id="{27875BA6-AE93-4503-B95B-3D46AE21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4333875"/>
            <a:ext cx="2400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1" name="dp45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880792B9-25D6-45C6-A788-47EABDD6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416266"/>
            <a:ext cx="22288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Memory Publisher</a:t>
            </a:r>
          </a:p>
        </p:txBody>
      </p:sp>
      <p:sp>
        <p:nvSpPr>
          <p:cNvPr id="142" name="dp45-comparison / n136">
            <a:extLst xmlns:a="http://schemas.openxmlformats.org/drawingml/2006/main">
              <a:ext uri="{FF2B5EF4-FFF2-40B4-BE49-F238E27FC236}">
                <a16:creationId xmlns:a16="http://schemas.microsoft.com/office/drawing/2014/main" id="{3B5E9B61-F7D6-42F8-A5DA-A36C32277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9225" y="4295775"/>
            <a:ext cx="2667000" cy="5238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43" name="dp45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CC64E236-721E-41A8-AD7E-D3124A8C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45770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Episodic Memory</a:t>
            </a:r>
          </a:p>
        </p:txBody>
      </p:sp>
      <p:sp>
        <p:nvSpPr>
          <p:cNvPr id="144" name="dp45-comparison / n137 / text 2">
            <a:extLst xmlns:a="http://schemas.openxmlformats.org/drawingml/2006/main">
              <a:ext uri="{FF2B5EF4-FFF2-40B4-BE49-F238E27FC236}">
                <a16:creationId xmlns:a16="http://schemas.microsoft.com/office/drawing/2014/main" id="{52C990A4-8C9D-4281-8272-4784E4C9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652010"/>
            <a:ext cx="24955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Repository</a:t>
            </a:r>
          </a:p>
        </p:txBody>
      </p:sp>
      <p:sp>
        <p:nvSpPr>
          <p:cNvPr id="145" name="dp45-comparison / n138">
            <a:extLst xmlns:a="http://schemas.openxmlformats.org/drawingml/2006/main">
              <a:ext uri="{FF2B5EF4-FFF2-40B4-BE49-F238E27FC236}">
                <a16:creationId xmlns:a16="http://schemas.microsoft.com/office/drawing/2014/main" id="{D5605A1B-1617-40BF-8B09-8FE064D3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333875"/>
            <a:ext cx="16859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087E8B"/>
            </a:solidFill>
            <a:prstDash val="solid"/>
          </a:ln>
        </p:spPr>
      </p:sp>
      <p:sp>
        <p:nvSpPr>
          <p:cNvPr id="146" name="dp45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9C4A9875-2256-45C2-9943-FF4C3ADA1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125" y="4428649"/>
            <a:ext cx="15144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Evidence Reader</a:t>
            </a:r>
          </a:p>
        </p:txBody>
      </p:sp>
      <p:sp>
        <p:nvSpPr>
          <p:cNvPr id="147" name="dp45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BB73521B-AF8E-459A-8D49-A38266AB6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0" y="0"/>
                </a:moveTo>
                <a:lnTo>
                  <a:pt x="0" y="619125"/>
                </a:lnTo>
                <a:lnTo>
                  <a:pt x="200025" y="619125"/>
                </a:lnTo>
                <a:lnTo>
                  <a:pt x="200025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48" name="dp45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3B875111-6804-403E-9869-27BBAA1F7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49" name="dp45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C825D81B-9946-4C2A-A810-1E36E9F14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76575"/>
            <a:ext cx="200025" cy="1257300"/>
          </a:xfrm>
          <a:custGeom xmlns:a="http://schemas.openxmlformats.org/drawingml/2006/main">
            <a:pathLst>
              <a:path w="200025" h="1257300">
                <a:moveTo>
                  <a:pt x="200025" y="1257300"/>
                </a:moveTo>
                <a:lnTo>
                  <a:pt x="200025" y="533400"/>
                </a:lnTo>
                <a:lnTo>
                  <a:pt x="0" y="5334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0" name="dp45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191C7B55-B8C5-4932-A9EC-3526D1C4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279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1" name="dp45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0617C3C6-FE28-4815-98CF-01D7E9913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2514600" y="0"/>
                </a:moveTo>
                <a:lnTo>
                  <a:pt x="2514600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2" name="dp45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C0923785-5619-492A-A78E-F2DBDF89F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3" name="dp45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65450F06-80E7-44B5-A8CE-185E49584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2514600" cy="1257300"/>
          </a:xfrm>
          <a:custGeom xmlns:a="http://schemas.openxmlformats.org/drawingml/2006/main">
            <a:pathLst>
              <a:path w="2514600" h="1257300">
                <a:moveTo>
                  <a:pt x="0" y="1257300"/>
                </a:moveTo>
                <a:lnTo>
                  <a:pt x="0" y="533400"/>
                </a:lnTo>
                <a:lnTo>
                  <a:pt x="2514600" y="533400"/>
                </a:lnTo>
                <a:lnTo>
                  <a:pt x="2514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4" name="dp45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7507E039-1138-4D25-84B3-05E36755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7415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5" name="dp45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878C04ED-F3A5-4A0B-B30B-11E9AC125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42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5229225" y="0"/>
                </a:moveTo>
                <a:lnTo>
                  <a:pt x="5229225" y="619125"/>
                </a:lnTo>
                <a:lnTo>
                  <a:pt x="0" y="619125"/>
                </a:lnTo>
                <a:lnTo>
                  <a:pt x="0" y="1257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56" name="dp45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F1038A34-80BD-4A2A-B06B-A2DB2563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3315" y="42119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7" name="dp45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20EBDEFB-9B6F-474B-8956-0682FCE1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076575"/>
            <a:ext cx="5229225" cy="1257300"/>
          </a:xfrm>
          <a:custGeom xmlns:a="http://schemas.openxmlformats.org/drawingml/2006/main">
            <a:pathLst>
              <a:path w="5229225" h="1257300">
                <a:moveTo>
                  <a:pt x="0" y="1257300"/>
                </a:moveTo>
                <a:lnTo>
                  <a:pt x="0" y="533400"/>
                </a:lnTo>
                <a:lnTo>
                  <a:pt x="5229225" y="533400"/>
                </a:lnTo>
                <a:lnTo>
                  <a:pt x="5229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58" name="dp45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27CA2203-712C-43B4-96CA-658005FB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22040" y="30765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59" name="dp45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DDCB6E68-BB8B-4486-A24B-3BD73A69B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175" y="4533900"/>
            <a:ext cx="400050" cy="23813"/>
          </a:xfrm>
          <a:custGeom xmlns:a="http://schemas.openxmlformats.org/drawingml/2006/main">
            <a:pathLst>
              <a:path w="400050" h="23813">
                <a:moveTo>
                  <a:pt x="0" y="0"/>
                </a:moveTo>
                <a:lnTo>
                  <a:pt x="40005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0" name="dp45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B4A7F7A0-DF15-4373-B7F9-5A3AED66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3898" y="4489616"/>
            <a:ext cx="125327" cy="121705"/>
          </a:xfrm>
          <a:custGeom xmlns:a="http://schemas.openxmlformats.org/drawingml/2006/main">
            <a:pathLst>
              <a:path w="125327" h="121705">
                <a:moveTo>
                  <a:pt x="0" y="121705"/>
                </a:moveTo>
                <a:lnTo>
                  <a:pt x="125327" y="68097"/>
                </a:lnTo>
                <a:lnTo>
                  <a:pt x="7244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1" name="dp45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781D0F78-4652-45E0-AAE3-B9FDE4A9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48175"/>
            <a:ext cx="257175" cy="23813"/>
          </a:xfrm>
          <a:custGeom xmlns:a="http://schemas.openxmlformats.org/drawingml/2006/main">
            <a:pathLst>
              <a:path w="257175" h="23813">
                <a:moveTo>
                  <a:pt x="257175" y="0"/>
                </a:moveTo>
                <a:lnTo>
                  <a:pt x="0" y="2381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62" name="dp45-comparison / n149 / arrow">
            <a:extLst xmlns:a="http://schemas.openxmlformats.org/drawingml/2006/main">
              <a:ext uri="{FF2B5EF4-FFF2-40B4-BE49-F238E27FC236}">
                <a16:creationId xmlns:a16="http://schemas.microsoft.com/office/drawing/2014/main" id="{0802D114-D453-424C-84E6-ACB41D5E8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400046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5780" y="0"/>
                </a:moveTo>
                <a:lnTo>
                  <a:pt x="0" y="71941"/>
                </a:lnTo>
                <a:lnTo>
                  <a:pt x="127021" y="121401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3" name="dp45-comparison / n150 / path">
            <a:extLst xmlns:a="http://schemas.openxmlformats.org/drawingml/2006/main">
              <a:ext uri="{FF2B5EF4-FFF2-40B4-BE49-F238E27FC236}">
                <a16:creationId xmlns:a16="http://schemas.microsoft.com/office/drawing/2014/main" id="{66F20A59-C1FF-4ACC-A9DC-91DD071C5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6225" y="4638675"/>
            <a:ext cx="257175" cy="23813"/>
          </a:xfrm>
          <a:custGeom xmlns:a="http://schemas.openxmlformats.org/drawingml/2006/main">
            <a:pathLst>
              <a:path w="257175" h="23813">
                <a:moveTo>
                  <a:pt x="0" y="23813"/>
                </a:moveTo>
                <a:lnTo>
                  <a:pt x="257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4" name="dp45-comparison / n150 / arrow">
            <a:extLst xmlns:a="http://schemas.openxmlformats.org/drawingml/2006/main">
              <a:ext uri="{FF2B5EF4-FFF2-40B4-BE49-F238E27FC236}">
                <a16:creationId xmlns:a16="http://schemas.microsoft.com/office/drawing/2014/main" id="{F3775311-C4DE-4CB6-89BD-8C3D095CD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6379" y="4589215"/>
            <a:ext cx="127021" cy="121401"/>
          </a:xfrm>
          <a:custGeom xmlns:a="http://schemas.openxmlformats.org/drawingml/2006/main">
            <a:pathLst>
              <a:path w="127021" h="121401">
                <a:moveTo>
                  <a:pt x="11241" y="121401"/>
                </a:moveTo>
                <a:lnTo>
                  <a:pt x="127021" y="494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5" name="dp45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4AA8A278-AC3B-434C-A462-D1E369FE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9025" y="4733925"/>
            <a:ext cx="5367338" cy="676275"/>
          </a:xfrm>
          <a:custGeom xmlns:a="http://schemas.openxmlformats.org/drawingml/2006/main">
            <a:pathLst>
              <a:path w="5367338" h="676275">
                <a:moveTo>
                  <a:pt x="5367338" y="0"/>
                </a:moveTo>
                <a:lnTo>
                  <a:pt x="5362575" y="676275"/>
                </a:lnTo>
                <a:lnTo>
                  <a:pt x="0" y="6762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66" name="dp45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E1999319-177F-4C99-86FF-F5EDCE1BA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8065" y="473392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67" name="dp45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BD2E6C9B-C26C-410C-94F3-831F0C16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628900"/>
            <a:ext cx="6715125" cy="1905000"/>
          </a:xfrm>
          <a:custGeom xmlns:a="http://schemas.openxmlformats.org/drawingml/2006/main">
            <a:pathLst>
              <a:path w="6715125" h="1905000">
                <a:moveTo>
                  <a:pt x="6410325" y="1905000"/>
                </a:moveTo>
                <a:lnTo>
                  <a:pt x="6715125" y="1905000"/>
                </a:lnTo>
                <a:lnTo>
                  <a:pt x="671512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68" name="dp45-comparison / n158 / arrow">
            <a:extLst xmlns:a="http://schemas.openxmlformats.org/drawingml/2006/main">
              <a:ext uri="{FF2B5EF4-FFF2-40B4-BE49-F238E27FC236}">
                <a16:creationId xmlns:a16="http://schemas.microsoft.com/office/drawing/2014/main" id="{3EFAA446-686D-4A28-9944-2F24B067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804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69" name="dp45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82D8B855-0AD0-4575-81E7-5E6C7C40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667000"/>
            <a:ext cx="6581775" cy="1943100"/>
          </a:xfrm>
          <a:custGeom xmlns:a="http://schemas.openxmlformats.org/drawingml/2006/main">
            <a:pathLst>
              <a:path w="6581775" h="1943100">
                <a:moveTo>
                  <a:pt x="0" y="38100"/>
                </a:moveTo>
                <a:lnTo>
                  <a:pt x="0" y="0"/>
                </a:lnTo>
                <a:lnTo>
                  <a:pt x="6581775" y="0"/>
                </a:lnTo>
                <a:lnTo>
                  <a:pt x="6581775" y="1943100"/>
                </a:lnTo>
                <a:lnTo>
                  <a:pt x="633412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0" name="dp45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91FFCC79-6C8E-453A-8B40-C9B13357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1" name="dp45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A09B73BB-A0F6-4ADE-9AF7-97CB42B6E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25" y="2628900"/>
            <a:ext cx="4000500" cy="1905000"/>
          </a:xfrm>
          <a:custGeom xmlns:a="http://schemas.openxmlformats.org/drawingml/2006/main">
            <a:pathLst>
              <a:path w="4000500" h="1905000">
                <a:moveTo>
                  <a:pt x="3695700" y="1905000"/>
                </a:moveTo>
                <a:lnTo>
                  <a:pt x="4000500" y="1905000"/>
                </a:lnTo>
                <a:lnTo>
                  <a:pt x="4000500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2" name="dp45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F536FB02-8733-46A5-8D3E-A3AD8E03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2665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3" name="dp45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267560F3-38DC-4063-985E-BB8983A07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9825" y="2667000"/>
            <a:ext cx="3867150" cy="1943100"/>
          </a:xfrm>
          <a:custGeom xmlns:a="http://schemas.openxmlformats.org/drawingml/2006/main">
            <a:pathLst>
              <a:path w="3867150" h="1943100">
                <a:moveTo>
                  <a:pt x="0" y="38100"/>
                </a:moveTo>
                <a:lnTo>
                  <a:pt x="0" y="0"/>
                </a:lnTo>
                <a:lnTo>
                  <a:pt x="3867150" y="0"/>
                </a:lnTo>
                <a:lnTo>
                  <a:pt x="3867150" y="1943100"/>
                </a:lnTo>
                <a:lnTo>
                  <a:pt x="3619500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4" name="dp45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89441ED9-6169-4BC1-A8F1-276AE189A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5" name="dp45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451847B7-F58B-405E-B20B-47F453C3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0" y="2628900"/>
            <a:ext cx="1285875" cy="1905000"/>
          </a:xfrm>
          <a:custGeom xmlns:a="http://schemas.openxmlformats.org/drawingml/2006/main">
            <a:pathLst>
              <a:path w="1285875" h="1905000">
                <a:moveTo>
                  <a:pt x="981075" y="1905000"/>
                </a:moveTo>
                <a:lnTo>
                  <a:pt x="1285875" y="1905000"/>
                </a:lnTo>
                <a:lnTo>
                  <a:pt x="1285875" y="0"/>
                </a:lnTo>
                <a:lnTo>
                  <a:pt x="0" y="0"/>
                </a:lnTo>
                <a:lnTo>
                  <a:pt x="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solid"/>
          </a:ln>
        </p:spPr>
      </p:sp>
      <p:sp>
        <p:nvSpPr>
          <p:cNvPr id="176" name="dp45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B4565E2B-0043-4502-872E-C335E3A66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17290" y="258318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7" name="dp45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2307CD26-44EE-4A34-8AFA-55DC23A4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450" y="2667000"/>
            <a:ext cx="1152525" cy="1943100"/>
          </a:xfrm>
          <a:custGeom xmlns:a="http://schemas.openxmlformats.org/drawingml/2006/main">
            <a:pathLst>
              <a:path w="1152525" h="1943100">
                <a:moveTo>
                  <a:pt x="0" y="38100"/>
                </a:moveTo>
                <a:lnTo>
                  <a:pt x="0" y="0"/>
                </a:lnTo>
                <a:lnTo>
                  <a:pt x="1152525" y="0"/>
                </a:lnTo>
                <a:lnTo>
                  <a:pt x="1152525" y="1943100"/>
                </a:lnTo>
                <a:lnTo>
                  <a:pt x="904875" y="19431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B63732"/>
            </a:solidFill>
            <a:prstDash val="dash"/>
          </a:ln>
        </p:spPr>
      </p:sp>
      <p:sp>
        <p:nvSpPr>
          <p:cNvPr id="178" name="dp45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59A23222-A606-40B1-86CA-65574CC13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59325" y="45491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0"/>
                </a:moveTo>
                <a:lnTo>
                  <a:pt x="0" y="60960"/>
                </a:lnTo>
                <a:lnTo>
                  <a:pt x="12192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B63732"/>
            </a:solidFill>
            <a:prstDash val="solid"/>
          </a:ln>
        </p:spPr>
      </p:sp>
      <p:sp>
        <p:nvSpPr>
          <p:cNvPr id="179" name="dp45-comparison / n166">
            <a:extLst xmlns:a="http://schemas.openxmlformats.org/drawingml/2006/main">
              <a:ext uri="{FF2B5EF4-FFF2-40B4-BE49-F238E27FC236}">
                <a16:creationId xmlns:a16="http://schemas.microsoft.com/office/drawing/2014/main" id="{10E6EA8A-B54B-470F-8DB1-0D40DFBC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6353175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0" name="dp45-comparison / n167 / text 1">
            <a:extLst xmlns:a="http://schemas.openxmlformats.org/drawingml/2006/main">
              <a:ext uri="{FF2B5EF4-FFF2-40B4-BE49-F238E27FC236}">
                <a16:creationId xmlns:a16="http://schemas.microsoft.com/office/drawing/2014/main" id="{45EC1F22-DD96-4132-875B-76217ED2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6432233"/>
            <a:ext cx="23050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1" name="dp45-comparison / n168">
            <a:extLst xmlns:a="http://schemas.openxmlformats.org/drawingml/2006/main">
              <a:ext uri="{FF2B5EF4-FFF2-40B4-BE49-F238E27FC236}">
                <a16:creationId xmlns:a16="http://schemas.microsoft.com/office/drawing/2014/main" id="{EF293672-3C1B-4874-9502-4F1BBB785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353175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5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CB5A50E2-CABD-41B1-A4B0-5309E42A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30200" y="6432233"/>
            <a:ext cx="24384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83" name="dp45-comparison / n170">
            <a:extLst xmlns:a="http://schemas.openxmlformats.org/drawingml/2006/main">
              <a:ext uri="{FF2B5EF4-FFF2-40B4-BE49-F238E27FC236}">
                <a16:creationId xmlns:a16="http://schemas.microsoft.com/office/drawing/2014/main" id="{D1EFFCCD-D9A6-46C3-86AB-F4A177FD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324600"/>
            <a:ext cx="1676400" cy="4476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5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6D5CED31-2426-4FD8-92F7-220C1DE5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68675" y="6486525"/>
            <a:ext cx="15049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185" name="dp45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C575B8EA-213B-45A6-96B8-E41BF5D10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4733925"/>
            <a:ext cx="5519738" cy="1619250"/>
          </a:xfrm>
          <a:custGeom xmlns:a="http://schemas.openxmlformats.org/drawingml/2006/main">
            <a:pathLst>
              <a:path w="5519738" h="1619250">
                <a:moveTo>
                  <a:pt x="0" y="1619250"/>
                </a:moveTo>
                <a:lnTo>
                  <a:pt x="0" y="1323975"/>
                </a:lnTo>
                <a:lnTo>
                  <a:pt x="5514975" y="1323975"/>
                </a:lnTo>
                <a:lnTo>
                  <a:pt x="551973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86" name="dp45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586159C9-54E4-4E02-91F8-602A486E4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4964" y="4733925"/>
            <a:ext cx="121919" cy="122138"/>
          </a:xfrm>
          <a:custGeom xmlns:a="http://schemas.openxmlformats.org/drawingml/2006/main">
            <a:pathLst>
              <a:path w="121919" h="122138">
                <a:moveTo>
                  <a:pt x="121919" y="122138"/>
                </a:moveTo>
                <a:lnTo>
                  <a:pt x="61398" y="0"/>
                </a:lnTo>
                <a:lnTo>
                  <a:pt x="0" y="12170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7" name="dp45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E2255F1E-C70C-43A8-9105-9D210206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96650" y="4733925"/>
            <a:ext cx="5510213" cy="1619250"/>
          </a:xfrm>
          <a:custGeom xmlns:a="http://schemas.openxmlformats.org/drawingml/2006/main">
            <a:pathLst>
              <a:path w="5510213" h="1619250">
                <a:moveTo>
                  <a:pt x="5510213" y="0"/>
                </a:moveTo>
                <a:lnTo>
                  <a:pt x="5505450" y="1581150"/>
                </a:lnTo>
                <a:lnTo>
                  <a:pt x="0" y="1581150"/>
                </a:lnTo>
                <a:lnTo>
                  <a:pt x="0" y="16192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dash"/>
          </a:ln>
        </p:spPr>
      </p:sp>
      <p:sp>
        <p:nvSpPr>
          <p:cNvPr id="188" name="dp45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5F88A9A6-3D26-453D-8C15-26265BD7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5690" y="62312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89" name="dp45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E83927BF-58EB-461D-A01A-3C7732D6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609600" cy="953"/>
          </a:xfrm>
          <a:custGeom xmlns:a="http://schemas.openxmlformats.org/drawingml/2006/main">
            <a:pathLst>
              <a:path w="609600" h="953">
                <a:moveTo>
                  <a:pt x="0" y="0"/>
                </a:moveTo>
                <a:lnTo>
                  <a:pt x="6096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087E8B"/>
            </a:solidFill>
            <a:prstDash val="solid"/>
          </a:ln>
        </p:spPr>
      </p:sp>
      <p:sp>
        <p:nvSpPr>
          <p:cNvPr id="190" name="dp45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CAD007EF-88AB-4223-B676-4435F8D1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2555" y="64827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087E8B"/>
            </a:solidFill>
            <a:prstDash val="solid"/>
          </a:ln>
        </p:spPr>
      </p:sp>
      <p:sp>
        <p:nvSpPr>
          <p:cNvPr id="191" name="dp45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DDA6E9A8-D3CF-4311-8566-5880D1EE0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4875" y="6543675"/>
            <a:ext cx="3648075" cy="485775"/>
          </a:xfrm>
          <a:custGeom xmlns:a="http://schemas.openxmlformats.org/drawingml/2006/main">
            <a:pathLst>
              <a:path w="3648075" h="485775">
                <a:moveTo>
                  <a:pt x="0" y="0"/>
                </a:moveTo>
                <a:lnTo>
                  <a:pt x="180975" y="0"/>
                </a:lnTo>
                <a:lnTo>
                  <a:pt x="180975" y="485775"/>
                </a:lnTo>
                <a:lnTo>
                  <a:pt x="3448050" y="485775"/>
                </a:lnTo>
                <a:lnTo>
                  <a:pt x="3448050" y="0"/>
                </a:lnTo>
                <a:lnTo>
                  <a:pt x="3648075" y="476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2" name="dp45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0FE537BD-D2A5-47E4-9792-87054BED7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59614" y="6484593"/>
            <a:ext cx="123336" cy="121885"/>
          </a:xfrm>
          <a:custGeom xmlns:a="http://schemas.openxmlformats.org/drawingml/2006/main">
            <a:pathLst>
              <a:path w="123336" h="121885">
                <a:moveTo>
                  <a:pt x="0" y="121885"/>
                </a:moveTo>
                <a:lnTo>
                  <a:pt x="123336" y="63845"/>
                </a:lnTo>
                <a:lnTo>
                  <a:pt x="29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3" name="dp45-comparison / n116">
            <a:extLst xmlns:a="http://schemas.openxmlformats.org/drawingml/2006/main">
              <a:ext uri="{FF2B5EF4-FFF2-40B4-BE49-F238E27FC236}">
                <a16:creationId xmlns:a16="http://schemas.microsoft.com/office/drawing/2014/main" id="{342B62B4-BB1C-492F-9854-D7DD2733B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2400300"/>
            <a:ext cx="597027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5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6E2701C0-A74C-4A00-B875-E63720C0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409825"/>
            <a:ext cx="78009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동일 이력: D2 보고서 → R7 “짧은 문장, 결론 먼저” → D3 수정 → P4 전달</a:t>
            </a:r>
          </a:p>
        </p:txBody>
      </p:sp>
      <p:sp>
        <p:nvSpPr>
          <p:cNvPr id="195" name="dp45-comparison / n120">
            <a:extLst xmlns:a="http://schemas.openxmlformats.org/drawingml/2006/main">
              <a:ext uri="{FF2B5EF4-FFF2-40B4-BE49-F238E27FC236}">
                <a16:creationId xmlns:a16="http://schemas.microsoft.com/office/drawing/2014/main" id="{B833B3E3-43F3-43FD-A19F-A439A96A0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124200"/>
            <a:ext cx="167925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5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8EC2E119-ABF6-4FD3-A043-7F3870988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R7 원문과 정정 관계</a:t>
            </a:r>
          </a:p>
        </p:txBody>
      </p:sp>
      <p:sp>
        <p:nvSpPr>
          <p:cNvPr id="197" name="dp45-comparison / n124">
            <a:extLst xmlns:a="http://schemas.openxmlformats.org/drawingml/2006/main">
              <a:ext uri="{FF2B5EF4-FFF2-40B4-BE49-F238E27FC236}">
                <a16:creationId xmlns:a16="http://schemas.microsoft.com/office/drawing/2014/main" id="{CCE149C1-BAD2-4DD6-BED1-2ECA4224B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124200"/>
            <a:ext cx="156914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5-comparison / n125 / text 1">
            <a:extLst xmlns:a="http://schemas.openxmlformats.org/drawingml/2006/main">
              <a:ext uri="{FF2B5EF4-FFF2-40B4-BE49-F238E27FC236}">
                <a16:creationId xmlns:a16="http://schemas.microsoft.com/office/drawing/2014/main" id="{A9093AAA-BA70-4549-97EB-393BBD88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1575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D2 → D3 확정 결과</a:t>
            </a:r>
          </a:p>
        </p:txBody>
      </p:sp>
      <p:sp>
        <p:nvSpPr>
          <p:cNvPr id="199" name="dp45-comparison / n128">
            <a:extLst xmlns:a="http://schemas.openxmlformats.org/drawingml/2006/main">
              <a:ext uri="{FF2B5EF4-FFF2-40B4-BE49-F238E27FC236}">
                <a16:creationId xmlns:a16="http://schemas.microsoft.com/office/drawing/2014/main" id="{B2FFE5C9-61A8-4587-8854-456B2047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7150" y="3124200"/>
            <a:ext cx="151733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5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F5DAEFF1-BC28-4B56-87B9-BB59B6207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16200" y="3133725"/>
            <a:ext cx="2362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P4 실제 전달 기록</a:t>
            </a:r>
          </a:p>
        </p:txBody>
      </p:sp>
      <p:sp>
        <p:nvSpPr>
          <p:cNvPr id="201" name="dp45-comparison / n132">
            <a:extLst xmlns:a="http://schemas.openxmlformats.org/drawingml/2006/main">
              <a:ext uri="{FF2B5EF4-FFF2-40B4-BE49-F238E27FC236}">
                <a16:creationId xmlns:a16="http://schemas.microsoft.com/office/drawing/2014/main" id="{36A23DC7-DB5B-4710-BC7E-526F5709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3657981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5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C65E5ED4-C3A0-4240-9470-ACC919C0A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41947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원본 owner 유지 / 수정과 삭제 및 권한 철회</a:t>
            </a:r>
          </a:p>
        </p:txBody>
      </p:sp>
      <p:sp>
        <p:nvSpPr>
          <p:cNvPr id="203" name="dp45-comparison / n146">
            <a:extLst xmlns:a="http://schemas.openxmlformats.org/drawingml/2006/main">
              <a:ext uri="{FF2B5EF4-FFF2-40B4-BE49-F238E27FC236}">
                <a16:creationId xmlns:a16="http://schemas.microsoft.com/office/drawing/2014/main" id="{063B25C9-6D2F-44D4-9498-4C026C80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095750"/>
            <a:ext cx="4655439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5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020F1535-8A20-4258-9D56-48024CAD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105275"/>
            <a:ext cx="71913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1 변경 알림 → 범위 읽기 → 원문과 버전 검사 → 관계 게시</a:t>
            </a:r>
          </a:p>
        </p:txBody>
      </p:sp>
      <p:sp>
        <p:nvSpPr>
          <p:cNvPr id="205" name="dp45-comparison / n151">
            <a:extLst xmlns:a="http://schemas.openxmlformats.org/drawingml/2006/main">
              <a:ext uri="{FF2B5EF4-FFF2-40B4-BE49-F238E27FC236}">
                <a16:creationId xmlns:a16="http://schemas.microsoft.com/office/drawing/2014/main" id="{BCF286FB-F50E-45C9-99FA-919503117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876800"/>
            <a:ext cx="2307336" cy="3848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5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B0EFB5B9-2BD1-47C8-A548-C7B9D1F2E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488632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정정 / 결과 개정 / 실제 전달</a:t>
            </a:r>
          </a:p>
        </p:txBody>
      </p:sp>
      <p:sp>
        <p:nvSpPr>
          <p:cNvPr id="207" name="dp45-comparison / n152 / text 2">
            <a:extLst xmlns:a="http://schemas.openxmlformats.org/drawingml/2006/main">
              <a:ext uri="{FF2B5EF4-FFF2-40B4-BE49-F238E27FC236}">
                <a16:creationId xmlns:a16="http://schemas.microsoft.com/office/drawing/2014/main" id="{72D889B1-1393-4566-B064-E27380D8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5069205"/>
            <a:ext cx="2705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출처와 coverage / 지속 상태</a:t>
            </a:r>
          </a:p>
        </p:txBody>
      </p:sp>
      <p:sp>
        <p:nvSpPr>
          <p:cNvPr id="208" name="dp45-comparison / n153">
            <a:extLst xmlns:a="http://schemas.openxmlformats.org/drawingml/2006/main">
              <a:ext uri="{FF2B5EF4-FFF2-40B4-BE49-F238E27FC236}">
                <a16:creationId xmlns:a16="http://schemas.microsoft.com/office/drawing/2014/main" id="{0CE5A5CC-FF99-4CAE-A1F4-2DA5ECAE5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4914900"/>
            <a:ext cx="149656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5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25603D25-E432-4E04-8EF6-5165DD6D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73400" y="4924425"/>
            <a:ext cx="1685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2 유효한 관계 조회</a:t>
            </a:r>
          </a:p>
        </p:txBody>
      </p:sp>
      <p:sp>
        <p:nvSpPr>
          <p:cNvPr id="210" name="dp45-comparison / n156">
            <a:extLst xmlns:a="http://schemas.openxmlformats.org/drawingml/2006/main">
              <a:ext uri="{FF2B5EF4-FFF2-40B4-BE49-F238E27FC236}">
                <a16:creationId xmlns:a16="http://schemas.microsoft.com/office/drawing/2014/main" id="{7F708DCF-D9D0-43C3-9D6D-CF6CD577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486400"/>
            <a:ext cx="5183314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dp45-comparison / n157 / text 1">
            <a:extLst xmlns:a="http://schemas.openxmlformats.org/drawingml/2006/main">
              <a:ext uri="{FF2B5EF4-FFF2-40B4-BE49-F238E27FC236}">
                <a16:creationId xmlns:a16="http://schemas.microsoft.com/office/drawing/2014/main" id="{D33BA81C-C1E2-4156-8437-41F60951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4959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미게시 범위의 생산 요청 / 충돌 재검증 / 표현 밖 관계의 미지원</a:t>
            </a:r>
          </a:p>
        </p:txBody>
      </p:sp>
      <p:sp>
        <p:nvSpPr>
          <p:cNvPr id="212" name="dp45-comparison / n164">
            <a:extLst xmlns:a="http://schemas.openxmlformats.org/drawingml/2006/main">
              <a:ext uri="{FF2B5EF4-FFF2-40B4-BE49-F238E27FC236}">
                <a16:creationId xmlns:a16="http://schemas.microsoft.com/office/drawing/2014/main" id="{AA5072A2-28CB-43F2-ABC6-15A1E580A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772150"/>
            <a:ext cx="484327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dp45-comparison / n165 / text 1">
            <a:extLst xmlns:a="http://schemas.openxmlformats.org/drawingml/2006/main">
              <a:ext uri="{FF2B5EF4-FFF2-40B4-BE49-F238E27FC236}">
                <a16:creationId xmlns:a16="http://schemas.microsoft.com/office/drawing/2014/main" id="{2B8ADD4E-F434-482A-BAC2-01A346EA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5781675"/>
            <a:ext cx="74104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모든 owner의 버전과 권한 재확인 / 수정과 삭제 즉시 사용 차단</a:t>
            </a:r>
          </a:p>
        </p:txBody>
      </p:sp>
      <p:sp>
        <p:nvSpPr>
          <p:cNvPr id="214" name="dp45-comparison / n174">
            <a:extLst xmlns:a="http://schemas.openxmlformats.org/drawingml/2006/main">
              <a:ext uri="{FF2B5EF4-FFF2-40B4-BE49-F238E27FC236}">
                <a16:creationId xmlns:a16="http://schemas.microsoft.com/office/drawing/2014/main" id="{CBA2C00D-8FD5-4E71-8774-02972E03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96000"/>
            <a:ext cx="4273296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5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A2843EFD-F39A-4F7F-8206-7C1D85F7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105525"/>
            <a:ext cx="6191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R9 조회 / Context + 출처 + 버전 + 누락 범위 반환</a:t>
            </a:r>
          </a:p>
        </p:txBody>
      </p:sp>
      <p:sp>
        <p:nvSpPr>
          <p:cNvPr id="216" name="dp45-comparison / n177">
            <a:extLst xmlns:a="http://schemas.openxmlformats.org/drawingml/2006/main">
              <a:ext uri="{FF2B5EF4-FFF2-40B4-BE49-F238E27FC236}">
                <a16:creationId xmlns:a16="http://schemas.microsoft.com/office/drawing/2014/main" id="{17EBA532-383B-4BA9-9E2A-2A14E779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6838950"/>
            <a:ext cx="2456498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5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8032AFF9-B205-4574-86A8-DFA22793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848475"/>
            <a:ext cx="27717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Referent와 Task의 판단</a:t>
            </a:r>
          </a:p>
        </p:txBody>
      </p:sp>
      <p:sp>
        <p:nvSpPr>
          <p:cNvPr id="218" name="dp45-comparison / n179">
            <a:extLst xmlns:a="http://schemas.openxmlformats.org/drawingml/2006/main">
              <a:ext uri="{FF2B5EF4-FFF2-40B4-BE49-F238E27FC236}">
                <a16:creationId xmlns:a16="http://schemas.microsoft.com/office/drawing/2014/main" id="{BF40E9B6-1637-41F8-BCDD-45F77940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82950" y="68294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5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FD56D977-8E7A-47A7-A210-2239087B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83895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Context Manager 소유</a:t>
            </a:r>
          </a:p>
        </p:txBody>
      </p:sp>
      <p:sp>
        <p:nvSpPr>
          <p:cNvPr id="220" name="dp45-comparison / n180 / text 2">
            <a:extLst xmlns:a="http://schemas.openxmlformats.org/drawingml/2006/main">
              <a:ext uri="{FF2B5EF4-FFF2-40B4-BE49-F238E27FC236}">
                <a16:creationId xmlns:a16="http://schemas.microsoft.com/office/drawing/2014/main" id="{F687F28A-F555-4C31-B1B1-1BA4969F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0" y="6998970"/>
            <a:ext cx="16573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명시 저장과 삭제</a:t>
            </a:r>
          </a:p>
        </p:txBody>
      </p:sp>
      <p:sp>
        <p:nvSpPr>
          <p:cNvPr id="221" name="dp45-comparison / n182">
            <a:extLst xmlns:a="http://schemas.openxmlformats.org/drawingml/2006/main">
              <a:ext uri="{FF2B5EF4-FFF2-40B4-BE49-F238E27FC236}">
                <a16:creationId xmlns:a16="http://schemas.microsoft.com/office/drawing/2014/main" id="{66FEC95E-0F18-4CA8-A178-44D55FA4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191375"/>
            <a:ext cx="670541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5-comparison / n183 / text 1">
            <a:extLst xmlns:a="http://schemas.openxmlformats.org/drawingml/2006/main">
              <a:ext uri="{FF2B5EF4-FFF2-40B4-BE49-F238E27FC236}">
                <a16:creationId xmlns:a16="http://schemas.microsoft.com/office/drawing/2014/main" id="{2519B95A-487F-47FA-A128-13FED9B1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200900"/>
            <a:ext cx="76581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사용과 채택: 현재 권한과 버전 검사 → State Store / Response 또는 Delegation</a:t>
            </a:r>
          </a:p>
        </p:txBody>
      </p:sp>
      <p:sp>
        <p:nvSpPr>
          <p:cNvPr id="223" name="dp45-comparison / n184">
            <a:extLst xmlns:a="http://schemas.openxmlformats.org/drawingml/2006/main">
              <a:ext uri="{FF2B5EF4-FFF2-40B4-BE49-F238E27FC236}">
                <a16:creationId xmlns:a16="http://schemas.microsoft.com/office/drawing/2014/main" id="{20A54AF4-A069-4D2B-926A-A3BB58A09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7400925"/>
            <a:ext cx="574548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5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D996740E-E1F5-4E06-A459-ACF9B254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7410450"/>
            <a:ext cx="76581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공통: Model Access와 공유 Omni 1벌 / B의 관계 생산 session과 KV 추가</a:t>
            </a:r>
          </a:p>
        </p:txBody>
      </p:sp>
    </p:spTree>
    <p:extLst>
      <p:ext uri="{BB962C8B-B14F-4D97-AF65-F5344CB8AC3E}">
        <p14:creationId xmlns:p14="http://schemas.microsoft.com/office/powerpoint/2010/main" val="16247303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2026-10-07T05:10:36.7950000Z</dcterms:created>
  <dcterms:modified xsi:type="dcterms:W3CDTF">2026-10-07T05:10:36.7950000Z</dcterms:modified>
</coreProperties>
</file>