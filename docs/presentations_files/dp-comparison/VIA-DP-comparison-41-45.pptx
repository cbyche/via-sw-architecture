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Request 이해의 모델 판단 반복과 코드 해결 반복</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A에서 조회 결과는 모델에 제공할 해석 맥락으로 돌아간다. 로컬 해석 제어기는 호출과 도구 대응을 관리하고 클라우드 모델이 다음 행동과 전체 의미를 제안한다. B에서 조회 결과는 항목별 해결 상태로 돌아간다. Engine 내부 프레임 / 항목 검사기, 미해결 항목 처리기, 관계 결합기는 기존 Engine 책임을 펼친 코드 Module이며 독립 Component가 아니다. 검사기가 프레임과 부분 결과를 상태에 반영하고 해결 상태를 다시 검사한다. 필요한 항목만 구조화기를 통해 모델에 부분 해석을 요청한다. 자연어 정답을 코드가 추측하거나 전체 모델 판단을 복사하는 경로를 순수 B로 보지 않는다. 위쪽은 Module 협력 구조이고 아래 순서도는 설명용 동작과 분기다.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8" name="dp41-comparison / n1">
            <a:extLst xmlns:a="http://schemas.openxmlformats.org/drawingml/2006/main">
              <a:ext uri="{FF2B5EF4-FFF2-40B4-BE49-F238E27FC236}">
                <a16:creationId xmlns:a16="http://schemas.microsoft.com/office/drawing/2014/main" id="{A9C7FC5E-9FE6-4F46-800C-DE049DAF80A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B6430C4E-64B7-4B17-BD16-3C7C61E8B61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D8469C57-093C-481F-81F9-57FDF36ED82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9CEDB57-2C11-4352-B62E-010321B72A29}"/>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Request 이해의 모델 판단 반복과 코드 해결 반복</a:t>
            </a:r>
          </a:p>
        </p:txBody>
      </p:sp>
      <p:sp>
        <p:nvSpPr>
          <p:cNvPr id="5" name="dp41-comparison / n5 / path">
            <a:extLst xmlns:a="http://schemas.openxmlformats.org/drawingml/2006/main">
              <a:ext uri="{FF2B5EF4-FFF2-40B4-BE49-F238E27FC236}">
                <a16:creationId xmlns:a16="http://schemas.microsoft.com/office/drawing/2014/main" id="{EE6EA91A-ABD5-4F6E-8165-1BD2EB81ADD0}"/>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6F98E99E-D373-4D58-9981-E3AA023F0C70}"/>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28D7A96-1D20-4514-AE6A-CFFFDA9C00DD}"/>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17825BBA-CED7-4E2F-BDE6-1740BD4D39C3}"/>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020E9FEC-C719-4935-A83A-EF52BE7591C7}"/>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73415031-D643-4BF5-8206-F894C6639739}"/>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6AF3AE58-35C4-4E0A-8285-32BE49D1CE87}"/>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961C6B1C-153C-417E-8D42-E45D15F1041B}"/>
              </a:ext>
            </a:extLst>
          </p:cNvPr>
          <p:cNvSpPr>
            <a:spLocks xmlns:a="http://schemas.openxmlformats.org/drawingml/2006/main" noGrp="1"/>
          </p:cNvSpPr>
          <p:nvPr/>
        </p:nvSpPr>
        <p:spPr>
          <a:xfrm xmlns:a="http://schemas.openxmlformats.org/drawingml/2006/main">
            <a:off x="9620250" y="1857375"/>
            <a:ext cx="953" cy="6448425"/>
          </a:xfrm>
          <a:custGeom xmlns:a="http://schemas.openxmlformats.org/drawingml/2006/main">
            <a:pathLst>
              <a:path w="953" h="6448425">
                <a:moveTo>
                  <a:pt x="0" y="0"/>
                </a:moveTo>
                <a:lnTo>
                  <a:pt x="0" y="6448425"/>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434BC824-BAB8-472A-A5F9-354EE1706684}"/>
              </a:ext>
            </a:extLst>
          </p:cNvPr>
          <p:cNvSpPr>
            <a:spLocks xmlns:a="http://schemas.openxmlformats.org/drawingml/2006/main" noGrp="1"/>
          </p:cNvSpPr>
          <p:nvPr/>
        </p:nvSpPr>
        <p:spPr>
          <a:xfrm xmlns:a="http://schemas.openxmlformats.org/drawingml/2006/main">
            <a:off x="381000" y="83058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622B82A8-AF95-4DBC-8B60-C94C166EC71C}"/>
              </a:ext>
            </a:extLst>
          </p:cNvPr>
          <p:cNvSpPr>
            <a:spLocks xmlns:a="http://schemas.openxmlformats.org/drawingml/2006/main" noGrp="1"/>
          </p:cNvSpPr>
          <p:nvPr/>
        </p:nvSpPr>
        <p:spPr>
          <a:xfrm xmlns:a="http://schemas.openxmlformats.org/drawingml/2006/main">
            <a:off x="400050" y="84010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채택: Request Controller의 현재 입력과 정보, 권한 검사 및 저장 성공 후 응답 또는 Task 위임</a:t>
            </a:r>
          </a:p>
        </p:txBody>
      </p:sp>
      <p:sp>
        <p:nvSpPr>
          <p:cNvPr id="15" name="dp41-comparison / n15 / text 1">
            <a:extLst xmlns:a="http://schemas.openxmlformats.org/drawingml/2006/main">
              <a:ext uri="{FF2B5EF4-FFF2-40B4-BE49-F238E27FC236}">
                <a16:creationId xmlns:a16="http://schemas.microsoft.com/office/drawing/2014/main" id="{3117CF4A-8BD0-449B-99D5-AC820DE73546}"/>
              </a:ext>
            </a:extLst>
          </p:cNvPr>
          <p:cNvSpPr>
            <a:spLocks xmlns:a="http://schemas.openxmlformats.org/drawingml/2006/main" noGrp="1"/>
          </p:cNvSpPr>
          <p:nvPr/>
        </p:nvSpPr>
        <p:spPr>
          <a:xfrm xmlns:a="http://schemas.openxmlformats.org/drawingml/2006/main">
            <a:off x="400050" y="863917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종료: 의미 완성, 확인 질문 대기, 실패, 취소, 한도 도달 / 질문을 실제 전달하고 새 답변을 받은 뒤 해석 재개</a:t>
            </a:r>
          </a:p>
        </p:txBody>
      </p:sp>
      <p:sp>
        <p:nvSpPr>
          <p:cNvPr id="16" name="dp41-comparison / n16 / path">
            <a:extLst xmlns:a="http://schemas.openxmlformats.org/drawingml/2006/main">
              <a:ext uri="{FF2B5EF4-FFF2-40B4-BE49-F238E27FC236}">
                <a16:creationId xmlns:a16="http://schemas.microsoft.com/office/drawing/2014/main" id="{A2098113-1AB7-45AF-8781-70848FFCF59C}"/>
              </a:ext>
            </a:extLst>
          </p:cNvPr>
          <p:cNvSpPr>
            <a:spLocks xmlns:a="http://schemas.openxmlformats.org/drawingml/2006/main" noGrp="1"/>
          </p:cNvSpPr>
          <p:nvPr/>
        </p:nvSpPr>
        <p:spPr>
          <a:xfrm xmlns:a="http://schemas.openxmlformats.org/drawingml/2006/main">
            <a:off x="381000" y="8905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619911BD-D941-47EE-8E6E-B996007E149D}"/>
              </a:ext>
            </a:extLst>
          </p:cNvPr>
          <p:cNvSpPr>
            <a:spLocks xmlns:a="http://schemas.openxmlformats.org/drawingml/2006/main" noGrp="1"/>
          </p:cNvSpPr>
          <p:nvPr/>
        </p:nvSpPr>
        <p:spPr>
          <a:xfrm xmlns:a="http://schemas.openxmlformats.org/drawingml/2006/main">
            <a:off x="400050" y="89820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0AAD0DFA-F85C-4213-AD95-73460F7232F5}"/>
              </a:ext>
            </a:extLst>
          </p:cNvPr>
          <p:cNvSpPr>
            <a:spLocks xmlns:a="http://schemas.openxmlformats.org/drawingml/2006/main" noGrp="1"/>
          </p:cNvSpPr>
          <p:nvPr/>
        </p:nvSpPr>
        <p:spPr>
          <a:xfrm xmlns:a="http://schemas.openxmlformats.org/drawingml/2006/main">
            <a:off x="2857500" y="89820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250B3003-3F33-4C78-8576-302125547703}"/>
              </a:ext>
            </a:extLst>
          </p:cNvPr>
          <p:cNvSpPr>
            <a:spLocks xmlns:a="http://schemas.openxmlformats.org/drawingml/2006/main" noGrp="1"/>
          </p:cNvSpPr>
          <p:nvPr/>
        </p:nvSpPr>
        <p:spPr>
          <a:xfrm xmlns:a="http://schemas.openxmlformats.org/drawingml/2006/main">
            <a:off x="10001250" y="89820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1FA34BF-393E-4EAF-B2E3-BB3D25301B54}"/>
              </a:ext>
            </a:extLst>
          </p:cNvPr>
          <p:cNvSpPr>
            <a:spLocks xmlns:a="http://schemas.openxmlformats.org/drawingml/2006/main" noGrp="1"/>
          </p:cNvSpPr>
          <p:nvPr/>
        </p:nvSpPr>
        <p:spPr>
          <a:xfrm xmlns:a="http://schemas.openxmlformats.org/drawingml/2006/main">
            <a:off x="381000" y="9153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BB51C7AE-1C46-465E-A803-F7009F2233BA}"/>
              </a:ext>
            </a:extLst>
          </p:cNvPr>
          <p:cNvSpPr>
            <a:spLocks xmlns:a="http://schemas.openxmlformats.org/drawingml/2006/main" noGrp="1"/>
          </p:cNvSpPr>
          <p:nvPr/>
        </p:nvSpPr>
        <p:spPr>
          <a:xfrm xmlns:a="http://schemas.openxmlformats.org/drawingml/2006/main">
            <a:off x="400050" y="92297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0D6C841-21DA-4B79-9CB8-E2DAC5CA4000}"/>
              </a:ext>
            </a:extLst>
          </p:cNvPr>
          <p:cNvSpPr>
            <a:spLocks xmlns:a="http://schemas.openxmlformats.org/drawingml/2006/main" noGrp="1"/>
          </p:cNvSpPr>
          <p:nvPr/>
        </p:nvSpPr>
        <p:spPr>
          <a:xfrm xmlns:a="http://schemas.openxmlformats.org/drawingml/2006/main">
            <a:off x="2857500" y="92297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68E163E4-B6A8-4A6E-8B6B-ECD06D02F6D2}"/>
              </a:ext>
            </a:extLst>
          </p:cNvPr>
          <p:cNvSpPr>
            <a:spLocks xmlns:a="http://schemas.openxmlformats.org/drawingml/2006/main" noGrp="1"/>
          </p:cNvSpPr>
          <p:nvPr/>
        </p:nvSpPr>
        <p:spPr>
          <a:xfrm xmlns:a="http://schemas.openxmlformats.org/drawingml/2006/main">
            <a:off x="10001250" y="92297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C555882C-2B27-41CE-B448-F4F666F3312E}"/>
              </a:ext>
            </a:extLst>
          </p:cNvPr>
          <p:cNvSpPr>
            <a:spLocks xmlns:a="http://schemas.openxmlformats.org/drawingml/2006/main" noGrp="1"/>
          </p:cNvSpPr>
          <p:nvPr/>
        </p:nvSpPr>
        <p:spPr>
          <a:xfrm xmlns:a="http://schemas.openxmlformats.org/drawingml/2006/main">
            <a:off x="381000" y="94011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9053519A-26F5-4772-BCE3-7DC87CE5850E}"/>
              </a:ext>
            </a:extLst>
          </p:cNvPr>
          <p:cNvSpPr>
            <a:spLocks xmlns:a="http://schemas.openxmlformats.org/drawingml/2006/main" noGrp="1"/>
          </p:cNvSpPr>
          <p:nvPr/>
        </p:nvSpPr>
        <p:spPr>
          <a:xfrm xmlns:a="http://schemas.openxmlformats.org/drawingml/2006/main">
            <a:off x="400050" y="94773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370DC7B4-FCC2-4F02-9AD6-49623BBD54D1}"/>
              </a:ext>
            </a:extLst>
          </p:cNvPr>
          <p:cNvSpPr>
            <a:spLocks xmlns:a="http://schemas.openxmlformats.org/drawingml/2006/main" noGrp="1"/>
          </p:cNvSpPr>
          <p:nvPr/>
        </p:nvSpPr>
        <p:spPr>
          <a:xfrm xmlns:a="http://schemas.openxmlformats.org/drawingml/2006/main">
            <a:off x="2857500" y="94773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E05FC5D0-29E3-43C9-9531-EB7810206E5E}"/>
              </a:ext>
            </a:extLst>
          </p:cNvPr>
          <p:cNvSpPr>
            <a:spLocks xmlns:a="http://schemas.openxmlformats.org/drawingml/2006/main" noGrp="1"/>
          </p:cNvSpPr>
          <p:nvPr/>
        </p:nvSpPr>
        <p:spPr>
          <a:xfrm xmlns:a="http://schemas.openxmlformats.org/drawingml/2006/main">
            <a:off x="10001250" y="94773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BA1FDBFA-8325-4E3E-A37A-05BF142C3931}"/>
              </a:ext>
            </a:extLst>
          </p:cNvPr>
          <p:cNvSpPr>
            <a:spLocks xmlns:a="http://schemas.openxmlformats.org/drawingml/2006/main" noGrp="1"/>
          </p:cNvSpPr>
          <p:nvPr/>
        </p:nvSpPr>
        <p:spPr>
          <a:xfrm xmlns:a="http://schemas.openxmlformats.org/drawingml/2006/main">
            <a:off x="381000" y="96488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0AF84237-2B8C-48AB-A97A-587763AF3313}"/>
              </a:ext>
            </a:extLst>
          </p:cNvPr>
          <p:cNvSpPr>
            <a:spLocks xmlns:a="http://schemas.openxmlformats.org/drawingml/2006/main" noGrp="1"/>
          </p:cNvSpPr>
          <p:nvPr/>
        </p:nvSpPr>
        <p:spPr>
          <a:xfrm xmlns:a="http://schemas.openxmlformats.org/drawingml/2006/main">
            <a:off x="400050" y="97250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D3B36D9B-4D9A-4C06-BCED-9744C011D3D6}"/>
              </a:ext>
            </a:extLst>
          </p:cNvPr>
          <p:cNvSpPr>
            <a:spLocks xmlns:a="http://schemas.openxmlformats.org/drawingml/2006/main" noGrp="1"/>
          </p:cNvSpPr>
          <p:nvPr/>
        </p:nvSpPr>
        <p:spPr>
          <a:xfrm xmlns:a="http://schemas.openxmlformats.org/drawingml/2006/main">
            <a:off x="2857500" y="97250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409066C6-8644-476D-95F0-A35AC8E89AC4}"/>
              </a:ext>
            </a:extLst>
          </p:cNvPr>
          <p:cNvSpPr>
            <a:spLocks xmlns:a="http://schemas.openxmlformats.org/drawingml/2006/main" noGrp="1"/>
          </p:cNvSpPr>
          <p:nvPr/>
        </p:nvSpPr>
        <p:spPr>
          <a:xfrm xmlns:a="http://schemas.openxmlformats.org/drawingml/2006/main">
            <a:off x="10001250" y="97250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BAA13C49-7E61-41A7-A8DF-93186BA4848D}"/>
              </a:ext>
            </a:extLst>
          </p:cNvPr>
          <p:cNvSpPr>
            <a:spLocks xmlns:a="http://schemas.openxmlformats.org/drawingml/2006/main" noGrp="1"/>
          </p:cNvSpPr>
          <p:nvPr/>
        </p:nvSpPr>
        <p:spPr>
          <a:xfrm xmlns:a="http://schemas.openxmlformats.org/drawingml/2006/main">
            <a:off x="381000" y="1002982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미선정 / 미측정 / A도 구조화 출력과 부분 수정 가능 / B도 조건부 추가 모델 호출 가능 / 코드 결합은 의미 정답 보증이 아님</a:t>
            </a:r>
          </a:p>
        </p:txBody>
      </p:sp>
      <p:sp>
        <p:nvSpPr>
          <p:cNvPr id="33" name="dp41-comparison / n33">
            <a:extLst xmlns:a="http://schemas.openxmlformats.org/drawingml/2006/main">
              <a:ext uri="{FF2B5EF4-FFF2-40B4-BE49-F238E27FC236}">
                <a16:creationId xmlns:a16="http://schemas.microsoft.com/office/drawing/2014/main" id="{9455F703-FE19-47F0-9941-AEE4A4959CD9}"/>
              </a:ext>
            </a:extLst>
          </p:cNvPr>
          <p:cNvSpPr>
            <a:spLocks xmlns:a="http://schemas.openxmlformats.org/drawingml/2006/main" noGrp="1"/>
          </p:cNvSpPr>
          <p:nvPr/>
        </p:nvSpPr>
        <p:spPr>
          <a:xfrm xmlns:a="http://schemas.openxmlformats.org/drawingml/2006/main">
            <a:off x="447675" y="3257550"/>
            <a:ext cx="819150" cy="50006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1-comparison / n34 / text 1">
            <a:extLst xmlns:a="http://schemas.openxmlformats.org/drawingml/2006/main">
              <a:ext uri="{FF2B5EF4-FFF2-40B4-BE49-F238E27FC236}">
                <a16:creationId xmlns:a16="http://schemas.microsoft.com/office/drawing/2014/main" id="{80C1AFC6-9BAE-4940-A163-9DF22AE3096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1-comparison / n35">
            <a:extLst xmlns:a="http://schemas.openxmlformats.org/drawingml/2006/main">
              <a:ext uri="{FF2B5EF4-FFF2-40B4-BE49-F238E27FC236}">
                <a16:creationId xmlns:a16="http://schemas.microsoft.com/office/drawing/2014/main" id="{7D955379-6F17-4ADD-A8A7-1FAF693F0AD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1-comparison / n36 / text 1">
            <a:extLst xmlns:a="http://schemas.openxmlformats.org/drawingml/2006/main">
              <a:ext uri="{FF2B5EF4-FFF2-40B4-BE49-F238E27FC236}">
                <a16:creationId xmlns:a16="http://schemas.microsoft.com/office/drawing/2014/main" id="{74698125-0CA2-4384-99DC-53BBD1F87C0D}"/>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1-comparison / n37 / text 1">
            <a:extLst xmlns:a="http://schemas.openxmlformats.org/drawingml/2006/main">
              <a:ext uri="{FF2B5EF4-FFF2-40B4-BE49-F238E27FC236}">
                <a16:creationId xmlns:a16="http://schemas.microsoft.com/office/drawing/2014/main" id="{66A8480A-F93D-4773-A59F-8230C2B8AFCF}"/>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1-comparison / n38">
            <a:extLst xmlns:a="http://schemas.openxmlformats.org/drawingml/2006/main">
              <a:ext uri="{FF2B5EF4-FFF2-40B4-BE49-F238E27FC236}">
                <a16:creationId xmlns:a16="http://schemas.microsoft.com/office/drawing/2014/main" id="{CCE5791B-0116-4818-BB5C-D73FA279BE87}"/>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1-comparison / n39 / text 1">
            <a:extLst xmlns:a="http://schemas.openxmlformats.org/drawingml/2006/main">
              <a:ext uri="{FF2B5EF4-FFF2-40B4-BE49-F238E27FC236}">
                <a16:creationId xmlns:a16="http://schemas.microsoft.com/office/drawing/2014/main" id="{1FC3089B-6BEB-47DF-BFCE-6D17D8CCF82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1-comparison / n40 / text 1">
            <a:extLst xmlns:a="http://schemas.openxmlformats.org/drawingml/2006/main">
              <a:ext uri="{FF2B5EF4-FFF2-40B4-BE49-F238E27FC236}">
                <a16:creationId xmlns:a16="http://schemas.microsoft.com/office/drawing/2014/main" id="{C3DA7BBA-BC7E-4362-9515-AABF13AFF56F}"/>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1-comparison / n41">
            <a:extLst xmlns:a="http://schemas.openxmlformats.org/drawingml/2006/main">
              <a:ext uri="{FF2B5EF4-FFF2-40B4-BE49-F238E27FC236}">
                <a16:creationId xmlns:a16="http://schemas.microsoft.com/office/drawing/2014/main" id="{F6AD0371-DBE7-4B56-8960-0158F62B250F}"/>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1-comparison / n41 / fold">
            <a:extLst xmlns:a="http://schemas.openxmlformats.org/drawingml/2006/main">
              <a:ext uri="{FF2B5EF4-FFF2-40B4-BE49-F238E27FC236}">
                <a16:creationId xmlns:a16="http://schemas.microsoft.com/office/drawing/2014/main" id="{3786792F-7863-41F6-89C9-2558E6D10274}"/>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1-comparison / n42 / text 1">
            <a:extLst xmlns:a="http://schemas.openxmlformats.org/drawingml/2006/main">
              <a:ext uri="{FF2B5EF4-FFF2-40B4-BE49-F238E27FC236}">
                <a16:creationId xmlns:a16="http://schemas.microsoft.com/office/drawing/2014/main" id="{729C4458-D1CE-41F4-AE14-E2AD0B5B584F}"/>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1-comparison / n43 / text 1">
            <a:extLst xmlns:a="http://schemas.openxmlformats.org/drawingml/2006/main">
              <a:ext uri="{FF2B5EF4-FFF2-40B4-BE49-F238E27FC236}">
                <a16:creationId xmlns:a16="http://schemas.microsoft.com/office/drawing/2014/main" id="{AFFD8445-20BF-4C7C-9CAD-608B428EFB67}"/>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1-comparison / n44">
            <a:extLst xmlns:a="http://schemas.openxmlformats.org/drawingml/2006/main">
              <a:ext uri="{FF2B5EF4-FFF2-40B4-BE49-F238E27FC236}">
                <a16:creationId xmlns:a16="http://schemas.microsoft.com/office/drawing/2014/main" id="{22E08CE6-372B-46C5-8616-DA26816433D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6" name="dp41-comparison / n45 / text 1">
            <a:extLst xmlns:a="http://schemas.openxmlformats.org/drawingml/2006/main">
              <a:ext uri="{FF2B5EF4-FFF2-40B4-BE49-F238E27FC236}">
                <a16:creationId xmlns:a16="http://schemas.microsoft.com/office/drawing/2014/main" id="{355D4CDF-3E94-421F-95EA-B6CAF065D201}"/>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7" name="dp41-comparison / n46 / text 1">
            <a:extLst xmlns:a="http://schemas.openxmlformats.org/drawingml/2006/main">
              <a:ext uri="{FF2B5EF4-FFF2-40B4-BE49-F238E27FC236}">
                <a16:creationId xmlns:a16="http://schemas.microsoft.com/office/drawing/2014/main" id="{D89E6E16-C08A-40D2-9565-47087737001F}"/>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8" name="dp41-comparison / n47">
            <a:extLst xmlns:a="http://schemas.openxmlformats.org/drawingml/2006/main">
              <a:ext uri="{FF2B5EF4-FFF2-40B4-BE49-F238E27FC236}">
                <a16:creationId xmlns:a16="http://schemas.microsoft.com/office/drawing/2014/main" id="{337E2F53-F238-49E8-A314-E8358521E8FB}"/>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1-comparison / n48 / text 1">
            <a:extLst xmlns:a="http://schemas.openxmlformats.org/drawingml/2006/main">
              <a:ext uri="{FF2B5EF4-FFF2-40B4-BE49-F238E27FC236}">
                <a16:creationId xmlns:a16="http://schemas.microsoft.com/office/drawing/2014/main" id="{A0DE7142-126F-4FE7-91DF-503C536AF22E}"/>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1-comparison / n49 / text 1">
            <a:extLst xmlns:a="http://schemas.openxmlformats.org/drawingml/2006/main">
              <a:ext uri="{FF2B5EF4-FFF2-40B4-BE49-F238E27FC236}">
                <a16:creationId xmlns:a16="http://schemas.microsoft.com/office/drawing/2014/main" id="{F9239F3E-293B-4C71-8993-9B8144DC56B6}"/>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1-comparison / n50">
            <a:extLst xmlns:a="http://schemas.openxmlformats.org/drawingml/2006/main">
              <a:ext uri="{FF2B5EF4-FFF2-40B4-BE49-F238E27FC236}">
                <a16:creationId xmlns:a16="http://schemas.microsoft.com/office/drawing/2014/main" id="{27FD8BB1-B063-48EC-94F3-19B09C927551}"/>
              </a:ext>
            </a:extLst>
          </p:cNvPr>
          <p:cNvSpPr>
            <a:spLocks xmlns:a="http://schemas.openxmlformats.org/drawingml/2006/main" noGrp="1"/>
          </p:cNvSpPr>
          <p:nvPr/>
        </p:nvSpPr>
        <p:spPr>
          <a:xfrm xmlns:a="http://schemas.openxmlformats.org/drawingml/2006/main">
            <a:off x="504825" y="6362700"/>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2" name="dp41-comparison / n51 / text 1">
            <a:extLst xmlns:a="http://schemas.openxmlformats.org/drawingml/2006/main">
              <a:ext uri="{FF2B5EF4-FFF2-40B4-BE49-F238E27FC236}">
                <a16:creationId xmlns:a16="http://schemas.microsoft.com/office/drawing/2014/main" id="{D2216765-C547-4781-863F-C9C3530DF92C}"/>
              </a:ext>
            </a:extLst>
          </p:cNvPr>
          <p:cNvSpPr>
            <a:spLocks xmlns:a="http://schemas.openxmlformats.org/drawingml/2006/main" noGrp="1"/>
          </p:cNvSpPr>
          <p:nvPr/>
        </p:nvSpPr>
        <p:spPr>
          <a:xfrm xmlns:a="http://schemas.openxmlformats.org/drawingml/2006/main">
            <a:off x="590550" y="6477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53" name="dp41-comparison / n52 / text 1">
            <a:extLst xmlns:a="http://schemas.openxmlformats.org/drawingml/2006/main">
              <a:ext uri="{FF2B5EF4-FFF2-40B4-BE49-F238E27FC236}">
                <a16:creationId xmlns:a16="http://schemas.microsoft.com/office/drawing/2014/main" id="{AAA22FD7-5F08-4FC3-B10C-01D13E467AAE}"/>
              </a:ext>
            </a:extLst>
          </p:cNvPr>
          <p:cNvSpPr>
            <a:spLocks xmlns:a="http://schemas.openxmlformats.org/drawingml/2006/main" noGrp="1"/>
          </p:cNvSpPr>
          <p:nvPr/>
        </p:nvSpPr>
        <p:spPr>
          <a:xfrm xmlns:a="http://schemas.openxmlformats.org/drawingml/2006/main">
            <a:off x="514350" y="66579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54" name="dp41-comparison / n53 / path">
            <a:extLst xmlns:a="http://schemas.openxmlformats.org/drawingml/2006/main">
              <a:ext uri="{FF2B5EF4-FFF2-40B4-BE49-F238E27FC236}">
                <a16:creationId xmlns:a16="http://schemas.microsoft.com/office/drawing/2014/main" id="{2C49CCB0-C2F7-4E56-A988-1319143730A2}"/>
              </a:ext>
            </a:extLst>
          </p:cNvPr>
          <p:cNvSpPr>
            <a:spLocks xmlns:a="http://schemas.openxmlformats.org/drawingml/2006/main" noGrp="1"/>
          </p:cNvSpPr>
          <p:nvPr/>
        </p:nvSpPr>
        <p:spPr>
          <a:xfrm xmlns:a="http://schemas.openxmlformats.org/drawingml/2006/main">
            <a:off x="514350" y="6934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5" name="dp41-comparison / n53 / arrow">
            <a:extLst xmlns:a="http://schemas.openxmlformats.org/drawingml/2006/main">
              <a:ext uri="{FF2B5EF4-FFF2-40B4-BE49-F238E27FC236}">
                <a16:creationId xmlns:a16="http://schemas.microsoft.com/office/drawing/2014/main" id="{CBF8ACF8-6403-441A-92C7-2B68728CB1C4}"/>
              </a:ext>
            </a:extLst>
          </p:cNvPr>
          <p:cNvSpPr>
            <a:spLocks xmlns:a="http://schemas.openxmlformats.org/drawingml/2006/main" noGrp="1"/>
          </p:cNvSpPr>
          <p:nvPr/>
        </p:nvSpPr>
        <p:spPr>
          <a:xfrm xmlns:a="http://schemas.openxmlformats.org/drawingml/2006/main">
            <a:off x="837819" y="6900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1-comparison / n54 / text 1">
            <a:extLst xmlns:a="http://schemas.openxmlformats.org/drawingml/2006/main">
              <a:ext uri="{FF2B5EF4-FFF2-40B4-BE49-F238E27FC236}">
                <a16:creationId xmlns:a16="http://schemas.microsoft.com/office/drawing/2014/main" id="{419BF929-D43D-4211-AEDE-13F255D51A3F}"/>
              </a:ext>
            </a:extLst>
          </p:cNvPr>
          <p:cNvSpPr>
            <a:spLocks xmlns:a="http://schemas.openxmlformats.org/drawingml/2006/main" noGrp="1"/>
          </p:cNvSpPr>
          <p:nvPr/>
        </p:nvSpPr>
        <p:spPr>
          <a:xfrm xmlns:a="http://schemas.openxmlformats.org/drawingml/2006/main">
            <a:off x="962025" y="6867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7" name="dp41-comparison / n55 / path">
            <a:extLst xmlns:a="http://schemas.openxmlformats.org/drawingml/2006/main">
              <a:ext uri="{FF2B5EF4-FFF2-40B4-BE49-F238E27FC236}">
                <a16:creationId xmlns:a16="http://schemas.microsoft.com/office/drawing/2014/main" id="{E69DC58E-3B3F-4863-8F75-D55A19B313BE}"/>
              </a:ext>
            </a:extLst>
          </p:cNvPr>
          <p:cNvSpPr>
            <a:spLocks xmlns:a="http://schemas.openxmlformats.org/drawingml/2006/main" noGrp="1"/>
          </p:cNvSpPr>
          <p:nvPr/>
        </p:nvSpPr>
        <p:spPr>
          <a:xfrm xmlns:a="http://schemas.openxmlformats.org/drawingml/2006/main">
            <a:off x="514350" y="713422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8" name="dp41-comparison / n55 / arrow">
            <a:extLst xmlns:a="http://schemas.openxmlformats.org/drawingml/2006/main">
              <a:ext uri="{FF2B5EF4-FFF2-40B4-BE49-F238E27FC236}">
                <a16:creationId xmlns:a16="http://schemas.microsoft.com/office/drawing/2014/main" id="{ADACC816-1E44-4F7A-BC6F-52CDAB10D849}"/>
              </a:ext>
            </a:extLst>
          </p:cNvPr>
          <p:cNvSpPr>
            <a:spLocks xmlns:a="http://schemas.openxmlformats.org/drawingml/2006/main" noGrp="1"/>
          </p:cNvSpPr>
          <p:nvPr/>
        </p:nvSpPr>
        <p:spPr>
          <a:xfrm xmlns:a="http://schemas.openxmlformats.org/drawingml/2006/main">
            <a:off x="837819" y="7100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9" name="dp41-comparison / n56 / text 1">
            <a:extLst xmlns:a="http://schemas.openxmlformats.org/drawingml/2006/main">
              <a:ext uri="{FF2B5EF4-FFF2-40B4-BE49-F238E27FC236}">
                <a16:creationId xmlns:a16="http://schemas.microsoft.com/office/drawing/2014/main" id="{974B3380-E884-41D3-94FF-1698ABC4E3BA}"/>
              </a:ext>
            </a:extLst>
          </p:cNvPr>
          <p:cNvSpPr>
            <a:spLocks xmlns:a="http://schemas.openxmlformats.org/drawingml/2006/main" noGrp="1"/>
          </p:cNvSpPr>
          <p:nvPr/>
        </p:nvSpPr>
        <p:spPr>
          <a:xfrm xmlns:a="http://schemas.openxmlformats.org/drawingml/2006/main">
            <a:off x="962025" y="70675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0" name="dp41-comparison / n57 / text 1">
            <a:extLst xmlns:a="http://schemas.openxmlformats.org/drawingml/2006/main">
              <a:ext uri="{FF2B5EF4-FFF2-40B4-BE49-F238E27FC236}">
                <a16:creationId xmlns:a16="http://schemas.microsoft.com/office/drawing/2014/main" id="{C35E9064-ED2B-438C-B433-58E73C00BFF9}"/>
              </a:ext>
            </a:extLst>
          </p:cNvPr>
          <p:cNvSpPr>
            <a:spLocks xmlns:a="http://schemas.openxmlformats.org/drawingml/2006/main" noGrp="1"/>
          </p:cNvSpPr>
          <p:nvPr/>
        </p:nvSpPr>
        <p:spPr>
          <a:xfrm xmlns:a="http://schemas.openxmlformats.org/drawingml/2006/main">
            <a:off x="514350" y="73818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1" name="dp41-comparison / n58">
            <a:extLst xmlns:a="http://schemas.openxmlformats.org/drawingml/2006/main">
              <a:ext uri="{FF2B5EF4-FFF2-40B4-BE49-F238E27FC236}">
                <a16:creationId xmlns:a16="http://schemas.microsoft.com/office/drawing/2014/main" id="{911B7695-C003-42A7-BDDA-C05CD8541826}"/>
              </a:ext>
            </a:extLst>
          </p:cNvPr>
          <p:cNvSpPr>
            <a:spLocks xmlns:a="http://schemas.openxmlformats.org/drawingml/2006/main" noGrp="1"/>
          </p:cNvSpPr>
          <p:nvPr/>
        </p:nvSpPr>
        <p:spPr>
          <a:xfrm xmlns:a="http://schemas.openxmlformats.org/drawingml/2006/main">
            <a:off x="504825" y="75914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F71BB142-6B48-4FDF-B233-AA4292812E0B}"/>
              </a:ext>
            </a:extLst>
          </p:cNvPr>
          <p:cNvSpPr>
            <a:spLocks xmlns:a="http://schemas.openxmlformats.org/drawingml/2006/main" noGrp="1"/>
          </p:cNvSpPr>
          <p:nvPr/>
        </p:nvSpPr>
        <p:spPr>
          <a:xfrm xmlns:a="http://schemas.openxmlformats.org/drawingml/2006/main">
            <a:off x="590550" y="76152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3" name="dp41-comparison / n60 / text 1">
            <a:extLst xmlns:a="http://schemas.openxmlformats.org/drawingml/2006/main">
              <a:ext uri="{FF2B5EF4-FFF2-40B4-BE49-F238E27FC236}">
                <a16:creationId xmlns:a16="http://schemas.microsoft.com/office/drawing/2014/main" id="{1D69FB39-ED06-4E27-9A89-825587306242}"/>
              </a:ext>
            </a:extLst>
          </p:cNvPr>
          <p:cNvSpPr>
            <a:spLocks xmlns:a="http://schemas.openxmlformats.org/drawingml/2006/main" noGrp="1"/>
          </p:cNvSpPr>
          <p:nvPr/>
        </p:nvSpPr>
        <p:spPr>
          <a:xfrm xmlns:a="http://schemas.openxmlformats.org/drawingml/2006/main">
            <a:off x="847725" y="76200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4" name="dp41-comparison / n61">
            <a:extLst xmlns:a="http://schemas.openxmlformats.org/drawingml/2006/main">
              <a:ext uri="{FF2B5EF4-FFF2-40B4-BE49-F238E27FC236}">
                <a16:creationId xmlns:a16="http://schemas.microsoft.com/office/drawing/2014/main" id="{C0C1F631-FA82-4272-8609-155BB1B3A5CC}"/>
              </a:ext>
            </a:extLst>
          </p:cNvPr>
          <p:cNvSpPr>
            <a:spLocks xmlns:a="http://schemas.openxmlformats.org/drawingml/2006/main" noGrp="1"/>
          </p:cNvSpPr>
          <p:nvPr/>
        </p:nvSpPr>
        <p:spPr>
          <a:xfrm xmlns:a="http://schemas.openxmlformats.org/drawingml/2006/main">
            <a:off x="504825" y="7905750"/>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2 / text 1">
            <a:extLst xmlns:a="http://schemas.openxmlformats.org/drawingml/2006/main">
              <a:ext uri="{FF2B5EF4-FFF2-40B4-BE49-F238E27FC236}">
                <a16:creationId xmlns:a16="http://schemas.microsoft.com/office/drawing/2014/main" id="{7C03849C-E319-443E-8CE7-95157F40093D}"/>
              </a:ext>
            </a:extLst>
          </p:cNvPr>
          <p:cNvSpPr>
            <a:spLocks xmlns:a="http://schemas.openxmlformats.org/drawingml/2006/main" noGrp="1"/>
          </p:cNvSpPr>
          <p:nvPr/>
        </p:nvSpPr>
        <p:spPr>
          <a:xfrm xmlns:a="http://schemas.openxmlformats.org/drawingml/2006/main">
            <a:off x="590550" y="7929563"/>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6" name="dp41-comparison / n63 / text 1">
            <a:extLst xmlns:a="http://schemas.openxmlformats.org/drawingml/2006/main">
              <a:ext uri="{FF2B5EF4-FFF2-40B4-BE49-F238E27FC236}">
                <a16:creationId xmlns:a16="http://schemas.microsoft.com/office/drawing/2014/main" id="{3BF8C512-2D7D-4510-B768-4253E8B8DA7A}"/>
              </a:ext>
            </a:extLst>
          </p:cNvPr>
          <p:cNvSpPr>
            <a:spLocks xmlns:a="http://schemas.openxmlformats.org/drawingml/2006/main" noGrp="1"/>
          </p:cNvSpPr>
          <p:nvPr/>
        </p:nvSpPr>
        <p:spPr>
          <a:xfrm xmlns:a="http://schemas.openxmlformats.org/drawingml/2006/main">
            <a:off x="847725" y="7934325"/>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7" name="dp41-comparison / n66">
            <a:extLst xmlns:a="http://schemas.openxmlformats.org/drawingml/2006/main">
              <a:ext uri="{FF2B5EF4-FFF2-40B4-BE49-F238E27FC236}">
                <a16:creationId xmlns:a16="http://schemas.microsoft.com/office/drawing/2014/main" id="{1ACE8E7F-43A7-4006-A09A-F81767458FC1}"/>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F0327676-8187-4AC2-AF45-9601770A2B19}"/>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9" name="dp41-comparison / n68">
            <a:extLst xmlns:a="http://schemas.openxmlformats.org/drawingml/2006/main">
              <a:ext uri="{FF2B5EF4-FFF2-40B4-BE49-F238E27FC236}">
                <a16:creationId xmlns:a16="http://schemas.microsoft.com/office/drawing/2014/main" id="{5FD17F27-DDF5-4DBF-9712-678E3DDE0113}"/>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1-comparison / n69 / text 1">
            <a:extLst xmlns:a="http://schemas.openxmlformats.org/drawingml/2006/main">
              <a:ext uri="{FF2B5EF4-FFF2-40B4-BE49-F238E27FC236}">
                <a16:creationId xmlns:a16="http://schemas.microsoft.com/office/drawing/2014/main" id="{84CC53EC-88C1-4BD2-A29A-570E7C84C630}"/>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71" name="dp41-comparison / n70 / path">
            <a:extLst xmlns:a="http://schemas.openxmlformats.org/drawingml/2006/main">
              <a:ext uri="{FF2B5EF4-FFF2-40B4-BE49-F238E27FC236}">
                <a16:creationId xmlns:a16="http://schemas.microsoft.com/office/drawing/2014/main" id="{5B85EFA1-C4C3-46EA-90CE-9339DC37B225}"/>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2" name="dp41-comparison / n70 / arrow">
            <a:extLst xmlns:a="http://schemas.openxmlformats.org/drawingml/2006/main">
              <a:ext uri="{FF2B5EF4-FFF2-40B4-BE49-F238E27FC236}">
                <a16:creationId xmlns:a16="http://schemas.microsoft.com/office/drawing/2014/main" id="{1F7B521F-22A3-4A70-B40E-841827CB18F9}"/>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1 / path">
            <a:extLst xmlns:a="http://schemas.openxmlformats.org/drawingml/2006/main">
              <a:ext uri="{FF2B5EF4-FFF2-40B4-BE49-F238E27FC236}">
                <a16:creationId xmlns:a16="http://schemas.microsoft.com/office/drawing/2014/main" id="{26FA6B82-8FF5-45A7-87F4-DD871F328B16}"/>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4" name="dp41-comparison / n71 / arrow">
            <a:extLst xmlns:a="http://schemas.openxmlformats.org/drawingml/2006/main">
              <a:ext uri="{FF2B5EF4-FFF2-40B4-BE49-F238E27FC236}">
                <a16:creationId xmlns:a16="http://schemas.microsoft.com/office/drawing/2014/main" id="{BEE44FCF-79C0-49D9-A27F-6E235791217B}"/>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72">
            <a:extLst xmlns:a="http://schemas.openxmlformats.org/drawingml/2006/main">
              <a:ext uri="{FF2B5EF4-FFF2-40B4-BE49-F238E27FC236}">
                <a16:creationId xmlns:a16="http://schemas.microsoft.com/office/drawing/2014/main" id="{30405976-B58B-4915-BB54-ADF84E46DD48}"/>
              </a:ext>
            </a:extLst>
          </p:cNvPr>
          <p:cNvSpPr>
            <a:spLocks xmlns:a="http://schemas.openxmlformats.org/drawingml/2006/main" noGrp="1"/>
          </p:cNvSpPr>
          <p:nvPr/>
        </p:nvSpPr>
        <p:spPr>
          <a:xfrm xmlns:a="http://schemas.openxmlformats.org/drawingml/2006/main">
            <a:off x="166687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73 / text 1">
            <a:extLst xmlns:a="http://schemas.openxmlformats.org/drawingml/2006/main">
              <a:ext uri="{FF2B5EF4-FFF2-40B4-BE49-F238E27FC236}">
                <a16:creationId xmlns:a16="http://schemas.microsoft.com/office/drawing/2014/main" id="{E71AEDAB-BB34-4D39-B92D-886A0D17E63A}"/>
              </a:ext>
            </a:extLst>
          </p:cNvPr>
          <p:cNvSpPr>
            <a:spLocks xmlns:a="http://schemas.openxmlformats.org/drawingml/2006/main" noGrp="1"/>
          </p:cNvSpPr>
          <p:nvPr/>
        </p:nvSpPr>
        <p:spPr>
          <a:xfrm xmlns:a="http://schemas.openxmlformats.org/drawingml/2006/main">
            <a:off x="175260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7" name="dp41-comparison / n78">
            <a:extLst xmlns:a="http://schemas.openxmlformats.org/drawingml/2006/main">
              <a:ext uri="{FF2B5EF4-FFF2-40B4-BE49-F238E27FC236}">
                <a16:creationId xmlns:a16="http://schemas.microsoft.com/office/drawing/2014/main" id="{B7FA6D33-CF44-4000-BCCF-248DD3F46840}"/>
              </a:ext>
            </a:extLst>
          </p:cNvPr>
          <p:cNvSpPr>
            <a:spLocks xmlns:a="http://schemas.openxmlformats.org/drawingml/2006/main" noGrp="1"/>
          </p:cNvSpPr>
          <p:nvPr/>
        </p:nvSpPr>
        <p:spPr>
          <a:xfrm xmlns:a="http://schemas.openxmlformats.org/drawingml/2006/main">
            <a:off x="147637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9 / text 1">
            <a:extLst xmlns:a="http://schemas.openxmlformats.org/drawingml/2006/main">
              <a:ext uri="{FF2B5EF4-FFF2-40B4-BE49-F238E27FC236}">
                <a16:creationId xmlns:a16="http://schemas.microsoft.com/office/drawing/2014/main" id="{682B4548-17F5-4A0B-B69F-B7D78FE61408}"/>
              </a:ext>
            </a:extLst>
          </p:cNvPr>
          <p:cNvSpPr>
            <a:spLocks xmlns:a="http://schemas.openxmlformats.org/drawingml/2006/main" noGrp="1"/>
          </p:cNvSpPr>
          <p:nvPr/>
        </p:nvSpPr>
        <p:spPr>
          <a:xfrm xmlns:a="http://schemas.openxmlformats.org/drawingml/2006/main">
            <a:off x="160020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9" name="dp41-comparison / n82">
            <a:extLst xmlns:a="http://schemas.openxmlformats.org/drawingml/2006/main">
              <a:ext uri="{FF2B5EF4-FFF2-40B4-BE49-F238E27FC236}">
                <a16:creationId xmlns:a16="http://schemas.microsoft.com/office/drawing/2014/main" id="{694CB2C0-DE08-4F84-8AB9-E2A621B84045}"/>
              </a:ext>
            </a:extLst>
          </p:cNvPr>
          <p:cNvSpPr>
            <a:spLocks xmlns:a="http://schemas.openxmlformats.org/drawingml/2006/main" noGrp="1"/>
          </p:cNvSpPr>
          <p:nvPr/>
        </p:nvSpPr>
        <p:spPr>
          <a:xfrm xmlns:a="http://schemas.openxmlformats.org/drawingml/2006/main">
            <a:off x="1666875" y="4019550"/>
            <a:ext cx="25241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3 / text 1">
            <a:extLst xmlns:a="http://schemas.openxmlformats.org/drawingml/2006/main">
              <a:ext uri="{FF2B5EF4-FFF2-40B4-BE49-F238E27FC236}">
                <a16:creationId xmlns:a16="http://schemas.microsoft.com/office/drawing/2014/main" id="{488044B4-B3F8-481C-9F8E-6998544D3501}"/>
              </a:ext>
            </a:extLst>
          </p:cNvPr>
          <p:cNvSpPr>
            <a:spLocks xmlns:a="http://schemas.openxmlformats.org/drawingml/2006/main" noGrp="1"/>
          </p:cNvSpPr>
          <p:nvPr/>
        </p:nvSpPr>
        <p:spPr>
          <a:xfrm xmlns:a="http://schemas.openxmlformats.org/drawingml/2006/main">
            <a:off x="1752600" y="4098608"/>
            <a:ext cx="2352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6">
            <a:extLst xmlns:a="http://schemas.openxmlformats.org/drawingml/2006/main">
              <a:ext uri="{FF2B5EF4-FFF2-40B4-BE49-F238E27FC236}">
                <a16:creationId xmlns:a16="http://schemas.microsoft.com/office/drawing/2014/main" id="{A452A2D2-6456-4AC6-8A7F-A68FF562839A}"/>
              </a:ext>
            </a:extLst>
          </p:cNvPr>
          <p:cNvSpPr>
            <a:spLocks xmlns:a="http://schemas.openxmlformats.org/drawingml/2006/main" noGrp="1"/>
          </p:cNvSpPr>
          <p:nvPr/>
        </p:nvSpPr>
        <p:spPr>
          <a:xfrm xmlns:a="http://schemas.openxmlformats.org/drawingml/2006/main">
            <a:off x="6762750" y="4019550"/>
            <a:ext cx="2238375"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7 / text 1">
            <a:extLst xmlns:a="http://schemas.openxmlformats.org/drawingml/2006/main">
              <a:ext uri="{FF2B5EF4-FFF2-40B4-BE49-F238E27FC236}">
                <a16:creationId xmlns:a16="http://schemas.microsoft.com/office/drawing/2014/main" id="{5B90E535-A5FC-4951-ADDA-F8D6D811707E}"/>
              </a:ext>
            </a:extLst>
          </p:cNvPr>
          <p:cNvSpPr>
            <a:spLocks xmlns:a="http://schemas.openxmlformats.org/drawingml/2006/main" noGrp="1"/>
          </p:cNvSpPr>
          <p:nvPr/>
        </p:nvSpPr>
        <p:spPr>
          <a:xfrm xmlns:a="http://schemas.openxmlformats.org/drawingml/2006/main">
            <a:off x="6848475" y="41047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읽기 도구 실행기</a:t>
            </a:r>
          </a:p>
        </p:txBody>
      </p:sp>
      <p:sp>
        <p:nvSpPr>
          <p:cNvPr id="83" name="dp41-comparison / n88">
            <a:extLst xmlns:a="http://schemas.openxmlformats.org/drawingml/2006/main">
              <a:ext uri="{FF2B5EF4-FFF2-40B4-BE49-F238E27FC236}">
                <a16:creationId xmlns:a16="http://schemas.microsoft.com/office/drawing/2014/main" id="{96BD17CE-85F1-4F71-9FF7-23AA8C14973C}"/>
              </a:ext>
            </a:extLst>
          </p:cNvPr>
          <p:cNvSpPr>
            <a:spLocks xmlns:a="http://schemas.openxmlformats.org/drawingml/2006/main" noGrp="1"/>
          </p:cNvSpPr>
          <p:nvPr/>
        </p:nvSpPr>
        <p:spPr>
          <a:xfrm xmlns:a="http://schemas.openxmlformats.org/drawingml/2006/main">
            <a:off x="1666875" y="4981575"/>
            <a:ext cx="2524125" cy="5238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FBCC9553-F58F-44E1-B03C-101798BB1F01}"/>
              </a:ext>
            </a:extLst>
          </p:cNvPr>
          <p:cNvSpPr>
            <a:spLocks xmlns:a="http://schemas.openxmlformats.org/drawingml/2006/main" noGrp="1"/>
          </p:cNvSpPr>
          <p:nvPr/>
        </p:nvSpPr>
        <p:spPr>
          <a:xfrm xmlns:a="http://schemas.openxmlformats.org/drawingml/2006/main">
            <a:off x="1752600" y="5143500"/>
            <a:ext cx="2352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모델에 제공할 해석 맥락</a:t>
            </a:r>
          </a:p>
        </p:txBody>
      </p:sp>
      <p:sp>
        <p:nvSpPr>
          <p:cNvPr id="85" name="dp41-comparison / n92 / path">
            <a:extLst xmlns:a="http://schemas.openxmlformats.org/drawingml/2006/main">
              <a:ext uri="{FF2B5EF4-FFF2-40B4-BE49-F238E27FC236}">
                <a16:creationId xmlns:a16="http://schemas.microsoft.com/office/drawing/2014/main" id="{6C66E064-46A9-4AA6-9883-8F1725C3568F}"/>
              </a:ext>
            </a:extLst>
          </p:cNvPr>
          <p:cNvSpPr>
            <a:spLocks xmlns:a="http://schemas.openxmlformats.org/drawingml/2006/main" noGrp="1"/>
          </p:cNvSpPr>
          <p:nvPr/>
        </p:nvSpPr>
        <p:spPr>
          <a:xfrm xmlns:a="http://schemas.openxmlformats.org/drawingml/2006/main">
            <a:off x="1524000" y="3038475"/>
            <a:ext cx="142875" cy="1171575"/>
          </a:xfrm>
          <a:custGeom xmlns:a="http://schemas.openxmlformats.org/drawingml/2006/main">
            <a:pathLst>
              <a:path w="142875" h="1171575">
                <a:moveTo>
                  <a:pt x="142875" y="1171575"/>
                </a:moveTo>
                <a:lnTo>
                  <a:pt x="0" y="1171575"/>
                </a:lnTo>
                <a:lnTo>
                  <a:pt x="0" y="0"/>
                </a:lnTo>
                <a:lnTo>
                  <a:pt x="142875" y="0"/>
                </a:lnTo>
              </a:path>
            </a:pathLst>
          </a:custGeom>
          <a:noFill xmlns:a="http://schemas.openxmlformats.org/drawingml/2006/main"/>
          <a:ln xmlns:a="http://schemas.openxmlformats.org/drawingml/2006/main" w="10478">
            <a:solidFill>
              <a:srgbClr val="B8753F"/>
            </a:solidFill>
            <a:prstDash val="solid"/>
          </a:ln>
        </p:spPr>
      </p:sp>
      <p:sp>
        <p:nvSpPr>
          <p:cNvPr id="86" name="dp41-comparison / n92 / arrow">
            <a:extLst xmlns:a="http://schemas.openxmlformats.org/drawingml/2006/main">
              <a:ext uri="{FF2B5EF4-FFF2-40B4-BE49-F238E27FC236}">
                <a16:creationId xmlns:a16="http://schemas.microsoft.com/office/drawing/2014/main" id="{404DB6CC-5650-4A5A-B506-1DCF23C72916}"/>
              </a:ext>
            </a:extLst>
          </p:cNvPr>
          <p:cNvSpPr>
            <a:spLocks xmlns:a="http://schemas.openxmlformats.org/drawingml/2006/main" noGrp="1"/>
          </p:cNvSpPr>
          <p:nvPr/>
        </p:nvSpPr>
        <p:spPr>
          <a:xfrm xmlns:a="http://schemas.openxmlformats.org/drawingml/2006/main">
            <a:off x="1599819" y="3004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87" name="dp41-comparison / n93 / path">
            <a:extLst xmlns:a="http://schemas.openxmlformats.org/drawingml/2006/main">
              <a:ext uri="{FF2B5EF4-FFF2-40B4-BE49-F238E27FC236}">
                <a16:creationId xmlns:a16="http://schemas.microsoft.com/office/drawing/2014/main" id="{D85F3B21-2264-44AE-BE77-7D26A368F797}"/>
              </a:ext>
            </a:extLst>
          </p:cNvPr>
          <p:cNvSpPr>
            <a:spLocks xmlns:a="http://schemas.openxmlformats.org/drawingml/2006/main" noGrp="1"/>
          </p:cNvSpPr>
          <p:nvPr/>
        </p:nvSpPr>
        <p:spPr>
          <a:xfrm xmlns:a="http://schemas.openxmlformats.org/drawingml/2006/main">
            <a:off x="1428750" y="3038475"/>
            <a:ext cx="238125" cy="1266825"/>
          </a:xfrm>
          <a:custGeom xmlns:a="http://schemas.openxmlformats.org/drawingml/2006/main">
            <a:pathLst>
              <a:path w="238125" h="1266825">
                <a:moveTo>
                  <a:pt x="238125" y="0"/>
                </a:moveTo>
                <a:lnTo>
                  <a:pt x="0" y="0"/>
                </a:lnTo>
                <a:lnTo>
                  <a:pt x="0" y="1266825"/>
                </a:lnTo>
                <a:lnTo>
                  <a:pt x="238125" y="1266825"/>
                </a:lnTo>
              </a:path>
            </a:pathLst>
          </a:custGeom>
          <a:noFill xmlns:a="http://schemas.openxmlformats.org/drawingml/2006/main"/>
          <a:ln xmlns:a="http://schemas.openxmlformats.org/drawingml/2006/main" w="10478">
            <a:solidFill>
              <a:srgbClr val="B8753F"/>
            </a:solidFill>
            <a:prstDash val="dash"/>
          </a:ln>
        </p:spPr>
      </p:sp>
      <p:sp>
        <p:nvSpPr>
          <p:cNvPr id="88" name="dp41-comparison / n93 / arrow">
            <a:extLst xmlns:a="http://schemas.openxmlformats.org/drawingml/2006/main">
              <a:ext uri="{FF2B5EF4-FFF2-40B4-BE49-F238E27FC236}">
                <a16:creationId xmlns:a16="http://schemas.microsoft.com/office/drawing/2014/main" id="{9792695A-FD48-4BB7-9B35-C6B15EEC2B3C}"/>
              </a:ext>
            </a:extLst>
          </p:cNvPr>
          <p:cNvSpPr>
            <a:spLocks xmlns:a="http://schemas.openxmlformats.org/drawingml/2006/main" noGrp="1"/>
          </p:cNvSpPr>
          <p:nvPr/>
        </p:nvSpPr>
        <p:spPr>
          <a:xfrm xmlns:a="http://schemas.openxmlformats.org/drawingml/2006/main">
            <a:off x="1599819" y="4271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89" name="dp41-comparison / n94 / path">
            <a:extLst xmlns:a="http://schemas.openxmlformats.org/drawingml/2006/main">
              <a:ext uri="{FF2B5EF4-FFF2-40B4-BE49-F238E27FC236}">
                <a16:creationId xmlns:a16="http://schemas.microsoft.com/office/drawing/2014/main" id="{479C300B-D5FE-4185-BA1D-571760222BAC}"/>
              </a:ext>
            </a:extLst>
          </p:cNvPr>
          <p:cNvSpPr>
            <a:spLocks xmlns:a="http://schemas.openxmlformats.org/drawingml/2006/main" noGrp="1"/>
          </p:cNvSpPr>
          <p:nvPr/>
        </p:nvSpPr>
        <p:spPr>
          <a:xfrm xmlns:a="http://schemas.openxmlformats.org/drawingml/2006/main">
            <a:off x="4191000" y="4210050"/>
            <a:ext cx="2571750" cy="953"/>
          </a:xfrm>
          <a:custGeom xmlns:a="http://schemas.openxmlformats.org/drawingml/2006/main">
            <a:pathLst>
              <a:path w="2571750" h="953">
                <a:moveTo>
                  <a:pt x="0" y="0"/>
                </a:moveTo>
                <a:lnTo>
                  <a:pt x="2571750" y="0"/>
                </a:lnTo>
              </a:path>
            </a:pathLst>
          </a:custGeom>
          <a:noFill xmlns:a="http://schemas.openxmlformats.org/drawingml/2006/main"/>
          <a:ln xmlns:a="http://schemas.openxmlformats.org/drawingml/2006/main" w="10478">
            <a:solidFill>
              <a:srgbClr val="B8753F"/>
            </a:solidFill>
            <a:prstDash val="solid"/>
          </a:ln>
        </p:spPr>
      </p:sp>
      <p:sp>
        <p:nvSpPr>
          <p:cNvPr id="90" name="dp41-comparison / n94 / arrow">
            <a:extLst xmlns:a="http://schemas.openxmlformats.org/drawingml/2006/main">
              <a:ext uri="{FF2B5EF4-FFF2-40B4-BE49-F238E27FC236}">
                <a16:creationId xmlns:a16="http://schemas.microsoft.com/office/drawing/2014/main" id="{50559AD4-0701-4EE2-B759-ED58ABD98203}"/>
              </a:ext>
            </a:extLst>
          </p:cNvPr>
          <p:cNvSpPr>
            <a:spLocks xmlns:a="http://schemas.openxmlformats.org/drawingml/2006/main" noGrp="1"/>
          </p:cNvSpPr>
          <p:nvPr/>
        </p:nvSpPr>
        <p:spPr>
          <a:xfrm xmlns:a="http://schemas.openxmlformats.org/drawingml/2006/main">
            <a:off x="6695694" y="4176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1-comparison / n97 / path">
            <a:extLst xmlns:a="http://schemas.openxmlformats.org/drawingml/2006/main">
              <a:ext uri="{FF2B5EF4-FFF2-40B4-BE49-F238E27FC236}">
                <a16:creationId xmlns:a16="http://schemas.microsoft.com/office/drawing/2014/main" id="{2F463408-5157-4963-8646-4292212F11EF}"/>
              </a:ext>
            </a:extLst>
          </p:cNvPr>
          <p:cNvSpPr>
            <a:spLocks xmlns:a="http://schemas.openxmlformats.org/drawingml/2006/main" noGrp="1"/>
          </p:cNvSpPr>
          <p:nvPr/>
        </p:nvSpPr>
        <p:spPr>
          <a:xfrm xmlns:a="http://schemas.openxmlformats.org/drawingml/2006/main">
            <a:off x="4191000" y="4400550"/>
            <a:ext cx="3690938" cy="842963"/>
          </a:xfrm>
          <a:custGeom xmlns:a="http://schemas.openxmlformats.org/drawingml/2006/main">
            <a:pathLst>
              <a:path w="3690938" h="842963">
                <a:moveTo>
                  <a:pt x="3690938" y="0"/>
                </a:moveTo>
                <a:lnTo>
                  <a:pt x="3690938" y="295275"/>
                </a:lnTo>
                <a:lnTo>
                  <a:pt x="238125" y="295275"/>
                </a:lnTo>
                <a:lnTo>
                  <a:pt x="238125" y="842963"/>
                </a:lnTo>
                <a:lnTo>
                  <a:pt x="0" y="842963"/>
                </a:lnTo>
              </a:path>
            </a:pathLst>
          </a:custGeom>
          <a:noFill xmlns:a="http://schemas.openxmlformats.org/drawingml/2006/main"/>
          <a:ln xmlns:a="http://schemas.openxmlformats.org/drawingml/2006/main" w="10478">
            <a:solidFill>
              <a:srgbClr val="B8753F"/>
            </a:solidFill>
            <a:prstDash val="dash"/>
          </a:ln>
        </p:spPr>
      </p:sp>
      <p:sp>
        <p:nvSpPr>
          <p:cNvPr id="92" name="dp41-comparison / n97 / arrow">
            <a:extLst xmlns:a="http://schemas.openxmlformats.org/drawingml/2006/main">
              <a:ext uri="{FF2B5EF4-FFF2-40B4-BE49-F238E27FC236}">
                <a16:creationId xmlns:a16="http://schemas.microsoft.com/office/drawing/2014/main" id="{A34CAF0E-666F-4D87-B2CB-1E2D6C957D2B}"/>
              </a:ext>
            </a:extLst>
          </p:cNvPr>
          <p:cNvSpPr>
            <a:spLocks xmlns:a="http://schemas.openxmlformats.org/drawingml/2006/main" noGrp="1"/>
          </p:cNvSpPr>
          <p:nvPr/>
        </p:nvSpPr>
        <p:spPr>
          <a:xfrm xmlns:a="http://schemas.openxmlformats.org/drawingml/2006/main">
            <a:off x="4191000" y="52099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1-comparison / n100 / path">
            <a:extLst xmlns:a="http://schemas.openxmlformats.org/drawingml/2006/main">
              <a:ext uri="{FF2B5EF4-FFF2-40B4-BE49-F238E27FC236}">
                <a16:creationId xmlns:a16="http://schemas.microsoft.com/office/drawing/2014/main" id="{A95A6BE9-C8DD-4B4C-B208-C6D9C780393C}"/>
              </a:ext>
            </a:extLst>
          </p:cNvPr>
          <p:cNvSpPr>
            <a:spLocks xmlns:a="http://schemas.openxmlformats.org/drawingml/2006/main" noGrp="1"/>
          </p:cNvSpPr>
          <p:nvPr/>
        </p:nvSpPr>
        <p:spPr>
          <a:xfrm xmlns:a="http://schemas.openxmlformats.org/drawingml/2006/main">
            <a:off x="3976688" y="4400550"/>
            <a:ext cx="953" cy="581025"/>
          </a:xfrm>
          <a:custGeom xmlns:a="http://schemas.openxmlformats.org/drawingml/2006/main">
            <a:pathLst>
              <a:path w="953" h="581025">
                <a:moveTo>
                  <a:pt x="0" y="581025"/>
                </a:moveTo>
                <a:lnTo>
                  <a:pt x="0" y="0"/>
                </a:lnTo>
              </a:path>
            </a:pathLst>
          </a:custGeom>
          <a:noFill xmlns:a="http://schemas.openxmlformats.org/drawingml/2006/main"/>
          <a:ln xmlns:a="http://schemas.openxmlformats.org/drawingml/2006/main" w="10478">
            <a:solidFill>
              <a:srgbClr val="B8753F"/>
            </a:solidFill>
            <a:prstDash val="solid"/>
          </a:ln>
        </p:spPr>
      </p:sp>
      <p:sp>
        <p:nvSpPr>
          <p:cNvPr id="94" name="dp41-comparison / n100 / arrow">
            <a:extLst xmlns:a="http://schemas.openxmlformats.org/drawingml/2006/main">
              <a:ext uri="{FF2B5EF4-FFF2-40B4-BE49-F238E27FC236}">
                <a16:creationId xmlns:a16="http://schemas.microsoft.com/office/drawing/2014/main" id="{2DCD31CE-A700-47C5-A10B-1893EA7DC69D}"/>
              </a:ext>
            </a:extLst>
          </p:cNvPr>
          <p:cNvSpPr>
            <a:spLocks xmlns:a="http://schemas.openxmlformats.org/drawingml/2006/main" noGrp="1"/>
          </p:cNvSpPr>
          <p:nvPr/>
        </p:nvSpPr>
        <p:spPr>
          <a:xfrm xmlns:a="http://schemas.openxmlformats.org/drawingml/2006/main">
            <a:off x="3943160" y="44005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95" name="dp41-comparison / n107">
            <a:extLst xmlns:a="http://schemas.openxmlformats.org/drawingml/2006/main">
              <a:ext uri="{FF2B5EF4-FFF2-40B4-BE49-F238E27FC236}">
                <a16:creationId xmlns:a16="http://schemas.microsoft.com/office/drawing/2014/main" id="{98A57247-A402-4FBF-AA9C-6703F98B5C0D}"/>
              </a:ext>
            </a:extLst>
          </p:cNvPr>
          <p:cNvSpPr>
            <a:spLocks xmlns:a="http://schemas.openxmlformats.org/drawingml/2006/main" noGrp="1"/>
          </p:cNvSpPr>
          <p:nvPr/>
        </p:nvSpPr>
        <p:spPr>
          <a:xfrm xmlns:a="http://schemas.openxmlformats.org/drawingml/2006/main">
            <a:off x="6762750" y="6019800"/>
            <a:ext cx="22383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08 / text 1">
            <a:extLst xmlns:a="http://schemas.openxmlformats.org/drawingml/2006/main">
              <a:ext uri="{FF2B5EF4-FFF2-40B4-BE49-F238E27FC236}">
                <a16:creationId xmlns:a16="http://schemas.microsoft.com/office/drawing/2014/main" id="{2662C60A-73E3-4743-AA17-2B08BF499867}"/>
              </a:ext>
            </a:extLst>
          </p:cNvPr>
          <p:cNvSpPr>
            <a:spLocks xmlns:a="http://schemas.openxmlformats.org/drawingml/2006/main" noGrp="1"/>
          </p:cNvSpPr>
          <p:nvPr/>
        </p:nvSpPr>
        <p:spPr>
          <a:xfrm xmlns:a="http://schemas.openxmlformats.org/drawingml/2006/main">
            <a:off x="6848475" y="60669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7" name="dp41-comparison / n109 / path">
            <a:extLst xmlns:a="http://schemas.openxmlformats.org/drawingml/2006/main">
              <a:ext uri="{FF2B5EF4-FFF2-40B4-BE49-F238E27FC236}">
                <a16:creationId xmlns:a16="http://schemas.microsoft.com/office/drawing/2014/main" id="{6606C7A9-A759-40DF-B4EB-E4C63B7FBD26}"/>
              </a:ext>
            </a:extLst>
          </p:cNvPr>
          <p:cNvSpPr>
            <a:spLocks xmlns:a="http://schemas.openxmlformats.org/drawingml/2006/main" noGrp="1"/>
          </p:cNvSpPr>
          <p:nvPr/>
        </p:nvSpPr>
        <p:spPr>
          <a:xfrm xmlns:a="http://schemas.openxmlformats.org/drawingml/2006/main">
            <a:off x="4191000" y="4324350"/>
            <a:ext cx="5095875" cy="1847850"/>
          </a:xfrm>
          <a:custGeom xmlns:a="http://schemas.openxmlformats.org/drawingml/2006/main">
            <a:pathLst>
              <a:path w="5095875" h="1847850">
                <a:moveTo>
                  <a:pt x="0" y="0"/>
                </a:moveTo>
                <a:lnTo>
                  <a:pt x="5095875" y="0"/>
                </a:lnTo>
                <a:lnTo>
                  <a:pt x="5095875" y="1847850"/>
                </a:lnTo>
                <a:lnTo>
                  <a:pt x="4810125" y="1847850"/>
                </a:lnTo>
              </a:path>
            </a:pathLst>
          </a:custGeom>
          <a:noFill xmlns:a="http://schemas.openxmlformats.org/drawingml/2006/main"/>
          <a:ln xmlns:a="http://schemas.openxmlformats.org/drawingml/2006/main" w="10478">
            <a:solidFill>
              <a:srgbClr val="B8753F"/>
            </a:solidFill>
            <a:prstDash val="solid"/>
          </a:ln>
        </p:spPr>
      </p:sp>
      <p:sp>
        <p:nvSpPr>
          <p:cNvPr id="98" name="dp41-comparison / n109 / arrow">
            <a:extLst xmlns:a="http://schemas.openxmlformats.org/drawingml/2006/main">
              <a:ext uri="{FF2B5EF4-FFF2-40B4-BE49-F238E27FC236}">
                <a16:creationId xmlns:a16="http://schemas.microsoft.com/office/drawing/2014/main" id="{FF482B9D-ECB7-4F7C-B5BC-FA2130C34BD6}"/>
              </a:ext>
            </a:extLst>
          </p:cNvPr>
          <p:cNvSpPr>
            <a:spLocks xmlns:a="http://schemas.openxmlformats.org/drawingml/2006/main" noGrp="1"/>
          </p:cNvSpPr>
          <p:nvPr/>
        </p:nvSpPr>
        <p:spPr>
          <a:xfrm xmlns:a="http://schemas.openxmlformats.org/drawingml/2006/main">
            <a:off x="9001125"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9" name="dp41-comparison / n114 / path">
            <a:extLst xmlns:a="http://schemas.openxmlformats.org/drawingml/2006/main">
              <a:ext uri="{FF2B5EF4-FFF2-40B4-BE49-F238E27FC236}">
                <a16:creationId xmlns:a16="http://schemas.microsoft.com/office/drawing/2014/main" id="{EFEA1F6C-EDD6-4504-B903-2F5AC7B0F5BF}"/>
              </a:ext>
            </a:extLst>
          </p:cNvPr>
          <p:cNvSpPr>
            <a:spLocks xmlns:a="http://schemas.openxmlformats.org/drawingml/2006/main" noGrp="1"/>
          </p:cNvSpPr>
          <p:nvPr/>
        </p:nvSpPr>
        <p:spPr>
          <a:xfrm xmlns:a="http://schemas.openxmlformats.org/drawingml/2006/main">
            <a:off x="4071938" y="2743200"/>
            <a:ext cx="5281613" cy="1276350"/>
          </a:xfrm>
          <a:custGeom xmlns:a="http://schemas.openxmlformats.org/drawingml/2006/main">
            <a:pathLst>
              <a:path w="5281613" h="1276350">
                <a:moveTo>
                  <a:pt x="3167063" y="0"/>
                </a:moveTo>
                <a:lnTo>
                  <a:pt x="3167063" y="76200"/>
                </a:lnTo>
                <a:lnTo>
                  <a:pt x="5281613" y="76200"/>
                </a:lnTo>
                <a:lnTo>
                  <a:pt x="5281613" y="828675"/>
                </a:lnTo>
                <a:lnTo>
                  <a:pt x="261938" y="828675"/>
                </a:lnTo>
                <a:lnTo>
                  <a:pt x="2619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100" name="dp41-comparison / n114 / arrow">
            <a:extLst xmlns:a="http://schemas.openxmlformats.org/drawingml/2006/main">
              <a:ext uri="{FF2B5EF4-FFF2-40B4-BE49-F238E27FC236}">
                <a16:creationId xmlns:a16="http://schemas.microsoft.com/office/drawing/2014/main" id="{C9839869-6A87-4E57-9D35-BDE375CCBC9E}"/>
              </a:ext>
            </a:extLst>
          </p:cNvPr>
          <p:cNvSpPr>
            <a:spLocks xmlns:a="http://schemas.openxmlformats.org/drawingml/2006/main" noGrp="1"/>
          </p:cNvSpPr>
          <p:nvPr/>
        </p:nvSpPr>
        <p:spPr>
          <a:xfrm xmlns:a="http://schemas.openxmlformats.org/drawingml/2006/main">
            <a:off x="403841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5">
            <a:extLst xmlns:a="http://schemas.openxmlformats.org/drawingml/2006/main">
              <a:ext uri="{FF2B5EF4-FFF2-40B4-BE49-F238E27FC236}">
                <a16:creationId xmlns:a16="http://schemas.microsoft.com/office/drawing/2014/main" id="{E14572BB-01E3-46FC-B919-D21E33DDA092}"/>
              </a:ext>
            </a:extLst>
          </p:cNvPr>
          <p:cNvSpPr>
            <a:spLocks xmlns:a="http://schemas.openxmlformats.org/drawingml/2006/main" noGrp="1"/>
          </p:cNvSpPr>
          <p:nvPr/>
        </p:nvSpPr>
        <p:spPr>
          <a:xfrm xmlns:a="http://schemas.openxmlformats.org/drawingml/2006/main">
            <a:off x="436245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16 / text 1">
            <a:extLst xmlns:a="http://schemas.openxmlformats.org/drawingml/2006/main">
              <a:ext uri="{FF2B5EF4-FFF2-40B4-BE49-F238E27FC236}">
                <a16:creationId xmlns:a16="http://schemas.microsoft.com/office/drawing/2014/main" id="{735E1017-B9B3-4B2C-AA8C-81DA81F5D6D1}"/>
              </a:ext>
            </a:extLst>
          </p:cNvPr>
          <p:cNvSpPr>
            <a:spLocks xmlns:a="http://schemas.openxmlformats.org/drawingml/2006/main" noGrp="1"/>
          </p:cNvSpPr>
          <p:nvPr/>
        </p:nvSpPr>
        <p:spPr>
          <a:xfrm xmlns:a="http://schemas.openxmlformats.org/drawingml/2006/main">
            <a:off x="444817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03" name="dp41-comparison / n117 / path">
            <a:extLst xmlns:a="http://schemas.openxmlformats.org/drawingml/2006/main">
              <a:ext uri="{FF2B5EF4-FFF2-40B4-BE49-F238E27FC236}">
                <a16:creationId xmlns:a16="http://schemas.microsoft.com/office/drawing/2014/main" id="{D85532A1-07DF-41AC-BB2C-1912F9AC927A}"/>
              </a:ext>
            </a:extLst>
          </p:cNvPr>
          <p:cNvSpPr>
            <a:spLocks xmlns:a="http://schemas.openxmlformats.org/drawingml/2006/main" noGrp="1"/>
          </p:cNvSpPr>
          <p:nvPr/>
        </p:nvSpPr>
        <p:spPr>
          <a:xfrm xmlns:a="http://schemas.openxmlformats.org/drawingml/2006/main">
            <a:off x="5457825" y="4143375"/>
            <a:ext cx="4010025" cy="2505075"/>
          </a:xfrm>
          <a:custGeom xmlns:a="http://schemas.openxmlformats.org/drawingml/2006/main">
            <a:pathLst>
              <a:path w="4010025" h="2505075">
                <a:moveTo>
                  <a:pt x="3543300" y="0"/>
                </a:moveTo>
                <a:lnTo>
                  <a:pt x="4010025" y="0"/>
                </a:lnTo>
                <a:lnTo>
                  <a:pt x="4010025"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04" name="dp41-comparison / n117 / arrow">
            <a:extLst xmlns:a="http://schemas.openxmlformats.org/drawingml/2006/main">
              <a:ext uri="{FF2B5EF4-FFF2-40B4-BE49-F238E27FC236}">
                <a16:creationId xmlns:a16="http://schemas.microsoft.com/office/drawing/2014/main" id="{D8FA3B92-9F9F-45BD-937A-7C1738AE2B03}"/>
              </a:ext>
            </a:extLst>
          </p:cNvPr>
          <p:cNvSpPr>
            <a:spLocks xmlns:a="http://schemas.openxmlformats.org/drawingml/2006/main" noGrp="1"/>
          </p:cNvSpPr>
          <p:nvPr/>
        </p:nvSpPr>
        <p:spPr>
          <a:xfrm xmlns:a="http://schemas.openxmlformats.org/drawingml/2006/main">
            <a:off x="542429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8 / path">
            <a:extLst xmlns:a="http://schemas.openxmlformats.org/drawingml/2006/main">
              <a:ext uri="{FF2B5EF4-FFF2-40B4-BE49-F238E27FC236}">
                <a16:creationId xmlns:a16="http://schemas.microsoft.com/office/drawing/2014/main" id="{4085009D-635D-4703-8F45-E55819F222A3}"/>
              </a:ext>
            </a:extLst>
          </p:cNvPr>
          <p:cNvSpPr>
            <a:spLocks xmlns:a="http://schemas.openxmlformats.org/drawingml/2006/main" noGrp="1"/>
          </p:cNvSpPr>
          <p:nvPr/>
        </p:nvSpPr>
        <p:spPr>
          <a:xfrm xmlns:a="http://schemas.openxmlformats.org/drawingml/2006/main">
            <a:off x="5543550" y="4286250"/>
            <a:ext cx="3848100" cy="2362200"/>
          </a:xfrm>
          <a:custGeom xmlns:a="http://schemas.openxmlformats.org/drawingml/2006/main">
            <a:pathLst>
              <a:path w="3848100" h="2362200">
                <a:moveTo>
                  <a:pt x="0" y="2362200"/>
                </a:moveTo>
                <a:lnTo>
                  <a:pt x="0" y="2305050"/>
                </a:lnTo>
                <a:lnTo>
                  <a:pt x="3848100" y="2305050"/>
                </a:lnTo>
                <a:lnTo>
                  <a:pt x="3848100" y="0"/>
                </a:lnTo>
                <a:lnTo>
                  <a:pt x="3457575" y="0"/>
                </a:lnTo>
              </a:path>
            </a:pathLst>
          </a:custGeom>
          <a:noFill xmlns:a="http://schemas.openxmlformats.org/drawingml/2006/main"/>
          <a:ln xmlns:a="http://schemas.openxmlformats.org/drawingml/2006/main" w="10478">
            <a:solidFill>
              <a:srgbClr val="000000"/>
            </a:solidFill>
            <a:prstDash val="dash"/>
          </a:ln>
        </p:spPr>
      </p:sp>
      <p:sp>
        <p:nvSpPr>
          <p:cNvPr id="106" name="dp41-comparison / n118 / arrow">
            <a:extLst xmlns:a="http://schemas.openxmlformats.org/drawingml/2006/main">
              <a:ext uri="{FF2B5EF4-FFF2-40B4-BE49-F238E27FC236}">
                <a16:creationId xmlns:a16="http://schemas.microsoft.com/office/drawing/2014/main" id="{6F5B10ED-A175-4E8D-A107-32271450FD67}"/>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7" name="dp41-comparison / n119">
            <a:extLst xmlns:a="http://schemas.openxmlformats.org/drawingml/2006/main">
              <a:ext uri="{FF2B5EF4-FFF2-40B4-BE49-F238E27FC236}">
                <a16:creationId xmlns:a16="http://schemas.microsoft.com/office/drawing/2014/main" id="{DB211CA9-11D6-4CA3-8EBE-CB936571B8FC}"/>
              </a:ext>
            </a:extLst>
          </p:cNvPr>
          <p:cNvSpPr>
            <a:spLocks xmlns:a="http://schemas.openxmlformats.org/drawingml/2006/main" noGrp="1"/>
          </p:cNvSpPr>
          <p:nvPr/>
        </p:nvSpPr>
        <p:spPr>
          <a:xfrm xmlns:a="http://schemas.openxmlformats.org/drawingml/2006/main">
            <a:off x="709612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20 / text 1">
            <a:extLst xmlns:a="http://schemas.openxmlformats.org/drawingml/2006/main">
              <a:ext uri="{FF2B5EF4-FFF2-40B4-BE49-F238E27FC236}">
                <a16:creationId xmlns:a16="http://schemas.microsoft.com/office/drawing/2014/main" id="{AE90231B-B713-49DD-B0A6-8BAE1CB789B0}"/>
              </a:ext>
            </a:extLst>
          </p:cNvPr>
          <p:cNvSpPr>
            <a:spLocks xmlns:a="http://schemas.openxmlformats.org/drawingml/2006/main" noGrp="1"/>
          </p:cNvSpPr>
          <p:nvPr/>
        </p:nvSpPr>
        <p:spPr>
          <a:xfrm xmlns:a="http://schemas.openxmlformats.org/drawingml/2006/main">
            <a:off x="718185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09" name="dp41-comparison / n121 / path">
            <a:extLst xmlns:a="http://schemas.openxmlformats.org/drawingml/2006/main">
              <a:ext uri="{FF2B5EF4-FFF2-40B4-BE49-F238E27FC236}">
                <a16:creationId xmlns:a16="http://schemas.microsoft.com/office/drawing/2014/main" id="{EC293F38-952F-470C-A2EA-6BD56825B3DD}"/>
              </a:ext>
            </a:extLst>
          </p:cNvPr>
          <p:cNvSpPr>
            <a:spLocks xmlns:a="http://schemas.openxmlformats.org/drawingml/2006/main" noGrp="1"/>
          </p:cNvSpPr>
          <p:nvPr/>
        </p:nvSpPr>
        <p:spPr>
          <a:xfrm xmlns:a="http://schemas.openxmlformats.org/drawingml/2006/main">
            <a:off x="8191500" y="4143375"/>
            <a:ext cx="1276350" cy="2505075"/>
          </a:xfrm>
          <a:custGeom xmlns:a="http://schemas.openxmlformats.org/drawingml/2006/main">
            <a:pathLst>
              <a:path w="1276350" h="2505075">
                <a:moveTo>
                  <a:pt x="809625" y="0"/>
                </a:moveTo>
                <a:lnTo>
                  <a:pt x="1276350" y="0"/>
                </a:lnTo>
                <a:lnTo>
                  <a:pt x="1276350"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10" name="dp41-comparison / n121 / arrow">
            <a:extLst xmlns:a="http://schemas.openxmlformats.org/drawingml/2006/main">
              <a:ext uri="{FF2B5EF4-FFF2-40B4-BE49-F238E27FC236}">
                <a16:creationId xmlns:a16="http://schemas.microsoft.com/office/drawing/2014/main" id="{2C67FD27-4FCB-478B-9411-B835696BD41A}"/>
              </a:ext>
            </a:extLst>
          </p:cNvPr>
          <p:cNvSpPr>
            <a:spLocks xmlns:a="http://schemas.openxmlformats.org/drawingml/2006/main" noGrp="1"/>
          </p:cNvSpPr>
          <p:nvPr/>
        </p:nvSpPr>
        <p:spPr>
          <a:xfrm xmlns:a="http://schemas.openxmlformats.org/drawingml/2006/main">
            <a:off x="815797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1" name="dp41-comparison / n122 / path">
            <a:extLst xmlns:a="http://schemas.openxmlformats.org/drawingml/2006/main">
              <a:ext uri="{FF2B5EF4-FFF2-40B4-BE49-F238E27FC236}">
                <a16:creationId xmlns:a16="http://schemas.microsoft.com/office/drawing/2014/main" id="{1A41957C-0167-49C0-93EA-8DC3FBE25D23}"/>
              </a:ext>
            </a:extLst>
          </p:cNvPr>
          <p:cNvSpPr>
            <a:spLocks xmlns:a="http://schemas.openxmlformats.org/drawingml/2006/main" noGrp="1"/>
          </p:cNvSpPr>
          <p:nvPr/>
        </p:nvSpPr>
        <p:spPr>
          <a:xfrm xmlns:a="http://schemas.openxmlformats.org/drawingml/2006/main">
            <a:off x="8277225" y="4286250"/>
            <a:ext cx="1114425" cy="2362200"/>
          </a:xfrm>
          <a:custGeom xmlns:a="http://schemas.openxmlformats.org/drawingml/2006/main">
            <a:pathLst>
              <a:path w="1114425" h="2362200">
                <a:moveTo>
                  <a:pt x="0" y="2362200"/>
                </a:moveTo>
                <a:lnTo>
                  <a:pt x="0" y="2305050"/>
                </a:lnTo>
                <a:lnTo>
                  <a:pt x="1114425" y="2305050"/>
                </a:lnTo>
                <a:lnTo>
                  <a:pt x="1114425" y="0"/>
                </a:lnTo>
                <a:lnTo>
                  <a:pt x="723900" y="0"/>
                </a:lnTo>
              </a:path>
            </a:pathLst>
          </a:custGeom>
          <a:noFill xmlns:a="http://schemas.openxmlformats.org/drawingml/2006/main"/>
          <a:ln xmlns:a="http://schemas.openxmlformats.org/drawingml/2006/main" w="10478">
            <a:solidFill>
              <a:srgbClr val="000000"/>
            </a:solidFill>
            <a:prstDash val="dash"/>
          </a:ln>
        </p:spPr>
      </p:sp>
      <p:sp>
        <p:nvSpPr>
          <p:cNvPr id="112" name="dp41-comparison / n122 / arrow">
            <a:extLst xmlns:a="http://schemas.openxmlformats.org/drawingml/2006/main">
              <a:ext uri="{FF2B5EF4-FFF2-40B4-BE49-F238E27FC236}">
                <a16:creationId xmlns:a16="http://schemas.microsoft.com/office/drawing/2014/main" id="{47E5C6F2-652C-42F2-91D3-C0532B0E3AF1}"/>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3" name="dp41-comparison / n125 / path">
            <a:extLst xmlns:a="http://schemas.openxmlformats.org/drawingml/2006/main">
              <a:ext uri="{FF2B5EF4-FFF2-40B4-BE49-F238E27FC236}">
                <a16:creationId xmlns:a16="http://schemas.microsoft.com/office/drawing/2014/main" id="{EF8FEA37-5C9C-4DC1-8039-60E0BA710967}"/>
              </a:ext>
            </a:extLst>
          </p:cNvPr>
          <p:cNvSpPr>
            <a:spLocks xmlns:a="http://schemas.openxmlformats.org/drawingml/2006/main" noGrp="1"/>
          </p:cNvSpPr>
          <p:nvPr/>
        </p:nvSpPr>
        <p:spPr>
          <a:xfrm xmlns:a="http://schemas.openxmlformats.org/drawingml/2006/main">
            <a:off x="147637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14" name="dp41-comparison / n128">
            <a:extLst xmlns:a="http://schemas.openxmlformats.org/drawingml/2006/main">
              <a:ext uri="{FF2B5EF4-FFF2-40B4-BE49-F238E27FC236}">
                <a16:creationId xmlns:a16="http://schemas.microsoft.com/office/drawing/2014/main" id="{296466DC-2F56-4008-A9DC-E09B47138F25}"/>
              </a:ext>
            </a:extLst>
          </p:cNvPr>
          <p:cNvSpPr>
            <a:spLocks xmlns:a="http://schemas.openxmlformats.org/drawingml/2006/main" noGrp="1"/>
          </p:cNvSpPr>
          <p:nvPr/>
        </p:nvSpPr>
        <p:spPr>
          <a:xfrm xmlns:a="http://schemas.openxmlformats.org/drawingml/2006/main">
            <a:off x="1666875"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9 / text 1">
            <a:extLst xmlns:a="http://schemas.openxmlformats.org/drawingml/2006/main">
              <a:ext uri="{FF2B5EF4-FFF2-40B4-BE49-F238E27FC236}">
                <a16:creationId xmlns:a16="http://schemas.microsoft.com/office/drawing/2014/main" id="{E5009DDD-46E7-4FB7-8D7C-DBA28355BA9C}"/>
              </a:ext>
            </a:extLst>
          </p:cNvPr>
          <p:cNvSpPr>
            <a:spLocks xmlns:a="http://schemas.openxmlformats.org/drawingml/2006/main" noGrp="1"/>
          </p:cNvSpPr>
          <p:nvPr/>
        </p:nvSpPr>
        <p:spPr>
          <a:xfrm xmlns:a="http://schemas.openxmlformats.org/drawingml/2006/main">
            <a:off x="1752600"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6" name="dp41-comparison / n130">
            <a:extLst xmlns:a="http://schemas.openxmlformats.org/drawingml/2006/main">
              <a:ext uri="{FF2B5EF4-FFF2-40B4-BE49-F238E27FC236}">
                <a16:creationId xmlns:a16="http://schemas.microsoft.com/office/drawing/2014/main" id="{EF7FE3C8-12DB-405B-A3E3-BE2A7089F8EE}"/>
              </a:ext>
            </a:extLst>
          </p:cNvPr>
          <p:cNvSpPr>
            <a:spLocks xmlns:a="http://schemas.openxmlformats.org/drawingml/2006/main" noGrp="1"/>
          </p:cNvSpPr>
          <p:nvPr/>
        </p:nvSpPr>
        <p:spPr>
          <a:xfrm xmlns:a="http://schemas.openxmlformats.org/drawingml/2006/main">
            <a:off x="4048125" y="72961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7" name="dp41-comparison / n131 / text 1">
            <a:extLst xmlns:a="http://schemas.openxmlformats.org/drawingml/2006/main">
              <a:ext uri="{FF2B5EF4-FFF2-40B4-BE49-F238E27FC236}">
                <a16:creationId xmlns:a16="http://schemas.microsoft.com/office/drawing/2014/main" id="{2A53B6FC-F15B-4114-AE73-DFDC8BC910F1}"/>
              </a:ext>
            </a:extLst>
          </p:cNvPr>
          <p:cNvSpPr>
            <a:spLocks xmlns:a="http://schemas.openxmlformats.org/drawingml/2006/main" noGrp="1"/>
          </p:cNvSpPr>
          <p:nvPr/>
        </p:nvSpPr>
        <p:spPr>
          <a:xfrm xmlns:a="http://schemas.openxmlformats.org/drawingml/2006/main">
            <a:off x="4133850" y="74033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8" name="dp41-comparison / n132">
            <a:extLst xmlns:a="http://schemas.openxmlformats.org/drawingml/2006/main">
              <a:ext uri="{FF2B5EF4-FFF2-40B4-BE49-F238E27FC236}">
                <a16:creationId xmlns:a16="http://schemas.microsoft.com/office/drawing/2014/main" id="{D7F50B8A-1724-4031-8B8F-CE9D8FFF5DE3}"/>
              </a:ext>
            </a:extLst>
          </p:cNvPr>
          <p:cNvSpPr>
            <a:spLocks xmlns:a="http://schemas.openxmlformats.org/drawingml/2006/main" noGrp="1"/>
          </p:cNvSpPr>
          <p:nvPr/>
        </p:nvSpPr>
        <p:spPr>
          <a:xfrm xmlns:a="http://schemas.openxmlformats.org/drawingml/2006/main">
            <a:off x="6429375" y="73628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1-comparison / n133 / text 1">
            <a:extLst xmlns:a="http://schemas.openxmlformats.org/drawingml/2006/main">
              <a:ext uri="{FF2B5EF4-FFF2-40B4-BE49-F238E27FC236}">
                <a16:creationId xmlns:a16="http://schemas.microsoft.com/office/drawing/2014/main" id="{681A798B-507E-4CD4-A498-DFE40CEAA697}"/>
              </a:ext>
            </a:extLst>
          </p:cNvPr>
          <p:cNvSpPr>
            <a:spLocks xmlns:a="http://schemas.openxmlformats.org/drawingml/2006/main" noGrp="1"/>
          </p:cNvSpPr>
          <p:nvPr/>
        </p:nvSpPr>
        <p:spPr>
          <a:xfrm xmlns:a="http://schemas.openxmlformats.org/drawingml/2006/main">
            <a:off x="6515100" y="74033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20" name="dp41-comparison / n134">
            <a:extLst xmlns:a="http://schemas.openxmlformats.org/drawingml/2006/main">
              <a:ext uri="{FF2B5EF4-FFF2-40B4-BE49-F238E27FC236}">
                <a16:creationId xmlns:a16="http://schemas.microsoft.com/office/drawing/2014/main" id="{7DBD87F6-D9D3-421E-AF75-29FECF61EE7A}"/>
              </a:ext>
            </a:extLst>
          </p:cNvPr>
          <p:cNvSpPr>
            <a:spLocks xmlns:a="http://schemas.openxmlformats.org/drawingml/2006/main" noGrp="1"/>
          </p:cNvSpPr>
          <p:nvPr/>
        </p:nvSpPr>
        <p:spPr>
          <a:xfrm xmlns:a="http://schemas.openxmlformats.org/drawingml/2006/main">
            <a:off x="6953250" y="79533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1-comparison / n135 / text 1">
            <a:extLst xmlns:a="http://schemas.openxmlformats.org/drawingml/2006/main">
              <a:ext uri="{FF2B5EF4-FFF2-40B4-BE49-F238E27FC236}">
                <a16:creationId xmlns:a16="http://schemas.microsoft.com/office/drawing/2014/main" id="{F0BC2BF5-EB36-4304-8015-B7DA0072A98B}"/>
              </a:ext>
            </a:extLst>
          </p:cNvPr>
          <p:cNvSpPr>
            <a:spLocks xmlns:a="http://schemas.openxmlformats.org/drawingml/2006/main" noGrp="1"/>
          </p:cNvSpPr>
          <p:nvPr/>
        </p:nvSpPr>
        <p:spPr>
          <a:xfrm xmlns:a="http://schemas.openxmlformats.org/drawingml/2006/main">
            <a:off x="7038975" y="79986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22" name="dp41-comparison / n136 / path">
            <a:extLst xmlns:a="http://schemas.openxmlformats.org/drawingml/2006/main">
              <a:ext uri="{FF2B5EF4-FFF2-40B4-BE49-F238E27FC236}">
                <a16:creationId xmlns:a16="http://schemas.microsoft.com/office/drawing/2014/main" id="{DBBCA4CF-0FAD-45AF-930F-B3522B034F31}"/>
              </a:ext>
            </a:extLst>
          </p:cNvPr>
          <p:cNvSpPr>
            <a:spLocks xmlns:a="http://schemas.openxmlformats.org/drawingml/2006/main" noGrp="1"/>
          </p:cNvSpPr>
          <p:nvPr/>
        </p:nvSpPr>
        <p:spPr>
          <a:xfrm xmlns:a="http://schemas.openxmlformats.org/drawingml/2006/main">
            <a:off x="3381375"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23" name="dp41-comparison / n136 / arrow">
            <a:extLst xmlns:a="http://schemas.openxmlformats.org/drawingml/2006/main">
              <a:ext uri="{FF2B5EF4-FFF2-40B4-BE49-F238E27FC236}">
                <a16:creationId xmlns:a16="http://schemas.microsoft.com/office/drawing/2014/main" id="{47B24A0E-61FD-4840-9084-EAA14285AC92}"/>
              </a:ext>
            </a:extLst>
          </p:cNvPr>
          <p:cNvSpPr>
            <a:spLocks xmlns:a="http://schemas.openxmlformats.org/drawingml/2006/main" noGrp="1"/>
          </p:cNvSpPr>
          <p:nvPr/>
        </p:nvSpPr>
        <p:spPr>
          <a:xfrm xmlns:a="http://schemas.openxmlformats.org/drawingml/2006/main">
            <a:off x="398106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137 / path">
            <a:extLst xmlns:a="http://schemas.openxmlformats.org/drawingml/2006/main">
              <a:ext uri="{FF2B5EF4-FFF2-40B4-BE49-F238E27FC236}">
                <a16:creationId xmlns:a16="http://schemas.microsoft.com/office/drawing/2014/main" id="{03BF83C3-AB1B-4C0B-93C4-964A8085A502}"/>
              </a:ext>
            </a:extLst>
          </p:cNvPr>
          <p:cNvSpPr>
            <a:spLocks xmlns:a="http://schemas.openxmlformats.org/drawingml/2006/main" noGrp="1"/>
          </p:cNvSpPr>
          <p:nvPr/>
        </p:nvSpPr>
        <p:spPr>
          <a:xfrm xmlns:a="http://schemas.openxmlformats.org/drawingml/2006/main">
            <a:off x="5476875" y="74961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25" name="dp41-comparison / n137 / arrow">
            <a:extLst xmlns:a="http://schemas.openxmlformats.org/drawingml/2006/main">
              <a:ext uri="{FF2B5EF4-FFF2-40B4-BE49-F238E27FC236}">
                <a16:creationId xmlns:a16="http://schemas.microsoft.com/office/drawing/2014/main" id="{FCEBC580-BC1B-4194-9A18-968DBF437278}"/>
              </a:ext>
            </a:extLst>
          </p:cNvPr>
          <p:cNvSpPr>
            <a:spLocks xmlns:a="http://schemas.openxmlformats.org/drawingml/2006/main" noGrp="1"/>
          </p:cNvSpPr>
          <p:nvPr/>
        </p:nvSpPr>
        <p:spPr>
          <a:xfrm xmlns:a="http://schemas.openxmlformats.org/drawingml/2006/main">
            <a:off x="636231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6" name="dp41-comparison / n140 / path">
            <a:extLst xmlns:a="http://schemas.openxmlformats.org/drawingml/2006/main">
              <a:ext uri="{FF2B5EF4-FFF2-40B4-BE49-F238E27FC236}">
                <a16:creationId xmlns:a16="http://schemas.microsoft.com/office/drawing/2014/main" id="{DBBE9138-584C-4179-9B57-6ADC92D2967F}"/>
              </a:ext>
            </a:extLst>
          </p:cNvPr>
          <p:cNvSpPr>
            <a:spLocks xmlns:a="http://schemas.openxmlformats.org/drawingml/2006/main" noGrp="1"/>
          </p:cNvSpPr>
          <p:nvPr/>
        </p:nvSpPr>
        <p:spPr>
          <a:xfrm xmlns:a="http://schemas.openxmlformats.org/drawingml/2006/main">
            <a:off x="2524125" y="76295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7" name="dp41-comparison / n140 / arrow">
            <a:extLst xmlns:a="http://schemas.openxmlformats.org/drawingml/2006/main">
              <a:ext uri="{FF2B5EF4-FFF2-40B4-BE49-F238E27FC236}">
                <a16:creationId xmlns:a16="http://schemas.microsoft.com/office/drawing/2014/main" id="{04ED9376-6F41-4E4B-BAAB-F7203BF8B8ED}"/>
              </a:ext>
            </a:extLst>
          </p:cNvPr>
          <p:cNvSpPr>
            <a:spLocks xmlns:a="http://schemas.openxmlformats.org/drawingml/2006/main" noGrp="1"/>
          </p:cNvSpPr>
          <p:nvPr/>
        </p:nvSpPr>
        <p:spPr>
          <a:xfrm xmlns:a="http://schemas.openxmlformats.org/drawingml/2006/main">
            <a:off x="2490597"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8" name="dp41-comparison / n143 / path">
            <a:extLst xmlns:a="http://schemas.openxmlformats.org/drawingml/2006/main">
              <a:ext uri="{FF2B5EF4-FFF2-40B4-BE49-F238E27FC236}">
                <a16:creationId xmlns:a16="http://schemas.microsoft.com/office/drawing/2014/main" id="{745424BD-1E4E-442B-B7FA-7B1AD0B255A6}"/>
              </a:ext>
            </a:extLst>
          </p:cNvPr>
          <p:cNvSpPr>
            <a:spLocks xmlns:a="http://schemas.openxmlformats.org/drawingml/2006/main" noGrp="1"/>
          </p:cNvSpPr>
          <p:nvPr/>
        </p:nvSpPr>
        <p:spPr>
          <a:xfrm xmlns:a="http://schemas.openxmlformats.org/drawingml/2006/main">
            <a:off x="4762500" y="76962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9" name="dp41-comparison / n143 / arrow">
            <a:extLst xmlns:a="http://schemas.openxmlformats.org/drawingml/2006/main">
              <a:ext uri="{FF2B5EF4-FFF2-40B4-BE49-F238E27FC236}">
                <a16:creationId xmlns:a16="http://schemas.microsoft.com/office/drawing/2014/main" id="{BA633623-B031-4045-B7DE-E44884FEAE23}"/>
              </a:ext>
            </a:extLst>
          </p:cNvPr>
          <p:cNvSpPr>
            <a:spLocks xmlns:a="http://schemas.openxmlformats.org/drawingml/2006/main" noGrp="1"/>
          </p:cNvSpPr>
          <p:nvPr/>
        </p:nvSpPr>
        <p:spPr>
          <a:xfrm xmlns:a="http://schemas.openxmlformats.org/drawingml/2006/main">
            <a:off x="688619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0" name="dp41-comparison / n64">
            <a:extLst xmlns:a="http://schemas.openxmlformats.org/drawingml/2006/main">
              <a:ext uri="{FF2B5EF4-FFF2-40B4-BE49-F238E27FC236}">
                <a16:creationId xmlns:a16="http://schemas.microsoft.com/office/drawing/2014/main" id="{C324536C-B0F1-4771-862E-E2D106DF0456}"/>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1-comparison / n64 / fold">
            <a:extLst xmlns:a="http://schemas.openxmlformats.org/drawingml/2006/main">
              <a:ext uri="{FF2B5EF4-FFF2-40B4-BE49-F238E27FC236}">
                <a16:creationId xmlns:a16="http://schemas.microsoft.com/office/drawing/2014/main" id="{FD7969D7-82F2-4D2B-A147-DC8C52852EA5}"/>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1-comparison / n65 / text 1">
            <a:extLst xmlns:a="http://schemas.openxmlformats.org/drawingml/2006/main">
              <a:ext uri="{FF2B5EF4-FFF2-40B4-BE49-F238E27FC236}">
                <a16:creationId xmlns:a16="http://schemas.microsoft.com/office/drawing/2014/main" id="{735B607C-314F-4F11-B020-F4C3F65C300B}"/>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33" name="dp41-comparison / n74">
            <a:extLst xmlns:a="http://schemas.openxmlformats.org/drawingml/2006/main">
              <a:ext uri="{FF2B5EF4-FFF2-40B4-BE49-F238E27FC236}">
                <a16:creationId xmlns:a16="http://schemas.microsoft.com/office/drawing/2014/main" id="{1D66B793-1BCE-4BE7-9F40-42B75A303031}"/>
              </a:ext>
            </a:extLst>
          </p:cNvPr>
          <p:cNvSpPr>
            <a:spLocks xmlns:a="http://schemas.openxmlformats.org/drawingml/2006/main" noGrp="1"/>
          </p:cNvSpPr>
          <p:nvPr/>
        </p:nvSpPr>
        <p:spPr>
          <a:xfrm xmlns:a="http://schemas.openxmlformats.org/drawingml/2006/main">
            <a:off x="4505325" y="2943225"/>
            <a:ext cx="321392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75 / text 1">
            <a:extLst xmlns:a="http://schemas.openxmlformats.org/drawingml/2006/main">
              <a:ext uri="{FF2B5EF4-FFF2-40B4-BE49-F238E27FC236}">
                <a16:creationId xmlns:a16="http://schemas.microsoft.com/office/drawing/2014/main" id="{2336CD18-F062-4381-B948-C399824CA025}"/>
              </a:ext>
            </a:extLst>
          </p:cNvPr>
          <p:cNvSpPr>
            <a:spLocks xmlns:a="http://schemas.openxmlformats.org/drawingml/2006/main" noGrp="1"/>
          </p:cNvSpPr>
          <p:nvPr/>
        </p:nvSpPr>
        <p:spPr>
          <a:xfrm xmlns:a="http://schemas.openxmlformats.org/drawingml/2006/main">
            <a:off x="452437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① 모델 호출, 다음 행동 반환</a:t>
            </a:r>
          </a:p>
        </p:txBody>
      </p:sp>
      <p:sp>
        <p:nvSpPr>
          <p:cNvPr id="135" name="dp41-comparison / n76">
            <a:extLst xmlns:a="http://schemas.openxmlformats.org/drawingml/2006/main">
              <a:ext uri="{FF2B5EF4-FFF2-40B4-BE49-F238E27FC236}">
                <a16:creationId xmlns:a16="http://schemas.microsoft.com/office/drawing/2014/main" id="{F13E01AE-12FD-4D2C-A7FC-010D9BD9A316}"/>
              </a:ext>
            </a:extLst>
          </p:cNvPr>
          <p:cNvSpPr>
            <a:spLocks xmlns:a="http://schemas.openxmlformats.org/drawingml/2006/main" noGrp="1"/>
          </p:cNvSpPr>
          <p:nvPr/>
        </p:nvSpPr>
        <p:spPr>
          <a:xfrm xmlns:a="http://schemas.openxmlformats.org/drawingml/2006/main">
            <a:off x="1647825" y="3314700"/>
            <a:ext cx="3916490"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77 / text 1">
            <a:extLst xmlns:a="http://schemas.openxmlformats.org/drawingml/2006/main">
              <a:ext uri="{FF2B5EF4-FFF2-40B4-BE49-F238E27FC236}">
                <a16:creationId xmlns:a16="http://schemas.microsoft.com/office/drawing/2014/main" id="{FEEA7451-252A-49A6-A506-67D9B33E34AC}"/>
              </a:ext>
            </a:extLst>
          </p:cNvPr>
          <p:cNvSpPr>
            <a:spLocks xmlns:a="http://schemas.openxmlformats.org/drawingml/2006/main" noGrp="1"/>
          </p:cNvSpPr>
          <p:nvPr/>
        </p:nvSpPr>
        <p:spPr>
          <a:xfrm xmlns:a="http://schemas.openxmlformats.org/drawingml/2006/main">
            <a:off x="1666875" y="3324225"/>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A: 조회 결과를 받아 모델이 다음 행동 판단</a:t>
            </a:r>
          </a:p>
        </p:txBody>
      </p:sp>
      <p:sp>
        <p:nvSpPr>
          <p:cNvPr id="137" name="dp41-comparison / n80">
            <a:extLst xmlns:a="http://schemas.openxmlformats.org/drawingml/2006/main">
              <a:ext uri="{FF2B5EF4-FFF2-40B4-BE49-F238E27FC236}">
                <a16:creationId xmlns:a16="http://schemas.microsoft.com/office/drawing/2014/main" id="{C856166A-FE35-414B-B04C-090E34B34D4E}"/>
              </a:ext>
            </a:extLst>
          </p:cNvPr>
          <p:cNvSpPr>
            <a:spLocks xmlns:a="http://schemas.openxmlformats.org/drawingml/2006/main" noGrp="1"/>
          </p:cNvSpPr>
          <p:nvPr/>
        </p:nvSpPr>
        <p:spPr>
          <a:xfrm xmlns:a="http://schemas.openxmlformats.org/drawingml/2006/main">
            <a:off x="7505700" y="332422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1-comparison / n81 / text 1">
            <a:extLst xmlns:a="http://schemas.openxmlformats.org/drawingml/2006/main">
              <a:ext uri="{FF2B5EF4-FFF2-40B4-BE49-F238E27FC236}">
                <a16:creationId xmlns:a16="http://schemas.microsoft.com/office/drawing/2014/main" id="{D327460E-6E63-4677-9663-C5DA8C2FFB1C}"/>
              </a:ext>
            </a:extLst>
          </p:cNvPr>
          <p:cNvSpPr>
            <a:spLocks xmlns:a="http://schemas.openxmlformats.org/drawingml/2006/main" noGrp="1"/>
          </p:cNvSpPr>
          <p:nvPr/>
        </p:nvSpPr>
        <p:spPr>
          <a:xfrm xmlns:a="http://schemas.openxmlformats.org/drawingml/2006/main">
            <a:off x="7524750" y="333375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139" name="dp41-comparison / n84">
            <a:extLst xmlns:a="http://schemas.openxmlformats.org/drawingml/2006/main">
              <a:ext uri="{FF2B5EF4-FFF2-40B4-BE49-F238E27FC236}">
                <a16:creationId xmlns:a16="http://schemas.microsoft.com/office/drawing/2014/main" id="{BEA5C650-E6F5-4106-AEAA-931D676DB5B4}"/>
              </a:ext>
            </a:extLst>
          </p:cNvPr>
          <p:cNvSpPr>
            <a:spLocks xmlns:a="http://schemas.openxmlformats.org/drawingml/2006/main" noGrp="1"/>
          </p:cNvSpPr>
          <p:nvPr/>
        </p:nvSpPr>
        <p:spPr>
          <a:xfrm xmlns:a="http://schemas.openxmlformats.org/drawingml/2006/main">
            <a:off x="1647825" y="4429125"/>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0" name="dp41-comparison / n85 / text 1">
            <a:extLst xmlns:a="http://schemas.openxmlformats.org/drawingml/2006/main">
              <a:ext uri="{FF2B5EF4-FFF2-40B4-BE49-F238E27FC236}">
                <a16:creationId xmlns:a16="http://schemas.microsoft.com/office/drawing/2014/main" id="{081621E6-3CD4-4A68-BD4E-3538EF8F7ABF}"/>
              </a:ext>
            </a:extLst>
          </p:cNvPr>
          <p:cNvSpPr>
            <a:spLocks xmlns:a="http://schemas.openxmlformats.org/drawingml/2006/main" noGrp="1"/>
          </p:cNvSpPr>
          <p:nvPr/>
        </p:nvSpPr>
        <p:spPr>
          <a:xfrm xmlns:a="http://schemas.openxmlformats.org/drawingml/2006/main">
            <a:off x="1666875" y="4438650"/>
            <a:ext cx="2667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코드: 모델 호출, 도구 결과 대응</a:t>
            </a:r>
          </a:p>
        </p:txBody>
      </p:sp>
      <p:sp>
        <p:nvSpPr>
          <p:cNvPr id="141" name="dp41-comparison / n90">
            <a:extLst xmlns:a="http://schemas.openxmlformats.org/drawingml/2006/main">
              <a:ext uri="{FF2B5EF4-FFF2-40B4-BE49-F238E27FC236}">
                <a16:creationId xmlns:a16="http://schemas.microsoft.com/office/drawing/2014/main" id="{C0C3BBDC-F1FC-4895-AF7D-B6196889937A}"/>
              </a:ext>
            </a:extLst>
          </p:cNvPr>
          <p:cNvSpPr>
            <a:spLocks xmlns:a="http://schemas.openxmlformats.org/drawingml/2006/main" noGrp="1"/>
          </p:cNvSpPr>
          <p:nvPr/>
        </p:nvSpPr>
        <p:spPr>
          <a:xfrm xmlns:a="http://schemas.openxmlformats.org/drawingml/2006/main">
            <a:off x="1647825" y="5534025"/>
            <a:ext cx="21507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91 / text 1">
            <a:extLst xmlns:a="http://schemas.openxmlformats.org/drawingml/2006/main">
              <a:ext uri="{FF2B5EF4-FFF2-40B4-BE49-F238E27FC236}">
                <a16:creationId xmlns:a16="http://schemas.microsoft.com/office/drawing/2014/main" id="{5B09CCE7-D496-41E5-AEC5-96E30B6AFCF8}"/>
              </a:ext>
            </a:extLst>
          </p:cNvPr>
          <p:cNvSpPr>
            <a:spLocks xmlns:a="http://schemas.openxmlformats.org/drawingml/2006/main" noGrp="1"/>
          </p:cNvSpPr>
          <p:nvPr/>
        </p:nvSpPr>
        <p:spPr>
          <a:xfrm xmlns:a="http://schemas.openxmlformats.org/drawingml/2006/main">
            <a:off x="1666875" y="5543550"/>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발화, 조회 결과, 이전 조건 / 임시 상태</a:t>
            </a:r>
          </a:p>
        </p:txBody>
      </p:sp>
      <p:sp>
        <p:nvSpPr>
          <p:cNvPr id="143" name="dp41-comparison / n95">
            <a:extLst xmlns:a="http://schemas.openxmlformats.org/drawingml/2006/main">
              <a:ext uri="{FF2B5EF4-FFF2-40B4-BE49-F238E27FC236}">
                <a16:creationId xmlns:a16="http://schemas.microsoft.com/office/drawing/2014/main" id="{2D80A34D-0DE1-41B4-8F42-9EE5BCDFB3E1}"/>
              </a:ext>
            </a:extLst>
          </p:cNvPr>
          <p:cNvSpPr>
            <a:spLocks xmlns:a="http://schemas.openxmlformats.org/drawingml/2006/main" noGrp="1"/>
          </p:cNvSpPr>
          <p:nvPr/>
        </p:nvSpPr>
        <p:spPr>
          <a:xfrm xmlns:a="http://schemas.openxmlformats.org/drawingml/2006/main">
            <a:off x="4457700" y="4086225"/>
            <a:ext cx="14523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1-comparison / n96 / text 1">
            <a:extLst xmlns:a="http://schemas.openxmlformats.org/drawingml/2006/main">
              <a:ext uri="{FF2B5EF4-FFF2-40B4-BE49-F238E27FC236}">
                <a16:creationId xmlns:a16="http://schemas.microsoft.com/office/drawing/2014/main" id="{3C6A293E-43D9-444C-A8B4-6715BE812392}"/>
              </a:ext>
            </a:extLst>
          </p:cNvPr>
          <p:cNvSpPr>
            <a:spLocks xmlns:a="http://schemas.openxmlformats.org/drawingml/2006/main" noGrp="1"/>
          </p:cNvSpPr>
          <p:nvPr/>
        </p:nvSpPr>
        <p:spPr>
          <a:xfrm xmlns:a="http://schemas.openxmlformats.org/drawingml/2006/main">
            <a:off x="4476750" y="4095750"/>
            <a:ext cx="2095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모델이 선택한 조회</a:t>
            </a:r>
          </a:p>
        </p:txBody>
      </p:sp>
      <p:sp>
        <p:nvSpPr>
          <p:cNvPr id="145" name="dp41-comparison / n98">
            <a:extLst xmlns:a="http://schemas.openxmlformats.org/drawingml/2006/main">
              <a:ext uri="{FF2B5EF4-FFF2-40B4-BE49-F238E27FC236}">
                <a16:creationId xmlns:a16="http://schemas.microsoft.com/office/drawing/2014/main" id="{B265B305-EDE6-4A75-8DB2-AF1A56D72FFC}"/>
              </a:ext>
            </a:extLst>
          </p:cNvPr>
          <p:cNvSpPr>
            <a:spLocks xmlns:a="http://schemas.openxmlformats.org/drawingml/2006/main" noGrp="1"/>
          </p:cNvSpPr>
          <p:nvPr/>
        </p:nvSpPr>
        <p:spPr>
          <a:xfrm xmlns:a="http://schemas.openxmlformats.org/drawingml/2006/main">
            <a:off x="4695825" y="4486275"/>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1-comparison / n99 / text 1">
            <a:extLst xmlns:a="http://schemas.openxmlformats.org/drawingml/2006/main">
              <a:ext uri="{FF2B5EF4-FFF2-40B4-BE49-F238E27FC236}">
                <a16:creationId xmlns:a16="http://schemas.microsoft.com/office/drawing/2014/main" id="{177F9602-5E79-4D98-9312-D9190FB9ECDC}"/>
              </a:ext>
            </a:extLst>
          </p:cNvPr>
          <p:cNvSpPr>
            <a:spLocks xmlns:a="http://schemas.openxmlformats.org/drawingml/2006/main" noGrp="1"/>
          </p:cNvSpPr>
          <p:nvPr/>
        </p:nvSpPr>
        <p:spPr>
          <a:xfrm xmlns:a="http://schemas.openxmlformats.org/drawingml/2006/main">
            <a:off x="4714875" y="4495800"/>
            <a:ext cx="4286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③ 조회 결과를 해석 맥락에 반영</a:t>
            </a:r>
          </a:p>
        </p:txBody>
      </p:sp>
      <p:sp>
        <p:nvSpPr>
          <p:cNvPr id="147" name="dp41-comparison / n101">
            <a:extLst xmlns:a="http://schemas.openxmlformats.org/drawingml/2006/main">
              <a:ext uri="{FF2B5EF4-FFF2-40B4-BE49-F238E27FC236}">
                <a16:creationId xmlns:a16="http://schemas.microsoft.com/office/drawing/2014/main" id="{E573676C-10E3-49FD-BAE7-78AB3FEA4467}"/>
              </a:ext>
            </a:extLst>
          </p:cNvPr>
          <p:cNvSpPr>
            <a:spLocks xmlns:a="http://schemas.openxmlformats.org/drawingml/2006/main" noGrp="1"/>
          </p:cNvSpPr>
          <p:nvPr/>
        </p:nvSpPr>
        <p:spPr>
          <a:xfrm xmlns:a="http://schemas.openxmlformats.org/drawingml/2006/main">
            <a:off x="1657350" y="4733925"/>
            <a:ext cx="186918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2 / text 1">
            <a:extLst xmlns:a="http://schemas.openxmlformats.org/drawingml/2006/main">
              <a:ext uri="{FF2B5EF4-FFF2-40B4-BE49-F238E27FC236}">
                <a16:creationId xmlns:a16="http://schemas.microsoft.com/office/drawing/2014/main" id="{5548BFAB-64DF-422F-ABCF-CD7B1CFCF430}"/>
              </a:ext>
            </a:extLst>
          </p:cNvPr>
          <p:cNvSpPr>
            <a:spLocks xmlns:a="http://schemas.openxmlformats.org/drawingml/2006/main" noGrp="1"/>
          </p:cNvSpPr>
          <p:nvPr/>
        </p:nvSpPr>
        <p:spPr>
          <a:xfrm xmlns:a="http://schemas.openxmlformats.org/drawingml/2006/main">
            <a:off x="1676400" y="4743450"/>
            <a:ext cx="2524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④ 결과를 받아 모델 다시 호출</a:t>
            </a:r>
          </a:p>
        </p:txBody>
      </p:sp>
      <p:sp>
        <p:nvSpPr>
          <p:cNvPr id="149" name="dp41-comparison / n103">
            <a:extLst xmlns:a="http://schemas.openxmlformats.org/drawingml/2006/main">
              <a:ext uri="{FF2B5EF4-FFF2-40B4-BE49-F238E27FC236}">
                <a16:creationId xmlns:a16="http://schemas.microsoft.com/office/drawing/2014/main" id="{245F9F71-1B05-467C-AED8-24337879B79C}"/>
              </a:ext>
            </a:extLst>
          </p:cNvPr>
          <p:cNvSpPr>
            <a:spLocks xmlns:a="http://schemas.openxmlformats.org/drawingml/2006/main" noGrp="1"/>
          </p:cNvSpPr>
          <p:nvPr/>
        </p:nvSpPr>
        <p:spPr>
          <a:xfrm xmlns:a="http://schemas.openxmlformats.org/drawingml/2006/main">
            <a:off x="4667250" y="4876800"/>
            <a:ext cx="4333875" cy="781050"/>
          </a:xfrm>
          <a:custGeom xmlns:a="http://schemas.openxmlformats.org/drawingml/2006/main">
            <a:pathLst>
              <a:path w="4333875" h="781050">
                <a:moveTo>
                  <a:pt x="0" y="0"/>
                </a:moveTo>
                <a:lnTo>
                  <a:pt x="4162425" y="0"/>
                </a:lnTo>
                <a:lnTo>
                  <a:pt x="4333875" y="171450"/>
                </a:lnTo>
                <a:lnTo>
                  <a:pt x="4333875" y="781050"/>
                </a:lnTo>
                <a:lnTo>
                  <a:pt x="0" y="7810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0" name="dp41-comparison / n103 / fold">
            <a:extLst xmlns:a="http://schemas.openxmlformats.org/drawingml/2006/main">
              <a:ext uri="{FF2B5EF4-FFF2-40B4-BE49-F238E27FC236}">
                <a16:creationId xmlns:a16="http://schemas.microsoft.com/office/drawing/2014/main" id="{36A90CF6-52E1-4029-A470-8EA03B3CAE25}"/>
              </a:ext>
            </a:extLst>
          </p:cNvPr>
          <p:cNvSpPr>
            <a:spLocks xmlns:a="http://schemas.openxmlformats.org/drawingml/2006/main" noGrp="1"/>
          </p:cNvSpPr>
          <p:nvPr/>
        </p:nvSpPr>
        <p:spPr>
          <a:xfrm xmlns:a="http://schemas.openxmlformats.org/drawingml/2006/main">
            <a:off x="8829675" y="4876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1" name="dp41-comparison / n104 / text 1">
            <a:extLst xmlns:a="http://schemas.openxmlformats.org/drawingml/2006/main">
              <a:ext uri="{FF2B5EF4-FFF2-40B4-BE49-F238E27FC236}">
                <a16:creationId xmlns:a16="http://schemas.microsoft.com/office/drawing/2014/main" id="{5EDDCF72-4224-4AEB-8623-DE6D0F4D51DE}"/>
              </a:ext>
            </a:extLst>
          </p:cNvPr>
          <p:cNvSpPr>
            <a:spLocks xmlns:a="http://schemas.openxmlformats.org/drawingml/2006/main" noGrp="1"/>
          </p:cNvSpPr>
          <p:nvPr/>
        </p:nvSpPr>
        <p:spPr>
          <a:xfrm xmlns:a="http://schemas.openxmlformats.org/drawingml/2006/main">
            <a:off x="4762500" y="4933950"/>
            <a:ext cx="4067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모델 선택: ReadRequest</a:t>
            </a:r>
          </a:p>
        </p:txBody>
      </p:sp>
      <p:sp>
        <p:nvSpPr>
          <p:cNvPr id="152" name="dp41-comparison / n104 / text 2">
            <a:extLst xmlns:a="http://schemas.openxmlformats.org/drawingml/2006/main">
              <a:ext uri="{FF2B5EF4-FFF2-40B4-BE49-F238E27FC236}">
                <a16:creationId xmlns:a16="http://schemas.microsoft.com/office/drawing/2014/main" id="{7E04E2C0-CABC-4850-9F51-4463FF7A28BF}"/>
              </a:ext>
            </a:extLst>
          </p:cNvPr>
          <p:cNvSpPr>
            <a:spLocks xmlns:a="http://schemas.openxmlformats.org/drawingml/2006/main" noGrp="1"/>
          </p:cNvSpPr>
          <p:nvPr/>
        </p:nvSpPr>
        <p:spPr>
          <a:xfrm xmlns:a="http://schemas.openxmlformats.org/drawingml/2006/main">
            <a:off x="4762500" y="5071110"/>
            <a:ext cx="4067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task_retrieve(query="보고서", limit=5)</a:t>
            </a:r>
          </a:p>
        </p:txBody>
      </p:sp>
      <p:sp>
        <p:nvSpPr>
          <p:cNvPr id="153" name="dp41-comparison / n104 / text 3">
            <a:extLst xmlns:a="http://schemas.openxmlformats.org/drawingml/2006/main">
              <a:ext uri="{FF2B5EF4-FFF2-40B4-BE49-F238E27FC236}">
                <a16:creationId xmlns:a16="http://schemas.microsoft.com/office/drawing/2014/main" id="{E4D0950F-EAEA-4660-B563-6B2B6DC1EBD1}"/>
              </a:ext>
            </a:extLst>
          </p:cNvPr>
          <p:cNvSpPr>
            <a:spLocks xmlns:a="http://schemas.openxmlformats.org/drawingml/2006/main" noGrp="1"/>
          </p:cNvSpPr>
          <p:nvPr/>
        </p:nvSpPr>
        <p:spPr>
          <a:xfrm xmlns:a="http://schemas.openxmlformats.org/drawingml/2006/main">
            <a:off x="4762500" y="5208270"/>
            <a:ext cx="4067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context_retrieve(selector="INPUT_SELECTION")</a:t>
            </a:r>
          </a:p>
        </p:txBody>
      </p:sp>
      <p:sp>
        <p:nvSpPr>
          <p:cNvPr id="154" name="dp41-comparison / n104 / text 4">
            <a:extLst xmlns:a="http://schemas.openxmlformats.org/drawingml/2006/main">
              <a:ext uri="{FF2B5EF4-FFF2-40B4-BE49-F238E27FC236}">
                <a16:creationId xmlns:a16="http://schemas.microsoft.com/office/drawing/2014/main" id="{55F61621-D8EE-46BA-A2B9-FFCE9811A312}"/>
              </a:ext>
            </a:extLst>
          </p:cNvPr>
          <p:cNvSpPr>
            <a:spLocks xmlns:a="http://schemas.openxmlformats.org/drawingml/2006/main" noGrp="1"/>
          </p:cNvSpPr>
          <p:nvPr/>
        </p:nvSpPr>
        <p:spPr>
          <a:xfrm xmlns:a="http://schemas.openxmlformats.org/drawingml/2006/main">
            <a:off x="4762500" y="5345430"/>
            <a:ext cx="4067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추가 대화 조회: interaction_retrieve(query="보고서", limit=5)</a:t>
            </a:r>
          </a:p>
        </p:txBody>
      </p:sp>
      <p:sp>
        <p:nvSpPr>
          <p:cNvPr id="155" name="dp41-comparison / n105">
            <a:extLst xmlns:a="http://schemas.openxmlformats.org/drawingml/2006/main">
              <a:ext uri="{FF2B5EF4-FFF2-40B4-BE49-F238E27FC236}">
                <a16:creationId xmlns:a16="http://schemas.microsoft.com/office/drawing/2014/main" id="{79A64B55-712A-4B54-91FB-5C70E2783284}"/>
              </a:ext>
            </a:extLst>
          </p:cNvPr>
          <p:cNvSpPr>
            <a:spLocks xmlns:a="http://schemas.openxmlformats.org/drawingml/2006/main" noGrp="1"/>
          </p:cNvSpPr>
          <p:nvPr/>
        </p:nvSpPr>
        <p:spPr>
          <a:xfrm xmlns:a="http://schemas.openxmlformats.org/drawingml/2006/main">
            <a:off x="4648200" y="5695950"/>
            <a:ext cx="342061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1-comparison / n106 / text 1">
            <a:extLst xmlns:a="http://schemas.openxmlformats.org/drawingml/2006/main">
              <a:ext uri="{FF2B5EF4-FFF2-40B4-BE49-F238E27FC236}">
                <a16:creationId xmlns:a16="http://schemas.microsoft.com/office/drawing/2014/main" id="{87B6F1AE-94FF-441F-A1C1-0EE8A23BC667}"/>
              </a:ext>
            </a:extLst>
          </p:cNvPr>
          <p:cNvSpPr>
            <a:spLocks xmlns:a="http://schemas.openxmlformats.org/drawingml/2006/main" noGrp="1"/>
          </p:cNvSpPr>
          <p:nvPr/>
        </p:nvSpPr>
        <p:spPr>
          <a:xfrm xmlns:a="http://schemas.openxmlformats.org/drawingml/2006/main">
            <a:off x="4667250" y="5705475"/>
            <a:ext cx="43338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조회 결과: Task1 예산 보고서 / Task2 실적 보고서 / 선택한 표</a:t>
            </a:r>
          </a:p>
        </p:txBody>
      </p:sp>
      <p:sp>
        <p:nvSpPr>
          <p:cNvPr id="157" name="dp41-comparison / n110">
            <a:extLst xmlns:a="http://schemas.openxmlformats.org/drawingml/2006/main">
              <a:ext uri="{FF2B5EF4-FFF2-40B4-BE49-F238E27FC236}">
                <a16:creationId xmlns:a16="http://schemas.microsoft.com/office/drawing/2014/main" id="{1F76B4C4-CCF8-4E2E-AA19-EAF2A1BB5305}"/>
              </a:ext>
            </a:extLst>
          </p:cNvPr>
          <p:cNvSpPr>
            <a:spLocks xmlns:a="http://schemas.openxmlformats.org/drawingml/2006/main" noGrp="1"/>
          </p:cNvSpPr>
          <p:nvPr/>
        </p:nvSpPr>
        <p:spPr>
          <a:xfrm xmlns:a="http://schemas.openxmlformats.org/drawingml/2006/main">
            <a:off x="1666875" y="5829300"/>
            <a:ext cx="4667250" cy="495300"/>
          </a:xfrm>
          <a:custGeom xmlns:a="http://schemas.openxmlformats.org/drawingml/2006/main">
            <a:pathLst>
              <a:path w="4667250" h="495300">
                <a:moveTo>
                  <a:pt x="0" y="0"/>
                </a:moveTo>
                <a:lnTo>
                  <a:pt x="4495800" y="0"/>
                </a:lnTo>
                <a:lnTo>
                  <a:pt x="4667250" y="171450"/>
                </a:lnTo>
                <a:lnTo>
                  <a:pt x="4667250"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8" name="dp41-comparison / n110 / fold">
            <a:extLst xmlns:a="http://schemas.openxmlformats.org/drawingml/2006/main">
              <a:ext uri="{FF2B5EF4-FFF2-40B4-BE49-F238E27FC236}">
                <a16:creationId xmlns:a16="http://schemas.microsoft.com/office/drawing/2014/main" id="{007999A7-C3FE-4E3D-A0C4-168ED364404F}"/>
              </a:ext>
            </a:extLst>
          </p:cNvPr>
          <p:cNvSpPr>
            <a:spLocks xmlns:a="http://schemas.openxmlformats.org/drawingml/2006/main" noGrp="1"/>
          </p:cNvSpPr>
          <p:nvPr/>
        </p:nvSpPr>
        <p:spPr>
          <a:xfrm xmlns:a="http://schemas.openxmlformats.org/drawingml/2006/main">
            <a:off x="6162675" y="5829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9" name="dp41-comparison / n111 / text 1">
            <a:extLst xmlns:a="http://schemas.openxmlformats.org/drawingml/2006/main">
              <a:ext uri="{FF2B5EF4-FFF2-40B4-BE49-F238E27FC236}">
                <a16:creationId xmlns:a16="http://schemas.microsoft.com/office/drawing/2014/main" id="{8D920EDE-A561-4B3E-8359-AD8644EEF96C}"/>
              </a:ext>
            </a:extLst>
          </p:cNvPr>
          <p:cNvSpPr>
            <a:spLocks xmlns:a="http://schemas.openxmlformats.org/drawingml/2006/main" noGrp="1"/>
          </p:cNvSpPr>
          <p:nvPr/>
        </p:nvSpPr>
        <p:spPr>
          <a:xfrm xmlns:a="http://schemas.openxmlformats.org/drawingml/2006/main">
            <a:off x="1762125" y="588645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⑤ 모델이 만든 MeaningProposal (사용자 확인 뒤)</a:t>
            </a:r>
          </a:p>
        </p:txBody>
      </p:sp>
      <p:sp>
        <p:nvSpPr>
          <p:cNvPr id="160" name="dp41-comparison / n111 / text 2">
            <a:extLst xmlns:a="http://schemas.openxmlformats.org/drawingml/2006/main">
              <a:ext uri="{FF2B5EF4-FFF2-40B4-BE49-F238E27FC236}">
                <a16:creationId xmlns:a16="http://schemas.microsoft.com/office/drawing/2014/main" id="{BEDFCC87-6CDB-4AD8-90E0-C358C1BC2D6C}"/>
              </a:ext>
            </a:extLst>
          </p:cNvPr>
          <p:cNvSpPr>
            <a:spLocks xmlns:a="http://schemas.openxmlformats.org/drawingml/2006/main" noGrp="1"/>
          </p:cNvSpPr>
          <p:nvPr/>
        </p:nvSpPr>
        <p:spPr>
          <a:xfrm xmlns:a="http://schemas.openxmlformats.org/drawingml/2006/main">
            <a:off x="1762125" y="602361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보고서 + 표 / 보고서 결과로 메일 초안 / SEND 금지</a:t>
            </a:r>
          </a:p>
        </p:txBody>
      </p:sp>
      <p:sp>
        <p:nvSpPr>
          <p:cNvPr id="161" name="dp41-comparison / n112">
            <a:extLst xmlns:a="http://schemas.openxmlformats.org/drawingml/2006/main">
              <a:ext uri="{FF2B5EF4-FFF2-40B4-BE49-F238E27FC236}">
                <a16:creationId xmlns:a16="http://schemas.microsoft.com/office/drawing/2014/main" id="{7886B5EC-7044-4E71-BA1C-0A2FFED83E01}"/>
              </a:ext>
            </a:extLst>
          </p:cNvPr>
          <p:cNvSpPr>
            <a:spLocks xmlns:a="http://schemas.openxmlformats.org/drawingml/2006/main" noGrp="1"/>
          </p:cNvSpPr>
          <p:nvPr/>
        </p:nvSpPr>
        <p:spPr>
          <a:xfrm xmlns:a="http://schemas.openxmlformats.org/drawingml/2006/main">
            <a:off x="4648200" y="3648075"/>
            <a:ext cx="243630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3 / text 1">
            <a:extLst xmlns:a="http://schemas.openxmlformats.org/drawingml/2006/main">
              <a:ext uri="{FF2B5EF4-FFF2-40B4-BE49-F238E27FC236}">
                <a16:creationId xmlns:a16="http://schemas.microsoft.com/office/drawing/2014/main" id="{0CD29149-A02B-4967-B8C7-0F78E968266E}"/>
              </a:ext>
            </a:extLst>
          </p:cNvPr>
          <p:cNvSpPr>
            <a:spLocks xmlns:a="http://schemas.openxmlformats.org/drawingml/2006/main" noGrp="1"/>
          </p:cNvSpPr>
          <p:nvPr/>
        </p:nvSpPr>
        <p:spPr>
          <a:xfrm xmlns:a="http://schemas.openxmlformats.org/drawingml/2006/main">
            <a:off x="4667250" y="3657600"/>
            <a:ext cx="4429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다음 행동 선택과 전체 의미 생산: 모델</a:t>
            </a:r>
          </a:p>
        </p:txBody>
      </p:sp>
      <p:sp>
        <p:nvSpPr>
          <p:cNvPr id="163" name="dp41-comparison / n123">
            <a:extLst xmlns:a="http://schemas.openxmlformats.org/drawingml/2006/main">
              <a:ext uri="{FF2B5EF4-FFF2-40B4-BE49-F238E27FC236}">
                <a16:creationId xmlns:a16="http://schemas.microsoft.com/office/drawing/2014/main" id="{CDB0D0D6-C519-410C-9AC0-C4941F232A2F}"/>
              </a:ext>
            </a:extLst>
          </p:cNvPr>
          <p:cNvSpPr>
            <a:spLocks xmlns:a="http://schemas.openxmlformats.org/drawingml/2006/main" noGrp="1"/>
          </p:cNvSpPr>
          <p:nvPr/>
        </p:nvSpPr>
        <p:spPr>
          <a:xfrm xmlns:a="http://schemas.openxmlformats.org/drawingml/2006/main">
            <a:off x="164782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24 / text 1">
            <a:extLst xmlns:a="http://schemas.openxmlformats.org/drawingml/2006/main">
              <a:ext uri="{FF2B5EF4-FFF2-40B4-BE49-F238E27FC236}">
                <a16:creationId xmlns:a16="http://schemas.microsoft.com/office/drawing/2014/main" id="{B6399985-1007-4B1B-B92B-C34EDCDD5B68}"/>
              </a:ext>
            </a:extLst>
          </p:cNvPr>
          <p:cNvSpPr>
            <a:spLocks xmlns:a="http://schemas.openxmlformats.org/drawingml/2006/main" noGrp="1"/>
          </p:cNvSpPr>
          <p:nvPr/>
        </p:nvSpPr>
        <p:spPr>
          <a:xfrm xmlns:a="http://schemas.openxmlformats.org/drawingml/2006/main">
            <a:off x="166687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165" name="dp41-comparison / n126">
            <a:extLst xmlns:a="http://schemas.openxmlformats.org/drawingml/2006/main">
              <a:ext uri="{FF2B5EF4-FFF2-40B4-BE49-F238E27FC236}">
                <a16:creationId xmlns:a16="http://schemas.microsoft.com/office/drawing/2014/main" id="{B05EB6D3-5A0A-4B4C-B9DB-DDBF7ED88442}"/>
              </a:ext>
            </a:extLst>
          </p:cNvPr>
          <p:cNvSpPr>
            <a:spLocks xmlns:a="http://schemas.openxmlformats.org/drawingml/2006/main" noGrp="1"/>
          </p:cNvSpPr>
          <p:nvPr/>
        </p:nvSpPr>
        <p:spPr>
          <a:xfrm xmlns:a="http://schemas.openxmlformats.org/drawingml/2006/main">
            <a:off x="164782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27 / text 1">
            <a:extLst xmlns:a="http://schemas.openxmlformats.org/drawingml/2006/main">
              <a:ext uri="{FF2B5EF4-FFF2-40B4-BE49-F238E27FC236}">
                <a16:creationId xmlns:a16="http://schemas.microsoft.com/office/drawing/2014/main" id="{CB1128AB-2791-4347-990C-F88B4ACE8CE5}"/>
              </a:ext>
            </a:extLst>
          </p:cNvPr>
          <p:cNvSpPr>
            <a:spLocks xmlns:a="http://schemas.openxmlformats.org/drawingml/2006/main" noGrp="1"/>
          </p:cNvSpPr>
          <p:nvPr/>
        </p:nvSpPr>
        <p:spPr>
          <a:xfrm xmlns:a="http://schemas.openxmlformats.org/drawingml/2006/main">
            <a:off x="166687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7" name="dp41-comparison / n138">
            <a:extLst xmlns:a="http://schemas.openxmlformats.org/drawingml/2006/main">
              <a:ext uri="{FF2B5EF4-FFF2-40B4-BE49-F238E27FC236}">
                <a16:creationId xmlns:a16="http://schemas.microsoft.com/office/drawing/2014/main" id="{048805A3-9F44-46D2-AE03-875EBCB5A7BF}"/>
              </a:ext>
            </a:extLst>
          </p:cNvPr>
          <p:cNvSpPr>
            <a:spLocks xmlns:a="http://schemas.openxmlformats.org/drawingml/2006/main" noGrp="1"/>
          </p:cNvSpPr>
          <p:nvPr/>
        </p:nvSpPr>
        <p:spPr>
          <a:xfrm xmlns:a="http://schemas.openxmlformats.org/drawingml/2006/main">
            <a:off x="5600700" y="7324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9 / text 1">
            <a:extLst xmlns:a="http://schemas.openxmlformats.org/drawingml/2006/main">
              <a:ext uri="{FF2B5EF4-FFF2-40B4-BE49-F238E27FC236}">
                <a16:creationId xmlns:a16="http://schemas.microsoft.com/office/drawing/2014/main" id="{80CC107C-2611-48EB-B9F7-CEF2AEAF208C}"/>
              </a:ext>
            </a:extLst>
          </p:cNvPr>
          <p:cNvSpPr>
            <a:spLocks xmlns:a="http://schemas.openxmlformats.org/drawingml/2006/main" noGrp="1"/>
          </p:cNvSpPr>
          <p:nvPr/>
        </p:nvSpPr>
        <p:spPr>
          <a:xfrm xmlns:a="http://schemas.openxmlformats.org/drawingml/2006/main">
            <a:off x="5619750" y="7334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9" name="dp41-comparison / n141">
            <a:extLst xmlns:a="http://schemas.openxmlformats.org/drawingml/2006/main">
              <a:ext uri="{FF2B5EF4-FFF2-40B4-BE49-F238E27FC236}">
                <a16:creationId xmlns:a16="http://schemas.microsoft.com/office/drawing/2014/main" id="{14DF1DD6-3E49-47CF-9806-6682A4960ABB}"/>
              </a:ext>
            </a:extLst>
          </p:cNvPr>
          <p:cNvSpPr>
            <a:spLocks xmlns:a="http://schemas.openxmlformats.org/drawingml/2006/main" noGrp="1"/>
          </p:cNvSpPr>
          <p:nvPr/>
        </p:nvSpPr>
        <p:spPr>
          <a:xfrm xmlns:a="http://schemas.openxmlformats.org/drawingml/2006/main">
            <a:off x="2962275" y="75914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1-comparison / n142 / text 1">
            <a:extLst xmlns:a="http://schemas.openxmlformats.org/drawingml/2006/main">
              <a:ext uri="{FF2B5EF4-FFF2-40B4-BE49-F238E27FC236}">
                <a16:creationId xmlns:a16="http://schemas.microsoft.com/office/drawing/2014/main" id="{AB3924BA-2E81-4F40-920E-C6FA913DB966}"/>
              </a:ext>
            </a:extLst>
          </p:cNvPr>
          <p:cNvSpPr>
            <a:spLocks xmlns:a="http://schemas.openxmlformats.org/drawingml/2006/main" noGrp="1"/>
          </p:cNvSpPr>
          <p:nvPr/>
        </p:nvSpPr>
        <p:spPr>
          <a:xfrm xmlns:a="http://schemas.openxmlformats.org/drawingml/2006/main">
            <a:off x="2981325" y="76009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결과로 모델 재호출 / 필요하면 반복</a:t>
            </a:r>
          </a:p>
        </p:txBody>
      </p:sp>
      <p:sp>
        <p:nvSpPr>
          <p:cNvPr id="171" name="dp41-comparison / n144">
            <a:extLst xmlns:a="http://schemas.openxmlformats.org/drawingml/2006/main">
              <a:ext uri="{FF2B5EF4-FFF2-40B4-BE49-F238E27FC236}">
                <a16:creationId xmlns:a16="http://schemas.microsoft.com/office/drawing/2014/main" id="{01AAE49E-69C3-4439-96FF-622EC4BD06F0}"/>
              </a:ext>
            </a:extLst>
          </p:cNvPr>
          <p:cNvSpPr>
            <a:spLocks xmlns:a="http://schemas.openxmlformats.org/drawingml/2006/main" noGrp="1"/>
          </p:cNvSpPr>
          <p:nvPr/>
        </p:nvSpPr>
        <p:spPr>
          <a:xfrm xmlns:a="http://schemas.openxmlformats.org/drawingml/2006/main">
            <a:off x="4933950" y="79057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145 / text 1">
            <a:extLst xmlns:a="http://schemas.openxmlformats.org/drawingml/2006/main">
              <a:ext uri="{FF2B5EF4-FFF2-40B4-BE49-F238E27FC236}">
                <a16:creationId xmlns:a16="http://schemas.microsoft.com/office/drawing/2014/main" id="{7AA431E7-96F9-47A7-A256-820E366D6CC0}"/>
              </a:ext>
            </a:extLst>
          </p:cNvPr>
          <p:cNvSpPr>
            <a:spLocks xmlns:a="http://schemas.openxmlformats.org/drawingml/2006/main" noGrp="1"/>
          </p:cNvSpPr>
          <p:nvPr/>
        </p:nvSpPr>
        <p:spPr>
          <a:xfrm xmlns:a="http://schemas.openxmlformats.org/drawingml/2006/main">
            <a:off x="4953000" y="79152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73" name="dp41-comparison / n148">
            <a:extLst xmlns:a="http://schemas.openxmlformats.org/drawingml/2006/main">
              <a:ext uri="{FF2B5EF4-FFF2-40B4-BE49-F238E27FC236}">
                <a16:creationId xmlns:a16="http://schemas.microsoft.com/office/drawing/2014/main" id="{0AD0E336-71CA-4DA8-B382-3F1F73AA7A64}"/>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4" name="dp41-comparison / n149 / text 1">
            <a:extLst xmlns:a="http://schemas.openxmlformats.org/drawingml/2006/main">
              <a:ext uri="{FF2B5EF4-FFF2-40B4-BE49-F238E27FC236}">
                <a16:creationId xmlns:a16="http://schemas.microsoft.com/office/drawing/2014/main" id="{3FB357E1-D180-456F-82B4-EAC16B84CFFA}"/>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5" name="dp41-comparison / n150">
            <a:extLst xmlns:a="http://schemas.openxmlformats.org/drawingml/2006/main">
              <a:ext uri="{FF2B5EF4-FFF2-40B4-BE49-F238E27FC236}">
                <a16:creationId xmlns:a16="http://schemas.microsoft.com/office/drawing/2014/main" id="{B7E81B0E-8D21-430D-9071-ABAF3125AA60}"/>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6" name="dp41-comparison / n151 / text 1">
            <a:extLst xmlns:a="http://schemas.openxmlformats.org/drawingml/2006/main">
              <a:ext uri="{FF2B5EF4-FFF2-40B4-BE49-F238E27FC236}">
                <a16:creationId xmlns:a16="http://schemas.microsoft.com/office/drawing/2014/main" id="{9EFA24F0-65D4-4828-86FC-3AD60E44BD32}"/>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7" name="dp41-comparison / n152 / path">
            <a:extLst xmlns:a="http://schemas.openxmlformats.org/drawingml/2006/main">
              <a:ext uri="{FF2B5EF4-FFF2-40B4-BE49-F238E27FC236}">
                <a16:creationId xmlns:a16="http://schemas.microsoft.com/office/drawing/2014/main" id="{9DD9E9F9-4FF4-4F7B-AFDB-FBEAF5E98E8C}"/>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8" name="dp41-comparison / n152 / arrow">
            <a:extLst xmlns:a="http://schemas.openxmlformats.org/drawingml/2006/main">
              <a:ext uri="{FF2B5EF4-FFF2-40B4-BE49-F238E27FC236}">
                <a16:creationId xmlns:a16="http://schemas.microsoft.com/office/drawing/2014/main" id="{0281B1C4-95F7-4C7E-B432-08DC8A9B7CB7}"/>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9" name="dp41-comparison / n153 / path">
            <a:extLst xmlns:a="http://schemas.openxmlformats.org/drawingml/2006/main">
              <a:ext uri="{FF2B5EF4-FFF2-40B4-BE49-F238E27FC236}">
                <a16:creationId xmlns:a16="http://schemas.microsoft.com/office/drawing/2014/main" id="{86E83093-C29E-4AB6-AC4A-81D94C0567BE}"/>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0" name="dp41-comparison / n153 / arrow">
            <a:extLst xmlns:a="http://schemas.openxmlformats.org/drawingml/2006/main">
              <a:ext uri="{FF2B5EF4-FFF2-40B4-BE49-F238E27FC236}">
                <a16:creationId xmlns:a16="http://schemas.microsoft.com/office/drawing/2014/main" id="{DE8E41FC-CE94-451C-A492-BEB2F4DA2958}"/>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4">
            <a:extLst xmlns:a="http://schemas.openxmlformats.org/drawingml/2006/main">
              <a:ext uri="{FF2B5EF4-FFF2-40B4-BE49-F238E27FC236}">
                <a16:creationId xmlns:a16="http://schemas.microsoft.com/office/drawing/2014/main" id="{39E461E9-80E5-4BA7-826E-92BDE5C41157}"/>
              </a:ext>
            </a:extLst>
          </p:cNvPr>
          <p:cNvSpPr>
            <a:spLocks xmlns:a="http://schemas.openxmlformats.org/drawingml/2006/main" noGrp="1"/>
          </p:cNvSpPr>
          <p:nvPr/>
        </p:nvSpPr>
        <p:spPr>
          <a:xfrm xmlns:a="http://schemas.openxmlformats.org/drawingml/2006/main">
            <a:off x="995362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5 / text 1">
            <a:extLst xmlns:a="http://schemas.openxmlformats.org/drawingml/2006/main">
              <a:ext uri="{FF2B5EF4-FFF2-40B4-BE49-F238E27FC236}">
                <a16:creationId xmlns:a16="http://schemas.microsoft.com/office/drawing/2014/main" id="{41D3E897-ED8E-47CA-A6B2-277D6F65E659}"/>
              </a:ext>
            </a:extLst>
          </p:cNvPr>
          <p:cNvSpPr>
            <a:spLocks xmlns:a="http://schemas.openxmlformats.org/drawingml/2006/main" noGrp="1"/>
          </p:cNvSpPr>
          <p:nvPr/>
        </p:nvSpPr>
        <p:spPr>
          <a:xfrm xmlns:a="http://schemas.openxmlformats.org/drawingml/2006/main">
            <a:off x="1003935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60">
            <a:extLst xmlns:a="http://schemas.openxmlformats.org/drawingml/2006/main">
              <a:ext uri="{FF2B5EF4-FFF2-40B4-BE49-F238E27FC236}">
                <a16:creationId xmlns:a16="http://schemas.microsoft.com/office/drawing/2014/main" id="{EB09DB5C-C4CA-46C6-8C39-EF0CB4391418}"/>
              </a:ext>
            </a:extLst>
          </p:cNvPr>
          <p:cNvSpPr>
            <a:spLocks xmlns:a="http://schemas.openxmlformats.org/drawingml/2006/main" noGrp="1"/>
          </p:cNvSpPr>
          <p:nvPr/>
        </p:nvSpPr>
        <p:spPr>
          <a:xfrm xmlns:a="http://schemas.openxmlformats.org/drawingml/2006/main">
            <a:off x="976312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4" name="dp41-comparison / n161 / text 1">
            <a:extLst xmlns:a="http://schemas.openxmlformats.org/drawingml/2006/main">
              <a:ext uri="{FF2B5EF4-FFF2-40B4-BE49-F238E27FC236}">
                <a16:creationId xmlns:a16="http://schemas.microsoft.com/office/drawing/2014/main" id="{D1AE2FF7-97CF-4FFB-9C03-A31AB4EC043D}"/>
              </a:ext>
            </a:extLst>
          </p:cNvPr>
          <p:cNvSpPr>
            <a:spLocks xmlns:a="http://schemas.openxmlformats.org/drawingml/2006/main" noGrp="1"/>
          </p:cNvSpPr>
          <p:nvPr/>
        </p:nvSpPr>
        <p:spPr>
          <a:xfrm xmlns:a="http://schemas.openxmlformats.org/drawingml/2006/main">
            <a:off x="98869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85" name="dp41-comparison / n164">
            <a:extLst xmlns:a="http://schemas.openxmlformats.org/drawingml/2006/main">
              <a:ext uri="{FF2B5EF4-FFF2-40B4-BE49-F238E27FC236}">
                <a16:creationId xmlns:a16="http://schemas.microsoft.com/office/drawing/2014/main" id="{FEE69ABA-511C-43B2-9D21-2730B38755CF}"/>
              </a:ext>
            </a:extLst>
          </p:cNvPr>
          <p:cNvSpPr>
            <a:spLocks xmlns:a="http://schemas.openxmlformats.org/drawingml/2006/main" noGrp="1"/>
          </p:cNvSpPr>
          <p:nvPr/>
        </p:nvSpPr>
        <p:spPr>
          <a:xfrm xmlns:a="http://schemas.openxmlformats.org/drawingml/2006/main">
            <a:off x="9953625" y="4019550"/>
            <a:ext cx="2333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86" name="dp41-comparison / n165 / text 1">
            <a:extLst xmlns:a="http://schemas.openxmlformats.org/drawingml/2006/main">
              <a:ext uri="{FF2B5EF4-FFF2-40B4-BE49-F238E27FC236}">
                <a16:creationId xmlns:a16="http://schemas.microsoft.com/office/drawing/2014/main" id="{D06750C5-897D-4B07-B8A5-2B62DEB8EC65}"/>
              </a:ext>
            </a:extLst>
          </p:cNvPr>
          <p:cNvSpPr>
            <a:spLocks xmlns:a="http://schemas.openxmlformats.org/drawingml/2006/main" noGrp="1"/>
          </p:cNvSpPr>
          <p:nvPr/>
        </p:nvSpPr>
        <p:spPr>
          <a:xfrm xmlns:a="http://schemas.openxmlformats.org/drawingml/2006/main">
            <a:off x="10039350" y="409860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7" name="dp41-comparison / n166 / path">
            <a:extLst xmlns:a="http://schemas.openxmlformats.org/drawingml/2006/main">
              <a:ext uri="{FF2B5EF4-FFF2-40B4-BE49-F238E27FC236}">
                <a16:creationId xmlns:a16="http://schemas.microsoft.com/office/drawing/2014/main" id="{C13E4325-14B2-4C7D-A1BB-7F712E14888C}"/>
              </a:ext>
            </a:extLst>
          </p:cNvPr>
          <p:cNvSpPr>
            <a:spLocks xmlns:a="http://schemas.openxmlformats.org/drawingml/2006/main" noGrp="1"/>
          </p:cNvSpPr>
          <p:nvPr/>
        </p:nvSpPr>
        <p:spPr>
          <a:xfrm xmlns:a="http://schemas.openxmlformats.org/drawingml/2006/main">
            <a:off x="9810750" y="3038475"/>
            <a:ext cx="142875" cy="1171575"/>
          </a:xfrm>
          <a:custGeom xmlns:a="http://schemas.openxmlformats.org/drawingml/2006/main">
            <a:pathLst>
              <a:path w="142875" h="1171575">
                <a:moveTo>
                  <a:pt x="142875" y="1171575"/>
                </a:moveTo>
                <a:lnTo>
                  <a:pt x="0" y="117157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88" name="dp41-comparison / n166 / arrow">
            <a:extLst xmlns:a="http://schemas.openxmlformats.org/drawingml/2006/main">
              <a:ext uri="{FF2B5EF4-FFF2-40B4-BE49-F238E27FC236}">
                <a16:creationId xmlns:a16="http://schemas.microsoft.com/office/drawing/2014/main" id="{E4C7BC53-C1A5-46CB-9727-51223F37C9C8}"/>
              </a:ext>
            </a:extLst>
          </p:cNvPr>
          <p:cNvSpPr>
            <a:spLocks xmlns:a="http://schemas.openxmlformats.org/drawingml/2006/main" noGrp="1"/>
          </p:cNvSpPr>
          <p:nvPr/>
        </p:nvSpPr>
        <p:spPr>
          <a:xfrm xmlns:a="http://schemas.openxmlformats.org/drawingml/2006/main">
            <a:off x="9886569" y="3004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9" name="dp41-comparison / n167 / path">
            <a:extLst xmlns:a="http://schemas.openxmlformats.org/drawingml/2006/main">
              <a:ext uri="{FF2B5EF4-FFF2-40B4-BE49-F238E27FC236}">
                <a16:creationId xmlns:a16="http://schemas.microsoft.com/office/drawing/2014/main" id="{49B975DE-4A00-4D32-9C88-984850CF207A}"/>
              </a:ext>
            </a:extLst>
          </p:cNvPr>
          <p:cNvSpPr>
            <a:spLocks xmlns:a="http://schemas.openxmlformats.org/drawingml/2006/main" noGrp="1"/>
          </p:cNvSpPr>
          <p:nvPr/>
        </p:nvSpPr>
        <p:spPr>
          <a:xfrm xmlns:a="http://schemas.openxmlformats.org/drawingml/2006/main">
            <a:off x="9715500" y="3038475"/>
            <a:ext cx="238125" cy="1266825"/>
          </a:xfrm>
          <a:custGeom xmlns:a="http://schemas.openxmlformats.org/drawingml/2006/main">
            <a:pathLst>
              <a:path w="238125" h="1266825">
                <a:moveTo>
                  <a:pt x="238125" y="0"/>
                </a:moveTo>
                <a:lnTo>
                  <a:pt x="0" y="0"/>
                </a:lnTo>
                <a:lnTo>
                  <a:pt x="0" y="1266825"/>
                </a:lnTo>
                <a:lnTo>
                  <a:pt x="238125" y="1266825"/>
                </a:lnTo>
              </a:path>
            </a:pathLst>
          </a:custGeom>
          <a:noFill xmlns:a="http://schemas.openxmlformats.org/drawingml/2006/main"/>
          <a:ln xmlns:a="http://schemas.openxmlformats.org/drawingml/2006/main" w="10478">
            <a:solidFill>
              <a:srgbClr val="000000"/>
            </a:solidFill>
            <a:prstDash val="dash"/>
          </a:ln>
        </p:spPr>
      </p:sp>
      <p:sp>
        <p:nvSpPr>
          <p:cNvPr id="190" name="dp41-comparison / n167 / arrow">
            <a:extLst xmlns:a="http://schemas.openxmlformats.org/drawingml/2006/main">
              <a:ext uri="{FF2B5EF4-FFF2-40B4-BE49-F238E27FC236}">
                <a16:creationId xmlns:a16="http://schemas.microsoft.com/office/drawing/2014/main" id="{0354F2ED-B1FB-4BF6-A5AB-175A933C7A92}"/>
              </a:ext>
            </a:extLst>
          </p:cNvPr>
          <p:cNvSpPr>
            <a:spLocks xmlns:a="http://schemas.openxmlformats.org/drawingml/2006/main" noGrp="1"/>
          </p:cNvSpPr>
          <p:nvPr/>
        </p:nvSpPr>
        <p:spPr>
          <a:xfrm xmlns:a="http://schemas.openxmlformats.org/drawingml/2006/main">
            <a:off x="9886569" y="4271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1" name="dp41-comparison / n168">
            <a:extLst xmlns:a="http://schemas.openxmlformats.org/drawingml/2006/main">
              <a:ext uri="{FF2B5EF4-FFF2-40B4-BE49-F238E27FC236}">
                <a16:creationId xmlns:a16="http://schemas.microsoft.com/office/drawing/2014/main" id="{823D0774-1061-4D03-99FD-065879CB8A41}"/>
              </a:ext>
            </a:extLst>
          </p:cNvPr>
          <p:cNvSpPr>
            <a:spLocks xmlns:a="http://schemas.openxmlformats.org/drawingml/2006/main" noGrp="1"/>
          </p:cNvSpPr>
          <p:nvPr/>
        </p:nvSpPr>
        <p:spPr>
          <a:xfrm xmlns:a="http://schemas.openxmlformats.org/drawingml/2006/main">
            <a:off x="12858750" y="3943350"/>
            <a:ext cx="4476750" cy="1857375"/>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24765">
            <a:solidFill>
              <a:srgbClr val="B8753F"/>
            </a:solidFill>
            <a:prstDash val="solid"/>
          </a:ln>
        </p:spPr>
      </p:sp>
      <p:sp>
        <p:nvSpPr>
          <p:cNvPr id="192" name="dp41-comparison / n169 / text 1">
            <a:extLst xmlns:a="http://schemas.openxmlformats.org/drawingml/2006/main">
              <a:ext uri="{FF2B5EF4-FFF2-40B4-BE49-F238E27FC236}">
                <a16:creationId xmlns:a16="http://schemas.microsoft.com/office/drawing/2014/main" id="{A272C5E3-D2C1-4771-AD1C-E48BBC7E8A07}"/>
              </a:ext>
            </a:extLst>
          </p:cNvPr>
          <p:cNvSpPr>
            <a:spLocks xmlns:a="http://schemas.openxmlformats.org/drawingml/2006/main" noGrp="1"/>
          </p:cNvSpPr>
          <p:nvPr/>
        </p:nvSpPr>
        <p:spPr>
          <a:xfrm xmlns:a="http://schemas.openxmlformats.org/drawingml/2006/main">
            <a:off x="12982575" y="4038600"/>
            <a:ext cx="42291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193" name="dp41-comparison / n170">
            <a:extLst xmlns:a="http://schemas.openxmlformats.org/drawingml/2006/main">
              <a:ext uri="{FF2B5EF4-FFF2-40B4-BE49-F238E27FC236}">
                <a16:creationId xmlns:a16="http://schemas.microsoft.com/office/drawing/2014/main" id="{BD8FE5FD-FA83-474E-8F53-0EDF0B450AB1}"/>
              </a:ext>
            </a:extLst>
          </p:cNvPr>
          <p:cNvSpPr>
            <a:spLocks xmlns:a="http://schemas.openxmlformats.org/drawingml/2006/main" noGrp="1"/>
          </p:cNvSpPr>
          <p:nvPr/>
        </p:nvSpPr>
        <p:spPr>
          <a:xfrm xmlns:a="http://schemas.openxmlformats.org/drawingml/2006/main">
            <a:off x="13049250" y="4286250"/>
            <a:ext cx="1809750"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194" name="dp41-comparison / n171 / text 1">
            <a:extLst xmlns:a="http://schemas.openxmlformats.org/drawingml/2006/main">
              <a:ext uri="{FF2B5EF4-FFF2-40B4-BE49-F238E27FC236}">
                <a16:creationId xmlns:a16="http://schemas.microsoft.com/office/drawing/2014/main" id="{0BAA8F2E-7B65-41D1-9E31-2F0CEB6B4F31}"/>
              </a:ext>
            </a:extLst>
          </p:cNvPr>
          <p:cNvSpPr>
            <a:spLocks xmlns:a="http://schemas.openxmlformats.org/drawingml/2006/main" noGrp="1"/>
          </p:cNvSpPr>
          <p:nvPr/>
        </p:nvSpPr>
        <p:spPr>
          <a:xfrm xmlns:a="http://schemas.openxmlformats.org/drawingml/2006/main">
            <a:off x="13134975" y="4355306"/>
            <a:ext cx="1638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프레임 / 항목 검사기</a:t>
            </a:r>
          </a:p>
        </p:txBody>
      </p:sp>
      <p:sp>
        <p:nvSpPr>
          <p:cNvPr id="195" name="dp41-comparison / n172">
            <a:extLst xmlns:a="http://schemas.openxmlformats.org/drawingml/2006/main">
              <a:ext uri="{FF2B5EF4-FFF2-40B4-BE49-F238E27FC236}">
                <a16:creationId xmlns:a16="http://schemas.microsoft.com/office/drawing/2014/main" id="{D976C2CB-339A-45A4-BA87-7D9F3127295A}"/>
              </a:ext>
            </a:extLst>
          </p:cNvPr>
          <p:cNvSpPr>
            <a:spLocks xmlns:a="http://schemas.openxmlformats.org/drawingml/2006/main" noGrp="1"/>
          </p:cNvSpPr>
          <p:nvPr/>
        </p:nvSpPr>
        <p:spPr>
          <a:xfrm xmlns:a="http://schemas.openxmlformats.org/drawingml/2006/main">
            <a:off x="15097125" y="4286250"/>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196" name="dp41-comparison / n173 / text 1">
            <a:extLst xmlns:a="http://schemas.openxmlformats.org/drawingml/2006/main">
              <a:ext uri="{FF2B5EF4-FFF2-40B4-BE49-F238E27FC236}">
                <a16:creationId xmlns:a16="http://schemas.microsoft.com/office/drawing/2014/main" id="{3C1FC73F-E0E8-492E-8B7A-8D01909041F8}"/>
              </a:ext>
            </a:extLst>
          </p:cNvPr>
          <p:cNvSpPr>
            <a:spLocks xmlns:a="http://schemas.openxmlformats.org/drawingml/2006/main" noGrp="1"/>
          </p:cNvSpPr>
          <p:nvPr/>
        </p:nvSpPr>
        <p:spPr>
          <a:xfrm xmlns:a="http://schemas.openxmlformats.org/drawingml/2006/main">
            <a:off x="15182850" y="4349115"/>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미해결 항목 처리기</a:t>
            </a:r>
          </a:p>
        </p:txBody>
      </p:sp>
      <p:sp>
        <p:nvSpPr>
          <p:cNvPr id="197" name="dp41-comparison / n174">
            <a:extLst xmlns:a="http://schemas.openxmlformats.org/drawingml/2006/main">
              <a:ext uri="{FF2B5EF4-FFF2-40B4-BE49-F238E27FC236}">
                <a16:creationId xmlns:a16="http://schemas.microsoft.com/office/drawing/2014/main" id="{E7084164-0E4F-4A8D-9408-F1728430CEDF}"/>
              </a:ext>
            </a:extLst>
          </p:cNvPr>
          <p:cNvSpPr>
            <a:spLocks xmlns:a="http://schemas.openxmlformats.org/drawingml/2006/main" noGrp="1"/>
          </p:cNvSpPr>
          <p:nvPr/>
        </p:nvSpPr>
        <p:spPr>
          <a:xfrm xmlns:a="http://schemas.openxmlformats.org/drawingml/2006/main">
            <a:off x="13049250" y="4914900"/>
            <a:ext cx="1809750" cy="5048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98" name="dp41-comparison / n175 / text 1">
            <a:extLst xmlns:a="http://schemas.openxmlformats.org/drawingml/2006/main">
              <a:ext uri="{FF2B5EF4-FFF2-40B4-BE49-F238E27FC236}">
                <a16:creationId xmlns:a16="http://schemas.microsoft.com/office/drawing/2014/main" id="{1DE67894-A3CC-4444-85E4-A48CFDC80042}"/>
              </a:ext>
            </a:extLst>
          </p:cNvPr>
          <p:cNvSpPr>
            <a:spLocks xmlns:a="http://schemas.openxmlformats.org/drawingml/2006/main" noGrp="1"/>
          </p:cNvSpPr>
          <p:nvPr/>
        </p:nvSpPr>
        <p:spPr>
          <a:xfrm xmlns:a="http://schemas.openxmlformats.org/drawingml/2006/main">
            <a:off x="13134975" y="5076825"/>
            <a:ext cx="1638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항목별 해결 상태</a:t>
            </a:r>
          </a:p>
        </p:txBody>
      </p:sp>
      <p:sp>
        <p:nvSpPr>
          <p:cNvPr id="199" name="dp41-comparison / n176">
            <a:extLst xmlns:a="http://schemas.openxmlformats.org/drawingml/2006/main">
              <a:ext uri="{FF2B5EF4-FFF2-40B4-BE49-F238E27FC236}">
                <a16:creationId xmlns:a16="http://schemas.microsoft.com/office/drawing/2014/main" id="{43971D06-DC16-4BED-891A-76A72202DA80}"/>
              </a:ext>
            </a:extLst>
          </p:cNvPr>
          <p:cNvSpPr>
            <a:spLocks xmlns:a="http://schemas.openxmlformats.org/drawingml/2006/main" noGrp="1"/>
          </p:cNvSpPr>
          <p:nvPr/>
        </p:nvSpPr>
        <p:spPr>
          <a:xfrm xmlns:a="http://schemas.openxmlformats.org/drawingml/2006/main">
            <a:off x="15097125" y="5172075"/>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0" name="dp41-comparison / n177 / text 1">
            <a:extLst xmlns:a="http://schemas.openxmlformats.org/drawingml/2006/main">
              <a:ext uri="{FF2B5EF4-FFF2-40B4-BE49-F238E27FC236}">
                <a16:creationId xmlns:a16="http://schemas.microsoft.com/office/drawing/2014/main" id="{3CF0AE87-CE67-42DB-AFD3-74D228C185F5}"/>
              </a:ext>
            </a:extLst>
          </p:cNvPr>
          <p:cNvSpPr>
            <a:spLocks xmlns:a="http://schemas.openxmlformats.org/drawingml/2006/main" noGrp="1"/>
          </p:cNvSpPr>
          <p:nvPr/>
        </p:nvSpPr>
        <p:spPr>
          <a:xfrm xmlns:a="http://schemas.openxmlformats.org/drawingml/2006/main">
            <a:off x="15182850" y="52349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관계 결합기</a:t>
            </a:r>
          </a:p>
        </p:txBody>
      </p:sp>
      <p:sp>
        <p:nvSpPr>
          <p:cNvPr id="201" name="dp41-comparison / n178">
            <a:extLst xmlns:a="http://schemas.openxmlformats.org/drawingml/2006/main">
              <a:ext uri="{FF2B5EF4-FFF2-40B4-BE49-F238E27FC236}">
                <a16:creationId xmlns:a16="http://schemas.microsoft.com/office/drawing/2014/main" id="{3A6B6DC8-4258-4F66-A55F-C4F7D8553945}"/>
              </a:ext>
            </a:extLst>
          </p:cNvPr>
          <p:cNvSpPr>
            <a:spLocks xmlns:a="http://schemas.openxmlformats.org/drawingml/2006/main" noGrp="1"/>
          </p:cNvSpPr>
          <p:nvPr/>
        </p:nvSpPr>
        <p:spPr>
          <a:xfrm xmlns:a="http://schemas.openxmlformats.org/drawingml/2006/main">
            <a:off x="1509712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79 / text 1">
            <a:extLst xmlns:a="http://schemas.openxmlformats.org/drawingml/2006/main">
              <a:ext uri="{FF2B5EF4-FFF2-40B4-BE49-F238E27FC236}">
                <a16:creationId xmlns:a16="http://schemas.microsoft.com/office/drawing/2014/main" id="{1B8C2731-475B-420B-B2D7-C908155B2FCC}"/>
              </a:ext>
            </a:extLst>
          </p:cNvPr>
          <p:cNvSpPr>
            <a:spLocks xmlns:a="http://schemas.openxmlformats.org/drawingml/2006/main" noGrp="1"/>
          </p:cNvSpPr>
          <p:nvPr/>
        </p:nvSpPr>
        <p:spPr>
          <a:xfrm xmlns:a="http://schemas.openxmlformats.org/drawingml/2006/main">
            <a:off x="1518285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읽기 도구 실행기</a:t>
            </a:r>
          </a:p>
        </p:txBody>
      </p:sp>
      <p:sp>
        <p:nvSpPr>
          <p:cNvPr id="203" name="dp41-comparison / n180">
            <a:extLst xmlns:a="http://schemas.openxmlformats.org/drawingml/2006/main">
              <a:ext uri="{FF2B5EF4-FFF2-40B4-BE49-F238E27FC236}">
                <a16:creationId xmlns:a16="http://schemas.microsoft.com/office/drawing/2014/main" id="{73398FF3-0783-446B-92E8-584149CB2305}"/>
              </a:ext>
            </a:extLst>
          </p:cNvPr>
          <p:cNvSpPr>
            <a:spLocks xmlns:a="http://schemas.openxmlformats.org/drawingml/2006/main" noGrp="1"/>
          </p:cNvSpPr>
          <p:nvPr/>
        </p:nvSpPr>
        <p:spPr>
          <a:xfrm xmlns:a="http://schemas.openxmlformats.org/drawingml/2006/main">
            <a:off x="1271587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04" name="dp41-comparison / n181 / text 1">
            <a:extLst xmlns:a="http://schemas.openxmlformats.org/drawingml/2006/main">
              <a:ext uri="{FF2B5EF4-FFF2-40B4-BE49-F238E27FC236}">
                <a16:creationId xmlns:a16="http://schemas.microsoft.com/office/drawing/2014/main" id="{6F627663-4125-4415-A13B-727B4C14A33A}"/>
              </a:ext>
            </a:extLst>
          </p:cNvPr>
          <p:cNvSpPr>
            <a:spLocks xmlns:a="http://schemas.openxmlformats.org/drawingml/2006/main" noGrp="1"/>
          </p:cNvSpPr>
          <p:nvPr/>
        </p:nvSpPr>
        <p:spPr>
          <a:xfrm xmlns:a="http://schemas.openxmlformats.org/drawingml/2006/main">
            <a:off x="1280160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05" name="dp41-comparison / n182 / path">
            <a:extLst xmlns:a="http://schemas.openxmlformats.org/drawingml/2006/main">
              <a:ext uri="{FF2B5EF4-FFF2-40B4-BE49-F238E27FC236}">
                <a16:creationId xmlns:a16="http://schemas.microsoft.com/office/drawing/2014/main" id="{44CADCC3-8437-4C7F-A90C-4677F56A6434}"/>
              </a:ext>
            </a:extLst>
          </p:cNvPr>
          <p:cNvSpPr>
            <a:spLocks xmlns:a="http://schemas.openxmlformats.org/drawingml/2006/main" noGrp="1"/>
          </p:cNvSpPr>
          <p:nvPr/>
        </p:nvSpPr>
        <p:spPr>
          <a:xfrm xmlns:a="http://schemas.openxmlformats.org/drawingml/2006/main">
            <a:off x="12287250" y="4162425"/>
            <a:ext cx="762000" cy="285750"/>
          </a:xfrm>
          <a:custGeom xmlns:a="http://schemas.openxmlformats.org/drawingml/2006/main">
            <a:pathLst>
              <a:path w="762000" h="285750">
                <a:moveTo>
                  <a:pt x="0" y="0"/>
                </a:moveTo>
                <a:lnTo>
                  <a:pt x="333375" y="0"/>
                </a:lnTo>
                <a:lnTo>
                  <a:pt x="333375" y="285750"/>
                </a:lnTo>
                <a:lnTo>
                  <a:pt x="762000" y="285750"/>
                </a:lnTo>
              </a:path>
            </a:pathLst>
          </a:custGeom>
          <a:noFill xmlns:a="http://schemas.openxmlformats.org/drawingml/2006/main"/>
          <a:ln xmlns:a="http://schemas.openxmlformats.org/drawingml/2006/main" w="10478">
            <a:solidFill>
              <a:srgbClr val="000000"/>
            </a:solidFill>
            <a:prstDash val="solid"/>
          </a:ln>
        </p:spPr>
      </p:sp>
      <p:sp>
        <p:nvSpPr>
          <p:cNvPr id="206" name="dp41-comparison / n182 / arrow">
            <a:extLst xmlns:a="http://schemas.openxmlformats.org/drawingml/2006/main">
              <a:ext uri="{FF2B5EF4-FFF2-40B4-BE49-F238E27FC236}">
                <a16:creationId xmlns:a16="http://schemas.microsoft.com/office/drawing/2014/main" id="{D2099F09-7A3F-4E7E-A2B1-E3F1F6CF2762}"/>
              </a:ext>
            </a:extLst>
          </p:cNvPr>
          <p:cNvSpPr>
            <a:spLocks xmlns:a="http://schemas.openxmlformats.org/drawingml/2006/main" noGrp="1"/>
          </p:cNvSpPr>
          <p:nvPr/>
        </p:nvSpPr>
        <p:spPr>
          <a:xfrm xmlns:a="http://schemas.openxmlformats.org/drawingml/2006/main">
            <a:off x="12982194"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7" name="dp41-comparison / n183 / path">
            <a:extLst xmlns:a="http://schemas.openxmlformats.org/drawingml/2006/main">
              <a:ext uri="{FF2B5EF4-FFF2-40B4-BE49-F238E27FC236}">
                <a16:creationId xmlns:a16="http://schemas.microsoft.com/office/drawing/2014/main" id="{50D611D5-19EF-4AB5-91D3-C4C6C4E7F75D}"/>
              </a:ext>
            </a:extLst>
          </p:cNvPr>
          <p:cNvSpPr>
            <a:spLocks xmlns:a="http://schemas.openxmlformats.org/drawingml/2006/main" noGrp="1"/>
          </p:cNvSpPr>
          <p:nvPr/>
        </p:nvSpPr>
        <p:spPr>
          <a:xfrm xmlns:a="http://schemas.openxmlformats.org/drawingml/2006/main">
            <a:off x="14859000" y="4448175"/>
            <a:ext cx="238125" cy="953"/>
          </a:xfrm>
          <a:custGeom xmlns:a="http://schemas.openxmlformats.org/drawingml/2006/main">
            <a:pathLst>
              <a:path w="238125" h="953">
                <a:moveTo>
                  <a:pt x="0" y="0"/>
                </a:moveTo>
                <a:lnTo>
                  <a:pt x="238125" y="0"/>
                </a:lnTo>
              </a:path>
            </a:pathLst>
          </a:custGeom>
          <a:noFill xmlns:a="http://schemas.openxmlformats.org/drawingml/2006/main"/>
          <a:ln xmlns:a="http://schemas.openxmlformats.org/drawingml/2006/main" w="10478">
            <a:solidFill>
              <a:srgbClr val="B8753F"/>
            </a:solidFill>
            <a:prstDash val="solid"/>
          </a:ln>
        </p:spPr>
      </p:sp>
      <p:sp>
        <p:nvSpPr>
          <p:cNvPr id="208" name="dp41-comparison / n183 / arrow">
            <a:extLst xmlns:a="http://schemas.openxmlformats.org/drawingml/2006/main">
              <a:ext uri="{FF2B5EF4-FFF2-40B4-BE49-F238E27FC236}">
                <a16:creationId xmlns:a16="http://schemas.microsoft.com/office/drawing/2014/main" id="{9E73A48E-CEB4-4CB6-994E-96389905DA93}"/>
              </a:ext>
            </a:extLst>
          </p:cNvPr>
          <p:cNvSpPr>
            <a:spLocks xmlns:a="http://schemas.openxmlformats.org/drawingml/2006/main" noGrp="1"/>
          </p:cNvSpPr>
          <p:nvPr/>
        </p:nvSpPr>
        <p:spPr>
          <a:xfrm xmlns:a="http://schemas.openxmlformats.org/drawingml/2006/main">
            <a:off x="15030069"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9" name="dp41-comparison / n184 / path">
            <a:extLst xmlns:a="http://schemas.openxmlformats.org/drawingml/2006/main">
              <a:ext uri="{FF2B5EF4-FFF2-40B4-BE49-F238E27FC236}">
                <a16:creationId xmlns:a16="http://schemas.microsoft.com/office/drawing/2014/main" id="{4153CC47-1FF2-4FBE-AAA4-0ED51D470D8C}"/>
              </a:ext>
            </a:extLst>
          </p:cNvPr>
          <p:cNvSpPr>
            <a:spLocks xmlns:a="http://schemas.openxmlformats.org/drawingml/2006/main" noGrp="1"/>
          </p:cNvSpPr>
          <p:nvPr/>
        </p:nvSpPr>
        <p:spPr>
          <a:xfrm xmlns:a="http://schemas.openxmlformats.org/drawingml/2006/main">
            <a:off x="17145000" y="4448175"/>
            <a:ext cx="428625" cy="1724025"/>
          </a:xfrm>
          <a:custGeom xmlns:a="http://schemas.openxmlformats.org/drawingml/2006/main">
            <a:pathLst>
              <a:path w="428625" h="1724025">
                <a:moveTo>
                  <a:pt x="0" y="0"/>
                </a:moveTo>
                <a:lnTo>
                  <a:pt x="428625" y="0"/>
                </a:lnTo>
                <a:lnTo>
                  <a:pt x="428625" y="1724025"/>
                </a:lnTo>
                <a:lnTo>
                  <a:pt x="0" y="1724025"/>
                </a:lnTo>
              </a:path>
            </a:pathLst>
          </a:custGeom>
          <a:noFill xmlns:a="http://schemas.openxmlformats.org/drawingml/2006/main"/>
          <a:ln xmlns:a="http://schemas.openxmlformats.org/drawingml/2006/main" w="10478">
            <a:solidFill>
              <a:srgbClr val="B8753F"/>
            </a:solidFill>
            <a:prstDash val="solid"/>
          </a:ln>
        </p:spPr>
      </p:sp>
      <p:sp>
        <p:nvSpPr>
          <p:cNvPr id="210" name="dp41-comparison / n184 / arrow">
            <a:extLst xmlns:a="http://schemas.openxmlformats.org/drawingml/2006/main">
              <a:ext uri="{FF2B5EF4-FFF2-40B4-BE49-F238E27FC236}">
                <a16:creationId xmlns:a16="http://schemas.microsoft.com/office/drawing/2014/main" id="{3A90AADE-109C-4C8B-BDC3-CC164C7B5BA5}"/>
              </a:ext>
            </a:extLst>
          </p:cNvPr>
          <p:cNvSpPr>
            <a:spLocks xmlns:a="http://schemas.openxmlformats.org/drawingml/2006/main" noGrp="1"/>
          </p:cNvSpPr>
          <p:nvPr/>
        </p:nvSpPr>
        <p:spPr>
          <a:xfrm xmlns:a="http://schemas.openxmlformats.org/drawingml/2006/main">
            <a:off x="171450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1" name="dp41-comparison / n189 / path">
            <a:extLst xmlns:a="http://schemas.openxmlformats.org/drawingml/2006/main">
              <a:ext uri="{FF2B5EF4-FFF2-40B4-BE49-F238E27FC236}">
                <a16:creationId xmlns:a16="http://schemas.microsoft.com/office/drawing/2014/main" id="{1A69CD3D-2B2B-484E-8621-D5FB7DC52968}"/>
              </a:ext>
            </a:extLst>
          </p:cNvPr>
          <p:cNvSpPr>
            <a:spLocks xmlns:a="http://schemas.openxmlformats.org/drawingml/2006/main" noGrp="1"/>
          </p:cNvSpPr>
          <p:nvPr/>
        </p:nvSpPr>
        <p:spPr>
          <a:xfrm xmlns:a="http://schemas.openxmlformats.org/drawingml/2006/main">
            <a:off x="12573000" y="5167313"/>
            <a:ext cx="2524125" cy="1281113"/>
          </a:xfrm>
          <a:custGeom xmlns:a="http://schemas.openxmlformats.org/drawingml/2006/main">
            <a:pathLst>
              <a:path w="2524125" h="1281113">
                <a:moveTo>
                  <a:pt x="2524125" y="1004888"/>
                </a:moveTo>
                <a:lnTo>
                  <a:pt x="2362200" y="1004888"/>
                </a:lnTo>
                <a:lnTo>
                  <a:pt x="2362200" y="1281113"/>
                </a:lnTo>
                <a:lnTo>
                  <a:pt x="0" y="1281113"/>
                </a:lnTo>
                <a:lnTo>
                  <a:pt x="0" y="0"/>
                </a:lnTo>
                <a:lnTo>
                  <a:pt x="476250" y="0"/>
                </a:lnTo>
              </a:path>
            </a:pathLst>
          </a:custGeom>
          <a:noFill xmlns:a="http://schemas.openxmlformats.org/drawingml/2006/main"/>
          <a:ln xmlns:a="http://schemas.openxmlformats.org/drawingml/2006/main" w="10478">
            <a:solidFill>
              <a:srgbClr val="B8753F"/>
            </a:solidFill>
            <a:prstDash val="dash"/>
          </a:ln>
        </p:spPr>
      </p:sp>
      <p:sp>
        <p:nvSpPr>
          <p:cNvPr id="212" name="dp41-comparison / n189 / arrow">
            <a:extLst xmlns:a="http://schemas.openxmlformats.org/drawingml/2006/main">
              <a:ext uri="{FF2B5EF4-FFF2-40B4-BE49-F238E27FC236}">
                <a16:creationId xmlns:a16="http://schemas.microsoft.com/office/drawing/2014/main" id="{4B968325-EEAB-482D-B32D-750B02389A9F}"/>
              </a:ext>
            </a:extLst>
          </p:cNvPr>
          <p:cNvSpPr>
            <a:spLocks xmlns:a="http://schemas.openxmlformats.org/drawingml/2006/main" noGrp="1"/>
          </p:cNvSpPr>
          <p:nvPr/>
        </p:nvSpPr>
        <p:spPr>
          <a:xfrm xmlns:a="http://schemas.openxmlformats.org/drawingml/2006/main">
            <a:off x="12982194" y="51337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3" name="dp41-comparison / n190 / text 1">
            <a:extLst xmlns:a="http://schemas.openxmlformats.org/drawingml/2006/main">
              <a:ext uri="{FF2B5EF4-FFF2-40B4-BE49-F238E27FC236}">
                <a16:creationId xmlns:a16="http://schemas.microsoft.com/office/drawing/2014/main" id="{6E6750C5-7098-4655-B8BA-F33F68C2F31C}"/>
              </a:ext>
            </a:extLst>
          </p:cNvPr>
          <p:cNvSpPr>
            <a:spLocks xmlns:a="http://schemas.openxmlformats.org/drawingml/2006/main" noGrp="1"/>
          </p:cNvSpPr>
          <p:nvPr/>
        </p:nvSpPr>
        <p:spPr>
          <a:xfrm xmlns:a="http://schemas.openxmlformats.org/drawingml/2006/main">
            <a:off x="15097125" y="6362700"/>
            <a:ext cx="2333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③ 조회 결과를 해결 상태에 반영</a:t>
            </a:r>
          </a:p>
        </p:txBody>
      </p:sp>
      <p:sp>
        <p:nvSpPr>
          <p:cNvPr id="214" name="dp41-comparison / n191 / path">
            <a:extLst xmlns:a="http://schemas.openxmlformats.org/drawingml/2006/main">
              <a:ext uri="{FF2B5EF4-FFF2-40B4-BE49-F238E27FC236}">
                <a16:creationId xmlns:a16="http://schemas.microsoft.com/office/drawing/2014/main" id="{FF769A9F-7850-45C2-B0CF-8D156B0BB0E2}"/>
              </a:ext>
            </a:extLst>
          </p:cNvPr>
          <p:cNvSpPr>
            <a:spLocks xmlns:a="http://schemas.openxmlformats.org/drawingml/2006/main" noGrp="1"/>
          </p:cNvSpPr>
          <p:nvPr/>
        </p:nvSpPr>
        <p:spPr>
          <a:xfrm xmlns:a="http://schemas.openxmlformats.org/drawingml/2006/main">
            <a:off x="13716000" y="4610100"/>
            <a:ext cx="953" cy="304800"/>
          </a:xfrm>
          <a:custGeom xmlns:a="http://schemas.openxmlformats.org/drawingml/2006/main">
            <a:pathLst>
              <a:path w="953" h="304800">
                <a:moveTo>
                  <a:pt x="0" y="0"/>
                </a:moveTo>
                <a:lnTo>
                  <a:pt x="0" y="304800"/>
                </a:lnTo>
              </a:path>
            </a:pathLst>
          </a:custGeom>
          <a:noFill xmlns:a="http://schemas.openxmlformats.org/drawingml/2006/main"/>
          <a:ln xmlns:a="http://schemas.openxmlformats.org/drawingml/2006/main" w="10478">
            <a:solidFill>
              <a:srgbClr val="B8753F"/>
            </a:solidFill>
            <a:prstDash val="solid"/>
          </a:ln>
        </p:spPr>
      </p:sp>
      <p:sp>
        <p:nvSpPr>
          <p:cNvPr id="215" name="dp41-comparison / n191 / arrow">
            <a:extLst xmlns:a="http://schemas.openxmlformats.org/drawingml/2006/main">
              <a:ext uri="{FF2B5EF4-FFF2-40B4-BE49-F238E27FC236}">
                <a16:creationId xmlns:a16="http://schemas.microsoft.com/office/drawing/2014/main" id="{49C3158E-01DF-4730-8E81-3B8ACE681250}"/>
              </a:ext>
            </a:extLst>
          </p:cNvPr>
          <p:cNvSpPr>
            <a:spLocks xmlns:a="http://schemas.openxmlformats.org/drawingml/2006/main" noGrp="1"/>
          </p:cNvSpPr>
          <p:nvPr/>
        </p:nvSpPr>
        <p:spPr>
          <a:xfrm xmlns:a="http://schemas.openxmlformats.org/drawingml/2006/main">
            <a:off x="13682472" y="4847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6" name="dp41-comparison / n192 / path">
            <a:extLst xmlns:a="http://schemas.openxmlformats.org/drawingml/2006/main">
              <a:ext uri="{FF2B5EF4-FFF2-40B4-BE49-F238E27FC236}">
                <a16:creationId xmlns:a16="http://schemas.microsoft.com/office/drawing/2014/main" id="{C00821EF-34D8-412E-A043-AA7C551F2C59}"/>
              </a:ext>
            </a:extLst>
          </p:cNvPr>
          <p:cNvSpPr>
            <a:spLocks xmlns:a="http://schemas.openxmlformats.org/drawingml/2006/main" noGrp="1"/>
          </p:cNvSpPr>
          <p:nvPr/>
        </p:nvSpPr>
        <p:spPr>
          <a:xfrm xmlns:a="http://schemas.openxmlformats.org/drawingml/2006/main">
            <a:off x="14192250" y="4610100"/>
            <a:ext cx="953" cy="304800"/>
          </a:xfrm>
          <a:custGeom xmlns:a="http://schemas.openxmlformats.org/drawingml/2006/main">
            <a:pathLst>
              <a:path w="953" h="304800">
                <a:moveTo>
                  <a:pt x="0" y="304800"/>
                </a:moveTo>
                <a:lnTo>
                  <a:pt x="0" y="0"/>
                </a:lnTo>
              </a:path>
            </a:pathLst>
          </a:custGeom>
          <a:noFill xmlns:a="http://schemas.openxmlformats.org/drawingml/2006/main"/>
          <a:ln xmlns:a="http://schemas.openxmlformats.org/drawingml/2006/main" w="10478">
            <a:solidFill>
              <a:srgbClr val="B8753F"/>
            </a:solidFill>
            <a:prstDash val="solid"/>
          </a:ln>
        </p:spPr>
      </p:sp>
      <p:sp>
        <p:nvSpPr>
          <p:cNvPr id="217" name="dp41-comparison / n192 / arrow">
            <a:extLst xmlns:a="http://schemas.openxmlformats.org/drawingml/2006/main">
              <a:ext uri="{FF2B5EF4-FFF2-40B4-BE49-F238E27FC236}">
                <a16:creationId xmlns:a16="http://schemas.microsoft.com/office/drawing/2014/main" id="{7A3EF374-F59B-4A55-A060-6259D8A76E98}"/>
              </a:ext>
            </a:extLst>
          </p:cNvPr>
          <p:cNvSpPr>
            <a:spLocks xmlns:a="http://schemas.openxmlformats.org/drawingml/2006/main" noGrp="1"/>
          </p:cNvSpPr>
          <p:nvPr/>
        </p:nvSpPr>
        <p:spPr>
          <a:xfrm xmlns:a="http://schemas.openxmlformats.org/drawingml/2006/main">
            <a:off x="14158722" y="4610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18" name="dp41-comparison / n195 / path">
            <a:extLst xmlns:a="http://schemas.openxmlformats.org/drawingml/2006/main">
              <a:ext uri="{FF2B5EF4-FFF2-40B4-BE49-F238E27FC236}">
                <a16:creationId xmlns:a16="http://schemas.microsoft.com/office/drawing/2014/main" id="{CD947E46-1BF8-45C5-92B1-92DD4FF877C2}"/>
              </a:ext>
            </a:extLst>
          </p:cNvPr>
          <p:cNvSpPr>
            <a:spLocks xmlns:a="http://schemas.openxmlformats.org/drawingml/2006/main" noGrp="1"/>
          </p:cNvSpPr>
          <p:nvPr/>
        </p:nvSpPr>
        <p:spPr>
          <a:xfrm xmlns:a="http://schemas.openxmlformats.org/drawingml/2006/main">
            <a:off x="14859000" y="5167313"/>
            <a:ext cx="238125" cy="166688"/>
          </a:xfrm>
          <a:custGeom xmlns:a="http://schemas.openxmlformats.org/drawingml/2006/main">
            <a:pathLst>
              <a:path w="238125" h="166688">
                <a:moveTo>
                  <a:pt x="0" y="0"/>
                </a:moveTo>
                <a:lnTo>
                  <a:pt x="114300" y="0"/>
                </a:lnTo>
                <a:lnTo>
                  <a:pt x="114300" y="166688"/>
                </a:lnTo>
                <a:lnTo>
                  <a:pt x="238125" y="166688"/>
                </a:lnTo>
              </a:path>
            </a:pathLst>
          </a:custGeom>
          <a:noFill xmlns:a="http://schemas.openxmlformats.org/drawingml/2006/main"/>
          <a:ln xmlns:a="http://schemas.openxmlformats.org/drawingml/2006/main" w="10478">
            <a:solidFill>
              <a:srgbClr val="B8753F"/>
            </a:solidFill>
            <a:prstDash val="solid"/>
          </a:ln>
        </p:spPr>
      </p:sp>
      <p:sp>
        <p:nvSpPr>
          <p:cNvPr id="219" name="dp41-comparison / n195 / arrow">
            <a:extLst xmlns:a="http://schemas.openxmlformats.org/drawingml/2006/main">
              <a:ext uri="{FF2B5EF4-FFF2-40B4-BE49-F238E27FC236}">
                <a16:creationId xmlns:a16="http://schemas.microsoft.com/office/drawing/2014/main" id="{72700A3A-9B6E-46BF-9F92-BDFA730DF6C0}"/>
              </a:ext>
            </a:extLst>
          </p:cNvPr>
          <p:cNvSpPr>
            <a:spLocks xmlns:a="http://schemas.openxmlformats.org/drawingml/2006/main" noGrp="1"/>
          </p:cNvSpPr>
          <p:nvPr/>
        </p:nvSpPr>
        <p:spPr>
          <a:xfrm xmlns:a="http://schemas.openxmlformats.org/drawingml/2006/main">
            <a:off x="15030069" y="5300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0" name="dp41-comparison / n198 / path">
            <a:extLst xmlns:a="http://schemas.openxmlformats.org/drawingml/2006/main">
              <a:ext uri="{FF2B5EF4-FFF2-40B4-BE49-F238E27FC236}">
                <a16:creationId xmlns:a16="http://schemas.microsoft.com/office/drawing/2014/main" id="{F6DD111D-DDDA-4CAE-9A59-BC0C3FC3508D}"/>
              </a:ext>
            </a:extLst>
          </p:cNvPr>
          <p:cNvSpPr>
            <a:spLocks xmlns:a="http://schemas.openxmlformats.org/drawingml/2006/main" noGrp="1"/>
          </p:cNvSpPr>
          <p:nvPr/>
        </p:nvSpPr>
        <p:spPr>
          <a:xfrm xmlns:a="http://schemas.openxmlformats.org/drawingml/2006/main">
            <a:off x="13739813" y="5495925"/>
            <a:ext cx="2381250" cy="523875"/>
          </a:xfrm>
          <a:custGeom xmlns:a="http://schemas.openxmlformats.org/drawingml/2006/main">
            <a:pathLst>
              <a:path w="2381250" h="523875">
                <a:moveTo>
                  <a:pt x="2381250" y="0"/>
                </a:moveTo>
                <a:lnTo>
                  <a:pt x="2381250" y="428625"/>
                </a:lnTo>
                <a:lnTo>
                  <a:pt x="0" y="428625"/>
                </a:lnTo>
                <a:lnTo>
                  <a:pt x="0" y="523875"/>
                </a:lnTo>
              </a:path>
            </a:pathLst>
          </a:custGeom>
          <a:noFill xmlns:a="http://schemas.openxmlformats.org/drawingml/2006/main"/>
          <a:ln xmlns:a="http://schemas.openxmlformats.org/drawingml/2006/main" w="10478">
            <a:solidFill>
              <a:srgbClr val="B8753F"/>
            </a:solidFill>
            <a:prstDash val="solid"/>
          </a:ln>
        </p:spPr>
      </p:sp>
      <p:sp>
        <p:nvSpPr>
          <p:cNvPr id="221" name="dp41-comparison / n198 / arrow">
            <a:extLst xmlns:a="http://schemas.openxmlformats.org/drawingml/2006/main">
              <a:ext uri="{FF2B5EF4-FFF2-40B4-BE49-F238E27FC236}">
                <a16:creationId xmlns:a16="http://schemas.microsoft.com/office/drawing/2014/main" id="{AB63C87D-3412-4A28-B954-DA13AA6B8EF5}"/>
              </a:ext>
            </a:extLst>
          </p:cNvPr>
          <p:cNvSpPr>
            <a:spLocks xmlns:a="http://schemas.openxmlformats.org/drawingml/2006/main" noGrp="1"/>
          </p:cNvSpPr>
          <p:nvPr/>
        </p:nvSpPr>
        <p:spPr>
          <a:xfrm xmlns:a="http://schemas.openxmlformats.org/drawingml/2006/main">
            <a:off x="13706285"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2" name="dp41-comparison / n201 / path">
            <a:extLst xmlns:a="http://schemas.openxmlformats.org/drawingml/2006/main">
              <a:ext uri="{FF2B5EF4-FFF2-40B4-BE49-F238E27FC236}">
                <a16:creationId xmlns:a16="http://schemas.microsoft.com/office/drawing/2014/main" id="{76F1B471-148A-4B5E-B3FA-8079A9A57B6B}"/>
              </a:ext>
            </a:extLst>
          </p:cNvPr>
          <p:cNvSpPr>
            <a:spLocks xmlns:a="http://schemas.openxmlformats.org/drawingml/2006/main" noGrp="1"/>
          </p:cNvSpPr>
          <p:nvPr/>
        </p:nvSpPr>
        <p:spPr>
          <a:xfrm xmlns:a="http://schemas.openxmlformats.org/drawingml/2006/main">
            <a:off x="12287250" y="3857625"/>
            <a:ext cx="5219700" cy="590550"/>
          </a:xfrm>
          <a:custGeom xmlns:a="http://schemas.openxmlformats.org/drawingml/2006/main">
            <a:pathLst>
              <a:path w="5219700" h="590550">
                <a:moveTo>
                  <a:pt x="4857750" y="590550"/>
                </a:moveTo>
                <a:lnTo>
                  <a:pt x="5219700" y="590550"/>
                </a:lnTo>
                <a:lnTo>
                  <a:pt x="5219700" y="0"/>
                </a:lnTo>
                <a:lnTo>
                  <a:pt x="190500" y="0"/>
                </a:lnTo>
                <a:lnTo>
                  <a:pt x="190500" y="447675"/>
                </a:lnTo>
                <a:lnTo>
                  <a:pt x="0" y="447675"/>
                </a:lnTo>
              </a:path>
            </a:pathLst>
          </a:custGeom>
          <a:noFill xmlns:a="http://schemas.openxmlformats.org/drawingml/2006/main"/>
          <a:ln xmlns:a="http://schemas.openxmlformats.org/drawingml/2006/main" w="10478">
            <a:solidFill>
              <a:srgbClr val="000000"/>
            </a:solidFill>
            <a:prstDash val="solid"/>
          </a:ln>
        </p:spPr>
      </p:sp>
      <p:sp>
        <p:nvSpPr>
          <p:cNvPr id="223" name="dp41-comparison / n201 / arrow">
            <a:extLst xmlns:a="http://schemas.openxmlformats.org/drawingml/2006/main">
              <a:ext uri="{FF2B5EF4-FFF2-40B4-BE49-F238E27FC236}">
                <a16:creationId xmlns:a16="http://schemas.microsoft.com/office/drawing/2014/main" id="{D703786F-2C81-4AEA-92ED-D078894B3792}"/>
              </a:ext>
            </a:extLst>
          </p:cNvPr>
          <p:cNvSpPr>
            <a:spLocks xmlns:a="http://schemas.openxmlformats.org/drawingml/2006/main" noGrp="1"/>
          </p:cNvSpPr>
          <p:nvPr/>
        </p:nvSpPr>
        <p:spPr>
          <a:xfrm xmlns:a="http://schemas.openxmlformats.org/drawingml/2006/main">
            <a:off x="12287250" y="4271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4" name="dp41-comparison / n210 / path">
            <a:extLst xmlns:a="http://schemas.openxmlformats.org/drawingml/2006/main">
              <a:ext uri="{FF2B5EF4-FFF2-40B4-BE49-F238E27FC236}">
                <a16:creationId xmlns:a16="http://schemas.microsoft.com/office/drawing/2014/main" id="{FF30C472-3A09-4CA0-BCF3-3A9A9C7A9667}"/>
              </a:ext>
            </a:extLst>
          </p:cNvPr>
          <p:cNvSpPr>
            <a:spLocks xmlns:a="http://schemas.openxmlformats.org/drawingml/2006/main" noGrp="1"/>
          </p:cNvSpPr>
          <p:nvPr/>
        </p:nvSpPr>
        <p:spPr>
          <a:xfrm xmlns:a="http://schemas.openxmlformats.org/drawingml/2006/main">
            <a:off x="12168188" y="2743200"/>
            <a:ext cx="5472113" cy="1276350"/>
          </a:xfrm>
          <a:custGeom xmlns:a="http://schemas.openxmlformats.org/drawingml/2006/main">
            <a:pathLst>
              <a:path w="5472113" h="1276350">
                <a:moveTo>
                  <a:pt x="3357563" y="0"/>
                </a:moveTo>
                <a:lnTo>
                  <a:pt x="3357563" y="76200"/>
                </a:lnTo>
                <a:lnTo>
                  <a:pt x="5472113" y="76200"/>
                </a:lnTo>
                <a:lnTo>
                  <a:pt x="5472113" y="828675"/>
                </a:lnTo>
                <a:lnTo>
                  <a:pt x="452438" y="828675"/>
                </a:lnTo>
                <a:lnTo>
                  <a:pt x="4524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225" name="dp41-comparison / n210 / arrow">
            <a:extLst xmlns:a="http://schemas.openxmlformats.org/drawingml/2006/main">
              <a:ext uri="{FF2B5EF4-FFF2-40B4-BE49-F238E27FC236}">
                <a16:creationId xmlns:a16="http://schemas.microsoft.com/office/drawing/2014/main" id="{028B6D3E-93B7-470A-8A40-7016BFE8B1DC}"/>
              </a:ext>
            </a:extLst>
          </p:cNvPr>
          <p:cNvSpPr>
            <a:spLocks xmlns:a="http://schemas.openxmlformats.org/drawingml/2006/main" noGrp="1"/>
          </p:cNvSpPr>
          <p:nvPr/>
        </p:nvSpPr>
        <p:spPr>
          <a:xfrm xmlns:a="http://schemas.openxmlformats.org/drawingml/2006/main">
            <a:off x="121346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26" name="dp41-comparison / n211">
            <a:extLst xmlns:a="http://schemas.openxmlformats.org/drawingml/2006/main">
              <a:ext uri="{FF2B5EF4-FFF2-40B4-BE49-F238E27FC236}">
                <a16:creationId xmlns:a16="http://schemas.microsoft.com/office/drawing/2014/main" id="{4BC56273-3E80-4AF2-B0CE-E92BBB957432}"/>
              </a:ext>
            </a:extLst>
          </p:cNvPr>
          <p:cNvSpPr>
            <a:spLocks xmlns:a="http://schemas.openxmlformats.org/drawingml/2006/main" noGrp="1"/>
          </p:cNvSpPr>
          <p:nvPr/>
        </p:nvSpPr>
        <p:spPr>
          <a:xfrm xmlns:a="http://schemas.openxmlformats.org/drawingml/2006/main">
            <a:off x="1264920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12 / text 1">
            <a:extLst xmlns:a="http://schemas.openxmlformats.org/drawingml/2006/main">
              <a:ext uri="{FF2B5EF4-FFF2-40B4-BE49-F238E27FC236}">
                <a16:creationId xmlns:a16="http://schemas.microsoft.com/office/drawing/2014/main" id="{AE6ED8D2-7E7B-4876-9109-748857600E9B}"/>
              </a:ext>
            </a:extLst>
          </p:cNvPr>
          <p:cNvSpPr>
            <a:spLocks xmlns:a="http://schemas.openxmlformats.org/drawingml/2006/main" noGrp="1"/>
          </p:cNvSpPr>
          <p:nvPr/>
        </p:nvSpPr>
        <p:spPr>
          <a:xfrm xmlns:a="http://schemas.openxmlformats.org/drawingml/2006/main">
            <a:off x="1273492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28" name="dp41-comparison / n213 / path">
            <a:extLst xmlns:a="http://schemas.openxmlformats.org/drawingml/2006/main">
              <a:ext uri="{FF2B5EF4-FFF2-40B4-BE49-F238E27FC236}">
                <a16:creationId xmlns:a16="http://schemas.microsoft.com/office/drawing/2014/main" id="{9BBB4688-5C88-44CE-B3F9-608D06DA6B94}"/>
              </a:ext>
            </a:extLst>
          </p:cNvPr>
          <p:cNvSpPr>
            <a:spLocks xmlns:a="http://schemas.openxmlformats.org/drawingml/2006/main" noGrp="1"/>
          </p:cNvSpPr>
          <p:nvPr/>
        </p:nvSpPr>
        <p:spPr>
          <a:xfrm xmlns:a="http://schemas.openxmlformats.org/drawingml/2006/main">
            <a:off x="13744575" y="6105525"/>
            <a:ext cx="4010025" cy="542925"/>
          </a:xfrm>
          <a:custGeom xmlns:a="http://schemas.openxmlformats.org/drawingml/2006/main">
            <a:pathLst>
              <a:path w="4010025" h="542925">
                <a:moveTo>
                  <a:pt x="3400425" y="0"/>
                </a:moveTo>
                <a:lnTo>
                  <a:pt x="4010025" y="0"/>
                </a:lnTo>
                <a:lnTo>
                  <a:pt x="4010025"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29" name="dp41-comparison / n213 / arrow">
            <a:extLst xmlns:a="http://schemas.openxmlformats.org/drawingml/2006/main">
              <a:ext uri="{FF2B5EF4-FFF2-40B4-BE49-F238E27FC236}">
                <a16:creationId xmlns:a16="http://schemas.microsoft.com/office/drawing/2014/main" id="{6792CAF8-7C15-4812-A659-79FABCEA8E9D}"/>
              </a:ext>
            </a:extLst>
          </p:cNvPr>
          <p:cNvSpPr>
            <a:spLocks xmlns:a="http://schemas.openxmlformats.org/drawingml/2006/main" noGrp="1"/>
          </p:cNvSpPr>
          <p:nvPr/>
        </p:nvSpPr>
        <p:spPr>
          <a:xfrm xmlns:a="http://schemas.openxmlformats.org/drawingml/2006/main">
            <a:off x="1371104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0" name="dp41-comparison / n214 / path">
            <a:extLst xmlns:a="http://schemas.openxmlformats.org/drawingml/2006/main">
              <a:ext uri="{FF2B5EF4-FFF2-40B4-BE49-F238E27FC236}">
                <a16:creationId xmlns:a16="http://schemas.microsoft.com/office/drawing/2014/main" id="{CD6530E1-05CD-46B0-A0B0-884C6BC615EC}"/>
              </a:ext>
            </a:extLst>
          </p:cNvPr>
          <p:cNvSpPr>
            <a:spLocks xmlns:a="http://schemas.openxmlformats.org/drawingml/2006/main" noGrp="1"/>
          </p:cNvSpPr>
          <p:nvPr/>
        </p:nvSpPr>
        <p:spPr>
          <a:xfrm xmlns:a="http://schemas.openxmlformats.org/drawingml/2006/main">
            <a:off x="13830300" y="6248400"/>
            <a:ext cx="3848100" cy="400050"/>
          </a:xfrm>
          <a:custGeom xmlns:a="http://schemas.openxmlformats.org/drawingml/2006/main">
            <a:pathLst>
              <a:path w="3848100" h="400050">
                <a:moveTo>
                  <a:pt x="0" y="400050"/>
                </a:moveTo>
                <a:lnTo>
                  <a:pt x="0" y="342900"/>
                </a:lnTo>
                <a:lnTo>
                  <a:pt x="3848100" y="342900"/>
                </a:lnTo>
                <a:lnTo>
                  <a:pt x="3848100" y="0"/>
                </a:lnTo>
                <a:lnTo>
                  <a:pt x="3314700" y="0"/>
                </a:lnTo>
              </a:path>
            </a:pathLst>
          </a:custGeom>
          <a:noFill xmlns:a="http://schemas.openxmlformats.org/drawingml/2006/main"/>
          <a:ln xmlns:a="http://schemas.openxmlformats.org/drawingml/2006/main" w="10478">
            <a:solidFill>
              <a:srgbClr val="000000"/>
            </a:solidFill>
            <a:prstDash val="dash"/>
          </a:ln>
        </p:spPr>
      </p:sp>
      <p:sp>
        <p:nvSpPr>
          <p:cNvPr id="231" name="dp41-comparison / n214 / arrow">
            <a:extLst xmlns:a="http://schemas.openxmlformats.org/drawingml/2006/main">
              <a:ext uri="{FF2B5EF4-FFF2-40B4-BE49-F238E27FC236}">
                <a16:creationId xmlns:a16="http://schemas.microsoft.com/office/drawing/2014/main" id="{0E596B13-C5DB-4D42-BB82-B9FF47D45854}"/>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2" name="dp41-comparison / n215">
            <a:extLst xmlns:a="http://schemas.openxmlformats.org/drawingml/2006/main">
              <a:ext uri="{FF2B5EF4-FFF2-40B4-BE49-F238E27FC236}">
                <a16:creationId xmlns:a16="http://schemas.microsoft.com/office/drawing/2014/main" id="{5235D2F5-90A1-4FA6-A3C8-F307F4E6C993}"/>
              </a:ext>
            </a:extLst>
          </p:cNvPr>
          <p:cNvSpPr>
            <a:spLocks xmlns:a="http://schemas.openxmlformats.org/drawingml/2006/main" noGrp="1"/>
          </p:cNvSpPr>
          <p:nvPr/>
        </p:nvSpPr>
        <p:spPr>
          <a:xfrm xmlns:a="http://schemas.openxmlformats.org/drawingml/2006/main">
            <a:off x="1538287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1-comparison / n216 / text 1">
            <a:extLst xmlns:a="http://schemas.openxmlformats.org/drawingml/2006/main">
              <a:ext uri="{FF2B5EF4-FFF2-40B4-BE49-F238E27FC236}">
                <a16:creationId xmlns:a16="http://schemas.microsoft.com/office/drawing/2014/main" id="{CE3D2195-54C3-4A6F-835F-72401F84C1B1}"/>
              </a:ext>
            </a:extLst>
          </p:cNvPr>
          <p:cNvSpPr>
            <a:spLocks xmlns:a="http://schemas.openxmlformats.org/drawingml/2006/main" noGrp="1"/>
          </p:cNvSpPr>
          <p:nvPr/>
        </p:nvSpPr>
        <p:spPr>
          <a:xfrm xmlns:a="http://schemas.openxmlformats.org/drawingml/2006/main">
            <a:off x="1546860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34" name="dp41-comparison / n217 / path">
            <a:extLst xmlns:a="http://schemas.openxmlformats.org/drawingml/2006/main">
              <a:ext uri="{FF2B5EF4-FFF2-40B4-BE49-F238E27FC236}">
                <a16:creationId xmlns:a16="http://schemas.microsoft.com/office/drawing/2014/main" id="{ECEF7508-0CAF-4C86-A279-2748F8207678}"/>
              </a:ext>
            </a:extLst>
          </p:cNvPr>
          <p:cNvSpPr>
            <a:spLocks xmlns:a="http://schemas.openxmlformats.org/drawingml/2006/main" noGrp="1"/>
          </p:cNvSpPr>
          <p:nvPr/>
        </p:nvSpPr>
        <p:spPr>
          <a:xfrm xmlns:a="http://schemas.openxmlformats.org/drawingml/2006/main">
            <a:off x="16478250" y="6105525"/>
            <a:ext cx="1276350" cy="542925"/>
          </a:xfrm>
          <a:custGeom xmlns:a="http://schemas.openxmlformats.org/drawingml/2006/main">
            <a:pathLst>
              <a:path w="1276350" h="542925">
                <a:moveTo>
                  <a:pt x="666750" y="0"/>
                </a:moveTo>
                <a:lnTo>
                  <a:pt x="1276350" y="0"/>
                </a:lnTo>
                <a:lnTo>
                  <a:pt x="1276350"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35" name="dp41-comparison / n217 / arrow">
            <a:extLst xmlns:a="http://schemas.openxmlformats.org/drawingml/2006/main">
              <a:ext uri="{FF2B5EF4-FFF2-40B4-BE49-F238E27FC236}">
                <a16:creationId xmlns:a16="http://schemas.microsoft.com/office/drawing/2014/main" id="{3BBFBC7A-E3DC-4908-988D-58E54A55439F}"/>
              </a:ext>
            </a:extLst>
          </p:cNvPr>
          <p:cNvSpPr>
            <a:spLocks xmlns:a="http://schemas.openxmlformats.org/drawingml/2006/main" noGrp="1"/>
          </p:cNvSpPr>
          <p:nvPr/>
        </p:nvSpPr>
        <p:spPr>
          <a:xfrm xmlns:a="http://schemas.openxmlformats.org/drawingml/2006/main">
            <a:off x="1644472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8 / path">
            <a:extLst xmlns:a="http://schemas.openxmlformats.org/drawingml/2006/main">
              <a:ext uri="{FF2B5EF4-FFF2-40B4-BE49-F238E27FC236}">
                <a16:creationId xmlns:a16="http://schemas.microsoft.com/office/drawing/2014/main" id="{6E13A80B-295A-4076-B4C2-97CB4DB3791B}"/>
              </a:ext>
            </a:extLst>
          </p:cNvPr>
          <p:cNvSpPr>
            <a:spLocks xmlns:a="http://schemas.openxmlformats.org/drawingml/2006/main" noGrp="1"/>
          </p:cNvSpPr>
          <p:nvPr/>
        </p:nvSpPr>
        <p:spPr>
          <a:xfrm xmlns:a="http://schemas.openxmlformats.org/drawingml/2006/main">
            <a:off x="16563975" y="6248400"/>
            <a:ext cx="1114425" cy="400050"/>
          </a:xfrm>
          <a:custGeom xmlns:a="http://schemas.openxmlformats.org/drawingml/2006/main">
            <a:pathLst>
              <a:path w="1114425" h="400050">
                <a:moveTo>
                  <a:pt x="0" y="400050"/>
                </a:moveTo>
                <a:lnTo>
                  <a:pt x="0" y="342900"/>
                </a:lnTo>
                <a:lnTo>
                  <a:pt x="1114425" y="342900"/>
                </a:lnTo>
                <a:lnTo>
                  <a:pt x="1114425" y="0"/>
                </a:lnTo>
                <a:lnTo>
                  <a:pt x="581025" y="0"/>
                </a:lnTo>
              </a:path>
            </a:pathLst>
          </a:custGeom>
          <a:noFill xmlns:a="http://schemas.openxmlformats.org/drawingml/2006/main"/>
          <a:ln xmlns:a="http://schemas.openxmlformats.org/drawingml/2006/main" w="10478">
            <a:solidFill>
              <a:srgbClr val="000000"/>
            </a:solidFill>
            <a:prstDash val="dash"/>
          </a:ln>
        </p:spPr>
      </p:sp>
      <p:sp>
        <p:nvSpPr>
          <p:cNvPr id="237" name="dp41-comparison / n218 / arrow">
            <a:extLst xmlns:a="http://schemas.openxmlformats.org/drawingml/2006/main">
              <a:ext uri="{FF2B5EF4-FFF2-40B4-BE49-F238E27FC236}">
                <a16:creationId xmlns:a16="http://schemas.microsoft.com/office/drawing/2014/main" id="{489F1CBF-AA69-4879-9BCD-7F7478103F5A}"/>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21 / path">
            <a:extLst xmlns:a="http://schemas.openxmlformats.org/drawingml/2006/main">
              <a:ext uri="{FF2B5EF4-FFF2-40B4-BE49-F238E27FC236}">
                <a16:creationId xmlns:a16="http://schemas.microsoft.com/office/drawing/2014/main" id="{39E32306-4BFA-4EB1-BE00-B8100A1B9704}"/>
              </a:ext>
            </a:extLst>
          </p:cNvPr>
          <p:cNvSpPr>
            <a:spLocks xmlns:a="http://schemas.openxmlformats.org/drawingml/2006/main" noGrp="1"/>
          </p:cNvSpPr>
          <p:nvPr/>
        </p:nvSpPr>
        <p:spPr>
          <a:xfrm xmlns:a="http://schemas.openxmlformats.org/drawingml/2006/main">
            <a:off x="976312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39" name="dp41-comparison / n224">
            <a:extLst xmlns:a="http://schemas.openxmlformats.org/drawingml/2006/main">
              <a:ext uri="{FF2B5EF4-FFF2-40B4-BE49-F238E27FC236}">
                <a16:creationId xmlns:a16="http://schemas.microsoft.com/office/drawing/2014/main" id="{FF750E4E-85A8-4195-83D3-088D7A6001F9}"/>
              </a:ext>
            </a:extLst>
          </p:cNvPr>
          <p:cNvSpPr>
            <a:spLocks xmlns:a="http://schemas.openxmlformats.org/drawingml/2006/main" noGrp="1"/>
          </p:cNvSpPr>
          <p:nvPr/>
        </p:nvSpPr>
        <p:spPr>
          <a:xfrm xmlns:a="http://schemas.openxmlformats.org/drawingml/2006/main">
            <a:off x="9858375" y="73628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0" name="dp41-comparison / n225 / text 1">
            <a:extLst xmlns:a="http://schemas.openxmlformats.org/drawingml/2006/main">
              <a:ext uri="{FF2B5EF4-FFF2-40B4-BE49-F238E27FC236}">
                <a16:creationId xmlns:a16="http://schemas.microsoft.com/office/drawing/2014/main" id="{B4167819-5523-4D1F-92BB-686E568DB68C}"/>
              </a:ext>
            </a:extLst>
          </p:cNvPr>
          <p:cNvSpPr>
            <a:spLocks xmlns:a="http://schemas.openxmlformats.org/drawingml/2006/main" noGrp="1"/>
          </p:cNvSpPr>
          <p:nvPr/>
        </p:nvSpPr>
        <p:spPr>
          <a:xfrm xmlns:a="http://schemas.openxmlformats.org/drawingml/2006/main">
            <a:off x="9944100" y="74033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RequestFrame</a:t>
            </a:r>
          </a:p>
        </p:txBody>
      </p:sp>
      <p:sp>
        <p:nvSpPr>
          <p:cNvPr id="241" name="dp41-comparison / n226">
            <a:extLst xmlns:a="http://schemas.openxmlformats.org/drawingml/2006/main">
              <a:ext uri="{FF2B5EF4-FFF2-40B4-BE49-F238E27FC236}">
                <a16:creationId xmlns:a16="http://schemas.microsoft.com/office/drawing/2014/main" id="{DE7C1F09-6202-4923-8E42-61B28D8BF700}"/>
              </a:ext>
            </a:extLst>
          </p:cNvPr>
          <p:cNvSpPr>
            <a:spLocks xmlns:a="http://schemas.openxmlformats.org/drawingml/2006/main" noGrp="1"/>
          </p:cNvSpPr>
          <p:nvPr/>
        </p:nvSpPr>
        <p:spPr>
          <a:xfrm xmlns:a="http://schemas.openxmlformats.org/drawingml/2006/main">
            <a:off x="11906250" y="73628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2" name="dp41-comparison / n227 / text 1">
            <a:extLst xmlns:a="http://schemas.openxmlformats.org/drawingml/2006/main">
              <a:ext uri="{FF2B5EF4-FFF2-40B4-BE49-F238E27FC236}">
                <a16:creationId xmlns:a16="http://schemas.microsoft.com/office/drawing/2014/main" id="{F8B49DEA-A79E-442C-BFEB-D573C2A1D54E}"/>
              </a:ext>
            </a:extLst>
          </p:cNvPr>
          <p:cNvSpPr>
            <a:spLocks xmlns:a="http://schemas.openxmlformats.org/drawingml/2006/main" noGrp="1"/>
          </p:cNvSpPr>
          <p:nvPr/>
        </p:nvSpPr>
        <p:spPr>
          <a:xfrm xmlns:a="http://schemas.openxmlformats.org/drawingml/2006/main">
            <a:off x="11991975" y="74033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43" name="dp41-comparison / n228">
            <a:extLst xmlns:a="http://schemas.openxmlformats.org/drawingml/2006/main">
              <a:ext uri="{FF2B5EF4-FFF2-40B4-BE49-F238E27FC236}">
                <a16:creationId xmlns:a16="http://schemas.microsoft.com/office/drawing/2014/main" id="{C4CF786F-D878-4256-91B0-0E2B8F67996F}"/>
              </a:ext>
            </a:extLst>
          </p:cNvPr>
          <p:cNvSpPr>
            <a:spLocks xmlns:a="http://schemas.openxmlformats.org/drawingml/2006/main" noGrp="1"/>
          </p:cNvSpPr>
          <p:nvPr/>
        </p:nvSpPr>
        <p:spPr>
          <a:xfrm xmlns:a="http://schemas.openxmlformats.org/drawingml/2006/main">
            <a:off x="13811250" y="72961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229 / text 1">
            <a:extLst xmlns:a="http://schemas.openxmlformats.org/drawingml/2006/main">
              <a:ext uri="{FF2B5EF4-FFF2-40B4-BE49-F238E27FC236}">
                <a16:creationId xmlns:a16="http://schemas.microsoft.com/office/drawing/2014/main" id="{3E9D96E6-5611-412F-947A-7937738C114C}"/>
              </a:ext>
            </a:extLst>
          </p:cNvPr>
          <p:cNvSpPr>
            <a:spLocks xmlns:a="http://schemas.openxmlformats.org/drawingml/2006/main" noGrp="1"/>
          </p:cNvSpPr>
          <p:nvPr/>
        </p:nvSpPr>
        <p:spPr>
          <a:xfrm xmlns:a="http://schemas.openxmlformats.org/drawingml/2006/main">
            <a:off x="13896975" y="74033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45" name="dp41-comparison / n230">
            <a:extLst xmlns:a="http://schemas.openxmlformats.org/drawingml/2006/main">
              <a:ext uri="{FF2B5EF4-FFF2-40B4-BE49-F238E27FC236}">
                <a16:creationId xmlns:a16="http://schemas.microsoft.com/office/drawing/2014/main" id="{5B0426A7-0A77-4280-9E78-8297B94B60B1}"/>
              </a:ext>
            </a:extLst>
          </p:cNvPr>
          <p:cNvSpPr>
            <a:spLocks xmlns:a="http://schemas.openxmlformats.org/drawingml/2006/main" noGrp="1"/>
          </p:cNvSpPr>
          <p:nvPr/>
        </p:nvSpPr>
        <p:spPr>
          <a:xfrm xmlns:a="http://schemas.openxmlformats.org/drawingml/2006/main">
            <a:off x="15811500"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6" name="dp41-comparison / n231 / text 1">
            <a:extLst xmlns:a="http://schemas.openxmlformats.org/drawingml/2006/main">
              <a:ext uri="{FF2B5EF4-FFF2-40B4-BE49-F238E27FC236}">
                <a16:creationId xmlns:a16="http://schemas.microsoft.com/office/drawing/2014/main" id="{EBB423BD-F1D2-43AB-BC4A-77B04CD4A46F}"/>
              </a:ext>
            </a:extLst>
          </p:cNvPr>
          <p:cNvSpPr>
            <a:spLocks xmlns:a="http://schemas.openxmlformats.org/drawingml/2006/main" noGrp="1"/>
          </p:cNvSpPr>
          <p:nvPr/>
        </p:nvSpPr>
        <p:spPr>
          <a:xfrm xmlns:a="http://schemas.openxmlformats.org/drawingml/2006/main">
            <a:off x="15897225"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47" name="dp41-comparison / n232">
            <a:extLst xmlns:a="http://schemas.openxmlformats.org/drawingml/2006/main">
              <a:ext uri="{FF2B5EF4-FFF2-40B4-BE49-F238E27FC236}">
                <a16:creationId xmlns:a16="http://schemas.microsoft.com/office/drawing/2014/main" id="{D9A9804B-385D-4E1B-BB32-5902E6D46828}"/>
              </a:ext>
            </a:extLst>
          </p:cNvPr>
          <p:cNvSpPr>
            <a:spLocks xmlns:a="http://schemas.openxmlformats.org/drawingml/2006/main" noGrp="1"/>
          </p:cNvSpPr>
          <p:nvPr/>
        </p:nvSpPr>
        <p:spPr>
          <a:xfrm xmlns:a="http://schemas.openxmlformats.org/drawingml/2006/main">
            <a:off x="9953625" y="79533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33 / text 1">
            <a:extLst xmlns:a="http://schemas.openxmlformats.org/drawingml/2006/main">
              <a:ext uri="{FF2B5EF4-FFF2-40B4-BE49-F238E27FC236}">
                <a16:creationId xmlns:a16="http://schemas.microsoft.com/office/drawing/2014/main" id="{FDCE395A-E8E6-4E27-916F-54F4F3947ED4}"/>
              </a:ext>
            </a:extLst>
          </p:cNvPr>
          <p:cNvSpPr>
            <a:spLocks xmlns:a="http://schemas.openxmlformats.org/drawingml/2006/main" noGrp="1"/>
          </p:cNvSpPr>
          <p:nvPr/>
        </p:nvSpPr>
        <p:spPr>
          <a:xfrm xmlns:a="http://schemas.openxmlformats.org/drawingml/2006/main">
            <a:off x="10039350" y="79986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49" name="dp41-comparison / n234">
            <a:extLst xmlns:a="http://schemas.openxmlformats.org/drawingml/2006/main">
              <a:ext uri="{FF2B5EF4-FFF2-40B4-BE49-F238E27FC236}">
                <a16:creationId xmlns:a16="http://schemas.microsoft.com/office/drawing/2014/main" id="{87EC3B0B-C89D-40C7-860C-B8E7DD02EE10}"/>
              </a:ext>
            </a:extLst>
          </p:cNvPr>
          <p:cNvSpPr>
            <a:spLocks xmlns:a="http://schemas.openxmlformats.org/drawingml/2006/main" noGrp="1"/>
          </p:cNvSpPr>
          <p:nvPr/>
        </p:nvSpPr>
        <p:spPr>
          <a:xfrm xmlns:a="http://schemas.openxmlformats.org/drawingml/2006/main">
            <a:off x="15621000" y="79533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35 / text 1">
            <a:extLst xmlns:a="http://schemas.openxmlformats.org/drawingml/2006/main">
              <a:ext uri="{FF2B5EF4-FFF2-40B4-BE49-F238E27FC236}">
                <a16:creationId xmlns:a16="http://schemas.microsoft.com/office/drawing/2014/main" id="{55306AF4-E27D-4A43-9123-1CB001F5C2E3}"/>
              </a:ext>
            </a:extLst>
          </p:cNvPr>
          <p:cNvSpPr>
            <a:spLocks xmlns:a="http://schemas.openxmlformats.org/drawingml/2006/main" noGrp="1"/>
          </p:cNvSpPr>
          <p:nvPr/>
        </p:nvSpPr>
        <p:spPr>
          <a:xfrm xmlns:a="http://schemas.openxmlformats.org/drawingml/2006/main">
            <a:off x="15706725" y="79986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51" name="dp41-comparison / n236 / path">
            <a:extLst xmlns:a="http://schemas.openxmlformats.org/drawingml/2006/main">
              <a:ext uri="{FF2B5EF4-FFF2-40B4-BE49-F238E27FC236}">
                <a16:creationId xmlns:a16="http://schemas.microsoft.com/office/drawing/2014/main" id="{D5530EE5-A6E0-49B9-BDCE-F4F6FDBF8BAC}"/>
              </a:ext>
            </a:extLst>
          </p:cNvPr>
          <p:cNvSpPr>
            <a:spLocks xmlns:a="http://schemas.openxmlformats.org/drawingml/2006/main" noGrp="1"/>
          </p:cNvSpPr>
          <p:nvPr/>
        </p:nvSpPr>
        <p:spPr>
          <a:xfrm xmlns:a="http://schemas.openxmlformats.org/drawingml/2006/main">
            <a:off x="11477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52" name="dp41-comparison / n236 / arrow">
            <a:extLst xmlns:a="http://schemas.openxmlformats.org/drawingml/2006/main">
              <a:ext uri="{FF2B5EF4-FFF2-40B4-BE49-F238E27FC236}">
                <a16:creationId xmlns:a16="http://schemas.microsoft.com/office/drawing/2014/main" id="{35CA2E51-1E1D-4193-AE67-3D5B13052F13}"/>
              </a:ext>
            </a:extLst>
          </p:cNvPr>
          <p:cNvSpPr>
            <a:spLocks xmlns:a="http://schemas.openxmlformats.org/drawingml/2006/main" noGrp="1"/>
          </p:cNvSpPr>
          <p:nvPr/>
        </p:nvSpPr>
        <p:spPr>
          <a:xfrm xmlns:a="http://schemas.openxmlformats.org/drawingml/2006/main">
            <a:off x="11839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53" name="dp41-comparison / n237 / path">
            <a:extLst xmlns:a="http://schemas.openxmlformats.org/drawingml/2006/main">
              <a:ext uri="{FF2B5EF4-FFF2-40B4-BE49-F238E27FC236}">
                <a16:creationId xmlns:a16="http://schemas.microsoft.com/office/drawing/2014/main" id="{DDAC5B1C-5037-4196-9813-78CC68FA5BCD}"/>
              </a:ext>
            </a:extLst>
          </p:cNvPr>
          <p:cNvSpPr>
            <a:spLocks xmlns:a="http://schemas.openxmlformats.org/drawingml/2006/main" noGrp="1"/>
          </p:cNvSpPr>
          <p:nvPr/>
        </p:nvSpPr>
        <p:spPr>
          <a:xfrm xmlns:a="http://schemas.openxmlformats.org/drawingml/2006/main">
            <a:off x="13382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54" name="dp41-comparison / n237 / arrow">
            <a:extLst xmlns:a="http://schemas.openxmlformats.org/drawingml/2006/main">
              <a:ext uri="{FF2B5EF4-FFF2-40B4-BE49-F238E27FC236}">
                <a16:creationId xmlns:a16="http://schemas.microsoft.com/office/drawing/2014/main" id="{AC9FFDAD-BA90-4607-9DF1-A3C090D9DD28}"/>
              </a:ext>
            </a:extLst>
          </p:cNvPr>
          <p:cNvSpPr>
            <a:spLocks xmlns:a="http://schemas.openxmlformats.org/drawingml/2006/main" noGrp="1"/>
          </p:cNvSpPr>
          <p:nvPr/>
        </p:nvSpPr>
        <p:spPr>
          <a:xfrm xmlns:a="http://schemas.openxmlformats.org/drawingml/2006/main">
            <a:off x="13744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55" name="dp41-comparison / n238 / path">
            <a:extLst xmlns:a="http://schemas.openxmlformats.org/drawingml/2006/main">
              <a:ext uri="{FF2B5EF4-FFF2-40B4-BE49-F238E27FC236}">
                <a16:creationId xmlns:a16="http://schemas.microsoft.com/office/drawing/2014/main" id="{65E4C9DE-58B7-4E8C-8515-AB113A5EF2C6}"/>
              </a:ext>
            </a:extLst>
          </p:cNvPr>
          <p:cNvSpPr>
            <a:spLocks xmlns:a="http://schemas.openxmlformats.org/drawingml/2006/main" noGrp="1"/>
          </p:cNvSpPr>
          <p:nvPr/>
        </p:nvSpPr>
        <p:spPr>
          <a:xfrm xmlns:a="http://schemas.openxmlformats.org/drawingml/2006/main">
            <a:off x="15144750"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56" name="dp41-comparison / n238 / arrow">
            <a:extLst xmlns:a="http://schemas.openxmlformats.org/drawingml/2006/main">
              <a:ext uri="{FF2B5EF4-FFF2-40B4-BE49-F238E27FC236}">
                <a16:creationId xmlns:a16="http://schemas.microsoft.com/office/drawing/2014/main" id="{4D6B3E88-6949-4FAF-A425-01D8AC17858E}"/>
              </a:ext>
            </a:extLst>
          </p:cNvPr>
          <p:cNvSpPr>
            <a:spLocks xmlns:a="http://schemas.openxmlformats.org/drawingml/2006/main" noGrp="1"/>
          </p:cNvSpPr>
          <p:nvPr/>
        </p:nvSpPr>
        <p:spPr>
          <a:xfrm xmlns:a="http://schemas.openxmlformats.org/drawingml/2006/main">
            <a:off x="1574444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57" name="dp41-comparison / n241 / path">
            <a:extLst xmlns:a="http://schemas.openxmlformats.org/drawingml/2006/main">
              <a:ext uri="{FF2B5EF4-FFF2-40B4-BE49-F238E27FC236}">
                <a16:creationId xmlns:a16="http://schemas.microsoft.com/office/drawing/2014/main" id="{74155F9C-5BCD-47B1-9B6D-8F8385F758BE}"/>
              </a:ext>
            </a:extLst>
          </p:cNvPr>
          <p:cNvSpPr>
            <a:spLocks xmlns:a="http://schemas.openxmlformats.org/drawingml/2006/main" noGrp="1"/>
          </p:cNvSpPr>
          <p:nvPr/>
        </p:nvSpPr>
        <p:spPr>
          <a:xfrm xmlns:a="http://schemas.openxmlformats.org/drawingml/2006/main">
            <a:off x="12644438" y="76295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58" name="dp41-comparison / n241 / arrow">
            <a:extLst xmlns:a="http://schemas.openxmlformats.org/drawingml/2006/main">
              <a:ext uri="{FF2B5EF4-FFF2-40B4-BE49-F238E27FC236}">
                <a16:creationId xmlns:a16="http://schemas.microsoft.com/office/drawing/2014/main" id="{90B5AB20-819D-4229-871B-226FB164444D}"/>
              </a:ext>
            </a:extLst>
          </p:cNvPr>
          <p:cNvSpPr>
            <a:spLocks xmlns:a="http://schemas.openxmlformats.org/drawingml/2006/main" noGrp="1"/>
          </p:cNvSpPr>
          <p:nvPr/>
        </p:nvSpPr>
        <p:spPr>
          <a:xfrm xmlns:a="http://schemas.openxmlformats.org/drawingml/2006/main">
            <a:off x="12610910"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9" name="dp41-comparison / n244 / path">
            <a:extLst xmlns:a="http://schemas.openxmlformats.org/drawingml/2006/main">
              <a:ext uri="{FF2B5EF4-FFF2-40B4-BE49-F238E27FC236}">
                <a16:creationId xmlns:a16="http://schemas.microsoft.com/office/drawing/2014/main" id="{3598613B-F456-4096-8AE3-FCE7E7DA8925}"/>
              </a:ext>
            </a:extLst>
          </p:cNvPr>
          <p:cNvSpPr>
            <a:spLocks xmlns:a="http://schemas.openxmlformats.org/drawingml/2006/main" noGrp="1"/>
          </p:cNvSpPr>
          <p:nvPr/>
        </p:nvSpPr>
        <p:spPr>
          <a:xfrm xmlns:a="http://schemas.openxmlformats.org/drawingml/2006/main">
            <a:off x="12049125" y="76962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60" name="dp41-comparison / n244 / arrow">
            <a:extLst xmlns:a="http://schemas.openxmlformats.org/drawingml/2006/main">
              <a:ext uri="{FF2B5EF4-FFF2-40B4-BE49-F238E27FC236}">
                <a16:creationId xmlns:a16="http://schemas.microsoft.com/office/drawing/2014/main" id="{61613D19-A28A-4090-BD13-8CC2F255F809}"/>
              </a:ext>
            </a:extLst>
          </p:cNvPr>
          <p:cNvSpPr>
            <a:spLocks xmlns:a="http://schemas.openxmlformats.org/drawingml/2006/main" noGrp="1"/>
          </p:cNvSpPr>
          <p:nvPr/>
        </p:nvSpPr>
        <p:spPr>
          <a:xfrm xmlns:a="http://schemas.openxmlformats.org/drawingml/2006/main">
            <a:off x="12049125" y="80579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1" name="dp41-comparison / n247 / path">
            <a:extLst xmlns:a="http://schemas.openxmlformats.org/drawingml/2006/main">
              <a:ext uri="{FF2B5EF4-FFF2-40B4-BE49-F238E27FC236}">
                <a16:creationId xmlns:a16="http://schemas.microsoft.com/office/drawing/2014/main" id="{C27054A2-B130-45D2-A96F-6EF71E44A29A}"/>
              </a:ext>
            </a:extLst>
          </p:cNvPr>
          <p:cNvSpPr>
            <a:spLocks xmlns:a="http://schemas.openxmlformats.org/drawingml/2006/main" noGrp="1"/>
          </p:cNvSpPr>
          <p:nvPr/>
        </p:nvSpPr>
        <p:spPr>
          <a:xfrm xmlns:a="http://schemas.openxmlformats.org/drawingml/2006/main">
            <a:off x="11001375" y="77819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62" name="dp41-comparison / n250 / path">
            <a:extLst xmlns:a="http://schemas.openxmlformats.org/drawingml/2006/main">
              <a:ext uri="{FF2B5EF4-FFF2-40B4-BE49-F238E27FC236}">
                <a16:creationId xmlns:a16="http://schemas.microsoft.com/office/drawing/2014/main" id="{F4BAD209-78A7-478D-A0BD-36C55646807F}"/>
              </a:ext>
            </a:extLst>
          </p:cNvPr>
          <p:cNvSpPr>
            <a:spLocks xmlns:a="http://schemas.openxmlformats.org/drawingml/2006/main" noGrp="1"/>
          </p:cNvSpPr>
          <p:nvPr/>
        </p:nvSpPr>
        <p:spPr>
          <a:xfrm xmlns:a="http://schemas.openxmlformats.org/drawingml/2006/main">
            <a:off x="14478000" y="76962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63" name="dp41-comparison / n250 / arrow">
            <a:extLst xmlns:a="http://schemas.openxmlformats.org/drawingml/2006/main">
              <a:ext uri="{FF2B5EF4-FFF2-40B4-BE49-F238E27FC236}">
                <a16:creationId xmlns:a16="http://schemas.microsoft.com/office/drawing/2014/main" id="{EED37C85-549F-4CCC-A0FF-15313AEE26F8}"/>
              </a:ext>
            </a:extLst>
          </p:cNvPr>
          <p:cNvSpPr>
            <a:spLocks xmlns:a="http://schemas.openxmlformats.org/drawingml/2006/main" noGrp="1"/>
          </p:cNvSpPr>
          <p:nvPr/>
        </p:nvSpPr>
        <p:spPr>
          <a:xfrm xmlns:a="http://schemas.openxmlformats.org/drawingml/2006/main">
            <a:off x="1555394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4" name="dp41-comparison / n146">
            <a:extLst xmlns:a="http://schemas.openxmlformats.org/drawingml/2006/main">
              <a:ext uri="{FF2B5EF4-FFF2-40B4-BE49-F238E27FC236}">
                <a16:creationId xmlns:a16="http://schemas.microsoft.com/office/drawing/2014/main" id="{7BD88413-8CA8-41E4-A306-DCA2F55A9645}"/>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5" name="dp41-comparison / n146 / fold">
            <a:extLst xmlns:a="http://schemas.openxmlformats.org/drawingml/2006/main">
              <a:ext uri="{FF2B5EF4-FFF2-40B4-BE49-F238E27FC236}">
                <a16:creationId xmlns:a16="http://schemas.microsoft.com/office/drawing/2014/main" id="{16989162-587F-4348-988A-BD4E38709191}"/>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6" name="dp41-comparison / n147 / text 1">
            <a:extLst xmlns:a="http://schemas.openxmlformats.org/drawingml/2006/main">
              <a:ext uri="{FF2B5EF4-FFF2-40B4-BE49-F238E27FC236}">
                <a16:creationId xmlns:a16="http://schemas.microsoft.com/office/drawing/2014/main" id="{ABED76C5-2D16-4DFE-A6E0-7C7646FA6589}"/>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67" name="dp41-comparison / n156">
            <a:extLst xmlns:a="http://schemas.openxmlformats.org/drawingml/2006/main">
              <a:ext uri="{FF2B5EF4-FFF2-40B4-BE49-F238E27FC236}">
                <a16:creationId xmlns:a16="http://schemas.microsoft.com/office/drawing/2014/main" id="{85EF2500-8C3B-466B-96FC-7D228933D62F}"/>
              </a:ext>
            </a:extLst>
          </p:cNvPr>
          <p:cNvSpPr>
            <a:spLocks xmlns:a="http://schemas.openxmlformats.org/drawingml/2006/main" noGrp="1"/>
          </p:cNvSpPr>
          <p:nvPr/>
        </p:nvSpPr>
        <p:spPr>
          <a:xfrm xmlns:a="http://schemas.openxmlformats.org/drawingml/2006/main">
            <a:off x="12792075" y="2943225"/>
            <a:ext cx="33699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1-comparison / n157 / text 1">
            <a:extLst xmlns:a="http://schemas.openxmlformats.org/drawingml/2006/main">
              <a:ext uri="{FF2B5EF4-FFF2-40B4-BE49-F238E27FC236}">
                <a16:creationId xmlns:a16="http://schemas.microsoft.com/office/drawing/2014/main" id="{A59FF75E-CBC7-442A-82DB-CD9581CA1C90}"/>
              </a:ext>
            </a:extLst>
          </p:cNvPr>
          <p:cNvSpPr>
            <a:spLocks xmlns:a="http://schemas.openxmlformats.org/drawingml/2006/main" noGrp="1"/>
          </p:cNvSpPr>
          <p:nvPr/>
        </p:nvSpPr>
        <p:spPr>
          <a:xfrm xmlns:a="http://schemas.openxmlformats.org/drawingml/2006/main">
            <a:off x="1281112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초기 프레임과 조건부 부분 해석</a:t>
            </a:r>
          </a:p>
        </p:txBody>
      </p:sp>
      <p:sp>
        <p:nvSpPr>
          <p:cNvPr id="269" name="dp41-comparison / n158">
            <a:extLst xmlns:a="http://schemas.openxmlformats.org/drawingml/2006/main">
              <a:ext uri="{FF2B5EF4-FFF2-40B4-BE49-F238E27FC236}">
                <a16:creationId xmlns:a16="http://schemas.microsoft.com/office/drawing/2014/main" id="{A4DD486B-50EB-4B96-8C01-B1B6A930A9D1}"/>
              </a:ext>
            </a:extLst>
          </p:cNvPr>
          <p:cNvSpPr>
            <a:spLocks xmlns:a="http://schemas.openxmlformats.org/drawingml/2006/main" noGrp="1"/>
          </p:cNvSpPr>
          <p:nvPr/>
        </p:nvSpPr>
        <p:spPr>
          <a:xfrm xmlns:a="http://schemas.openxmlformats.org/drawingml/2006/main">
            <a:off x="9934575" y="33147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0" name="dp41-comparison / n159 / text 1">
            <a:extLst xmlns:a="http://schemas.openxmlformats.org/drawingml/2006/main">
              <a:ext uri="{FF2B5EF4-FFF2-40B4-BE49-F238E27FC236}">
                <a16:creationId xmlns:a16="http://schemas.microsoft.com/office/drawing/2014/main" id="{758B0A64-7500-4AF2-A9E3-13EC958CD8A2}"/>
              </a:ext>
            </a:extLst>
          </p:cNvPr>
          <p:cNvSpPr>
            <a:spLocks xmlns:a="http://schemas.openxmlformats.org/drawingml/2006/main" noGrp="1"/>
          </p:cNvSpPr>
          <p:nvPr/>
        </p:nvSpPr>
        <p:spPr>
          <a:xfrm xmlns:a="http://schemas.openxmlformats.org/drawingml/2006/main">
            <a:off x="9953625" y="3324225"/>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항목별 해결 상태를 보고 Engine 코드가 다음 처리 결정</a:t>
            </a:r>
          </a:p>
        </p:txBody>
      </p:sp>
      <p:sp>
        <p:nvSpPr>
          <p:cNvPr id="271" name="dp41-comparison / n162">
            <a:extLst xmlns:a="http://schemas.openxmlformats.org/drawingml/2006/main">
              <a:ext uri="{FF2B5EF4-FFF2-40B4-BE49-F238E27FC236}">
                <a16:creationId xmlns:a16="http://schemas.microsoft.com/office/drawing/2014/main" id="{D4B2EB16-3898-4519-BAF6-9B372FBD6FFD}"/>
              </a:ext>
            </a:extLst>
          </p:cNvPr>
          <p:cNvSpPr>
            <a:spLocks xmlns:a="http://schemas.openxmlformats.org/drawingml/2006/main" noGrp="1"/>
          </p:cNvSpPr>
          <p:nvPr/>
        </p:nvSpPr>
        <p:spPr>
          <a:xfrm xmlns:a="http://schemas.openxmlformats.org/drawingml/2006/main">
            <a:off x="15792450" y="332422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63 / text 1">
            <a:extLst xmlns:a="http://schemas.openxmlformats.org/drawingml/2006/main">
              <a:ext uri="{FF2B5EF4-FFF2-40B4-BE49-F238E27FC236}">
                <a16:creationId xmlns:a16="http://schemas.microsoft.com/office/drawing/2014/main" id="{6ED52F19-D3EF-4FCC-AF53-A0BF0579B1E0}"/>
              </a:ext>
            </a:extLst>
          </p:cNvPr>
          <p:cNvSpPr>
            <a:spLocks xmlns:a="http://schemas.openxmlformats.org/drawingml/2006/main" noGrp="1"/>
          </p:cNvSpPr>
          <p:nvPr/>
        </p:nvSpPr>
        <p:spPr>
          <a:xfrm xmlns:a="http://schemas.openxmlformats.org/drawingml/2006/main">
            <a:off x="15811500" y="333375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273" name="dp41-comparison / n185">
            <a:extLst xmlns:a="http://schemas.openxmlformats.org/drawingml/2006/main">
              <a:ext uri="{FF2B5EF4-FFF2-40B4-BE49-F238E27FC236}">
                <a16:creationId xmlns:a16="http://schemas.microsoft.com/office/drawing/2014/main" id="{E4A1A865-6211-4DDB-B778-83DF8150512A}"/>
              </a:ext>
            </a:extLst>
          </p:cNvPr>
          <p:cNvSpPr>
            <a:spLocks xmlns:a="http://schemas.openxmlformats.org/drawingml/2006/main" noGrp="1"/>
          </p:cNvSpPr>
          <p:nvPr/>
        </p:nvSpPr>
        <p:spPr>
          <a:xfrm xmlns:a="http://schemas.openxmlformats.org/drawingml/2006/main">
            <a:off x="15078075" y="4657725"/>
            <a:ext cx="12557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6 / text 1">
            <a:extLst xmlns:a="http://schemas.openxmlformats.org/drawingml/2006/main">
              <a:ext uri="{FF2B5EF4-FFF2-40B4-BE49-F238E27FC236}">
                <a16:creationId xmlns:a16="http://schemas.microsoft.com/office/drawing/2014/main" id="{F445FD34-158C-4B6F-A7AB-D51771D574A9}"/>
              </a:ext>
            </a:extLst>
          </p:cNvPr>
          <p:cNvSpPr>
            <a:spLocks xmlns:a="http://schemas.openxmlformats.org/drawingml/2006/main" noGrp="1"/>
          </p:cNvSpPr>
          <p:nvPr/>
        </p:nvSpPr>
        <p:spPr>
          <a:xfrm xmlns:a="http://schemas.openxmlformats.org/drawingml/2006/main">
            <a:off x="15097125" y="4667250"/>
            <a:ext cx="2286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코드가 선택한 조회</a:t>
            </a:r>
          </a:p>
        </p:txBody>
      </p:sp>
      <p:sp>
        <p:nvSpPr>
          <p:cNvPr id="275" name="dp41-comparison / n187">
            <a:extLst xmlns:a="http://schemas.openxmlformats.org/drawingml/2006/main">
              <a:ext uri="{FF2B5EF4-FFF2-40B4-BE49-F238E27FC236}">
                <a16:creationId xmlns:a16="http://schemas.microsoft.com/office/drawing/2014/main" id="{21F35F32-7CA3-4560-8554-A60CD189C691}"/>
              </a:ext>
            </a:extLst>
          </p:cNvPr>
          <p:cNvSpPr>
            <a:spLocks xmlns:a="http://schemas.openxmlformats.org/drawingml/2006/main" noGrp="1"/>
          </p:cNvSpPr>
          <p:nvPr/>
        </p:nvSpPr>
        <p:spPr>
          <a:xfrm xmlns:a="http://schemas.openxmlformats.org/drawingml/2006/main">
            <a:off x="15078075" y="4791075"/>
            <a:ext cx="184404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1-comparison / n188 / text 1">
            <a:extLst xmlns:a="http://schemas.openxmlformats.org/drawingml/2006/main">
              <a:ext uri="{FF2B5EF4-FFF2-40B4-BE49-F238E27FC236}">
                <a16:creationId xmlns:a16="http://schemas.microsoft.com/office/drawing/2014/main" id="{62F069EC-EFA6-45BF-B61D-5D686C2D6D70}"/>
              </a:ext>
            </a:extLst>
          </p:cNvPr>
          <p:cNvSpPr>
            <a:spLocks xmlns:a="http://schemas.openxmlformats.org/drawingml/2006/main" noGrp="1"/>
          </p:cNvSpPr>
          <p:nvPr/>
        </p:nvSpPr>
        <p:spPr>
          <a:xfrm xmlns:a="http://schemas.openxmlformats.org/drawingml/2006/main">
            <a:off x="15097125" y="4800600"/>
            <a:ext cx="2238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task_retrieve / context_retrieve</a:t>
            </a:r>
          </a:p>
        </p:txBody>
      </p:sp>
      <p:sp>
        <p:nvSpPr>
          <p:cNvPr id="277" name="dp41-comparison / n193">
            <a:extLst xmlns:a="http://schemas.openxmlformats.org/drawingml/2006/main">
              <a:ext uri="{FF2B5EF4-FFF2-40B4-BE49-F238E27FC236}">
                <a16:creationId xmlns:a16="http://schemas.microsoft.com/office/drawing/2014/main" id="{BAC0835D-8152-4239-92BA-536C99A23C70}"/>
              </a:ext>
            </a:extLst>
          </p:cNvPr>
          <p:cNvSpPr>
            <a:spLocks xmlns:a="http://schemas.openxmlformats.org/drawingml/2006/main" noGrp="1"/>
          </p:cNvSpPr>
          <p:nvPr/>
        </p:nvSpPr>
        <p:spPr>
          <a:xfrm xmlns:a="http://schemas.openxmlformats.org/drawingml/2006/main">
            <a:off x="15078075" y="4933950"/>
            <a:ext cx="142779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8" name="dp41-comparison / n194 / text 1">
            <a:extLst xmlns:a="http://schemas.openxmlformats.org/drawingml/2006/main">
              <a:ext uri="{FF2B5EF4-FFF2-40B4-BE49-F238E27FC236}">
                <a16:creationId xmlns:a16="http://schemas.microsoft.com/office/drawing/2014/main" id="{25CA90A6-6D59-418A-A637-8928242EEF88}"/>
              </a:ext>
            </a:extLst>
          </p:cNvPr>
          <p:cNvSpPr>
            <a:spLocks xmlns:a="http://schemas.openxmlformats.org/drawingml/2006/main" noGrp="1"/>
          </p:cNvSpPr>
          <p:nvPr/>
        </p:nvSpPr>
        <p:spPr>
          <a:xfrm xmlns:a="http://schemas.openxmlformats.org/drawingml/2006/main">
            <a:off x="15097125" y="4943475"/>
            <a:ext cx="2238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④ 해결 상태로 코드 재검사</a:t>
            </a:r>
          </a:p>
        </p:txBody>
      </p:sp>
      <p:sp>
        <p:nvSpPr>
          <p:cNvPr id="279" name="dp41-comparison / n196">
            <a:extLst xmlns:a="http://schemas.openxmlformats.org/drawingml/2006/main">
              <a:ext uri="{FF2B5EF4-FFF2-40B4-BE49-F238E27FC236}">
                <a16:creationId xmlns:a16="http://schemas.microsoft.com/office/drawing/2014/main" id="{9CFE0B6D-622A-4CE0-A0D5-E9DF117EB5D8}"/>
              </a:ext>
            </a:extLst>
          </p:cNvPr>
          <p:cNvSpPr>
            <a:spLocks xmlns:a="http://schemas.openxmlformats.org/drawingml/2006/main" noGrp="1"/>
          </p:cNvSpPr>
          <p:nvPr/>
        </p:nvSpPr>
        <p:spPr>
          <a:xfrm xmlns:a="http://schemas.openxmlformats.org/drawingml/2006/main">
            <a:off x="12992100" y="5486400"/>
            <a:ext cx="1697355"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7 / text 1">
            <a:extLst xmlns:a="http://schemas.openxmlformats.org/drawingml/2006/main">
              <a:ext uri="{FF2B5EF4-FFF2-40B4-BE49-F238E27FC236}">
                <a16:creationId xmlns:a16="http://schemas.microsoft.com/office/drawing/2014/main" id="{88A67755-7448-403E-9481-B7BEB774D515}"/>
              </a:ext>
            </a:extLst>
          </p:cNvPr>
          <p:cNvSpPr>
            <a:spLocks xmlns:a="http://schemas.openxmlformats.org/drawingml/2006/main" noGrp="1"/>
          </p:cNvSpPr>
          <p:nvPr/>
        </p:nvSpPr>
        <p:spPr>
          <a:xfrm xmlns:a="http://schemas.openxmlformats.org/drawingml/2006/main">
            <a:off x="13011150" y="54959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report: 두 후보 → 확인 뒤 Task1</a:t>
            </a:r>
          </a:p>
        </p:txBody>
      </p:sp>
      <p:sp>
        <p:nvSpPr>
          <p:cNvPr id="281" name="dp41-comparison / n197 / text 2">
            <a:extLst xmlns:a="http://schemas.openxmlformats.org/drawingml/2006/main">
              <a:ext uri="{FF2B5EF4-FFF2-40B4-BE49-F238E27FC236}">
                <a16:creationId xmlns:a16="http://schemas.microsoft.com/office/drawing/2014/main" id="{AEFE17F2-35D0-4C05-8897-4EA050509D85}"/>
              </a:ext>
            </a:extLst>
          </p:cNvPr>
          <p:cNvSpPr>
            <a:spLocks xmlns:a="http://schemas.openxmlformats.org/drawingml/2006/main" noGrp="1"/>
          </p:cNvSpPr>
          <p:nvPr/>
        </p:nvSpPr>
        <p:spPr>
          <a:xfrm xmlns:a="http://schemas.openxmlformats.org/drawingml/2006/main">
            <a:off x="13011150" y="56102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table: 선택한 표 연결</a:t>
            </a:r>
          </a:p>
        </p:txBody>
      </p:sp>
      <p:sp>
        <p:nvSpPr>
          <p:cNvPr id="282" name="dp41-comparison / n199">
            <a:extLst xmlns:a="http://schemas.openxmlformats.org/drawingml/2006/main">
              <a:ext uri="{FF2B5EF4-FFF2-40B4-BE49-F238E27FC236}">
                <a16:creationId xmlns:a16="http://schemas.microsoft.com/office/drawing/2014/main" id="{60D0F268-330B-4338-8BF4-170FB59F8634}"/>
              </a:ext>
            </a:extLst>
          </p:cNvPr>
          <p:cNvSpPr>
            <a:spLocks xmlns:a="http://schemas.openxmlformats.org/drawingml/2006/main" noGrp="1"/>
          </p:cNvSpPr>
          <p:nvPr/>
        </p:nvSpPr>
        <p:spPr>
          <a:xfrm xmlns:a="http://schemas.openxmlformats.org/drawingml/2006/main">
            <a:off x="15078075" y="5543550"/>
            <a:ext cx="169811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3" name="dp41-comparison / n200 / text 1">
            <a:extLst xmlns:a="http://schemas.openxmlformats.org/drawingml/2006/main">
              <a:ext uri="{FF2B5EF4-FFF2-40B4-BE49-F238E27FC236}">
                <a16:creationId xmlns:a16="http://schemas.microsoft.com/office/drawing/2014/main" id="{2560E4CB-6EFB-4B65-BA1B-913676FBC3B6}"/>
              </a:ext>
            </a:extLst>
          </p:cNvPr>
          <p:cNvSpPr>
            <a:spLocks xmlns:a="http://schemas.openxmlformats.org/drawingml/2006/main" noGrp="1"/>
          </p:cNvSpPr>
          <p:nvPr/>
        </p:nvSpPr>
        <p:spPr>
          <a:xfrm xmlns:a="http://schemas.openxmlformats.org/drawingml/2006/main">
            <a:off x="15097125" y="5553075"/>
            <a:ext cx="2190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⑤ 지원 연산으로 전체 의미 구성</a:t>
            </a:r>
          </a:p>
        </p:txBody>
      </p:sp>
      <p:sp>
        <p:nvSpPr>
          <p:cNvPr id="284" name="dp41-comparison / n202">
            <a:extLst xmlns:a="http://schemas.openxmlformats.org/drawingml/2006/main">
              <a:ext uri="{FF2B5EF4-FFF2-40B4-BE49-F238E27FC236}">
                <a16:creationId xmlns:a16="http://schemas.microsoft.com/office/drawing/2014/main" id="{D19529DD-1FCA-486C-A306-1268C30FC22C}"/>
              </a:ext>
            </a:extLst>
          </p:cNvPr>
          <p:cNvSpPr>
            <a:spLocks xmlns:a="http://schemas.openxmlformats.org/drawingml/2006/main" noGrp="1"/>
          </p:cNvSpPr>
          <p:nvPr/>
        </p:nvSpPr>
        <p:spPr>
          <a:xfrm xmlns:a="http://schemas.openxmlformats.org/drawingml/2006/main">
            <a:off x="9934575" y="4438650"/>
            <a:ext cx="20732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1-comparison / n203 / text 1">
            <a:extLst xmlns:a="http://schemas.openxmlformats.org/drawingml/2006/main">
              <a:ext uri="{FF2B5EF4-FFF2-40B4-BE49-F238E27FC236}">
                <a16:creationId xmlns:a16="http://schemas.microsoft.com/office/drawing/2014/main" id="{A6B9AA59-E309-472F-B3DB-0D8C38D06DE9}"/>
              </a:ext>
            </a:extLst>
          </p:cNvPr>
          <p:cNvSpPr>
            <a:spLocks xmlns:a="http://schemas.openxmlformats.org/drawingml/2006/main" noGrp="1"/>
          </p:cNvSpPr>
          <p:nvPr/>
        </p:nvSpPr>
        <p:spPr>
          <a:xfrm xmlns:a="http://schemas.openxmlformats.org/drawingml/2006/main">
            <a:off x="9953625" y="4448175"/>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 시: 특정 항목만 모델에 해석 요청</a:t>
            </a:r>
          </a:p>
        </p:txBody>
      </p:sp>
      <p:sp>
        <p:nvSpPr>
          <p:cNvPr id="286" name="dp41-comparison / n204">
            <a:extLst xmlns:a="http://schemas.openxmlformats.org/drawingml/2006/main">
              <a:ext uri="{FF2B5EF4-FFF2-40B4-BE49-F238E27FC236}">
                <a16:creationId xmlns:a16="http://schemas.microsoft.com/office/drawing/2014/main" id="{A77CDD22-CF62-4966-91A4-7488F78209AE}"/>
              </a:ext>
            </a:extLst>
          </p:cNvPr>
          <p:cNvSpPr>
            <a:spLocks xmlns:a="http://schemas.openxmlformats.org/drawingml/2006/main" noGrp="1"/>
          </p:cNvSpPr>
          <p:nvPr/>
        </p:nvSpPr>
        <p:spPr>
          <a:xfrm xmlns:a="http://schemas.openxmlformats.org/drawingml/2006/main">
            <a:off x="9953625" y="4667250"/>
            <a:ext cx="2333625" cy="1143000"/>
          </a:xfrm>
          <a:custGeom xmlns:a="http://schemas.openxmlformats.org/drawingml/2006/main">
            <a:pathLst>
              <a:path w="2333625" h="1143000">
                <a:moveTo>
                  <a:pt x="0" y="0"/>
                </a:moveTo>
                <a:lnTo>
                  <a:pt x="2162175" y="0"/>
                </a:lnTo>
                <a:lnTo>
                  <a:pt x="2333625" y="171450"/>
                </a:lnTo>
                <a:lnTo>
                  <a:pt x="2333625" y="1143000"/>
                </a:lnTo>
                <a:lnTo>
                  <a:pt x="0" y="1143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87" name="dp41-comparison / n204 / fold">
            <a:extLst xmlns:a="http://schemas.openxmlformats.org/drawingml/2006/main">
              <a:ext uri="{FF2B5EF4-FFF2-40B4-BE49-F238E27FC236}">
                <a16:creationId xmlns:a16="http://schemas.microsoft.com/office/drawing/2014/main" id="{63EB446C-B54A-419B-A200-7E26EB372311}"/>
              </a:ext>
            </a:extLst>
          </p:cNvPr>
          <p:cNvSpPr>
            <a:spLocks xmlns:a="http://schemas.openxmlformats.org/drawingml/2006/main" noGrp="1"/>
          </p:cNvSpPr>
          <p:nvPr/>
        </p:nvSpPr>
        <p:spPr>
          <a:xfrm xmlns:a="http://schemas.openxmlformats.org/drawingml/2006/main">
            <a:off x="12115800"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88" name="dp41-comparison / n205 / text 1">
            <a:extLst xmlns:a="http://schemas.openxmlformats.org/drawingml/2006/main">
              <a:ext uri="{FF2B5EF4-FFF2-40B4-BE49-F238E27FC236}">
                <a16:creationId xmlns:a16="http://schemas.microsoft.com/office/drawing/2014/main" id="{CEE42CA0-D3DD-4365-9AC9-59076ACFB90F}"/>
              </a:ext>
            </a:extLst>
          </p:cNvPr>
          <p:cNvSpPr>
            <a:spLocks xmlns:a="http://schemas.openxmlformats.org/drawingml/2006/main" noGrp="1"/>
          </p:cNvSpPr>
          <p:nvPr/>
        </p:nvSpPr>
        <p:spPr>
          <a:xfrm xmlns:a="http://schemas.openxmlformats.org/drawingml/2006/main">
            <a:off x="10048875" y="47244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모델 출력: RequestFrame (필드 축약)</a:t>
            </a:r>
          </a:p>
        </p:txBody>
      </p:sp>
      <p:sp>
        <p:nvSpPr>
          <p:cNvPr id="289" name="dp41-comparison / n205 / text 2">
            <a:extLst xmlns:a="http://schemas.openxmlformats.org/drawingml/2006/main">
              <a:ext uri="{FF2B5EF4-FFF2-40B4-BE49-F238E27FC236}">
                <a16:creationId xmlns:a16="http://schemas.microsoft.com/office/drawing/2014/main" id="{F4E5C716-AD62-4129-B987-6CD555F4B533}"/>
              </a:ext>
            </a:extLst>
          </p:cNvPr>
          <p:cNvSpPr>
            <a:spLocks xmlns:a="http://schemas.openxmlformats.org/drawingml/2006/main" noGrp="1"/>
          </p:cNvSpPr>
          <p:nvPr/>
        </p:nvSpPr>
        <p:spPr>
          <a:xfrm xmlns:a="http://schemas.openxmlformats.org/drawingml/2006/main">
            <a:off x="10048875" y="48387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schema_version:1 / input_ref:Input1</a:t>
            </a:r>
          </a:p>
        </p:txBody>
      </p:sp>
      <p:sp>
        <p:nvSpPr>
          <p:cNvPr id="290" name="dp41-comparison / n205 / text 3">
            <a:extLst xmlns:a="http://schemas.openxmlformats.org/drawingml/2006/main">
              <a:ext uri="{FF2B5EF4-FFF2-40B4-BE49-F238E27FC236}">
                <a16:creationId xmlns:a16="http://schemas.microsoft.com/office/drawing/2014/main" id="{2765DF28-277F-43ED-AAFC-7EAF1000EF44}"/>
              </a:ext>
            </a:extLst>
          </p:cNvPr>
          <p:cNvSpPr>
            <a:spLocks xmlns:a="http://schemas.openxmlformats.org/drawingml/2006/main" noGrp="1"/>
          </p:cNvSpPr>
          <p:nvPr/>
        </p:nvSpPr>
        <p:spPr>
          <a:xfrm xmlns:a="http://schemas.openxmlformats.org/drawingml/2006/main">
            <a:off x="10048875" y="49530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goals: G1=UPDATE_TASK(report,table)</a:t>
            </a:r>
          </a:p>
        </p:txBody>
      </p:sp>
      <p:sp>
        <p:nvSpPr>
          <p:cNvPr id="291" name="dp41-comparison / n205 / text 4">
            <a:extLst xmlns:a="http://schemas.openxmlformats.org/drawingml/2006/main">
              <a:ext uri="{FF2B5EF4-FFF2-40B4-BE49-F238E27FC236}">
                <a16:creationId xmlns:a16="http://schemas.microsoft.com/office/drawing/2014/main" id="{AB23F569-1FAE-4F1B-8EDD-1B76BF917C73}"/>
              </a:ext>
            </a:extLst>
          </p:cNvPr>
          <p:cNvSpPr>
            <a:spLocks xmlns:a="http://schemas.openxmlformats.org/drawingml/2006/main" noGrp="1"/>
          </p:cNvSpPr>
          <p:nvPr/>
        </p:nvSpPr>
        <p:spPr>
          <a:xfrm xmlns:a="http://schemas.openxmlformats.org/drawingml/2006/main">
            <a:off x="10048875" y="50673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G2=NEW_TASK(메일 초안)</a:t>
            </a:r>
          </a:p>
        </p:txBody>
      </p:sp>
      <p:sp>
        <p:nvSpPr>
          <p:cNvPr id="292" name="dp41-comparison / n205 / text 5">
            <a:extLst xmlns:a="http://schemas.openxmlformats.org/drawingml/2006/main">
              <a:ext uri="{FF2B5EF4-FFF2-40B4-BE49-F238E27FC236}">
                <a16:creationId xmlns:a16="http://schemas.microsoft.com/office/drawing/2014/main" id="{010D5AED-442E-4F7E-AC2A-AA6975CDA6BC}"/>
              </a:ext>
            </a:extLst>
          </p:cNvPr>
          <p:cNvSpPr>
            <a:spLocks xmlns:a="http://schemas.openxmlformats.org/drawingml/2006/main" noGrp="1"/>
          </p:cNvSpPr>
          <p:nvPr/>
        </p:nvSpPr>
        <p:spPr>
          <a:xfrm xmlns:a="http://schemas.openxmlformats.org/drawingml/2006/main">
            <a:off x="10048875" y="51816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references: report=RECENT_TASK("보고서")</a:t>
            </a:r>
          </a:p>
        </p:txBody>
      </p:sp>
      <p:sp>
        <p:nvSpPr>
          <p:cNvPr id="293" name="dp41-comparison / n205 / text 6">
            <a:extLst xmlns:a="http://schemas.openxmlformats.org/drawingml/2006/main">
              <a:ext uri="{FF2B5EF4-FFF2-40B4-BE49-F238E27FC236}">
                <a16:creationId xmlns:a16="http://schemas.microsoft.com/office/drawing/2014/main" id="{682C2489-09BE-4F85-BCCE-9E0F8BFB9F80}"/>
              </a:ext>
            </a:extLst>
          </p:cNvPr>
          <p:cNvSpPr>
            <a:spLocks xmlns:a="http://schemas.openxmlformats.org/drawingml/2006/main" noGrp="1"/>
          </p:cNvSpPr>
          <p:nvPr/>
        </p:nvSpPr>
        <p:spPr>
          <a:xfrm xmlns:a="http://schemas.openxmlformats.org/drawingml/2006/main">
            <a:off x="10048875" y="52959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table=INPUT_SELECTION</a:t>
            </a:r>
          </a:p>
        </p:txBody>
      </p:sp>
      <p:sp>
        <p:nvSpPr>
          <p:cNvPr id="294" name="dp41-comparison / n205 / text 7">
            <a:extLst xmlns:a="http://schemas.openxmlformats.org/drawingml/2006/main">
              <a:ext uri="{FF2B5EF4-FFF2-40B4-BE49-F238E27FC236}">
                <a16:creationId xmlns:a16="http://schemas.microsoft.com/office/drawing/2014/main" id="{1F96AC0A-541E-450B-90A1-99EA285D569F}"/>
              </a:ext>
            </a:extLst>
          </p:cNvPr>
          <p:cNvSpPr>
            <a:spLocks xmlns:a="http://schemas.openxmlformats.org/drawingml/2006/main" noGrp="1"/>
          </p:cNvSpPr>
          <p:nvPr/>
        </p:nvSpPr>
        <p:spPr>
          <a:xfrm xmlns:a="http://schemas.openxmlformats.org/drawingml/2006/main">
            <a:off x="10048875" y="54102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relations: USE_RESULT(G1 → G2)</a:t>
            </a:r>
          </a:p>
        </p:txBody>
      </p:sp>
      <p:sp>
        <p:nvSpPr>
          <p:cNvPr id="295" name="dp41-comparison / n205 / text 8">
            <a:extLst xmlns:a="http://schemas.openxmlformats.org/drawingml/2006/main">
              <a:ext uri="{FF2B5EF4-FFF2-40B4-BE49-F238E27FC236}">
                <a16:creationId xmlns:a16="http://schemas.microsoft.com/office/drawing/2014/main" id="{DF31B535-94FA-4D8E-8014-65292154BFE1}"/>
              </a:ext>
            </a:extLst>
          </p:cNvPr>
          <p:cNvSpPr>
            <a:spLocks xmlns:a="http://schemas.openxmlformats.org/drawingml/2006/main" noGrp="1"/>
          </p:cNvSpPr>
          <p:nvPr/>
        </p:nvSpPr>
        <p:spPr>
          <a:xfrm xmlns:a="http://schemas.openxmlformats.org/drawingml/2006/main">
            <a:off x="10048875" y="55245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constraints: FORBID_ACTION(G2, SEND)</a:t>
            </a:r>
          </a:p>
        </p:txBody>
      </p:sp>
      <p:sp>
        <p:nvSpPr>
          <p:cNvPr id="296" name="dp41-comparison / n205 / text 9">
            <a:extLst xmlns:a="http://schemas.openxmlformats.org/drawingml/2006/main">
              <a:ext uri="{FF2B5EF4-FFF2-40B4-BE49-F238E27FC236}">
                <a16:creationId xmlns:a16="http://schemas.microsoft.com/office/drawing/2014/main" id="{BC560FFF-C83C-4401-8152-158AB6B19D3E}"/>
              </a:ext>
            </a:extLst>
          </p:cNvPr>
          <p:cNvSpPr>
            <a:spLocks xmlns:a="http://schemas.openxmlformats.org/drawingml/2006/main" noGrp="1"/>
          </p:cNvSpPr>
          <p:nvPr/>
        </p:nvSpPr>
        <p:spPr>
          <a:xfrm xmlns:a="http://schemas.openxmlformats.org/drawingml/2006/main">
            <a:off x="10048875" y="56388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unparsed_spans:[] / 실제 Task는 미확정</a:t>
            </a:r>
          </a:p>
        </p:txBody>
      </p:sp>
      <p:sp>
        <p:nvSpPr>
          <p:cNvPr id="297" name="dp41-comparison / n206">
            <a:extLst xmlns:a="http://schemas.openxmlformats.org/drawingml/2006/main">
              <a:ext uri="{FF2B5EF4-FFF2-40B4-BE49-F238E27FC236}">
                <a16:creationId xmlns:a16="http://schemas.microsoft.com/office/drawing/2014/main" id="{E173556A-BC08-43B7-9B48-E25FDD4CE62B}"/>
              </a:ext>
            </a:extLst>
          </p:cNvPr>
          <p:cNvSpPr>
            <a:spLocks xmlns:a="http://schemas.openxmlformats.org/drawingml/2006/main" noGrp="1"/>
          </p:cNvSpPr>
          <p:nvPr/>
        </p:nvSpPr>
        <p:spPr>
          <a:xfrm xmlns:a="http://schemas.openxmlformats.org/drawingml/2006/main">
            <a:off x="9953625" y="5848350"/>
            <a:ext cx="2333625" cy="495300"/>
          </a:xfrm>
          <a:custGeom xmlns:a="http://schemas.openxmlformats.org/drawingml/2006/main">
            <a:pathLst>
              <a:path w="2333625" h="495300">
                <a:moveTo>
                  <a:pt x="0" y="0"/>
                </a:moveTo>
                <a:lnTo>
                  <a:pt x="2162175" y="0"/>
                </a:lnTo>
                <a:lnTo>
                  <a:pt x="2333625" y="171450"/>
                </a:lnTo>
                <a:lnTo>
                  <a:pt x="233362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98" name="dp41-comparison / n206 / fold">
            <a:extLst xmlns:a="http://schemas.openxmlformats.org/drawingml/2006/main">
              <a:ext uri="{FF2B5EF4-FFF2-40B4-BE49-F238E27FC236}">
                <a16:creationId xmlns:a16="http://schemas.microsoft.com/office/drawing/2014/main" id="{927C0C8B-2093-4DB3-BE12-0C6C3C290984}"/>
              </a:ext>
            </a:extLst>
          </p:cNvPr>
          <p:cNvSpPr>
            <a:spLocks xmlns:a="http://schemas.openxmlformats.org/drawingml/2006/main" noGrp="1"/>
          </p:cNvSpPr>
          <p:nvPr/>
        </p:nvSpPr>
        <p:spPr>
          <a:xfrm xmlns:a="http://schemas.openxmlformats.org/drawingml/2006/main">
            <a:off x="12115800" y="5848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99" name="dp41-comparison / n207 / text 1">
            <a:extLst xmlns:a="http://schemas.openxmlformats.org/drawingml/2006/main">
              <a:ext uri="{FF2B5EF4-FFF2-40B4-BE49-F238E27FC236}">
                <a16:creationId xmlns:a16="http://schemas.microsoft.com/office/drawing/2014/main" id="{A0E94347-E8BF-4D8C-BA3D-A788CA5F549F}"/>
              </a:ext>
            </a:extLst>
          </p:cNvPr>
          <p:cNvSpPr>
            <a:spLocks xmlns:a="http://schemas.openxmlformats.org/drawingml/2006/main" noGrp="1"/>
          </p:cNvSpPr>
          <p:nvPr/>
        </p:nvSpPr>
        <p:spPr>
          <a:xfrm xmlns:a="http://schemas.openxmlformats.org/drawingml/2006/main">
            <a:off x="10048875" y="590550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코드가 만든 MeaningProposal</a:t>
            </a:r>
          </a:p>
        </p:txBody>
      </p:sp>
      <p:sp>
        <p:nvSpPr>
          <p:cNvPr id="300" name="dp41-comparison / n207 / text 2">
            <a:extLst xmlns:a="http://schemas.openxmlformats.org/drawingml/2006/main">
              <a:ext uri="{FF2B5EF4-FFF2-40B4-BE49-F238E27FC236}">
                <a16:creationId xmlns:a16="http://schemas.microsoft.com/office/drawing/2014/main" id="{B183B043-C6BC-431A-BC5C-37FE6F2FB78A}"/>
              </a:ext>
            </a:extLst>
          </p:cNvPr>
          <p:cNvSpPr>
            <a:spLocks xmlns:a="http://schemas.openxmlformats.org/drawingml/2006/main" noGrp="1"/>
          </p:cNvSpPr>
          <p:nvPr/>
        </p:nvSpPr>
        <p:spPr>
          <a:xfrm xmlns:a="http://schemas.openxmlformats.org/drawingml/2006/main">
            <a:off x="10048875" y="603123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확인 뒤 Task1 + 표 / 결과로 초안</a:t>
            </a:r>
          </a:p>
        </p:txBody>
      </p:sp>
      <p:sp>
        <p:nvSpPr>
          <p:cNvPr id="301" name="dp41-comparison / n207 / text 3">
            <a:extLst xmlns:a="http://schemas.openxmlformats.org/drawingml/2006/main">
              <a:ext uri="{FF2B5EF4-FFF2-40B4-BE49-F238E27FC236}">
                <a16:creationId xmlns:a16="http://schemas.microsoft.com/office/drawing/2014/main" id="{2A4AEE79-521D-4B99-B12E-892960D176C6}"/>
              </a:ext>
            </a:extLst>
          </p:cNvPr>
          <p:cNvSpPr>
            <a:spLocks xmlns:a="http://schemas.openxmlformats.org/drawingml/2006/main" noGrp="1"/>
          </p:cNvSpPr>
          <p:nvPr/>
        </p:nvSpPr>
        <p:spPr>
          <a:xfrm xmlns:a="http://schemas.openxmlformats.org/drawingml/2006/main">
            <a:off x="10048875" y="615696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전송 금지 유지</a:t>
            </a:r>
          </a:p>
        </p:txBody>
      </p:sp>
      <p:sp>
        <p:nvSpPr>
          <p:cNvPr id="302" name="dp41-comparison / n208">
            <a:extLst xmlns:a="http://schemas.openxmlformats.org/drawingml/2006/main">
              <a:ext uri="{FF2B5EF4-FFF2-40B4-BE49-F238E27FC236}">
                <a16:creationId xmlns:a16="http://schemas.microsoft.com/office/drawing/2014/main" id="{40E699A1-8F52-4148-A106-CAE58931528C}"/>
              </a:ext>
            </a:extLst>
          </p:cNvPr>
          <p:cNvSpPr>
            <a:spLocks xmlns:a="http://schemas.openxmlformats.org/drawingml/2006/main" noGrp="1"/>
          </p:cNvSpPr>
          <p:nvPr/>
        </p:nvSpPr>
        <p:spPr>
          <a:xfrm xmlns:a="http://schemas.openxmlformats.org/drawingml/2006/main">
            <a:off x="12887325" y="3648075"/>
            <a:ext cx="26195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1-comparison / n209 / text 1">
            <a:extLst xmlns:a="http://schemas.openxmlformats.org/drawingml/2006/main">
              <a:ext uri="{FF2B5EF4-FFF2-40B4-BE49-F238E27FC236}">
                <a16:creationId xmlns:a16="http://schemas.microsoft.com/office/drawing/2014/main" id="{A1851874-8E43-4ED9-AF5A-28B7473CB56E}"/>
              </a:ext>
            </a:extLst>
          </p:cNvPr>
          <p:cNvSpPr>
            <a:spLocks xmlns:a="http://schemas.openxmlformats.org/drawingml/2006/main" noGrp="1"/>
          </p:cNvSpPr>
          <p:nvPr/>
        </p:nvSpPr>
        <p:spPr>
          <a:xfrm xmlns:a="http://schemas.openxmlformats.org/drawingml/2006/main">
            <a:off x="12906375" y="3657600"/>
            <a:ext cx="4572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다음 처리 결정과 전체 결합: Engine 코드</a:t>
            </a:r>
          </a:p>
        </p:txBody>
      </p:sp>
      <p:sp>
        <p:nvSpPr>
          <p:cNvPr id="304" name="dp41-comparison / n219">
            <a:extLst xmlns:a="http://schemas.openxmlformats.org/drawingml/2006/main">
              <a:ext uri="{FF2B5EF4-FFF2-40B4-BE49-F238E27FC236}">
                <a16:creationId xmlns:a16="http://schemas.microsoft.com/office/drawing/2014/main" id="{FA711684-E750-45E8-8389-625312F4D417}"/>
              </a:ext>
            </a:extLst>
          </p:cNvPr>
          <p:cNvSpPr>
            <a:spLocks xmlns:a="http://schemas.openxmlformats.org/drawingml/2006/main" noGrp="1"/>
          </p:cNvSpPr>
          <p:nvPr/>
        </p:nvSpPr>
        <p:spPr>
          <a:xfrm xmlns:a="http://schemas.openxmlformats.org/drawingml/2006/main">
            <a:off x="993457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1-comparison / n220 / text 1">
            <a:extLst xmlns:a="http://schemas.openxmlformats.org/drawingml/2006/main">
              <a:ext uri="{FF2B5EF4-FFF2-40B4-BE49-F238E27FC236}">
                <a16:creationId xmlns:a16="http://schemas.microsoft.com/office/drawing/2014/main" id="{3F4BB89B-9443-4E6F-A6D4-029C2F251EE9}"/>
              </a:ext>
            </a:extLst>
          </p:cNvPr>
          <p:cNvSpPr>
            <a:spLocks xmlns:a="http://schemas.openxmlformats.org/drawingml/2006/main" noGrp="1"/>
          </p:cNvSpPr>
          <p:nvPr/>
        </p:nvSpPr>
        <p:spPr>
          <a:xfrm xmlns:a="http://schemas.openxmlformats.org/drawingml/2006/main">
            <a:off x="995362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306" name="dp41-comparison / n222">
            <a:extLst xmlns:a="http://schemas.openxmlformats.org/drawingml/2006/main">
              <a:ext uri="{FF2B5EF4-FFF2-40B4-BE49-F238E27FC236}">
                <a16:creationId xmlns:a16="http://schemas.microsoft.com/office/drawing/2014/main" id="{E8F5C3FA-A16A-45C4-BD03-4A5DD4C85EC5}"/>
              </a:ext>
            </a:extLst>
          </p:cNvPr>
          <p:cNvSpPr>
            <a:spLocks xmlns:a="http://schemas.openxmlformats.org/drawingml/2006/main" noGrp="1"/>
          </p:cNvSpPr>
          <p:nvPr/>
        </p:nvSpPr>
        <p:spPr>
          <a:xfrm xmlns:a="http://schemas.openxmlformats.org/drawingml/2006/main">
            <a:off x="993457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1-comparison / n223 / text 1">
            <a:extLst xmlns:a="http://schemas.openxmlformats.org/drawingml/2006/main">
              <a:ext uri="{FF2B5EF4-FFF2-40B4-BE49-F238E27FC236}">
                <a16:creationId xmlns:a16="http://schemas.microsoft.com/office/drawing/2014/main" id="{25724353-E039-4488-A03C-48116E72E2FD}"/>
              </a:ext>
            </a:extLst>
          </p:cNvPr>
          <p:cNvSpPr>
            <a:spLocks xmlns:a="http://schemas.openxmlformats.org/drawingml/2006/main" noGrp="1"/>
          </p:cNvSpPr>
          <p:nvPr/>
        </p:nvSpPr>
        <p:spPr>
          <a:xfrm xmlns:a="http://schemas.openxmlformats.org/drawingml/2006/main">
            <a:off x="995362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308" name="dp41-comparison / n239">
            <a:extLst xmlns:a="http://schemas.openxmlformats.org/drawingml/2006/main">
              <a:ext uri="{FF2B5EF4-FFF2-40B4-BE49-F238E27FC236}">
                <a16:creationId xmlns:a16="http://schemas.microsoft.com/office/drawing/2014/main" id="{C29B1B55-BBFD-4F15-B69C-7B8BDE61E416}"/>
              </a:ext>
            </a:extLst>
          </p:cNvPr>
          <p:cNvSpPr>
            <a:spLocks xmlns:a="http://schemas.openxmlformats.org/drawingml/2006/main" noGrp="1"/>
          </p:cNvSpPr>
          <p:nvPr/>
        </p:nvSpPr>
        <p:spPr>
          <a:xfrm xmlns:a="http://schemas.openxmlformats.org/drawingml/2006/main">
            <a:off x="15230475" y="7324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1-comparison / n240 / text 1">
            <a:extLst xmlns:a="http://schemas.openxmlformats.org/drawingml/2006/main">
              <a:ext uri="{FF2B5EF4-FFF2-40B4-BE49-F238E27FC236}">
                <a16:creationId xmlns:a16="http://schemas.microsoft.com/office/drawing/2014/main" id="{77CF2124-9365-4D60-B0B0-083A344004B0}"/>
              </a:ext>
            </a:extLst>
          </p:cNvPr>
          <p:cNvSpPr>
            <a:spLocks xmlns:a="http://schemas.openxmlformats.org/drawingml/2006/main" noGrp="1"/>
          </p:cNvSpPr>
          <p:nvPr/>
        </p:nvSpPr>
        <p:spPr>
          <a:xfrm xmlns:a="http://schemas.openxmlformats.org/drawingml/2006/main">
            <a:off x="15249525" y="7334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310" name="dp41-comparison / n242">
            <a:extLst xmlns:a="http://schemas.openxmlformats.org/drawingml/2006/main">
              <a:ext uri="{FF2B5EF4-FFF2-40B4-BE49-F238E27FC236}">
                <a16:creationId xmlns:a16="http://schemas.microsoft.com/office/drawing/2014/main" id="{990D509E-FDC5-40BA-8E2D-2FA2F19EBB5B}"/>
              </a:ext>
            </a:extLst>
          </p:cNvPr>
          <p:cNvSpPr>
            <a:spLocks xmlns:a="http://schemas.openxmlformats.org/drawingml/2006/main" noGrp="1"/>
          </p:cNvSpPr>
          <p:nvPr/>
        </p:nvSpPr>
        <p:spPr>
          <a:xfrm xmlns:a="http://schemas.openxmlformats.org/drawingml/2006/main">
            <a:off x="15316200" y="7791450"/>
            <a:ext cx="19211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1-comparison / n243 / text 1">
            <a:extLst xmlns:a="http://schemas.openxmlformats.org/drawingml/2006/main">
              <a:ext uri="{FF2B5EF4-FFF2-40B4-BE49-F238E27FC236}">
                <a16:creationId xmlns:a16="http://schemas.microsoft.com/office/drawing/2014/main" id="{98661BD5-32E2-4A12-A5D1-9E494D8A4650}"/>
              </a:ext>
            </a:extLst>
          </p:cNvPr>
          <p:cNvSpPr>
            <a:spLocks xmlns:a="http://schemas.openxmlformats.org/drawingml/2006/main" noGrp="1"/>
          </p:cNvSpPr>
          <p:nvPr/>
        </p:nvSpPr>
        <p:spPr>
          <a:xfrm xmlns:a="http://schemas.openxmlformats.org/drawingml/2006/main">
            <a:off x="15335250" y="78009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해결 상태 갱신 후 코드 재검사</a:t>
            </a:r>
          </a:p>
        </p:txBody>
      </p:sp>
      <p:sp>
        <p:nvSpPr>
          <p:cNvPr id="312" name="dp41-comparison / n245">
            <a:extLst xmlns:a="http://schemas.openxmlformats.org/drawingml/2006/main">
              <a:ext uri="{FF2B5EF4-FFF2-40B4-BE49-F238E27FC236}">
                <a16:creationId xmlns:a16="http://schemas.microsoft.com/office/drawing/2014/main" id="{9E09AE3E-F892-4042-921E-C7B26D3D7667}"/>
              </a:ext>
            </a:extLst>
          </p:cNvPr>
          <p:cNvSpPr>
            <a:spLocks xmlns:a="http://schemas.openxmlformats.org/drawingml/2006/main" noGrp="1"/>
          </p:cNvSpPr>
          <p:nvPr/>
        </p:nvSpPr>
        <p:spPr>
          <a:xfrm xmlns:a="http://schemas.openxmlformats.org/drawingml/2006/main">
            <a:off x="12325350" y="79057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1-comparison / n246 / text 1">
            <a:extLst xmlns:a="http://schemas.openxmlformats.org/drawingml/2006/main">
              <a:ext uri="{FF2B5EF4-FFF2-40B4-BE49-F238E27FC236}">
                <a16:creationId xmlns:a16="http://schemas.microsoft.com/office/drawing/2014/main" id="{563C2388-3BEB-4AEE-9F47-44C11EFC4DD3}"/>
              </a:ext>
            </a:extLst>
          </p:cNvPr>
          <p:cNvSpPr>
            <a:spLocks xmlns:a="http://schemas.openxmlformats.org/drawingml/2006/main" noGrp="1"/>
          </p:cNvSpPr>
          <p:nvPr/>
        </p:nvSpPr>
        <p:spPr>
          <a:xfrm xmlns:a="http://schemas.openxmlformats.org/drawingml/2006/main">
            <a:off x="12344400" y="79152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314" name="dp41-comparison / n248">
            <a:extLst xmlns:a="http://schemas.openxmlformats.org/drawingml/2006/main">
              <a:ext uri="{FF2B5EF4-FFF2-40B4-BE49-F238E27FC236}">
                <a16:creationId xmlns:a16="http://schemas.microsoft.com/office/drawing/2014/main" id="{EDA6AD68-D939-45D7-8753-3AD4AC485601}"/>
              </a:ext>
            </a:extLst>
          </p:cNvPr>
          <p:cNvSpPr>
            <a:spLocks xmlns:a="http://schemas.openxmlformats.org/drawingml/2006/main" noGrp="1"/>
          </p:cNvSpPr>
          <p:nvPr/>
        </p:nvSpPr>
        <p:spPr>
          <a:xfrm xmlns:a="http://schemas.openxmlformats.org/drawingml/2006/main">
            <a:off x="9934575" y="76676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1-comparison / n249 / text 1">
            <a:extLst xmlns:a="http://schemas.openxmlformats.org/drawingml/2006/main">
              <a:ext uri="{FF2B5EF4-FFF2-40B4-BE49-F238E27FC236}">
                <a16:creationId xmlns:a16="http://schemas.microsoft.com/office/drawing/2014/main" id="{D98F1C8D-E241-40B1-8650-3267070D540D}"/>
              </a:ext>
            </a:extLst>
          </p:cNvPr>
          <p:cNvSpPr>
            <a:spLocks xmlns:a="http://schemas.openxmlformats.org/drawingml/2006/main" noGrp="1"/>
          </p:cNvSpPr>
          <p:nvPr/>
        </p:nvSpPr>
        <p:spPr>
          <a:xfrm xmlns:a="http://schemas.openxmlformats.org/drawingml/2006/main">
            <a:off x="9953625" y="76771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316" name="dp41-comparison / n251">
            <a:extLst xmlns:a="http://schemas.openxmlformats.org/drawingml/2006/main">
              <a:ext uri="{FF2B5EF4-FFF2-40B4-BE49-F238E27FC236}">
                <a16:creationId xmlns:a16="http://schemas.microsoft.com/office/drawing/2014/main" id="{4254EE95-040A-4C77-99F0-F343CBD1CD2D}"/>
              </a:ext>
            </a:extLst>
          </p:cNvPr>
          <p:cNvSpPr>
            <a:spLocks xmlns:a="http://schemas.openxmlformats.org/drawingml/2006/main" noGrp="1"/>
          </p:cNvSpPr>
          <p:nvPr/>
        </p:nvSpPr>
        <p:spPr>
          <a:xfrm xmlns:a="http://schemas.openxmlformats.org/drawingml/2006/main">
            <a:off x="14573250" y="79057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1-comparison / n252 / text 1">
            <a:extLst xmlns:a="http://schemas.openxmlformats.org/drawingml/2006/main">
              <a:ext uri="{FF2B5EF4-FFF2-40B4-BE49-F238E27FC236}">
                <a16:creationId xmlns:a16="http://schemas.microsoft.com/office/drawing/2014/main" id="{DDA8C080-2265-4335-86D7-2DA3AB4865BE}"/>
              </a:ext>
            </a:extLst>
          </p:cNvPr>
          <p:cNvSpPr>
            <a:spLocks xmlns:a="http://schemas.openxmlformats.org/drawingml/2006/main" noGrp="1"/>
          </p:cNvSpPr>
          <p:nvPr/>
        </p:nvSpPr>
        <p:spPr>
          <a:xfrm xmlns:a="http://schemas.openxmlformats.org/drawingml/2006/main">
            <a:off x="14592300" y="79152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33484402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F78F2E0B-B649-4753-A44C-F37BE9B01BE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30A0511-62E6-405A-9A1C-5C0DE49AB46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D758C834-015F-4FD9-ACEF-72908C724B39}"/>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2F593670-2004-4C26-9CB4-B079BDFAAF5A}"/>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1175E79D-A777-47D5-A064-60DCBC755EA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07053897-B7BE-4AAE-9B6D-16C9338E5C62}"/>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411ADA72-4F20-4739-B81C-2E7B358C042F}"/>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E7E59960-BF21-4B41-A085-41D339BDDE97}"/>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007FB45F-BC32-4627-93E2-EC49BEE285A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4085FEE7-76A7-478B-9671-F0FE7A29D18B}"/>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7F33D59C-4B82-460C-B8AA-CB5A12675DD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BE97BA66-1201-4280-8221-1BE8BB6762BC}"/>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34ADF919-B30C-4C88-81BD-A4BB3C943128}"/>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474C70C3-9F27-41C3-9B36-415BB919F37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5D692D57-CBD2-4BA6-958F-755339D6587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EBADEF36-CF0A-4BFC-97AE-49597049D95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8DC0DF5E-CF7C-4E4A-9FC9-1F80FF3DE78D}"/>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6DA02579-A01E-4F2C-A67E-0467F4419AA1}"/>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DC80C6D1-7B01-4A19-BCDD-9FE8CCDFAE5F}"/>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5ED8CDBB-8DAF-4ACB-B5B7-7F1E64E5AE8D}"/>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58AA9E72-F7D0-4F3D-89F5-44DA53A57156}"/>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C9592CA5-3DE1-4295-820D-35A85084DCE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35E6D1A0-32BB-413E-9E84-66EB55F2F9F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2D9BCBDA-8B80-4AB3-B198-1C63CAF9A49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C3DD5951-34D9-452E-89E7-A7E679D6E485}"/>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F1296505-FA24-494B-9019-E90E8E98997A}"/>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22BDD5AE-35CF-45EA-9289-A80DA456041B}"/>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406B9AD7-105F-4236-B254-2619FE61EEFD}"/>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7B8C0CC6-3B33-46A7-95A0-35ECFBB9B0C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CD892F6A-CC78-423F-9BBE-97AF0CE9310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10CAB44C-A7E6-4316-862F-B68EE3DCF0B3}"/>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C1087CDC-6B81-459F-AC3B-0473318C902A}"/>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FFC4A6DC-15B7-4E1C-B9F6-98E6D2DFE5F7}"/>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2E327C2F-67F5-45ED-92B0-DF376A1AC9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5D51CC37-9D5A-495C-9457-621B8ABC6FE7}"/>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683BFB0D-7866-4236-8EB4-CF9F7CBC17A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6CCF0F34-36F0-4A56-9886-6363FEA7D61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139F2E3E-849E-4333-8769-66E3F184698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2E28459E-FA7A-478D-9673-97906FE4654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417DD01E-1F26-49A1-9E32-F68CA7CAD852}"/>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94856201-564D-4928-88FA-7519A4074E4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9FCC3836-0482-4610-AE09-AD910FB3435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27FB15E7-4772-44E9-AD91-BCA09630DF6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AF11DA70-946D-4EE9-B45E-22228D48AAD3}"/>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A61C5920-18AD-401C-862A-97726414D5D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F28821BF-FA29-4770-BD7D-45EAB4E7474A}"/>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D1436F77-ED80-42A6-9D7F-7782F1820D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DA4BFB15-19D7-45BA-8B29-93AC96AA75A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D9EF291-CAF9-49BD-8DB8-CF2EE21894EA}"/>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1D7D03DD-528E-424D-8284-C93EDCD546A7}"/>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C254AA33-A082-47D2-A8AC-8FE013F5BCB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AF308228-F4BF-46AC-9CB1-417788E05CAE}"/>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CC47BF8E-012E-41EB-91EE-CA5A6552E51D}"/>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07E70D05-942E-418D-8DF1-C11D4E1EAD7F}"/>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479B49DF-6FB3-4489-AD53-BEC0F9C93CA9}"/>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EE2301D-B728-4803-B3A0-8492CD6DA62E}"/>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818156A0-1D48-415E-970E-F1A82AED8AE1}"/>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42660D09-42A0-4808-8D76-38281B815DEA}"/>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C2A74E06-482A-448F-A0EE-392D98894F4E}"/>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52A509E0-DC9E-4A17-928E-5101FFE0C246}"/>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AAC08B45-69BD-4462-B732-FD22E6F4739A}"/>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98EEFEDC-0792-4D50-AADF-77FDD537036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D1355A83-5B1C-4456-9FD2-CFA5D6CD69D8}"/>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3C605E0-AA3E-4616-A5E5-19A9929F5052}"/>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7CC6F708-D79E-4002-86F1-669687E2BD57}"/>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6A336258-49A6-4917-B363-D9FE31D2124B}"/>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A68B1913-CF47-4E59-B11F-105DE7B22F82}"/>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53D2E79-D79F-46EE-8E76-DE55DA595A7E}"/>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7F3292B3-91A8-49D7-921E-9577F8656394}"/>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C71C96E6-6249-4E40-8220-6DA8A9A85A26}"/>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82B7AB86-7B9B-4941-9B5E-6F2D911467A8}"/>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A5DA1D9E-DE2D-4ACC-A694-FC58CE5C49B4}"/>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2A8F5069-BA15-420F-B6ED-799E8A1ED86C}"/>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35190D0-9603-4A51-AFA3-4C1D9855A123}"/>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E9CCCFF8-5098-4BDC-AB02-3585B584D084}"/>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DB94B61B-D27D-44F4-9D7A-CFEFB557F826}"/>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153BE170-E7BE-4A5F-8597-E698DF519B5F}"/>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95CAFA70-D387-416E-BA7C-1BACC8D783B0}"/>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85395D9F-EE52-4984-B22B-9CE6DFDBD188}"/>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20FE566B-4859-4261-8727-EAFA216B23AC}"/>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6DA15493-6E62-48F1-B9E4-FE79F65EB644}"/>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09EE2DD-2220-45A5-ABB8-FE1939176758}"/>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E3C9C128-0F9B-4875-8F10-329419CB2DE3}"/>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BB1A1FE1-AE73-4177-A09D-295861F95BCA}"/>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E8F62ECC-720A-45BA-80FE-01F20312C8FF}"/>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A66B51C4-EDD8-4762-8A4F-9B0069C976A1}"/>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6A750B10-08C9-4B14-A9E4-57056B57A308}"/>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C80814D5-8514-445B-A7C4-6CBABCDD8EF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15A3771E-FCEE-41B0-9FFE-2DD91C030AF6}"/>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57D2AAFC-A19D-4B95-B14B-EB6780810C7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3C0BB988-B6AB-4188-A32C-3D6CEACDA8AA}"/>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41D5F78E-404F-407F-8BAC-F223FC5E8F5F}"/>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36EB75ED-CEF3-40B3-9202-FBDF64DAB0D9}"/>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22448E29-7EF5-4A13-9893-ED73FAFB49C3}"/>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2A0BFFE5-72E4-48EA-BFFA-462306B92DFB}"/>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2DD7DCFA-4E4F-45D3-83FB-7DB3304AC8B9}"/>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2DC20368-EE80-47FF-86E4-3AC3140EF1FA}"/>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C32CB2B3-6EA9-4CF4-9D69-F7AEC90A4FC9}"/>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69443424-79BA-488C-B92F-77E1C7A3889E}"/>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81F6B230-1B50-461D-B11B-EE8FA29E85FE}"/>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396734A1-45BE-4203-8134-A295787898E5}"/>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56E8CD36-DD3E-4F99-BEB8-63E7EFAAD683}"/>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59E9A60A-E7DA-4268-BC68-88D2012A32AB}"/>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202D84B2-B16F-434D-A6CA-9ED35CDCC9CD}"/>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DD0AC064-F3D7-43B8-BAC4-E3D507BC74B1}"/>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2E8EB22F-2FBC-4A91-ABAE-1D4BD6EDC09B}"/>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03145C7D-673D-4F36-A81C-B26B7F0936D6}"/>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504B11EE-C812-4918-A9AD-300CF28C4C60}"/>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B2BA7EC2-7148-459D-B94C-BA8998DC7F2D}"/>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8A88B329-0A09-42E6-92DC-4028A1E6F0D1}"/>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D7E26FA2-390B-4ACC-8C0D-8300C5E6090A}"/>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8636B155-C9A5-4EDF-8E07-0485C12F6615}"/>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E4A1D94-36CA-415F-8B02-1DFD4BE831B6}"/>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EFD9F32C-ECA9-4211-B633-B77297DF2E1B}"/>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902D538-836B-42D5-84E4-19CB43B4D586}"/>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3E2AF87F-B273-4334-9FB0-61258CC0681E}"/>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18D3D245-D1D1-4EB5-A3C0-728719456E6D}"/>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9A14007-163F-419D-AA0F-D351ED8DF20C}"/>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1329B63E-577F-48E2-9D5E-C9DBFF439E0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336B1D23-4396-4BDF-88BD-0817B2F800C3}"/>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82219C63-8878-4697-A3C6-4958369CE26F}"/>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DAA87C8F-CE18-4A7D-8903-578351B6669E}"/>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1E72A2D5-D534-44DA-8A8E-0DFE8736E4B5}"/>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2AEB51C8-7594-44F5-9F2F-CA154E586328}"/>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818DA155-DEF7-479E-93FB-D5A996D91D4E}"/>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0E241D95-5894-4CF6-9FAD-2E359B3FC09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F8D58D11-A16C-4ADE-B534-798A51BAF927}"/>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BFBC48D9-E298-40D9-B613-8297FB7E3BA1}"/>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AB6AF967-3447-4F89-AE2D-750760C919B2}"/>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4F48657-9F79-4402-A5D1-8D86987C7EB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01E7B05F-BF06-44BD-8BF9-235138E944DB}"/>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A742DC4B-7A61-4FD7-A1E4-10DCEFAA2C82}"/>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0BA42D20-02FF-41A0-A18C-7F575D44DC9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C7F78AD1-7C94-4C40-910E-6D0ADC8ADDF1}"/>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4F6455E0-7FE2-4EF9-9166-9BADEE8F53EF}"/>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84ACA40B-6BF4-43E6-9A99-A15A08F72A86}"/>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3CADFA2D-AA56-41E1-B332-F2194ABD5E60}"/>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0158E424-A447-4328-A3D1-BDF3104B47F6}"/>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DF4C29EF-47B7-4C44-A96E-B100E6213E6F}"/>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D425C327-5185-4816-8140-3BABBB65732B}"/>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2DD230C1-74DB-4788-A9BB-AA47CEE54C9D}"/>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5AEACC3C-D70E-451C-80A7-CDEAF7D76EE3}"/>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19DFDA57-EDA1-46CF-9C0B-A01948833B19}"/>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0A6544A6-6D4A-433F-9A3E-EE6A92598513}"/>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DEC1DA2-7837-48A0-945A-ACD27ECD1EDA}"/>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7272FE78-ADAB-499F-BBE8-37989C92E4F2}"/>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56FBEC93-1672-44E4-8BF5-AEA0C97E08B4}"/>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3D83772E-EFEF-4535-96CE-4C906300A5D1}"/>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15AE06B6-72E4-4F59-93C3-F91D1579617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C78F8596-40D0-4E7D-8AE2-580371EE091B}"/>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D736811A-8E06-475F-8689-3B80E62C8C22}"/>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0F01FF8C-2211-4E59-9540-53606A7B7F21}"/>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77EBFFB1-7E5E-448D-A680-031B3D2F51DB}"/>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7B01B192-2DEA-41C3-B52B-E3F4D494DC7D}"/>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30BE3957-B5FA-4311-999B-A22B832C69D3}"/>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3C53DD71-1CF0-4688-85DE-D4391E7B8FB8}"/>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3906565E-1CBC-4F96-AEB1-F7447084E52A}"/>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193F6720-E864-4D99-A043-874778677E9B}"/>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44783766-9D19-487F-B856-44FACAE16B0E}"/>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3468F200-CAE1-4C99-A293-C5E2A56F22F5}"/>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C050EB0C-4283-43A9-854C-7BD7DFFC931F}"/>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8C034A95-0165-4228-9842-80AA26771AA3}"/>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05691D78-4044-4EE1-8F3F-D58057A5E68D}"/>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EB55E106-8FBA-4043-A752-A6434F08C9F1}"/>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E0D45F72-40CA-42D3-B853-C7C09CFA60F2}"/>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3F92D09C-33F9-4F8F-B85B-B5627EFB91C2}"/>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6DB7ADFB-A735-482E-9920-CC2923E34AEB}"/>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A3846A32-5106-4A62-8A9D-A3959CA0A5A6}"/>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B04CB618-50E0-499C-BBA0-836B78B0DB91}"/>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50C9DA7-8D13-4B64-B9EA-1D433495C7C3}"/>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83779381-32E2-49BF-A658-BB0FDB219235}"/>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B429F682-9FD5-4352-84CD-D0EACA4B95FD}"/>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A8E1903B-9870-49B8-A5AE-59063FC83BDB}"/>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79AE4391-C948-47C3-BB72-466E6438474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73420C0F-A464-401A-AB47-01EAD7266377}"/>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083E166B-17D4-44D3-AF49-5B6307276980}"/>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775A2A83-FC8B-4D25-8CB5-33232A8A0120}"/>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2233E10E-CCA6-436F-9760-9EABB312AD27}"/>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1A4F3466-E5FA-42AA-ACEF-0A2CAC27878E}"/>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771BF084-65D3-4F24-B1E4-2F8B38974830}"/>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D3C1B044-7892-440F-B929-B87631EED72A}"/>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8888BC08-5D9C-4D6B-8450-A5C16F996C4F}"/>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AFD72714-2B5D-4D9A-8D35-B39A27D8587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A0DB4A80-D166-4760-80ED-76E24E9C057A}"/>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D2972DDE-B86F-41D1-A77F-53B5EE8319BD}"/>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C9F5DFF7-8522-4958-83F4-DD20025C3A71}"/>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BB03BF88-07EF-4241-99B1-92E88832F518}"/>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89C8474A-9D60-49DA-AACB-4A907C2E8414}"/>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133354BB-2C06-44AF-B4B9-B3F978A11E70}"/>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E588F3F0-6BE0-4CB7-A177-1208547DEA61}"/>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298416C3-CD9A-4C93-9E88-F9D70ACC3805}"/>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C1D789BF-7DAC-45EE-B397-E1BD0D624DD8}"/>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D6A52A2D-33C5-4844-8897-27F0B790A1EB}"/>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B5DFACD2-EB2C-458D-920C-C0488BA38971}"/>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9DCD8CD3-7513-4A6F-B038-F9345381F244}"/>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D4B20C01-2C4F-42D7-868D-5A3FE5E0AAE4}"/>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59FF2562-6E44-402F-A79D-F63650FF0CE8}"/>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BFF2B3E1-9DFE-4E35-B7DE-1A86479EE3CC}"/>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1D39DC39-AE4B-4908-8299-A8E169AF182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81D8509A-1A9C-457B-9DCC-F63C6CE0050D}"/>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87C58CCE-2E65-4F91-BBB7-FE5C098E5694}"/>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CFBC2D39-D0CA-4F9B-BED8-689801A398A4}"/>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C813A735-1307-4226-A8DF-D400DA59CCA6}"/>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FCAB6D1-0EBA-41F0-846D-A62714B0BD42}"/>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A649C996-4186-4431-9BEB-ECD3E4E882D8}"/>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BCD83668-D62B-47DA-8176-99A4F7C75412}"/>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534D774A-5B15-4920-944E-4455F5502F4B}"/>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5107FA90-EC67-495A-A422-861D6F37077C}"/>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BCA77C77-5EB5-42DC-A093-D26E321E7F4C}"/>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5AD8A1E2-EEBA-40A7-AE66-B4274F679BBF}"/>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F88B0F79-68DA-46E1-BC28-61F3D3B512B5}"/>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4173B96B-8CB3-449F-84DD-C24FABE5D06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1803F52F-D028-4948-9DF7-B135C957A9D2}"/>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5B2E5F5F-D18E-41AB-B515-D47EF14605A7}"/>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ED6F49A5-692B-47BE-9033-72CCEE83C1A7}"/>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6DEE77EB-9E51-4BB6-8E28-4725A9BC6F4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14668DF5-8983-466C-97F6-859C20EB992D}"/>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1EBD8C7-BBBE-46C2-93CD-8DD4B4A3559B}"/>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F9FA0730-01DC-4911-8A63-D5955F6DD463}"/>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6318BFA5-410B-447E-BB5E-4FBDD97DC57A}"/>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19150635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7CA7E70B-5B8B-4540-ADC8-CEA4C5595F4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BE86DE9F-B7EB-4733-AA43-0BEDFB2739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A89EDD0E-4929-4D2B-A7ED-7FE30FFF182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28472816-D830-46FF-92BF-A6F90305C462}"/>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CE988118-F205-4DF9-9350-F088E42042B2}"/>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52DE0C41-4055-4FF8-8FC0-0BF27C373A87}"/>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C79CA23E-8A08-4FD4-BDC5-4B650B4B5F04}"/>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D4EC4FEF-CE17-4A81-BDD5-D85189A55FB3}"/>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039D7EBA-8DFF-489D-BC83-2A480120647C}"/>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29459710-AE84-4EB5-BBBB-5D52EE5F471D}"/>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4DE1791C-4422-4096-84A0-035061AB13E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D8CD260A-BB1D-4991-913D-DFB6A52D26BB}"/>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A74CBB45-28DA-40BA-97C7-3AB61DB2708B}"/>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FC6197E7-4171-4ECB-B4F3-0A91A75E70F3}"/>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4B5728DD-3491-4009-A043-98DB8E1FC6AD}"/>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38040AB-E4CF-48FC-B783-0FBB3B8D3F01}"/>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0B8AF550-2B14-4C99-B752-A9DFA26E344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E829E41D-B32A-4BB0-B790-9E15B905B5EF}"/>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347F4A7-C8D2-4393-A28D-2D344E7C942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0CA18773-21D0-4747-9601-D9E715D96AFC}"/>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6D37FD0B-AB2D-4837-8F59-37E9FB568C59}"/>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8EDFAC06-902C-4644-9A89-55879713074E}"/>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E43555A0-77C3-4905-8797-C10B23A37D1B}"/>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801F202F-0DDB-4B11-944E-0E0C0BC7F10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F6CEFCAE-01D6-4171-A159-4E64308128B0}"/>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E309163E-BCD9-46F9-BC90-E7D51D4F75A0}"/>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37C93762-7359-4C4E-BEBF-0072EB6568F8}"/>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D8F6AA0-B872-470E-A8B2-66545ACE3AE9}"/>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A9C568A-6D72-4E0A-AF5C-40B23BF550FA}"/>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61AF9E22-9125-4D66-8C4A-CF06F1D8765F}"/>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8BE5F0B3-C72D-462A-A21B-86A4C0BD7000}"/>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102ED961-836C-4413-8666-32145D5FF8A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B451605A-678A-4038-A662-EC7FCDFAC03F}"/>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D7798430-1844-477E-855E-20129652BC0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285D5984-BEAD-4038-89F2-DCDB255E38C9}"/>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65A003BC-9100-4D26-98B5-958BB583D495}"/>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F0B4CB42-2D3D-4F08-A5C2-6D91CC3D2E7F}"/>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D39556E2-9C57-42D1-BD70-CE553643E26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5C3238A2-87EC-469F-81CC-64BEBD764C0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0D259252-DE14-495C-80D0-3FD133A29AEF}"/>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BFB1B96D-6101-4B95-B9C7-EEAC326B7F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FAB1A1C-DEF5-4C42-832C-27265CE2ECA9}"/>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EE1CD89A-A4D4-49A5-BE5D-56E45536DA11}"/>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220A730C-00D0-43A6-A653-C9AF32669F2F}"/>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2097652B-E728-4CFE-B117-000EA7F28BD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60F50F9E-42F9-4600-816A-9141531EF920}"/>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DA9EEFD3-840B-4D31-9BBD-FC0D3EC90B3E}"/>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5352E8BF-1FF5-4125-A5E1-7F7580809A55}"/>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AD750A19-8D36-4C5C-B488-6C292E31113E}"/>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FBD8FCBB-A8D2-4260-ACEC-1D63CEA590F4}"/>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69CCBC76-092C-46F1-B6E6-70D996B601E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A8162D23-CD3B-4A79-8416-66674B4659F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9E2BA2AF-7F6F-44E9-AABA-B7A922C331CE}"/>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87DC56E7-0A2D-443C-846E-A466785C054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12A5EDE5-2FB7-40E1-B664-41A2503F16B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3BFADA49-7E70-4727-BA5B-B543DEFE81FB}"/>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D96FA491-0D41-4692-BA73-13F8A9FA29F6}"/>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FBA1770F-FAAC-4546-93CF-7F99772B5AD7}"/>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22F451A1-DB4C-4904-A4A5-E7EE6C8A7BCD}"/>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F35E117B-3A71-4165-8842-B3803C81BDC2}"/>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BDBB32A8-6EA8-4332-9D2C-437C82E65B3C}"/>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3FCBE1DF-2DAD-4C03-8528-10CC46457EB0}"/>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D96E3B25-B40F-4A66-97B0-5ED242BA530C}"/>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D3D2CC2C-DD98-49A5-9DB8-2878D4DA2D74}"/>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5A64ED6E-2374-4413-8310-D50CA935FAFE}"/>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2D9605D3-D8B7-41A4-8DE1-F052B2BFE25F}"/>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DB98AA76-1F78-4CDD-850F-E9170CFA8875}"/>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BA25EE5-B64D-499F-8CB0-264E2960B5C2}"/>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4F003F40-8EDF-496A-AA05-7BE4E8FEC44F}"/>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1077F43-AA70-4BF1-9AC4-602C4345EF6D}"/>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55AEA23F-734A-4B37-A901-570235D70268}"/>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1987C87B-515F-45FC-BD59-52ABB90290F4}"/>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894C5E59-E77A-46F0-AEBF-B99FDD6A501D}"/>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858CE631-B9A6-421A-A685-E94E20B2D105}"/>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CF406999-73C3-4EB6-B610-64D3F4D560B5}"/>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56AA678-9299-4438-805D-BF88914356E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6E69F2F5-47A0-4EF3-B357-C2CD6DF0CC39}"/>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55728AAC-DE18-4B56-B446-984644783C02}"/>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EF4B2F76-43B7-4CE4-9D32-F726642C98C2}"/>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2BCA3849-3C8E-4041-B5F1-D7E22A3710DE}"/>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A12F3E86-0EBC-4430-B87A-64F6BA97B197}"/>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B7D8D942-610C-40EF-8C3B-9AC9D016182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18932496-F640-4F6C-8E4E-B56A5950B19F}"/>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3E1236B6-081C-4ABD-BE63-3240D37CD8DE}"/>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AC776D21-8C5D-49FB-B84D-F5775832F7D7}"/>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E71119BA-89D6-4A68-A0FD-0BD5D838E6B6}"/>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86363246-3BF5-49E5-99FC-D481E69C11D8}"/>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6C2B5C52-2649-486C-8C5D-A55AE4968E50}"/>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1869A46E-EE6E-4E19-B681-DD60AC27CB51}"/>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DF32163C-49A0-4031-AD03-EC53A67DFC27}"/>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0D60ED75-6661-4F0D-A72E-4D301194C916}"/>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94B4D02-4DE2-4E78-9FD5-87385E7AEC5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99D12359-E141-421F-A262-CDC458B92FFC}"/>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F78D5DAC-4D1D-40E5-8F11-1D1B6A000556}"/>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3D18800B-F0DF-40BF-918B-34033C5243D7}"/>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D6C290AA-B32D-47BF-B0C8-DD7725A61656}"/>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F211B4E6-1DE0-4D15-94BF-12D2B8AF3D92}"/>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109DEDEB-7357-44FC-9A6D-0E90C43A6D77}"/>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A856634F-6A86-4DF7-806A-7114371FA582}"/>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BAD7597-55F8-4281-BC83-196F9AF1492B}"/>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29356B22-7E39-42E3-B0FC-28D47F82605D}"/>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EF5F09D4-BBF8-4033-8B88-03F533D71D3D}"/>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2A68C6CE-684B-462A-A983-EB7D4487E2A0}"/>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3993929A-2A8A-45F1-807F-4F5F8F4E0EBE}"/>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4A9A395-114B-4795-A050-E87CEA465168}"/>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108686CB-2EEC-452A-92AA-C2DD344BE5F9}"/>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48BA9BBE-E7D4-4DD5-8B8A-9422873F304D}"/>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6A09EE61-9A03-4C84-A6D1-0670A220467E}"/>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384B4C24-22B6-4588-9D3D-6341AA840CCC}"/>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2F3687C2-179F-4658-B5C5-3F1248F8E6FF}"/>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CBB0FC7B-0B0C-4585-9695-A9490C9254C1}"/>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BD14FC09-D423-4EBC-9DE4-CF1BB001F229}"/>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7A25D802-7F63-43D3-9F62-C97C51E02108}"/>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6E411817-7353-411A-9DB6-DF1FDA4AEC06}"/>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17065FE1-AA21-4859-9F5F-F3E43A617AF9}"/>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92BF35D7-B996-436B-833B-9BE62A4567D3}"/>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221557F-55ED-442D-A541-6C8F44CD19B7}"/>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35CE05C8-D61C-4D39-BFA1-520D10BCEECC}"/>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BB3C5A1D-D79A-4A23-863A-52DD1E645501}"/>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3777401D-629C-4783-9582-F7A42F74DA99}"/>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F487E10E-10F4-49ED-BAE8-09CCBDEF57D9}"/>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C46B2A1C-292F-4790-857F-043455ED0567}"/>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1D13476B-3481-4471-B939-AF90EC39F9CD}"/>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46FB6877-9F5B-4184-AED9-59D588EFEC29}"/>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5D41D7E-0BEA-4232-B2E5-959340DED74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0D28E0AF-5650-4B23-8417-AB0A8EB459A7}"/>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864AFEA7-D6C3-4B3C-985E-819FC1032D48}"/>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5907567D-24E9-4177-89CF-331840E655C5}"/>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CA51CA75-43A7-4A35-A5F3-FF7D1AA8D0B7}"/>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B6AE4A7B-F4A3-45BA-8046-13B62DB6ECE5}"/>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4C45AA67-8E98-433A-95C9-7F98626FEAE5}"/>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C68F3258-3043-4C8C-9B66-2E32470532EF}"/>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2D7DD980-F7C1-4F72-94EF-9090222D8C74}"/>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41790489-198A-4A4F-8D74-19F83C34C6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DF36581A-BAA9-4F01-9C2B-CBC46B8F9BD5}"/>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6CE20C59-AFB2-46F9-8D75-CEC850637D6F}"/>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CA882CA0-ABD6-471F-9595-4AB8A72CEBD1}"/>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370FC54D-FDF7-41FE-8B00-F818A07D24E8}"/>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8AA54384-4386-4204-9BD2-3A588D347035}"/>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F7DA820-DB64-4957-A062-963EFD14252C}"/>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B87FA610-D69C-4315-8994-E3B833A43B37}"/>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24219CC5-F910-467B-B0B8-2F066AAE0B17}"/>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3F06DB26-7244-4FFB-AA2A-E61EB144993E}"/>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4E8E229A-67A0-4014-9D47-E7A96064BFD1}"/>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5E25B3AB-E549-49F9-90DA-0A72ABBA8D22}"/>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1CDD1836-DE63-4F7A-AEB5-62FECE1D4B93}"/>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BE8B0401-3775-4862-9B68-0FCD006CF04B}"/>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B23575A3-E923-43A3-8B8A-CFB4A8C091BF}"/>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2DAB3C1A-7AD9-4330-B943-59CD1C33638B}"/>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4F97DE2A-E720-4F44-8B26-7ACA19CC1388}"/>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A7118BC-173A-456C-85E0-D53EF228C284}"/>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ECF466BF-F92E-4E05-B684-F19F99855D9F}"/>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E2E62000-7BD0-4CDE-8BBE-FBBFDBB0F39E}"/>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B5E90E44-9351-46D3-9D4D-A0DA26C4809B}"/>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E99B7FBD-5EED-408A-AFCA-02E3C98FA3D3}"/>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FCF6798A-1C17-46B4-920D-2E6C1D86C955}"/>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9F7A08C7-89A7-4428-ABD7-9239057FD0A5}"/>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1BC497C8-C7C4-4D8F-B610-680FB6F50477}"/>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4019E839-9AA0-4DCA-BBB9-B3D06C73FEF9}"/>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7F14BBD4-0E67-448C-A7A7-39D3CEB000C9}"/>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226C2F32-46E0-40FA-BCC3-784758D183A4}"/>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E9EBE9E7-A925-4FD9-8CB2-EFF3D666946F}"/>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82B9E5B0-63BE-4919-82B5-2D058F1C888A}"/>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8DEBB853-A267-4913-937B-94268A548497}"/>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907E14D6-7617-4E7C-B8DB-DDF985D2493A}"/>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EC8C20E-39DF-4502-A0FB-84BAECC0F9C3}"/>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1B15B40A-69F8-44DD-B3F7-C2430637FF01}"/>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F7841922-9716-48E8-AB1B-24A35FAA5552}"/>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5B7A34E9-D7A0-4801-BCAB-78B0A5BB08A6}"/>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C685E0C1-685D-41E5-90CA-B949A23DE8CA}"/>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7B098B00-F394-4C6E-8C06-5CCB6DD3ACB2}"/>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0201EDAE-E8B2-4700-A500-FA03675C5BE1}"/>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59973182-A5A4-4F3C-BDC6-2DB3563FE89D}"/>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FE9A764B-1750-40B6-87A2-1AB4139194F9}"/>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3615D96B-3C6B-4ED0-98B4-548CD0911447}"/>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DF7C4E64-F016-4B44-B42F-073632CCD23F}"/>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9E048E76-8D09-4CF1-A35E-C08A536DCC31}"/>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8E82EFAB-1066-43C4-96A9-35DC2B48A369}"/>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45E4426A-78CA-4EAE-8CDC-76E94E0CD65A}"/>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BF5B277A-672E-450D-B364-D771A89A1CDE}"/>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6103945E-AD5B-4CBD-A9DE-1944B3663984}"/>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16294708-1572-4F48-84E4-008B9162DAA0}"/>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6019DE40-93F5-45D3-8998-53592565E604}"/>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BE4D7EAD-A380-46B9-A36C-313060ADF20F}"/>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6BE6E907-93D8-453D-8A32-93A1FA76DB87}"/>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20A919E0-A050-4E8E-B89B-D00FAFE1450E}"/>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24ACBB45-9DFF-4B13-9BF9-C4162837EBFF}"/>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AF4273AD-2938-4E86-81DE-8FF3B6117411}"/>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5898950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B42A9AD6-00C8-4223-986A-CFE57D0F95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E11F4370-A196-4ED4-B1D9-CA20E49F5D24}"/>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95317B37-FCDF-42DD-9386-CA5D4A072E9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B36D4FF4-D7C0-46DA-A77C-225BBC38163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88300F5-EA82-455F-AA03-AB2207A4D30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F09790AC-DBAC-4CD6-B798-322C7C4F0951}"/>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10603B79-0C49-456C-A6A2-1F6FC6B76D39}"/>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03144D3B-C785-484A-8EDF-48780CDCFA86}"/>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11CD189-0454-4BF8-B00B-FCB4C5748753}"/>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C1B74B9E-67D1-45C9-9A15-C7ED1EB4EDBB}"/>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352E8D93-5C72-4519-A792-009EE7B0F3E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651928BE-06C4-4F6E-81F6-E5E5BE30051A}"/>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586DFA24-4E77-4E38-9681-68945003151F}"/>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F2D3E85E-D1AE-4EEE-BB66-BC31740E70AB}"/>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5CE25FC-B76B-438E-8ABC-14F6C78F5F56}"/>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8C0455D1-8043-4F18-B3B5-9F5C3803AB2F}"/>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B04CDF33-C4D8-479D-A09E-E7A97712817A}"/>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085263EE-2021-45A7-A1B6-6E1EFFD722F2}"/>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B6559EF-66BE-4D50-9DBF-A87D0FF788B7}"/>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78B7617B-CF27-49D5-897C-A69118BD34C1}"/>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42445C88-E520-42F6-9957-98F8ADDD911E}"/>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C41E47E1-7696-40F5-85BF-49AB3B13339A}"/>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04F354F3-EBF1-4831-AE89-C74D29B04637}"/>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624EAAF9-38B2-4224-B078-1874AD139141}"/>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E8322750-66D4-45E2-B6F9-D3092782BB9C}"/>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8A6A7CD7-221D-4126-91B3-FA2A3E78AA43}"/>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522E7424-732C-4B76-BB29-25EA221DB273}"/>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BC95112B-9590-47BA-9B25-57B857CCD093}"/>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220FAFDF-D663-47C7-8000-B93018917E1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C39BA650-DDA4-4B7C-AF50-327E4E3226A2}"/>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31ABAC11-6730-4058-9074-758FE50D2AAC}"/>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CA5F4C4D-A70A-412E-9D19-CA5C8C3CD31A}"/>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40A45BCD-74FC-4729-B8A2-F4CE4913D5A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B7913447-5251-49CC-AD4A-8113D6D484D3}"/>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98FCC9F0-208E-4606-BEF1-89F65F05C1FE}"/>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C26CD684-C714-4167-ADC3-5AB533639850}"/>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86918EBB-D97D-4493-A017-8D437E41E90F}"/>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4C1A49C6-CFF8-4693-81EB-6797FCA7E16B}"/>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F478BF8C-37A0-4A63-8D5E-C279F8774CEC}"/>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8D8AA58A-4C24-4B7A-9D9F-8CEEEF7A3163}"/>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0208E867-629D-442A-B2A6-CD4E2DB14EAC}"/>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7F05F691-AA12-4E85-A26C-87917B7367E2}"/>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72A2EA56-8AEF-4650-8075-9E83462C7630}"/>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8D6963D2-855A-4D93-9098-6B407C410B54}"/>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33C2A24D-17ED-453B-89DC-F3D0A5C41231}"/>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DC081FD9-1564-49A4-B6E2-9D0C853F7B97}"/>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B6CD5DCA-2157-4FF9-8BFC-F2F80F66C0BE}"/>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ED0EE46-DD6A-4A23-A1AB-D0631AA4F74A}"/>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7D6031DB-4B39-4ADD-95B1-3E71803B99C8}"/>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8314DB16-4157-482E-B8F2-8A647FAE7E2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C3C376FE-8F04-4B80-AE28-3669AA07A89C}"/>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227EBDE-3B09-4F5E-AB16-6D2A3D6AA39A}"/>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D70FFAC2-1C9C-41C4-A192-7A0E8865D0F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C2802DB-17D8-4B8E-B2D0-FBF9FDEF0320}"/>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9199766F-ED32-47BA-968E-A4EDF2D6C031}"/>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7757184C-0AB7-4897-AB5B-9B1789F13BA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E7EDD06A-C463-495C-A073-61D8A33E08DA}"/>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1A6D7C65-DD97-4B5E-968B-F923614B7092}"/>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F202771C-C611-4250-85E8-25C71EF12A1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1EB7225C-E355-4DCC-9E1D-C40E12D23716}"/>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2599942D-C238-40F2-A931-7AE501120BA2}"/>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D0303714-39D6-4380-8191-119AE1BDB0D0}"/>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17CE8DCB-0966-47D8-B97B-D3AE82B55C50}"/>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499E2D46-4061-4C98-BD37-F43FC74B3CE8}"/>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08A22082-8377-4EE7-8A66-02AF302C4CBA}"/>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FA6864DB-2E70-470C-B9D4-C54B33024D5A}"/>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2798A185-7C92-44B5-A8C0-E8E9A667681D}"/>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B6022E0-A1D2-49A9-A589-47981299127A}"/>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B0DBB2E9-22B0-4025-9FBC-DD1A47913184}"/>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E2672DEE-C6F6-4FEC-969A-8F7B2B961A22}"/>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742BB258-E06A-45A4-966A-6C8CA3DD7513}"/>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DC62BD24-75BC-4915-8AC9-86BC321F6326}"/>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CF284DA3-CF03-4529-9C85-D7248326492E}"/>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E252381F-0AD6-4B3C-8DD2-BF7A95759D6C}"/>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847DBFFD-9C0B-4404-AB3C-A8B5659AAE91}"/>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F53DEEBD-E1AC-43DA-A46B-FA699B6BC840}"/>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F36BB744-F030-4E21-BC28-A2F78139D591}"/>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9BDEEFCE-798B-442F-A0F5-FC8E8A5B6FFC}"/>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97C9C400-B9C6-4DD8-BC7E-59A48A94AA8C}"/>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7788A376-4775-44F1-829A-DE62800A8F1A}"/>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EEABCB7-18DD-4323-9DBF-C5749B78DEFA}"/>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1CD152AC-7DC8-4FB5-ACDD-927EB4933255}"/>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D14C96E9-7713-470C-BAB7-C8E000538D1A}"/>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FD875A26-B44B-4228-B3CB-D9423F25265A}"/>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B64289D8-306D-43AF-8C29-3C6EBC32E0C3}"/>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B6783E04-C691-4742-A86C-C68DEF6EF2B9}"/>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84D51FA9-9A1E-44BF-BC16-30E48F33A794}"/>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C0390316-53C4-45E0-896E-E33DB87ACA5C}"/>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B851E218-A798-4DA5-9185-11C38853A847}"/>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01452FC1-6D92-42E0-8C1D-1C730E79BC74}"/>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81067C73-B84B-41F5-A3F0-BF2E5CA8EFCA}"/>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B87D8037-AB2D-42AE-A4B1-18A80AF081E2}"/>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D95F6E06-4B15-4C30-BCC0-06B46BEB18EE}"/>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A1219C48-80CC-43C4-9894-7E2B54443644}"/>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FFDA9E05-1692-431C-9BB8-0CC77C49F6C3}"/>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6D114097-D9C3-467A-BC54-B0FEC5ABCD2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9DB81E45-1012-4D8A-A5BB-A8E0F47EF563}"/>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2C3E75D4-995E-4B5F-8660-6D6BC9F5EC9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83EAC638-6446-484C-B04B-3572564B8580}"/>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B3697F9F-0456-416F-BE82-8602639A95BB}"/>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720CFA73-DB51-4DD7-9621-FD180F325EE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180B6684-3EAA-463C-ABA0-6911370ED00F}"/>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A2344475-4946-4DA1-ABB8-6B22F64C6963}"/>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E8A8D04A-B4A0-4051-8795-98F0AECB822B}"/>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FA8C41CE-BAED-450F-BF81-A4851D8B752A}"/>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56CDBD7B-4BBD-45B9-978B-ECB1CFFFF4F8}"/>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728BEB56-9772-4859-93D7-A0BA5A913536}"/>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5E797964-AFD6-4B22-9BF4-0D5ACB0A2862}"/>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EDB9B3D4-768D-47D8-AC11-C8E0EB2ACB56}"/>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C1727F47-39B0-45FE-9396-E48728942216}"/>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BAAB01BA-A778-4C6A-911C-5C28639A46A9}"/>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224F4089-3D08-4AF4-B644-B979D46CA9C6}"/>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3F667CFF-ED35-412D-ABEE-A560D4038771}"/>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84648C2A-2671-489A-A741-D140356B903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8626B57E-CFAD-4729-A45E-2FBFCC1AC76C}"/>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B7AA66C0-12E8-49B2-85EB-AE82BCF22E99}"/>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09217BC6-CF54-4DB8-84CA-A2DABE47E4F0}"/>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9A21B623-9857-4D4F-9D29-AF466DE0F6FC}"/>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214310FE-E8C7-4255-BA6B-A58D1AE6B75E}"/>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E71A0739-B838-471B-812A-8D3550AFEED0}"/>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6A1EFBEC-CFE3-4896-AC5E-75556B658FE3}"/>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AAAADC34-5F51-401A-8EB2-0C4032FC496D}"/>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6C8A338C-4371-4C62-B0D0-98C94373BDC5}"/>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970D0451-7C29-4E2B-BAEC-FECB4359316A}"/>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27B9DC09-6C02-473B-B963-1233A5FF1B5D}"/>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2591741B-51E8-465B-BA63-60D32B5C9763}"/>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9B9E44F6-DF8B-4E4A-A895-397ED99F774F}"/>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F413A941-CE5F-4594-BBA7-E3259262F9DC}"/>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4CA0D8CC-2EE8-4179-89DE-239BDBD20D8A}"/>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1978804E-C4E9-4147-9592-5E257F63344A}"/>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192927F1-BA54-4E94-9C31-8A7708FA89B9}"/>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472BB7E5-42D1-40EE-B63C-235B30AF2BF3}"/>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E3AEB611-9585-4DD7-A4BC-DFE98AC71902}"/>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7D8A411B-C900-4816-87B5-196BBE6AACAE}"/>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B05936EB-9918-4DF6-9E6F-B19C0744F1F5}"/>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0B662218-79C3-46EB-8495-0263CB7F2041}"/>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F7E29E9A-4F8D-493D-AA0D-F534C959A488}"/>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85CC3C10-E06F-4687-A13A-B1F190C1A6E8}"/>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44726877-E1C8-4D78-A5A2-9D4698033AD5}"/>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0C73DED2-1704-4CAE-9E81-1278BB7995FC}"/>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731D10D-3E56-4C65-8699-DD59AA28CE8C}"/>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94E95508-FD1D-447F-AAD1-0224292FD518}"/>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4F2DF780-74D7-4D89-A58D-F9435CF45CF0}"/>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43DDEC7-0C05-4318-91C3-90AF549353E1}"/>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1D99C09C-AB10-48ED-8460-6FBA0F3EB132}"/>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F81B51AF-3ED4-490B-8ABE-03C43E6EA29D}"/>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AD1F9FFB-92C4-467B-ADD0-F54DF81BC975}"/>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A5040666-021D-4E26-9BEE-698CEF4BA95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C9A6581C-A95D-43E9-B50E-585C157117BA}"/>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6CFD0485-7B27-4372-9A47-88EB2BD5ECF7}"/>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96B829E6-90FB-4D1E-9D24-A5C9DCAA9061}"/>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28025EF2-D43C-4F66-88F3-D594975ABFA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E6FDB7C0-819E-4505-BC41-4D01C15F1D1E}"/>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BD8A25EF-0D14-45EA-B574-1E8BD83270B9}"/>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0C8F2563-DF9B-4551-99CD-704F1D096D19}"/>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C685FBB3-C9F4-4A35-B72E-0276F3F4F70B}"/>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07F4DD00-6FBF-4E19-9FF0-1AEE197699CC}"/>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6388AD47-01F2-4320-AB61-56A309BED39A}"/>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9C9E948F-9E52-4D46-AC86-81F524B5D263}"/>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14061034-EDCA-461E-8EAE-CD4802F2073C}"/>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2056CB8F-24E3-4D3A-ABFB-26BC44D0EEFD}"/>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9B79A271-B0A0-457C-AB2F-4E565617FA9B}"/>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CD7C0AD-18B0-4625-93C7-FD2079829A67}"/>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AA0DB6AD-640D-4AAB-B69B-13CCF95CE1EC}"/>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377FC17C-6253-47CF-B55C-9E2B48C56EC6}"/>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FAAD3628-3777-4896-8E52-CB14E0E45AE7}"/>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6CE7C4F1-34B6-462C-A2E9-BE4796812484}"/>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1B528C89-9962-421D-8769-312FC7A29CA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E844376A-9C14-451E-99AC-F06855CB2F65}"/>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A349D558-A69D-42BF-AF57-A8B486B87C4A}"/>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C1BCA46C-D0E9-4A3C-9A5C-E5056FD93101}"/>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856CB38D-0468-4B61-B750-32C4AB98E125}"/>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B346F551-61BD-42E9-A79F-9577B6FAC103}"/>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B154DEDE-6E34-4BFA-9C94-384D529F6FC2}"/>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627F5BF5-DA2A-4E39-B4A4-6DCE87800EE1}"/>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A9184B8B-05E0-49BA-95E0-59B079892F78}"/>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3DFB3625-DA7B-44C1-BF14-F9C1BE376A75}"/>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E3861460-6063-4A9E-93B5-5A09046F118A}"/>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BF4975D7-FEF8-4E02-AD73-B7EBE0BEDEEF}"/>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1D4D87B6-D1B3-45D2-8CDC-1AC8040A09A0}"/>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5D3DAF42-1A37-4FDC-A511-817BC1660DB6}"/>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66C30AFE-F39D-4467-ABD6-865938F9AAC6}"/>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611F1DA9-3CFE-48CA-A1F6-D3B0625B7D2D}"/>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0B4B86F5-780A-4DC2-80D5-4EDE774A59B9}"/>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D35F5352-6929-45B2-8C6D-2F0F437248DA}"/>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6A7F7116-A38C-416E-B527-700630D57CBD}"/>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D334897C-8CDD-4A17-8D43-EA313C16DCA3}"/>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3651E45C-3067-412B-B1A9-125CD0AB1BC1}"/>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2621F2DD-326D-4E65-A1E0-447DA86ACCE8}"/>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398B2BB0-123B-4D99-B396-9F8FA6511D9B}"/>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F87588C8-8094-4CF1-980E-899B9563D5DD}"/>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352DD5E5-A4B9-4CDE-B83B-993EBAC4A5B4}"/>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31D79D82-1249-45BA-8ED4-4C71CBD71291}"/>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23B38149-DC47-428C-9473-122E1A29EDDB}"/>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869FD25D-CA3E-48C1-BB18-05683F30B694}"/>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26E4F445-A0E5-4BD1-A641-22411F149879}"/>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4CBA6845-A6AE-4BDC-9D27-9FA986E552E0}"/>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E7300D3-8FC7-4115-A215-EE398F46E49F}"/>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D2C6BCDC-7A62-4194-80EB-8071E8AA5BD8}"/>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D7764CF5-0D1A-4602-BFF2-882294526C82}"/>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4AEAEE6-4B77-4624-9D51-091BA78FCBB9}"/>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B18A9565-DEB8-4ACF-8B7B-31A8331D2D57}"/>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7551A686-4939-47CA-9D51-6EFC26A674B7}"/>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AFEE4DCF-961A-4170-A0F5-441E691822A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E5D0FD58-1731-4CC7-8182-71F7FDAF287D}"/>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98457EC7-5342-45AC-BEEB-E5B92C7E5E9D}"/>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638D98FE-39E3-4942-9B42-DDDF3DD5D3D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101685B6-08B9-4DF3-8A9E-12027015C9C5}"/>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3EE919BE-E3F3-4EBD-9288-7BF43CB4D95D}"/>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2C19028-2D60-4E84-A871-3FA1063584D1}"/>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539CEA3E-B5E6-4B80-81FA-9C6F7D596DDD}"/>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CEFA49E3-7D5F-4869-966F-FA72F8A3FE3E}"/>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B3571E6F-0DA8-41EB-8F38-57F669AE89D9}"/>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3B5AF149-DB0A-4785-AE16-503FD58C5754}"/>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B04FC5DB-52BE-4AA4-8276-CF26494D5226}"/>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9AD4C998-1EFD-4734-9912-465C2AC6FE0A}"/>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FCC2F296-7190-4113-9ABF-157B91020309}"/>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8807E074-DB74-4112-8E4A-57BC0C7B0C3B}"/>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E09B28C6-E1E3-4274-A4D0-FD64BED52CD8}"/>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BE1A0B59-0777-40F9-BFCE-ED45F8C8FEE3}"/>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B9B80FE-6B1D-44FB-8F75-58DAD34518D2}"/>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E2ECB48B-225B-4B2C-B393-C987CC86BEC0}"/>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3EEB52A2-FA66-45C2-B9F5-D499403A3411}"/>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0E8794C3-2BD4-4C36-A294-B0F472CD3A75}"/>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A6F687BA-56B0-41FD-9BCD-2CAFC9B14CC6}"/>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B8CF1A39-A142-4F8D-BD22-DE49110FF3C0}"/>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59F8DF2E-7EFE-4B5B-A565-6691D26B8AD5}"/>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56B1342-C45C-44C9-BB88-4C979B3F61BA}"/>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5CBD47F5-20C5-4F11-896A-4DA984C06C6E}"/>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33F0B25F-5EA6-47A9-A22F-54D51DB68617}"/>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3ACEB675-B35B-4AD7-B806-D06C63141D8E}"/>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07FE04CD-0E1E-485D-9541-E8DF496BE481}"/>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809A4F17-69E3-445E-B5B1-85CBEB44EB7E}"/>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B22FF169-F944-4173-88D0-5593EBC221F4}"/>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FEE5B5B0-F1B6-4682-A1DC-5BE10ECD671C}"/>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D61967C5-2822-40D8-925C-38CF067C0CD4}"/>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4865F4BE-6739-4DFA-B104-44E48EF53B64}"/>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4CE9D8FA-7928-46A0-8B9E-0C0B8F14B4CD}"/>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2CDE0CD6-7886-46A3-AC0E-B4D20372E769}"/>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BCAF3EC2-A6DA-4D88-9AF6-E6DBA98B285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1655555D-A51C-4128-9BE5-9E4A59FEE7FF}"/>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8B1E5DB8-BDF9-41CB-9F65-FA2674B61121}"/>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24649DF2-D846-492A-BEE0-21D85ABA5A6B}"/>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5E3CA58-EED3-46CD-9834-4D880EC59C99}"/>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AB4E3358-D94B-4108-9E5B-24A1157B97D0}"/>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BD607B73-E86E-4F24-82AE-04A6D64144EF}"/>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BE09CE10-9D49-4730-88E4-BDD55A4FF1C2}"/>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2F80335F-92CF-4747-BE59-89F9D8FEDDDF}"/>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6F707C36-3269-443D-A8F3-615486500C0C}"/>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16973075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