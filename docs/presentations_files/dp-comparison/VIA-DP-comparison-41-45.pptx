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4e123e628d497c" /><Relationship Type="http://schemas.openxmlformats.org/officeDocument/2006/relationships/extended-properties" Target="/docProps/app.xml" Id="R7186ff940aea4be0" /><Relationship Type="http://schemas.openxmlformats.org/officeDocument/2006/relationships/officeDocument" Target="/ppt/presentation.xml" Id="Ra08fa4d96a384f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e98eb696014fc4"/>
  </p:sldMasterIdLst>
  <p:notesMasterIdLst>
    <p:notesMasterId xmlns:r="http://schemas.openxmlformats.org/officeDocument/2006/relationships" r:id="Rfaa7614fe901489a"/>
  </p:notesMasterIdLst>
  <p:sldIdLst>
    <p:sldId xmlns:r="http://schemas.openxmlformats.org/officeDocument/2006/relationships" id="256" r:id="R6b3b8cfb74a642f9"/>
    <p:sldId xmlns:r="http://schemas.openxmlformats.org/officeDocument/2006/relationships" id="257" r:id="R252affb76cd1405d"/>
    <p:sldId xmlns:r="http://schemas.openxmlformats.org/officeDocument/2006/relationships" id="258" r:id="R58e2c2163f2843dc"/>
    <p:sldId xmlns:r="http://schemas.openxmlformats.org/officeDocument/2006/relationships" id="259" r:id="R918e59e503544ff4"/>
    <p:sldId xmlns:r="http://schemas.openxmlformats.org/officeDocument/2006/relationships" id="260" r:id="R9fe0aedaecf1434d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2047aef42243b8" /><Relationship Type="http://schemas.openxmlformats.org/officeDocument/2006/relationships/slideMaster" Target="/ppt/slideMasters/slideMaster1.xml" Id="Rc1e98eb696014fc4" /><Relationship Type="http://schemas.openxmlformats.org/officeDocument/2006/relationships/notesMaster" Target="/ppt/notesMasters/notesMaster1.xml" Id="Rfaa7614fe901489a" /><Relationship Type="http://schemas.openxmlformats.org/officeDocument/2006/relationships/presProps" Target="/ppt/presProps.xml" Id="R52f1602a9b714095" /><Relationship Type="http://schemas.openxmlformats.org/officeDocument/2006/relationships/tableStyles" Target="/ppt/tableStyles.xml" Id="Rf7329ab5268c434e" /><Relationship Type="http://schemas.openxmlformats.org/officeDocument/2006/relationships/slide" Target="/ppt/slides/slide1.xml" Id="R6b3b8cfb74a642f9" /><Relationship Type="http://schemas.openxmlformats.org/officeDocument/2006/relationships/slide" Target="/ppt/slides/slide2.xml" Id="R252affb76cd1405d" /><Relationship Type="http://schemas.openxmlformats.org/officeDocument/2006/relationships/slide" Target="/ppt/slides/slide3.xml" Id="R58e2c2163f2843dc" /><Relationship Type="http://schemas.openxmlformats.org/officeDocument/2006/relationships/slide" Target="/ppt/slides/slide4.xml" Id="R918e59e503544ff4" /><Relationship Type="http://schemas.openxmlformats.org/officeDocument/2006/relationships/slide" Target="/ppt/slides/slide5.xml" Id="R9fe0aedaecf143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8252f8c40243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c0f900f24c4abf" /><Relationship Type="http://schemas.openxmlformats.org/officeDocument/2006/relationships/notesMaster" Target="/ppt/notesMasters/notesMaster1.xml" Id="R9b4cf53b75164e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9978e34260414b" /><Relationship Type="http://schemas.openxmlformats.org/officeDocument/2006/relationships/notesMaster" Target="/ppt/notesMasters/notesMaster1.xml" Id="R388b9cf18d784f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bc24b34d914bc1" /><Relationship Type="http://schemas.openxmlformats.org/officeDocument/2006/relationships/notesMaster" Target="/ppt/notesMasters/notesMaster1.xml" Id="R78e1e4d2f3d949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1c9d6eabf240bf" /><Relationship Type="http://schemas.openxmlformats.org/officeDocument/2006/relationships/notesMaster" Target="/ppt/notesMasters/notesMaster1.xml" Id="Re39977d3b89e48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dfe6eced1a4694" /><Relationship Type="http://schemas.openxmlformats.org/officeDocument/2006/relationships/notesMaster" Target="/ppt/notesMasters/notesMaster1.xml" Id="Rf8431ea6c0e542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  <a:p xmlns:a="http://schemas.openxmlformats.org/drawingml/2006/main">
            <a:r>
              <a:t>A 중앙 조정 방식: Request Controller 내부 Dialogue Dispatcher와 Dialogue Progress State. B 이벤트 흐름을 연결하는 방식: Request Controller 내부 Input Resolution Stage·Task Notice Stage와 Window, Response Manager 내부 Publication Join·Publication Window. 같은 정식 10개 Component와 원본 owner, 흰색/검정 공통 및 살구색/짙은 테두리 차이 표기.</a:t>
            </a:r>
          </a:p>
          <a:p xmlns:a="http://schemas.openxmlformats.org/drawingml/2006/main">
            <a:r>
              <a:t>Voice Runtime에는 Interaction Manager의 음성 입출력·즉시 중단 기능과 Model Access client가 배치된다. 동시 실행 수가 제한된 비동기 executor와 Blocking worker pool, Model Access 별도 scheduler를 사용한다. A 사건 대기열·비동기 작업·완료 반환은 실행 기반이, B 이벤트 채널·구독·단계별 수용량·취소 전달은 실행 라이브러리가 지원한다. 수치·우선순위·pool 크기는 미정이며 별도 Component·process·모델을 추가하지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4c2206c5a24e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5b7ef41d6541cb" /><Relationship Type="http://schemas.openxmlformats.org/officeDocument/2006/relationships/slideLayout" Target="/ppt/slideLayouts/slideLayout1.xml" Id="Re64ce684e0f34e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4ce684e0f34e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65ac39fa74d00" /><Relationship Type="http://schemas.openxmlformats.org/officeDocument/2006/relationships/notesSlide" Target="/ppt/notesSlides/notesSlide1.xml" Id="R32964d3bced948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d5fc457ad49d1" /><Relationship Type="http://schemas.openxmlformats.org/officeDocument/2006/relationships/notesSlide" Target="/ppt/notesSlides/notesSlide2.xml" Id="R5558b64c3b0840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490413372489a" /><Relationship Type="http://schemas.openxmlformats.org/officeDocument/2006/relationships/notesSlide" Target="/ppt/notesSlides/notesSlide3.xml" Id="Rf0815e1bc22c45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47b1dc45004920" /><Relationship Type="http://schemas.openxmlformats.org/officeDocument/2006/relationships/notesSlide" Target="/ppt/notesSlides/notesSlide4.xml" Id="R165df36c393344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98ccb9bac4548" /><Relationship Type="http://schemas.openxmlformats.org/officeDocument/2006/relationships/notesSlide" Target="/ppt/notesSlides/notesSlide5.xml" Id="R4cc73ef4099a45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7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61605C17-72F5-47D8-8D1C-2F574B2B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64D277D7-3230-445E-BCEE-25929982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9986ED7C-D7A3-480E-A009-781151D0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F7AB4ED-D120-4231-BD15-F2D495DC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525B281C-36A3-4A65-B951-A57D5989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0ADA04D7-34BA-4521-8D2C-1B63CF43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7AE6AAF6-2295-4F5A-B033-2BF235CA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22DEC52D-8AA8-4B76-B4E2-8B3AAA16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C0972EAD-B327-46F2-9902-E8CC8D43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3FBB2F65-2167-4DAF-8499-F8AE7861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02A599B0-8D9E-46B9-B981-BF020BA7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A36EFA53-F70A-4946-A4F2-9A8F71F9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D1DE128F-D4D4-4380-B7B3-66C8D9C2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01AFFE0F-8EEB-436E-B3A6-D9829D05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3AA154AF-0434-4CA2-ACC4-B0598B55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4F8A9F2C-EAC6-4298-9F1E-F8AA3E31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F0DCE650-A829-416C-803F-FD2795B3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5314774E-FA24-47FC-85C9-AF18B2B9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E623A526-A376-4497-8184-290C3C2D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099560EB-A642-4EEB-9765-34DDFD45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D28E299D-5E17-40F8-857F-F5CEE5F8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004B8BFA-5FBC-4612-A812-AA80BD50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E7A6707-D55E-40BB-9A31-9E585C90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FD9B8966-135B-4439-B2E0-4BD853C5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평균 VIA 처리시간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654B7223-E987-462A-9D08-A63F1E25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12DEA5D4-4240-4280-92B3-D6E28FFB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EB9AFD2C-DBBA-4768-AE7D-22FFB305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C4F53F3-D5BA-42DA-B80E-DCB9282C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F1931839-5569-4B35-A96B-A30EAC45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2A41CD52-D665-4899-99E5-2665F956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24514D28-EB0D-43F4-8027-16C1F827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CCA869F0-4B72-414B-821D-A3B6C3D7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1FDAF722-D660-4CC4-8162-200C8FD3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AC87BBDE-BB8B-4B8E-8961-CFEF3236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96229D3B-5955-4D55-B073-D251A0CE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8F654299-2BE5-4739-AB41-39AA6622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E75359EE-B68D-4DE2-91D9-A5CE5624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3375E7DB-E109-4BA6-AB98-56ECE077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평균 VIA 처리시간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02655D49-ACEE-4016-AE23-9F6908B6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2C5FCC38-76F6-4E41-A674-D3C47DC5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2D5111AE-1FDB-4659-9AE2-D99A83D9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8ED02E62-1A0F-4105-9286-D6FE0D84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5C68636F-6346-4C51-8429-03354203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A65769C3-C86E-4484-A5A2-36E14D6B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66D4DB84-16FD-4736-8256-89FCA304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0232E998-2060-460B-8F7A-C58D4513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767C06D-22AD-4707-99BE-6860F52F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AE629878-1D63-467B-B8DC-B5CA9201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6EE724BD-0DF0-4F7A-8E2D-41A8B38D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6F2E8203-3A19-4DB6-B21D-A5416C78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AA9870F-4E55-4221-BBC7-9EB3A21E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F8F0BD33-7A8C-40E0-BE15-7E8ED59E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8DD8893F-30ED-4E6A-900F-1545EDEE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DE8D918E-20A8-4446-9AB9-948F85D1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38A9721C-44FF-447C-BA75-411F8B8C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2103AF6F-7273-44D6-8557-8E94B8FB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21BCC930-AA1D-43E1-A407-6C9505D9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D5703DBD-6373-4902-B1FB-80D9E357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1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06055B49-8753-4C75-9D10-EE5EE66F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1-comparison / n59">
            <a:extLst xmlns:a="http://schemas.openxmlformats.org/drawingml/2006/main">
              <a:ext uri="{FF2B5EF4-FFF2-40B4-BE49-F238E27FC236}">
                <a16:creationId xmlns:a16="http://schemas.microsoft.com/office/drawing/2014/main" id="{F4E69209-EEE8-413F-B155-768DDF55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1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9C988C97-07D5-4B7B-9D39-89A5ECA0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DEF463B1-AAB9-4C21-BD32-E57B00D2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018F77D2-B2D0-40A8-9A86-AB5EB7B3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244C4479-BC49-44F1-BF0B-85D060D5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1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77402DBC-E0EE-45A9-8FF3-CFFA7D03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11466544-0A6F-4178-9538-830B20F8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73818270-D756-4513-8EF1-7E409CC0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1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3FCC76A9-5E1B-49B1-AB8A-615C74C0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1-comparison / n68">
            <a:extLst xmlns:a="http://schemas.openxmlformats.org/drawingml/2006/main">
              <a:ext uri="{FF2B5EF4-FFF2-40B4-BE49-F238E27FC236}">
                <a16:creationId xmlns:a16="http://schemas.microsoft.com/office/drawing/2014/main" id="{03CF5590-2A38-4BC0-8C5F-25BA8F91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1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2E1D44FB-F85F-424D-AE58-B3BDECF8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BF34A288-CED1-48E4-967A-D1968CF0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9856031A-9830-4F3F-8624-B5068C58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39E05CFA-0E67-42C0-ACAB-BEF8A996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75955DFC-B5FC-4BA0-8FBD-F184104E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1649B509-91D9-4D88-AB4C-84090185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1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C0B31E2F-644C-4D56-8ECB-FA8196AB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1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F40CB940-FB10-4F00-8B8B-8B52F9ED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1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C8981076-CF9A-4CBB-9858-A8B6FB2D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1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4307DC5-B32E-4506-8AEB-491703F0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1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E2FD7896-C95A-41C8-88CE-C3CCF6D7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1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96FC65DC-DA3F-40C1-8C50-76A7F431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D4B80E9F-4F94-469B-AC34-5E0BF58B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1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39BF12CC-0F65-4D2C-85D2-22CCD200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1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F66F7232-8843-497F-BED6-69A51451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1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8012F3FD-51A2-44D4-ADD2-2BD9CA69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7C2FDFC5-B226-494C-B233-4B812152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7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D440EFED-D876-4223-BC03-3BBB6ABA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88" name="dp41-comparison / n84">
            <a:extLst xmlns:a="http://schemas.openxmlformats.org/drawingml/2006/main">
              <a:ext uri="{FF2B5EF4-FFF2-40B4-BE49-F238E27FC236}">
                <a16:creationId xmlns:a16="http://schemas.microsoft.com/office/drawing/2014/main" id="{3ABC39E0-186E-401B-A328-28713783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9" name="dp41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5E28425E-8330-47E5-BAA4-84E6EC7E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90" name="dp41-comparison / n90">
            <a:extLst xmlns:a="http://schemas.openxmlformats.org/drawingml/2006/main">
              <a:ext uri="{FF2B5EF4-FFF2-40B4-BE49-F238E27FC236}">
                <a16:creationId xmlns:a16="http://schemas.microsoft.com/office/drawing/2014/main" id="{E9DF3CCF-7E6B-401C-9934-CE5077D2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1" name="dp41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097100EB-378F-4B0C-901B-7C2F7BC3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2" name="dp41-comparison / n92">
            <a:extLst xmlns:a="http://schemas.openxmlformats.org/drawingml/2006/main">
              <a:ext uri="{FF2B5EF4-FFF2-40B4-BE49-F238E27FC236}">
                <a16:creationId xmlns:a16="http://schemas.microsoft.com/office/drawing/2014/main" id="{59C52BC6-250E-437C-840A-58F51452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1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C20EAE04-37BC-4FE3-9A34-CE1E8B4A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94" name="dp41-comparison / n94">
            <a:extLst xmlns:a="http://schemas.openxmlformats.org/drawingml/2006/main">
              <a:ext uri="{FF2B5EF4-FFF2-40B4-BE49-F238E27FC236}">
                <a16:creationId xmlns:a16="http://schemas.microsoft.com/office/drawing/2014/main" id="{4A1B64C7-06E6-4A6C-9348-E2EA90E0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1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A5D7ECE3-F2CC-4F26-B817-C6B1FB9D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96" name="dp41-comparison / n96">
            <a:extLst xmlns:a="http://schemas.openxmlformats.org/drawingml/2006/main">
              <a:ext uri="{FF2B5EF4-FFF2-40B4-BE49-F238E27FC236}">
                <a16:creationId xmlns:a16="http://schemas.microsoft.com/office/drawing/2014/main" id="{7E471736-AFE3-4B82-9306-4F4C2253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1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4EB77D4D-948E-4D2D-BD70-B001E8CD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8" name="dp41-comparison / n98">
            <a:extLst xmlns:a="http://schemas.openxmlformats.org/drawingml/2006/main">
              <a:ext uri="{FF2B5EF4-FFF2-40B4-BE49-F238E27FC236}">
                <a16:creationId xmlns:a16="http://schemas.microsoft.com/office/drawing/2014/main" id="{B2F6AEDC-CC3B-4A3E-B1AE-983189BD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1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CF41D535-C6DF-47B0-9A7E-3F733B27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00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3E6C949F-0FA2-43AB-9960-6809C98D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1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A1201648-5B29-4FAF-B13E-B4B26556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11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2" name="dp41-comparison / n107">
            <a:extLst xmlns:a="http://schemas.openxmlformats.org/drawingml/2006/main">
              <a:ext uri="{FF2B5EF4-FFF2-40B4-BE49-F238E27FC236}">
                <a16:creationId xmlns:a16="http://schemas.microsoft.com/office/drawing/2014/main" id="{92447A0E-9FC9-4384-96A2-3C2D33E4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53816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3" name="dp41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93DC179F-CBF5-4B5A-B26A-8B082889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48100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04" name="dp41-comparison / n109">
            <a:extLst xmlns:a="http://schemas.openxmlformats.org/drawingml/2006/main">
              <a:ext uri="{FF2B5EF4-FFF2-40B4-BE49-F238E27FC236}">
                <a16:creationId xmlns:a16="http://schemas.microsoft.com/office/drawing/2014/main" id="{2FB892F9-BF7D-4E5A-96F2-32D2B364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71950"/>
            <a:ext cx="2190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5" name="dp41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3F99AA6E-53C1-4D39-8B14-0980923F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260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106" name="dp41-comparison / n111">
            <a:extLst xmlns:a="http://schemas.openxmlformats.org/drawingml/2006/main">
              <a:ext uri="{FF2B5EF4-FFF2-40B4-BE49-F238E27FC236}">
                <a16:creationId xmlns:a16="http://schemas.microsoft.com/office/drawing/2014/main" id="{75AD28E2-C3CC-43E9-8E27-43632D0E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2383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7" name="dp41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6F9CBE78-FCE1-47EC-9873-3CD169FE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60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108" name="dp41-comparison / n113">
            <a:extLst xmlns:a="http://schemas.openxmlformats.org/drawingml/2006/main">
              <a:ext uri="{FF2B5EF4-FFF2-40B4-BE49-F238E27FC236}">
                <a16:creationId xmlns:a16="http://schemas.microsoft.com/office/drawing/2014/main" id="{883CF842-6D31-4BE9-AA43-74B8C6A7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67325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9" name="dp41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4CFF3275-F515-4A54-961A-E129A6C6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68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110" name="dp41-comparison / n115">
            <a:extLst xmlns:a="http://schemas.openxmlformats.org/drawingml/2006/main">
              <a:ext uri="{FF2B5EF4-FFF2-40B4-BE49-F238E27FC236}">
                <a16:creationId xmlns:a16="http://schemas.microsoft.com/office/drawing/2014/main" id="{F03230BD-FF8D-4D20-B72E-D1F0847E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29225"/>
            <a:ext cx="2238375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1" name="dp41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617DE57-28FD-4C70-A748-6F3516DB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91150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112" name="dp41-comparison / n117 / path">
            <a:extLst xmlns:a="http://schemas.openxmlformats.org/drawingml/2006/main">
              <a:ext uri="{FF2B5EF4-FFF2-40B4-BE49-F238E27FC236}">
                <a16:creationId xmlns:a16="http://schemas.microsoft.com/office/drawing/2014/main" id="{595D6AF6-88C1-4B7B-BB6C-B239857A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638550"/>
            <a:ext cx="3171825" cy="2900363"/>
          </a:xfrm>
          <a:custGeom xmlns:a="http://schemas.openxmlformats.org/drawingml/2006/main">
            <a:pathLst>
              <a:path w="3171825" h="2900363">
                <a:moveTo>
                  <a:pt x="190500" y="2900363"/>
                </a:moveTo>
                <a:lnTo>
                  <a:pt x="409575" y="2895600"/>
                </a:lnTo>
                <a:lnTo>
                  <a:pt x="409575" y="2381250"/>
                </a:lnTo>
                <a:lnTo>
                  <a:pt x="3171825" y="2381250"/>
                </a:lnTo>
                <a:lnTo>
                  <a:pt x="3171825" y="0"/>
                </a:ln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3" name="dp41-comparison / n117 / arrow">
            <a:extLst xmlns:a="http://schemas.openxmlformats.org/drawingml/2006/main">
              <a:ext uri="{FF2B5EF4-FFF2-40B4-BE49-F238E27FC236}">
                <a16:creationId xmlns:a16="http://schemas.microsoft.com/office/drawing/2014/main" id="{54F94579-820C-4182-9764-1BF953B1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347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1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5FC9897D-6268-42F7-8337-A73B0FCA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1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581BC202-7ACF-4113-8D02-D1C5D607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944" y="42527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1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9ED8297C-70AF-4401-BAD8-B49A2302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6722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1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32D2990B-0C62-45F1-82EB-EF49D3A9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336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1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7ECB43A7-B85D-40F3-A7F8-18B307EE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285875" cy="742950"/>
          </a:xfrm>
          <a:custGeom xmlns:a="http://schemas.openxmlformats.org/drawingml/2006/main">
            <a:pathLst>
              <a:path w="1285875" h="742950">
                <a:moveTo>
                  <a:pt x="1095375" y="0"/>
                </a:moveTo>
                <a:lnTo>
                  <a:pt x="1285875" y="0"/>
                </a:lnTo>
                <a:lnTo>
                  <a:pt x="1285875" y="619125"/>
                </a:lnTo>
                <a:lnTo>
                  <a:pt x="0" y="619125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1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70638216-60D1-4C3A-949B-729184C0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52002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1-comparison / n127 / path">
            <a:extLst xmlns:a="http://schemas.openxmlformats.org/drawingml/2006/main">
              <a:ext uri="{FF2B5EF4-FFF2-40B4-BE49-F238E27FC236}">
                <a16:creationId xmlns:a16="http://schemas.microsoft.com/office/drawing/2014/main" id="{AEA14934-294C-4EB7-B1AD-03D62E81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71975"/>
            <a:ext cx="95250" cy="1076325"/>
          </a:xfrm>
          <a:custGeom xmlns:a="http://schemas.openxmlformats.org/drawingml/2006/main">
            <a:pathLst>
              <a:path w="95250" h="1076325">
                <a:moveTo>
                  <a:pt x="95250" y="1076325"/>
                </a:moveTo>
                <a:lnTo>
                  <a:pt x="0" y="10763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1-comparison / n127 / arrow">
            <a:extLst xmlns:a="http://schemas.openxmlformats.org/drawingml/2006/main">
              <a:ext uri="{FF2B5EF4-FFF2-40B4-BE49-F238E27FC236}">
                <a16:creationId xmlns:a16="http://schemas.microsoft.com/office/drawing/2014/main" id="{5CFC4C6B-B731-45AC-9EA8-97889337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43384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1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63D5D1B0-8CFE-47D9-B285-9846EDF9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38" y="4572000"/>
            <a:ext cx="953" cy="657225"/>
          </a:xfrm>
          <a:custGeom xmlns:a="http://schemas.openxmlformats.org/drawingml/2006/main">
            <a:pathLst>
              <a:path w="953"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3" name="dp41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2B163078-B83A-4DB0-9B9C-E68FF872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10" y="51621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4" name="dp41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1FEEE1B1-AE22-469B-89DB-274879FF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171950"/>
            <a:ext cx="953" cy="1466850"/>
          </a:xfrm>
          <a:custGeom xmlns:a="http://schemas.openxmlformats.org/drawingml/2006/main">
            <a:pathLst>
              <a:path w="953" h="1466850">
                <a:moveTo>
                  <a:pt x="0" y="1466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5" name="dp41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C3411249-E5A5-4165-8CE6-A9490BF9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10" y="417195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6" name="dp41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33D556F0-17AA-4539-9BA0-8F00C028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1119188" cy="819150"/>
          </a:xfrm>
          <a:custGeom xmlns:a="http://schemas.openxmlformats.org/drawingml/2006/main">
            <a:pathLst>
              <a:path w="1119188" h="819150">
                <a:moveTo>
                  <a:pt x="0" y="0"/>
                </a:moveTo>
                <a:lnTo>
                  <a:pt x="428625" y="0"/>
                </a:lnTo>
                <a:lnTo>
                  <a:pt x="428625" y="542925"/>
                </a:lnTo>
                <a:lnTo>
                  <a:pt x="1114425" y="542925"/>
                </a:lnTo>
                <a:lnTo>
                  <a:pt x="1119188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1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584D413D-1939-4CB7-85DE-BF1355EB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009" y="5161601"/>
            <a:ext cx="67046" cy="67624"/>
          </a:xfrm>
          <a:custGeom xmlns:a="http://schemas.openxmlformats.org/drawingml/2006/main">
            <a:pathLst>
              <a:path w="67046" h="67624">
                <a:moveTo>
                  <a:pt x="0" y="1156"/>
                </a:moveTo>
                <a:lnTo>
                  <a:pt x="34679" y="67624"/>
                </a:lnTo>
                <a:lnTo>
                  <a:pt x="670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1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9865CA90-9654-4675-AE3E-2ECC7896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3195638" cy="657225"/>
          </a:xfrm>
          <a:custGeom xmlns:a="http://schemas.openxmlformats.org/drawingml/2006/main">
            <a:pathLst>
              <a:path w="3195638" h="657225">
                <a:moveTo>
                  <a:pt x="3195638" y="657225"/>
                </a:moveTo>
                <a:lnTo>
                  <a:pt x="3190875" y="600075"/>
                </a:lnTo>
                <a:lnTo>
                  <a:pt x="0" y="600075"/>
                </a:lnTo>
                <a:lnTo>
                  <a:pt x="0" y="76200"/>
                </a:lnTo>
                <a:lnTo>
                  <a:pt x="1266825" y="76200"/>
                </a:ln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9" name="dp41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C67D1370-198A-428A-AA02-AAF6A4B6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4572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1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0D730225-DD6A-46E1-AC80-B95A5C3A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38438"/>
            <a:ext cx="3714750" cy="1433513"/>
          </a:xfrm>
          <a:custGeom xmlns:a="http://schemas.openxmlformats.org/drawingml/2006/main">
            <a:pathLst>
              <a:path w="3714750" h="1433513">
                <a:moveTo>
                  <a:pt x="0" y="1433513"/>
                </a:moveTo>
                <a:lnTo>
                  <a:pt x="0" y="614363"/>
                </a:lnTo>
                <a:lnTo>
                  <a:pt x="3514725" y="614363"/>
                </a:lnTo>
                <a:lnTo>
                  <a:pt x="3514725" y="23813"/>
                </a:lnTo>
                <a:lnTo>
                  <a:pt x="3714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1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B6AC8855-903C-4B4C-BABB-0F54E8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20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1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8F4F7C1E-6AB8-4A24-A351-691FFD13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3619500" cy="1276350"/>
          </a:xfrm>
          <a:custGeom xmlns:a="http://schemas.openxmlformats.org/drawingml/2006/main">
            <a:pathLst>
              <a:path w="3619500" h="1276350">
                <a:moveTo>
                  <a:pt x="3619500" y="4763"/>
                </a:moveTo>
                <a:lnTo>
                  <a:pt x="3514725" y="0"/>
                </a:lnTo>
                <a:lnTo>
                  <a:pt x="3514725" y="647700"/>
                </a:lnTo>
                <a:lnTo>
                  <a:pt x="0" y="647700"/>
                </a:lnTo>
                <a:lnTo>
                  <a:pt x="0" y="1276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1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2170E6C7-AE78-4B3E-A2BE-744A405F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22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1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5B1F16B7-BDBF-424C-A949-5597F23A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219575"/>
            <a:ext cx="714375" cy="66675"/>
          </a:xfrm>
          <a:custGeom xmlns:a="http://schemas.openxmlformats.org/drawingml/2006/main">
            <a:pathLst>
              <a:path w="714375" h="66675">
                <a:moveTo>
                  <a:pt x="0" y="66675"/>
                </a:moveTo>
                <a:lnTo>
                  <a:pt x="409575" y="66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5" name="dp41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98B101D8-B085-4DCA-8B8C-2B1AA628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1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83727890-F6F9-4DD1-A476-A7E169EC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81500"/>
            <a:ext cx="714375" cy="66675"/>
          </a:xfrm>
          <a:custGeom xmlns:a="http://schemas.openxmlformats.org/drawingml/2006/main">
            <a:pathLst>
              <a:path w="714375" h="66675">
                <a:moveTo>
                  <a:pt x="714375" y="0"/>
                </a:moveTo>
                <a:lnTo>
                  <a:pt x="504825" y="0"/>
                </a:lnTo>
                <a:lnTo>
                  <a:pt x="504825" y="66675"/>
                </a:ln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1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0717F617-B996-4847-AB7E-24281B0B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14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1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24B54A6D-A171-41D7-A46B-12C1DBED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52925"/>
            <a:ext cx="714375" cy="990600"/>
          </a:xfrm>
          <a:custGeom xmlns:a="http://schemas.openxmlformats.org/drawingml/2006/main">
            <a:pathLst>
              <a:path w="714375" h="990600">
                <a:moveTo>
                  <a:pt x="0" y="0"/>
                </a:moveTo>
                <a:lnTo>
                  <a:pt x="409575" y="0"/>
                </a:lnTo>
                <a:lnTo>
                  <a:pt x="409575" y="990600"/>
                </a:lnTo>
                <a:lnTo>
                  <a:pt x="714375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1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8A04D5C1-7CB1-4D1E-9A7C-55C87748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1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DE473C6C-8B06-417E-A654-47975B9A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505325"/>
            <a:ext cx="714375" cy="1000125"/>
          </a:xfrm>
          <a:custGeom xmlns:a="http://schemas.openxmlformats.org/drawingml/2006/main">
            <a:pathLst>
              <a:path w="714375" h="1000125">
                <a:moveTo>
                  <a:pt x="714375" y="1000125"/>
                </a:moveTo>
                <a:lnTo>
                  <a:pt x="504825" y="1000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1" name="dp41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BE6CA121-4C78-4AA6-97AA-A41F0680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71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2" name="dp41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F6F8EE36-7358-4D34-AC00-97CF8DD9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3" name="dp41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3F5A2A81-407B-4B29-8FBF-9ACF58BF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4" name="dp41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49ADEF6D-F257-4472-9201-655C5265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5" name="dp41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08199B55-BC30-4A22-B226-C5A8FDD9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6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65A478A5-4F62-456C-82AB-18C94B17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7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65A681B4-19F5-4D37-9F6D-B4D92F8F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02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1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89BBF1AD-A9DB-4268-A00B-0BE35929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9" name="dp41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D3C8BB67-A420-4B44-92F2-A0A3FD17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5629275"/>
            <a:ext cx="23813" cy="723900"/>
          </a:xfrm>
          <a:custGeom xmlns:a="http://schemas.openxmlformats.org/drawingml/2006/main">
            <a:pathLst>
              <a:path w="23813" h="723900">
                <a:moveTo>
                  <a:pt x="23813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0" name="dp41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9EBBD50B-CD89-434F-A492-3F5A0B32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007" y="6285053"/>
            <a:ext cx="67020" cy="68122"/>
          </a:xfrm>
          <a:custGeom xmlns:a="http://schemas.openxmlformats.org/drawingml/2006/main">
            <a:pathLst>
              <a:path w="67020" h="68122">
                <a:moveTo>
                  <a:pt x="0" y="0"/>
                </a:moveTo>
                <a:lnTo>
                  <a:pt x="31305" y="68122"/>
                </a:lnTo>
                <a:lnTo>
                  <a:pt x="67020" y="2205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1" name="dp41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8AE92DBF-646E-4B15-A60F-497B9817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2" name="dp41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A6029E72-52E6-4B47-848C-E2610DF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56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3" name="dp41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AE60A6F2-2EBD-431E-882E-6B7DCC23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4" name="dp41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C7A7615-98CD-436A-9A9C-65328BE4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5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9C8F0559-969A-4741-B204-FB1969B6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6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58636E08-B171-46B1-AEF1-8A2A17E6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74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7" name="dp41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7587B7BF-ACD6-40B9-AD55-75C21DB0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8" name="dp41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A2CCD9DA-DA24-40ED-873D-EF80EC3A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23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9" name="dp41-comparison / n86">
            <a:extLst xmlns:a="http://schemas.openxmlformats.org/drawingml/2006/main">
              <a:ext uri="{FF2B5EF4-FFF2-40B4-BE49-F238E27FC236}">
                <a16:creationId xmlns:a16="http://schemas.microsoft.com/office/drawing/2014/main" id="{7A86EAD5-E49E-4FFD-85B7-55A8E884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1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DA8B7351-DFA4-4C1C-9D05-5DBDCB78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61" name="dp41-comparison / n88">
            <a:extLst xmlns:a="http://schemas.openxmlformats.org/drawingml/2006/main">
              <a:ext uri="{FF2B5EF4-FFF2-40B4-BE49-F238E27FC236}">
                <a16:creationId xmlns:a16="http://schemas.microsoft.com/office/drawing/2014/main" id="{9D0F46EE-C829-49BE-8DF6-2BD5ABB9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1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1B00AC62-E492-4A9A-9CD1-BA106261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63" name="dp41-comparison / n100">
            <a:extLst xmlns:a="http://schemas.openxmlformats.org/drawingml/2006/main">
              <a:ext uri="{FF2B5EF4-FFF2-40B4-BE49-F238E27FC236}">
                <a16:creationId xmlns:a16="http://schemas.microsoft.com/office/drawing/2014/main" id="{7A170D06-64C1-4DFF-8577-F4A8B227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p41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993EAD58-78B3-48C2-8678-429AD43B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165" name="dp41-comparison / n102">
            <a:extLst xmlns:a="http://schemas.openxmlformats.org/drawingml/2006/main">
              <a:ext uri="{FF2B5EF4-FFF2-40B4-BE49-F238E27FC236}">
                <a16:creationId xmlns:a16="http://schemas.microsoft.com/office/drawing/2014/main" id="{5428ADE0-10B5-4A18-BEE4-308BF547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1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05FE04D2-572E-4BAA-9CF4-A51983A6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167" name="dp41-comparison / n105">
            <a:extLst xmlns:a="http://schemas.openxmlformats.org/drawingml/2006/main">
              <a:ext uri="{FF2B5EF4-FFF2-40B4-BE49-F238E27FC236}">
                <a16:creationId xmlns:a16="http://schemas.microsoft.com/office/drawing/2014/main" id="{4FDD1831-2EFC-4183-BFB6-27390BEE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p41-comparison / n106 / text 1">
            <a:extLst xmlns:a="http://schemas.openxmlformats.org/drawingml/2006/main">
              <a:ext uri="{FF2B5EF4-FFF2-40B4-BE49-F238E27FC236}">
                <a16:creationId xmlns:a16="http://schemas.microsoft.com/office/drawing/2014/main" id="{6423DF03-1994-4BE4-8C47-EAB27781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169" name="dp41-comparison / n120">
            <a:extLst xmlns:a="http://schemas.openxmlformats.org/drawingml/2006/main">
              <a:ext uri="{FF2B5EF4-FFF2-40B4-BE49-F238E27FC236}">
                <a16:creationId xmlns:a16="http://schemas.microsoft.com/office/drawing/2014/main" id="{3FDE169D-B540-4EFA-9157-CF36A067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9575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p41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8F85C61D-E4AD-40A1-A9DF-04F6E91F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10527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</a:t>
            </a:r>
          </a:p>
        </p:txBody>
      </p:sp>
      <p:sp>
        <p:nvSpPr>
          <p:cNvPr id="171" name="dp41-comparison / n122">
            <a:extLst xmlns:a="http://schemas.openxmlformats.org/drawingml/2006/main">
              <a:ext uri="{FF2B5EF4-FFF2-40B4-BE49-F238E27FC236}">
                <a16:creationId xmlns:a16="http://schemas.microsoft.com/office/drawing/2014/main" id="{E46B7F91-B98E-4858-A410-43C6459C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45770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1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F58E815-E17F-4B0E-B8E1-0B349204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6722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정보</a:t>
            </a:r>
          </a:p>
        </p:txBody>
      </p:sp>
      <p:sp>
        <p:nvSpPr>
          <p:cNvPr id="173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F7AFF9E3-8392-445E-9801-3F810048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1487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03FDD4A0-D678-4449-8B8F-19363335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724400"/>
            <a:ext cx="2219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모델의 의미 제안 / 부분 수정</a:t>
            </a:r>
          </a:p>
        </p:txBody>
      </p:sp>
      <p:sp>
        <p:nvSpPr>
          <p:cNvPr id="175" name="dp41-comparison / n128">
            <a:extLst xmlns:a="http://schemas.openxmlformats.org/drawingml/2006/main">
              <a:ext uri="{FF2B5EF4-FFF2-40B4-BE49-F238E27FC236}">
                <a16:creationId xmlns:a16="http://schemas.microsoft.com/office/drawing/2014/main" id="{582BE2D2-E8AA-4A78-B732-80CC7066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981575"/>
            <a:ext cx="22178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1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FC2DCEFB-BA15-42A2-A111-EF1D5235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91100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검증 결과 반환 / 실패 시 재판단</a:t>
            </a:r>
          </a:p>
        </p:txBody>
      </p:sp>
      <p:sp>
        <p:nvSpPr>
          <p:cNvPr id="177" name="dp41-comparison / n134">
            <a:extLst xmlns:a="http://schemas.openxmlformats.org/drawingml/2006/main">
              <a:ext uri="{FF2B5EF4-FFF2-40B4-BE49-F238E27FC236}">
                <a16:creationId xmlns:a16="http://schemas.microsoft.com/office/drawing/2014/main" id="{0B07B0CA-99FA-4A6F-866D-1CBFB2D9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7202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p41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08549DFC-53F3-4197-8856-279C5C2F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81550"/>
            <a:ext cx="22479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해석과 조회 상태 / 보존 / 갱신</a:t>
            </a:r>
          </a:p>
        </p:txBody>
      </p:sp>
      <p:sp>
        <p:nvSpPr>
          <p:cNvPr id="179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DA8D2676-1EC7-402F-9BAA-04A692CB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AEA68E8D-DECE-4F3F-AF00-6E100CAF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181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5F799316-2F6D-43ED-BC48-0EDA9ECB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5507EFC7-3D21-4C75-8FF1-8F280D42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183" name="dp41-comparison / n150">
            <a:extLst xmlns:a="http://schemas.openxmlformats.org/drawingml/2006/main">
              <a:ext uri="{FF2B5EF4-FFF2-40B4-BE49-F238E27FC236}">
                <a16:creationId xmlns:a16="http://schemas.microsoft.com/office/drawing/2014/main" id="{A292DAC7-05AC-4B42-A779-A7EA2CFA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1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39DAC9B6-6957-4EB0-8E21-2BFDA0DE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185" name="dp41-comparison / n153">
            <a:extLst xmlns:a="http://schemas.openxmlformats.org/drawingml/2006/main">
              <a:ext uri="{FF2B5EF4-FFF2-40B4-BE49-F238E27FC236}">
                <a16:creationId xmlns:a16="http://schemas.microsoft.com/office/drawing/2014/main" id="{D3518576-3F27-42A4-8871-191820CF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1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D41C4505-5E62-47B7-A63C-A12E39EF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187" name="dp41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0C6C046B-13A5-4C18-B9EB-24A75F04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188" name="dp41-comparison / n157">
            <a:extLst xmlns:a="http://schemas.openxmlformats.org/drawingml/2006/main">
              <a:ext uri="{FF2B5EF4-FFF2-40B4-BE49-F238E27FC236}">
                <a16:creationId xmlns:a16="http://schemas.microsoft.com/office/drawing/2014/main" id="{84D2BECD-A5AB-4B02-9E79-EF75BF68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1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83D9A0AE-F617-47DA-A718-60F46CD5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190" name="dp41-comparison / n161">
            <a:extLst xmlns:a="http://schemas.openxmlformats.org/drawingml/2006/main">
              <a:ext uri="{FF2B5EF4-FFF2-40B4-BE49-F238E27FC236}">
                <a16:creationId xmlns:a16="http://schemas.microsoft.com/office/drawing/2014/main" id="{EFD07325-ED61-4341-B339-6FBEE384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1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92A76907-4060-43A6-BC68-8102CBA0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192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1407D88D-A1BB-4ECB-B4E8-1CC02BCA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BBBEB59A-3339-4417-8B34-F717F87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94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08C4C469-F644-469D-80D7-B4B64A2C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8C7D121E-81BB-4D8C-A74A-E1E24AFE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  <p:sp>
        <p:nvSpPr>
          <p:cNvPr id="196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B75E8DD3-6C69-49B1-9C6B-A7E70A61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7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83C31C84-F91F-412B-BCC1-159AEDF7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98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AC4C69E9-F8C1-4714-BAD1-1CE856EC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9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948CB505-2950-4AD2-A0E5-D8591A04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00" name="dp41-comparison / n175">
            <a:extLst xmlns:a="http://schemas.openxmlformats.org/drawingml/2006/main">
              <a:ext uri="{FF2B5EF4-FFF2-40B4-BE49-F238E27FC236}">
                <a16:creationId xmlns:a16="http://schemas.microsoft.com/office/drawing/2014/main" id="{FEC78074-71B0-4C52-904A-2C453299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1" name="dp41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15804CBB-70AF-4250-BF93-29391341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02" name="dp41-comparison / n177">
            <a:extLst xmlns:a="http://schemas.openxmlformats.org/drawingml/2006/main">
              <a:ext uri="{FF2B5EF4-FFF2-40B4-BE49-F238E27FC236}">
                <a16:creationId xmlns:a16="http://schemas.microsoft.com/office/drawing/2014/main" id="{962DE3A7-3324-4CDC-9DB2-C412C397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3" name="dp41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C7E1F867-6747-4683-BE72-628003FB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204" name="dp41-comparison / n179">
            <a:extLst xmlns:a="http://schemas.openxmlformats.org/drawingml/2006/main">
              <a:ext uri="{FF2B5EF4-FFF2-40B4-BE49-F238E27FC236}">
                <a16:creationId xmlns:a16="http://schemas.microsoft.com/office/drawing/2014/main" id="{95073329-783E-4F41-A8C3-6FC4B262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5" name="dp41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B905DD0D-9386-4D0B-821E-DE8F461D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206" name="dp41-comparison / n181">
            <a:extLst xmlns:a="http://schemas.openxmlformats.org/drawingml/2006/main">
              <a:ext uri="{FF2B5EF4-FFF2-40B4-BE49-F238E27FC236}">
                <a16:creationId xmlns:a16="http://schemas.microsoft.com/office/drawing/2014/main" id="{43792627-7B7F-4E4F-ACC4-9443C26F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7" name="dp41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680DBAF7-CF9A-45AE-AC60-AF8ECB07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08" name="dp41-comparison / n183">
            <a:extLst xmlns:a="http://schemas.openxmlformats.org/drawingml/2006/main">
              <a:ext uri="{FF2B5EF4-FFF2-40B4-BE49-F238E27FC236}">
                <a16:creationId xmlns:a16="http://schemas.microsoft.com/office/drawing/2014/main" id="{950A68E0-447A-496E-BD70-E9C58CDF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9" name="dp41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CB0C8EA7-353C-4E96-B4FE-F35E8DDC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10" name="dp41-comparison / n189 / path">
            <a:extLst xmlns:a="http://schemas.openxmlformats.org/drawingml/2006/main">
              <a:ext uri="{FF2B5EF4-FFF2-40B4-BE49-F238E27FC236}">
                <a16:creationId xmlns:a16="http://schemas.microsoft.com/office/drawing/2014/main" id="{EB9B4FC2-EEAC-43B7-80A9-42CEB442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11" name="dp41-comparison / n189 / arrow">
            <a:extLst xmlns:a="http://schemas.openxmlformats.org/drawingml/2006/main">
              <a:ext uri="{FF2B5EF4-FFF2-40B4-BE49-F238E27FC236}">
                <a16:creationId xmlns:a16="http://schemas.microsoft.com/office/drawing/2014/main" id="{0A60B375-29C9-4C54-BF1A-A9557FFB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786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12" name="dp41-comparison / n192">
            <a:extLst xmlns:a="http://schemas.openxmlformats.org/drawingml/2006/main">
              <a:ext uri="{FF2B5EF4-FFF2-40B4-BE49-F238E27FC236}">
                <a16:creationId xmlns:a16="http://schemas.microsoft.com/office/drawing/2014/main" id="{2D1D4E84-6A4D-4323-87A4-3A1F08D7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5381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3" name="dp41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B34166EA-42D6-4A8A-A68B-9D31B5F5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819525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14" name="dp41-comparison / n194">
            <a:extLst xmlns:a="http://schemas.openxmlformats.org/drawingml/2006/main">
              <a:ext uri="{FF2B5EF4-FFF2-40B4-BE49-F238E27FC236}">
                <a16:creationId xmlns:a16="http://schemas.microsoft.com/office/drawing/2014/main" id="{4979090D-C66F-476E-92B7-B73D5371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62475"/>
            <a:ext cx="538162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15" name="dp41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4C1AA6EF-9891-40FA-970A-770B3619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657725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216" name="dp41-comparison / n196">
            <a:extLst xmlns:a="http://schemas.openxmlformats.org/drawingml/2006/main">
              <a:ext uri="{FF2B5EF4-FFF2-40B4-BE49-F238E27FC236}">
                <a16:creationId xmlns:a16="http://schemas.microsoft.com/office/drawing/2014/main" id="{2A317A9D-2BB8-4A1D-9749-55330EF6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7" name="dp41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4DFEF47F-4709-429B-9662-E0E12453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5022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218" name="dp41-comparison / n198">
            <a:extLst xmlns:a="http://schemas.openxmlformats.org/drawingml/2006/main">
              <a:ext uri="{FF2B5EF4-FFF2-40B4-BE49-F238E27FC236}">
                <a16:creationId xmlns:a16="http://schemas.microsoft.com/office/drawing/2014/main" id="{73719539-8EA7-4C28-AB7E-70622473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953000"/>
            <a:ext cx="22383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9" name="dp41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4D493765-5ECF-4A59-BDFA-42C10310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022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220" name="dp41-comparison / n200">
            <a:extLst xmlns:a="http://schemas.openxmlformats.org/drawingml/2006/main">
              <a:ext uri="{FF2B5EF4-FFF2-40B4-BE49-F238E27FC236}">
                <a16:creationId xmlns:a16="http://schemas.microsoft.com/office/drawing/2014/main" id="{FC5C8242-C425-4FFA-ABC8-A20B31F0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43550"/>
            <a:ext cx="2238375" cy="3048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1" name="dp41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722A7B5D-E6E2-4D26-950B-A26E4760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6578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222" name="dp41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F97BA0F6-16DB-470F-AB1C-C9A23E48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638550"/>
            <a:ext cx="2981325" cy="2900363"/>
          </a:xfrm>
          <a:custGeom xmlns:a="http://schemas.openxmlformats.org/drawingml/2006/main">
            <a:pathLst>
              <a:path w="2981325" h="2900363">
                <a:moveTo>
                  <a:pt x="0" y="2900363"/>
                </a:moveTo>
                <a:lnTo>
                  <a:pt x="219075" y="2895600"/>
                </a:lnTo>
                <a:lnTo>
                  <a:pt x="219075" y="2381250"/>
                </a:lnTo>
                <a:lnTo>
                  <a:pt x="2981325" y="2381250"/>
                </a:lnTo>
                <a:lnTo>
                  <a:pt x="2981325" y="0"/>
                </a:lnTo>
                <a:lnTo>
                  <a:pt x="161925" y="0"/>
                </a:lnTo>
                <a:lnTo>
                  <a:pt x="166688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3" name="dp41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0FDB0BBA-27C2-4651-BC91-71F06896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0522" y="3684456"/>
            <a:ext cx="66998" cy="68394"/>
          </a:xfrm>
          <a:custGeom xmlns:a="http://schemas.openxmlformats.org/drawingml/2006/main">
            <a:pathLst>
              <a:path w="66998" h="68394">
                <a:moveTo>
                  <a:pt x="0" y="2792"/>
                </a:moveTo>
                <a:lnTo>
                  <a:pt x="36291" y="68394"/>
                </a:lnTo>
                <a:lnTo>
                  <a:pt x="66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4" name="dp41-comparison / n203 / path">
            <a:extLst xmlns:a="http://schemas.openxmlformats.org/drawingml/2006/main">
              <a:ext uri="{FF2B5EF4-FFF2-40B4-BE49-F238E27FC236}">
                <a16:creationId xmlns:a16="http://schemas.microsoft.com/office/drawing/2014/main" id="{8368B3D3-7141-4724-A4E2-4416A033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175" y="4133850"/>
            <a:ext cx="195263" cy="819150"/>
          </a:xfrm>
          <a:custGeom xmlns:a="http://schemas.openxmlformats.org/drawingml/2006/main">
            <a:pathLst>
              <a:path w="195263" h="819150">
                <a:moveTo>
                  <a:pt x="4763" y="0"/>
                </a:moveTo>
                <a:lnTo>
                  <a:pt x="0" y="342900"/>
                </a:lnTo>
                <a:lnTo>
                  <a:pt x="190500" y="342900"/>
                </a:lnTo>
                <a:lnTo>
                  <a:pt x="195263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1-comparison / n203 / arrow">
            <a:extLst xmlns:a="http://schemas.openxmlformats.org/drawingml/2006/main">
              <a:ext uri="{FF2B5EF4-FFF2-40B4-BE49-F238E27FC236}">
                <a16:creationId xmlns:a16="http://schemas.microsoft.com/office/drawing/2014/main" id="{BC7112B7-28C6-4477-A75F-51E6128F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4241" y="4885612"/>
            <a:ext cx="67053" cy="67388"/>
          </a:xfrm>
          <a:custGeom xmlns:a="http://schemas.openxmlformats.org/drawingml/2006/main">
            <a:pathLst>
              <a:path w="67053" h="67388">
                <a:moveTo>
                  <a:pt x="0" y="671"/>
                </a:moveTo>
                <a:lnTo>
                  <a:pt x="34197" y="67388"/>
                </a:lnTo>
                <a:lnTo>
                  <a:pt x="670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6" name="dp41-comparison / n206 / path">
            <a:extLst xmlns:a="http://schemas.openxmlformats.org/drawingml/2006/main">
              <a:ext uri="{FF2B5EF4-FFF2-40B4-BE49-F238E27FC236}">
                <a16:creationId xmlns:a16="http://schemas.microsoft.com/office/drawing/2014/main" id="{BC1D0F0F-04CA-4B3B-8C9B-CE71A359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3943350"/>
            <a:ext cx="190500" cy="1190625"/>
          </a:xfrm>
          <a:custGeom xmlns:a="http://schemas.openxmlformats.org/drawingml/2006/main">
            <a:pathLst>
              <a:path w="190500" h="1190625">
                <a:moveTo>
                  <a:pt x="0" y="1190625"/>
                </a:moveTo>
                <a:lnTo>
                  <a:pt x="85725" y="1190625"/>
                </a:lnTo>
                <a:lnTo>
                  <a:pt x="85725" y="0"/>
                </a:ln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1-comparison / n206 / arrow">
            <a:extLst xmlns:a="http://schemas.openxmlformats.org/drawingml/2006/main">
              <a:ext uri="{FF2B5EF4-FFF2-40B4-BE49-F238E27FC236}">
                <a16:creationId xmlns:a16="http://schemas.microsoft.com/office/drawing/2014/main" id="{CB821373-FE12-49E2-8DE7-26268F7D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569" y="39098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8" name="dp41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EFD76747-5A67-4544-9012-1F034EE5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5188" y="4133850"/>
            <a:ext cx="95250" cy="819150"/>
          </a:xfrm>
          <a:custGeom xmlns:a="http://schemas.openxmlformats.org/drawingml/2006/main">
            <a:pathLst>
              <a:path w="95250" h="819150">
                <a:moveTo>
                  <a:pt x="95250" y="0"/>
                </a:moveTo>
                <a:lnTo>
                  <a:pt x="90488" y="133350"/>
                </a:lnTo>
                <a:lnTo>
                  <a:pt x="4763" y="1333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29" name="dp41-comparison / n209 / arrow">
            <a:extLst xmlns:a="http://schemas.openxmlformats.org/drawingml/2006/main">
              <a:ext uri="{FF2B5EF4-FFF2-40B4-BE49-F238E27FC236}">
                <a16:creationId xmlns:a16="http://schemas.microsoft.com/office/drawing/2014/main" id="{3CEC9961-EE8E-4A12-BC50-3685C3AA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2126" y="4885713"/>
            <a:ext cx="67054" cy="67287"/>
          </a:xfrm>
          <a:custGeom xmlns:a="http://schemas.openxmlformats.org/drawingml/2006/main">
            <a:pathLst>
              <a:path w="67054" h="67287">
                <a:moveTo>
                  <a:pt x="0" y="0"/>
                </a:moveTo>
                <a:lnTo>
                  <a:pt x="33062" y="67287"/>
                </a:lnTo>
                <a:lnTo>
                  <a:pt x="67054" y="46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0" name="dp41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7B107CE4-14DE-4A7A-87EC-371D2059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5777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1" name="dp41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1FEF112F-1375-4DB0-89D4-B3C95A2F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242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2" name="dp41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2A141730-ABB6-4CB6-B300-E14D4705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1970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3" name="dp41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6FCE6082-DCE2-490D-8BD8-035C1190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4" name="dp41-comparison / n216 / path">
            <a:extLst xmlns:a="http://schemas.openxmlformats.org/drawingml/2006/main">
              <a:ext uri="{FF2B5EF4-FFF2-40B4-BE49-F238E27FC236}">
                <a16:creationId xmlns:a16="http://schemas.microsoft.com/office/drawing/2014/main" id="{13CD97D5-A06F-4FE3-84FC-7840AEEB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6063" y="5314950"/>
            <a:ext cx="953" cy="228600"/>
          </a:xfrm>
          <a:custGeom xmlns:a="http://schemas.openxmlformats.org/drawingml/2006/main">
            <a:pathLst>
              <a:path w="953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5" name="dp41-comparison / n216 / arrow">
            <a:extLst xmlns:a="http://schemas.openxmlformats.org/drawingml/2006/main">
              <a:ext uri="{FF2B5EF4-FFF2-40B4-BE49-F238E27FC236}">
                <a16:creationId xmlns:a16="http://schemas.microsoft.com/office/drawing/2014/main" id="{5262A6BD-D998-4629-905E-DB24BE25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2535" y="54764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6" name="dp41-comparison / n217 / path">
            <a:extLst xmlns:a="http://schemas.openxmlformats.org/drawingml/2006/main">
              <a:ext uri="{FF2B5EF4-FFF2-40B4-BE49-F238E27FC236}">
                <a16:creationId xmlns:a16="http://schemas.microsoft.com/office/drawing/2014/main" id="{89B7FEE1-FEE1-406C-9A71-08C5B50A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9813" y="4953000"/>
            <a:ext cx="953" cy="895350"/>
          </a:xfrm>
          <a:custGeom xmlns:a="http://schemas.openxmlformats.org/drawingml/2006/main">
            <a:pathLst>
              <a:path w="953" h="895350">
                <a:moveTo>
                  <a:pt x="0" y="8953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7" name="dp41-comparison / n217 / arrow">
            <a:extLst xmlns:a="http://schemas.openxmlformats.org/drawingml/2006/main">
              <a:ext uri="{FF2B5EF4-FFF2-40B4-BE49-F238E27FC236}">
                <a16:creationId xmlns:a16="http://schemas.microsoft.com/office/drawing/2014/main" id="{6FC02B4D-921D-4BB4-A1E0-82CC4B94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6285" y="4953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8" name="dp41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34A0CC3D-3C57-410D-B728-77DC3697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86375"/>
            <a:ext cx="571500" cy="361950"/>
          </a:xfrm>
          <a:custGeom xmlns:a="http://schemas.openxmlformats.org/drawingml/2006/main">
            <a:pathLst>
              <a:path w="571500" h="361950">
                <a:moveTo>
                  <a:pt x="0" y="0"/>
                </a:moveTo>
                <a:lnTo>
                  <a:pt x="180975" y="0"/>
                </a:lnTo>
                <a:lnTo>
                  <a:pt x="180975" y="361950"/>
                </a:lnTo>
                <a:lnTo>
                  <a:pt x="57150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9" name="dp41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1ADFB632-9417-49D6-AD69-D2F8E346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6147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0" name="dp41-comparison / n219 / path">
            <a:extLst xmlns:a="http://schemas.openxmlformats.org/drawingml/2006/main">
              <a:ext uri="{FF2B5EF4-FFF2-40B4-BE49-F238E27FC236}">
                <a16:creationId xmlns:a16="http://schemas.microsoft.com/office/drawing/2014/main" id="{36DAE5A6-16E4-49AA-81CC-84371527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05425"/>
            <a:ext cx="571500" cy="447675"/>
          </a:xfrm>
          <a:custGeom xmlns:a="http://schemas.openxmlformats.org/drawingml/2006/main">
            <a:pathLst>
              <a:path w="571500" h="447675">
                <a:moveTo>
                  <a:pt x="571500" y="447675"/>
                </a:moveTo>
                <a:lnTo>
                  <a:pt x="276225" y="447675"/>
                </a:lnTo>
                <a:lnTo>
                  <a:pt x="2762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1" name="dp41-comparison / n219 / arrow">
            <a:extLst xmlns:a="http://schemas.openxmlformats.org/drawingml/2006/main">
              <a:ext uri="{FF2B5EF4-FFF2-40B4-BE49-F238E27FC236}">
                <a16:creationId xmlns:a16="http://schemas.microsoft.com/office/drawing/2014/main" id="{08F1B15F-B05F-433A-BC1D-9D549246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718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2" name="dp41-comparison / n220 / path">
            <a:extLst xmlns:a="http://schemas.openxmlformats.org/drawingml/2006/main">
              <a:ext uri="{FF2B5EF4-FFF2-40B4-BE49-F238E27FC236}">
                <a16:creationId xmlns:a16="http://schemas.microsoft.com/office/drawing/2014/main" id="{0CFC7239-0C4C-4649-8478-6AC93EC0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38" y="2738438"/>
            <a:ext cx="3548063" cy="1014413"/>
          </a:xfrm>
          <a:custGeom xmlns:a="http://schemas.openxmlformats.org/drawingml/2006/main">
            <a:pathLst>
              <a:path w="3548063" h="1014413">
                <a:moveTo>
                  <a:pt x="0" y="1014413"/>
                </a:moveTo>
                <a:lnTo>
                  <a:pt x="0" y="614363"/>
                </a:lnTo>
                <a:lnTo>
                  <a:pt x="3348038" y="614363"/>
                </a:lnTo>
                <a:lnTo>
                  <a:pt x="3348038" y="23813"/>
                </a:lnTo>
                <a:lnTo>
                  <a:pt x="35480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1-comparison / n220 / arrow">
            <a:extLst xmlns:a="http://schemas.openxmlformats.org/drawingml/2006/main">
              <a:ext uri="{FF2B5EF4-FFF2-40B4-BE49-F238E27FC236}">
                <a16:creationId xmlns:a16="http://schemas.microsoft.com/office/drawing/2014/main" id="{AF5DC4A5-938A-4DF8-AE66-662BF009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095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1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69B0C2F6-6858-47A8-9D4F-96858B70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0188" y="2895600"/>
            <a:ext cx="2881313" cy="857250"/>
          </a:xfrm>
          <a:custGeom xmlns:a="http://schemas.openxmlformats.org/drawingml/2006/main">
            <a:pathLst>
              <a:path w="2881313" h="857250">
                <a:moveTo>
                  <a:pt x="2881313" y="4763"/>
                </a:moveTo>
                <a:lnTo>
                  <a:pt x="2776538" y="0"/>
                </a:lnTo>
                <a:lnTo>
                  <a:pt x="2776538" y="647700"/>
                </a:lnTo>
                <a:lnTo>
                  <a:pt x="0" y="64770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1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3FE6E417-DCDF-42B6-A27C-892380CE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660" y="36857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1-comparison / n224 / path">
            <a:extLst xmlns:a="http://schemas.openxmlformats.org/drawingml/2006/main">
              <a:ext uri="{FF2B5EF4-FFF2-40B4-BE49-F238E27FC236}">
                <a16:creationId xmlns:a16="http://schemas.microsoft.com/office/drawing/2014/main" id="{B047030C-0557-454E-BB22-E38D25DD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219575"/>
            <a:ext cx="714375" cy="828675"/>
          </a:xfrm>
          <a:custGeom xmlns:a="http://schemas.openxmlformats.org/drawingml/2006/main">
            <a:pathLst>
              <a:path w="714375" h="828675">
                <a:moveTo>
                  <a:pt x="0" y="828675"/>
                </a:moveTo>
                <a:lnTo>
                  <a:pt x="409575" y="828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1-comparison / n224 / arrow">
            <a:extLst xmlns:a="http://schemas.openxmlformats.org/drawingml/2006/main">
              <a:ext uri="{FF2B5EF4-FFF2-40B4-BE49-F238E27FC236}">
                <a16:creationId xmlns:a16="http://schemas.microsoft.com/office/drawing/2014/main" id="{A688E3A8-8191-4C86-804E-CCB2C99D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1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B307A839-AEB4-4607-8094-65F5371C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381500"/>
            <a:ext cx="714375" cy="828675"/>
          </a:xfrm>
          <a:custGeom xmlns:a="http://schemas.openxmlformats.org/drawingml/2006/main">
            <a:pathLst>
              <a:path w="714375" h="828675">
                <a:moveTo>
                  <a:pt x="714375" y="0"/>
                </a:moveTo>
                <a:lnTo>
                  <a:pt x="504825" y="0"/>
                </a:lnTo>
                <a:lnTo>
                  <a:pt x="504825" y="828675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1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C5D420D2-C932-4AFE-9322-4AC18192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76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1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594649AB-722E-495A-9D2D-36B490C6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14925"/>
            <a:ext cx="714375" cy="228600"/>
          </a:xfrm>
          <a:custGeom xmlns:a="http://schemas.openxmlformats.org/drawingml/2006/main">
            <a:pathLst>
              <a:path w="714375" h="228600">
                <a:moveTo>
                  <a:pt x="0" y="0"/>
                </a:moveTo>
                <a:lnTo>
                  <a:pt x="409575" y="0"/>
                </a:lnTo>
                <a:lnTo>
                  <a:pt x="409575" y="228600"/>
                </a:lnTo>
                <a:lnTo>
                  <a:pt x="714375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1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E5E62DD3-2809-480A-A683-3CF363E9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1-comparison / n227 / path">
            <a:extLst xmlns:a="http://schemas.openxmlformats.org/drawingml/2006/main">
              <a:ext uri="{FF2B5EF4-FFF2-40B4-BE49-F238E27FC236}">
                <a16:creationId xmlns:a16="http://schemas.microsoft.com/office/drawing/2014/main" id="{BDBF754B-C4A8-4197-803B-F52FA926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67325"/>
            <a:ext cx="714375" cy="238125"/>
          </a:xfrm>
          <a:custGeom xmlns:a="http://schemas.openxmlformats.org/drawingml/2006/main">
            <a:pathLst>
              <a:path w="714375" h="238125">
                <a:moveTo>
                  <a:pt x="714375" y="238125"/>
                </a:moveTo>
                <a:lnTo>
                  <a:pt x="504825" y="238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1-comparison / n227 / arrow">
            <a:extLst xmlns:a="http://schemas.openxmlformats.org/drawingml/2006/main">
              <a:ext uri="{FF2B5EF4-FFF2-40B4-BE49-F238E27FC236}">
                <a16:creationId xmlns:a16="http://schemas.microsoft.com/office/drawing/2014/main" id="{CF38DAB2-1CBD-4B1D-80B1-C8A1F338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33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1-comparison / n230 / path">
            <a:extLst xmlns:a="http://schemas.openxmlformats.org/drawingml/2006/main">
              <a:ext uri="{FF2B5EF4-FFF2-40B4-BE49-F238E27FC236}">
                <a16:creationId xmlns:a16="http://schemas.microsoft.com/office/drawing/2014/main" id="{09838D02-E5F4-43BA-9041-CD51CEB9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1-comparison / n230 / arrow">
            <a:extLst xmlns:a="http://schemas.openxmlformats.org/drawingml/2006/main">
              <a:ext uri="{FF2B5EF4-FFF2-40B4-BE49-F238E27FC236}">
                <a16:creationId xmlns:a16="http://schemas.microsoft.com/office/drawing/2014/main" id="{9AD91D10-674D-4226-BD6B-1FBF22B0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1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9E8F810D-4201-4832-BFC3-1004E5D2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7" name="dp41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697E129F-D928-427E-B8BA-6EBDE301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1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ED8D30B9-C6DA-4BFD-B929-352CAC2A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9" name="dp41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E5F24956-20A0-47D5-8550-B6688A4C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477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1-comparison / n233 / path">
            <a:extLst xmlns:a="http://schemas.openxmlformats.org/drawingml/2006/main">
              <a:ext uri="{FF2B5EF4-FFF2-40B4-BE49-F238E27FC236}">
                <a16:creationId xmlns:a16="http://schemas.microsoft.com/office/drawing/2014/main" id="{DF728D3E-18DE-4DC6-9166-16A73D99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1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2B5E55A7-2C89-42B7-A8BB-EC79EBD6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8063" y="5314950"/>
            <a:ext cx="23813" cy="1038225"/>
          </a:xfrm>
          <a:custGeom xmlns:a="http://schemas.openxmlformats.org/drawingml/2006/main">
            <a:pathLst>
              <a:path w="23813" h="1038225">
                <a:moveTo>
                  <a:pt x="23813" y="0"/>
                </a:moveTo>
                <a:lnTo>
                  <a:pt x="0" y="1038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2" name="dp41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29B73946-E410-4475-A36F-D7627111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081" y="6285368"/>
            <a:ext cx="67038" cy="67807"/>
          </a:xfrm>
          <a:custGeom xmlns:a="http://schemas.openxmlformats.org/drawingml/2006/main">
            <a:pathLst>
              <a:path w="67038" h="67807">
                <a:moveTo>
                  <a:pt x="0" y="0"/>
                </a:moveTo>
                <a:lnTo>
                  <a:pt x="31982" y="67807"/>
                </a:lnTo>
                <a:lnTo>
                  <a:pt x="67038" y="1538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3" name="dp41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3BCBC6CA-ABF3-4855-A388-A8175EDC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4" name="dp41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6F18832A-B599-42A6-85F0-77CB4ED8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31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5" name="dp41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E6CC4D38-846E-4DB0-89A9-92C5962E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6" name="dp41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874944A2-D5FD-40D9-92C2-82EF7EC2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7" name="dp41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FFF2286C-F575-4B66-AEA2-5FA628A1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8" name="dp41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82D5DACD-E862-4952-B114-71D20CF3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249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9" name="dp41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8AD83298-10E0-4CF3-9F6A-EC451885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811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0" name="dp41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7159041E-BC4A-4B70-9D5C-9ED918C4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598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1" name="dp41-comparison / n171">
            <a:extLst xmlns:a="http://schemas.openxmlformats.org/drawingml/2006/main">
              <a:ext uri="{FF2B5EF4-FFF2-40B4-BE49-F238E27FC236}">
                <a16:creationId xmlns:a16="http://schemas.microsoft.com/office/drawing/2014/main" id="{48847BF0-0AC9-4001-839D-37D3B21D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p41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63CE0E43-20D7-4040-9F6B-F724085A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273" name="dp41-comparison / n173">
            <a:extLst xmlns:a="http://schemas.openxmlformats.org/drawingml/2006/main">
              <a:ext uri="{FF2B5EF4-FFF2-40B4-BE49-F238E27FC236}">
                <a16:creationId xmlns:a16="http://schemas.microsoft.com/office/drawing/2014/main" id="{1E0FE5EE-1A61-4ADC-AE11-D6B6A3D5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p41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AD6DA700-21BA-4F3F-94AC-1EE6470A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75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729307B5-949C-4951-9E05-A1BE03EA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A3317B75-FDFA-479C-94C7-DC40836D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277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7EF88ADF-3D53-40AF-9685-6E77C796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336B1A36-7DE3-41D1-A1A0-C1D08B62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279" name="dp41-comparison / n190">
            <a:extLst xmlns:a="http://schemas.openxmlformats.org/drawingml/2006/main">
              <a:ext uri="{FF2B5EF4-FFF2-40B4-BE49-F238E27FC236}">
                <a16:creationId xmlns:a16="http://schemas.microsoft.com/office/drawing/2014/main" id="{A991F80A-DF46-4AA9-8326-5F94E7F6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p41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8018A377-B164-4728-AC8F-75E42E7D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281" name="dp41-comparison / n204">
            <a:extLst xmlns:a="http://schemas.openxmlformats.org/drawingml/2006/main">
              <a:ext uri="{FF2B5EF4-FFF2-40B4-BE49-F238E27FC236}">
                <a16:creationId xmlns:a16="http://schemas.microsoft.com/office/drawing/2014/main" id="{F2270DCD-4D1F-4458-9755-6385CECB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200525"/>
            <a:ext cx="26818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1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E8693D2D-3C20-48BA-AE35-4CC2514B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210050"/>
            <a:ext cx="2952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유한 요청 틀: 목표 / 조건 / 관계 등</a:t>
            </a:r>
          </a:p>
        </p:txBody>
      </p:sp>
      <p:sp>
        <p:nvSpPr>
          <p:cNvPr id="283" name="dp41-comparison / n207">
            <a:extLst xmlns:a="http://schemas.openxmlformats.org/drawingml/2006/main">
              <a:ext uri="{FF2B5EF4-FFF2-40B4-BE49-F238E27FC236}">
                <a16:creationId xmlns:a16="http://schemas.microsoft.com/office/drawing/2014/main" id="{24E51EF1-1748-439C-861D-4B1C3C2E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229100"/>
            <a:ext cx="732282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p41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8BBA73C3-49C8-46F0-973B-A41A76C7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23862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부분 재해석</a:t>
            </a:r>
          </a:p>
        </p:txBody>
      </p:sp>
      <p:sp>
        <p:nvSpPr>
          <p:cNvPr id="285" name="dp41-comparison / n208 / text 2">
            <a:extLst xmlns:a="http://schemas.openxmlformats.org/drawingml/2006/main">
              <a:ext uri="{FF2B5EF4-FFF2-40B4-BE49-F238E27FC236}">
                <a16:creationId xmlns:a16="http://schemas.microsoft.com/office/drawing/2014/main" id="{F2E514F5-B0BA-48B1-8305-2767E947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37578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반환</a:t>
            </a:r>
          </a:p>
        </p:txBody>
      </p:sp>
      <p:sp>
        <p:nvSpPr>
          <p:cNvPr id="286" name="dp41-comparison / n212">
            <a:extLst xmlns:a="http://schemas.openxmlformats.org/drawingml/2006/main">
              <a:ext uri="{FF2B5EF4-FFF2-40B4-BE49-F238E27FC236}">
                <a16:creationId xmlns:a16="http://schemas.microsoft.com/office/drawing/2014/main" id="{D2D722C7-42E9-487F-8B98-0A47D1C4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381625"/>
            <a:ext cx="25271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1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C4B233E7-841B-4E6F-8671-DCAE8933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911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확인 후보 / 정보 / 버전 → 코드 결합</a:t>
            </a:r>
          </a:p>
        </p:txBody>
      </p:sp>
      <p:sp>
        <p:nvSpPr>
          <p:cNvPr id="288" name="dp41-comparison / n214">
            <a:extLst xmlns:a="http://schemas.openxmlformats.org/drawingml/2006/main">
              <a:ext uri="{FF2B5EF4-FFF2-40B4-BE49-F238E27FC236}">
                <a16:creationId xmlns:a16="http://schemas.microsoft.com/office/drawing/2014/main" id="{C6235399-E340-45C9-9C4B-54211197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724525"/>
            <a:ext cx="181775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1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58A086CC-1D4D-4B11-B7C3-5FF64356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7340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/ 충돌 → 추가 조회</a:t>
            </a:r>
          </a:p>
        </p:txBody>
      </p:sp>
      <p:sp>
        <p:nvSpPr>
          <p:cNvPr id="290" name="dp41-comparison / n222">
            <a:extLst xmlns:a="http://schemas.openxmlformats.org/drawingml/2006/main">
              <a:ext uri="{FF2B5EF4-FFF2-40B4-BE49-F238E27FC236}">
                <a16:creationId xmlns:a16="http://schemas.microsoft.com/office/drawing/2014/main" id="{41BA6EE9-7FAC-4115-BFB5-AA14D285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1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C936F83-58E5-4955-9DBF-244DB84C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292" name="dp41-comparison / n228">
            <a:extLst xmlns:a="http://schemas.openxmlformats.org/drawingml/2006/main">
              <a:ext uri="{FF2B5EF4-FFF2-40B4-BE49-F238E27FC236}">
                <a16:creationId xmlns:a16="http://schemas.microsoft.com/office/drawing/2014/main" id="{7F7BCEB6-E959-4E48-9965-951F84C8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1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DED3E7DC-CA69-4F36-BEB4-85B0EF1B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007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294" name="dp41-comparison / n234">
            <a:extLst xmlns:a="http://schemas.openxmlformats.org/drawingml/2006/main">
              <a:ext uri="{FF2B5EF4-FFF2-40B4-BE49-F238E27FC236}">
                <a16:creationId xmlns:a16="http://schemas.microsoft.com/office/drawing/2014/main" id="{0ACD95C2-845A-4EC5-B207-31B19079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p41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54A50B7A-B851-4AB2-9C1B-D92FA929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296" name="dp41-comparison / n237">
            <a:extLst xmlns:a="http://schemas.openxmlformats.org/drawingml/2006/main">
              <a:ext uri="{FF2B5EF4-FFF2-40B4-BE49-F238E27FC236}">
                <a16:creationId xmlns:a16="http://schemas.microsoft.com/office/drawing/2014/main" id="{A476157C-5FA1-4BBB-97EC-9F5C8E71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p41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6A7F9FD5-D8B3-457B-9711-72A338C3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298" name="dp41-comparison / n238 / text 2">
            <a:extLst xmlns:a="http://schemas.openxmlformats.org/drawingml/2006/main">
              <a:ext uri="{FF2B5EF4-FFF2-40B4-BE49-F238E27FC236}">
                <a16:creationId xmlns:a16="http://schemas.microsoft.com/office/drawing/2014/main" id="{503AB609-FA4D-4F98-BA0F-0A040D15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299" name="dp41-comparison / n241">
            <a:extLst xmlns:a="http://schemas.openxmlformats.org/drawingml/2006/main">
              <a:ext uri="{FF2B5EF4-FFF2-40B4-BE49-F238E27FC236}">
                <a16:creationId xmlns:a16="http://schemas.microsoft.com/office/drawing/2014/main" id="{F41A4A20-5B2D-4F37-8815-74ED8107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1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133C1A89-EBF9-45F8-93E7-75E27C11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301" name="dp41-comparison / n245">
            <a:extLst xmlns:a="http://schemas.openxmlformats.org/drawingml/2006/main">
              <a:ext uri="{FF2B5EF4-FFF2-40B4-BE49-F238E27FC236}">
                <a16:creationId xmlns:a16="http://schemas.microsoft.com/office/drawing/2014/main" id="{76DC5DDA-FFAE-4D71-8E03-757D318C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1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7ECBD638-18C9-4888-B11C-3448DF07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303" name="dp41-comparison / n247">
            <a:extLst xmlns:a="http://schemas.openxmlformats.org/drawingml/2006/main">
              <a:ext uri="{FF2B5EF4-FFF2-40B4-BE49-F238E27FC236}">
                <a16:creationId xmlns:a16="http://schemas.microsoft.com/office/drawing/2014/main" id="{3E915D70-8AD2-4579-A660-756131B4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p41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286BDAB9-ECA4-4EF7-8C52-423C21CD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305" name="dp41-comparison / n249">
            <a:extLst xmlns:a="http://schemas.openxmlformats.org/drawingml/2006/main">
              <a:ext uri="{FF2B5EF4-FFF2-40B4-BE49-F238E27FC236}">
                <a16:creationId xmlns:a16="http://schemas.microsoft.com/office/drawing/2014/main" id="{FA62D27F-EE6B-4FC5-9C0C-63D876BB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p41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3CFD6FEA-3479-4E66-9308-7F5CD686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</p:spTree>
    <p:extLst>
      <p:ext uri="{BB962C8B-B14F-4D97-AF65-F5344CB8AC3E}">
        <p14:creationId xmlns:p14="http://schemas.microsoft.com/office/powerpoint/2010/main" val="12790774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B143EC32-AD64-4941-A474-8967842C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9E36D998-1A4D-44A2-96D5-A7671BC4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52406263-D6F9-4132-A224-05956DED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E67D9C56-DB30-42DA-8A78-4F78233E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AC32A705-9070-4106-B605-4311A4D1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9E22C7D-6826-4D88-8C34-E46915B9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질문 Q1을 실제 제시(P1) → “상반기로” 답변(u2) → 접수와 실제 전달 확인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68ECB9BD-9C45-4AEE-ABA1-CEEB1041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7ED127E5-C765-48A2-BBC6-EF5C84B9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7575AFA-8EF6-4D1C-9863-0DC7420C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5C2260E3-F02A-42E6-AA90-CC0DFD1C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11AD9089-4CF7-4047-999C-A8BC19FA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9E51A6D6-ABE2-4F42-942A-D6B8271C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AFB8890B-79DE-4902-83EF-AD63CEAA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5630FEE5-126C-440C-AD9E-A0B73278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20BD91F4-79EB-4AD8-AF41-8B50B0EA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46030384-AFE6-44A4-BB45-92A45FC7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8BBC22ED-A910-45DE-A595-66082260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5169599E-FA57-4616-927E-5900523C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2E007D6B-2D5C-4C7F-B214-9B0D6B86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1B5EC84B-3282-4176-A374-1E4A85F2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6B3BB866-3811-454D-8C8A-C1D869EC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B26D25E7-DD5F-4422-A6F6-CD3592ED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평균 VIA 처리시간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3A398B2C-D144-48CC-B6BD-33530C59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53C9E903-46E6-4B68-8C9A-4A2A443E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BA9B1D4-0145-4DB4-A02C-34D42988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90DE9F6E-ED21-46D4-8721-FD655445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2D0577CD-E23C-4CA3-BC54-3120152A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19E25904-EB0A-4ED3-BB79-4BBE86EC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E940D386-F35F-44BD-A358-8CCAC6B1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71FC680A-CA55-4538-A4E6-51D3D48B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A6F4E3C1-EA53-4897-9070-ED2094F2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4A5872E6-46D7-4E07-BC74-51E3764A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10B6BA80-5FA0-476A-9FF0-A3FFF827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B1458B9-0DB0-4ADB-BBC7-A022A08A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9DCF37CA-9F6A-4D8F-9969-B917C68B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F9AA5419-F53B-476B-955F-A3534301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D8AF13F-1662-4AC1-9FF9-0FB96DCA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A783EB20-30CC-4B8F-A8EE-3D6FC51F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DFFD015B-27FB-4E15-913A-9C4A3D70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평균 VIA 처리시간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A332338-0015-4EF7-823B-BF9199EC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799DF59C-4644-4CA9-AAB6-C678A6D4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434CC4EA-A9DF-4C4B-BA4B-411752CF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8E65CC1C-C885-44D4-A784-2982C122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1EEDAEB5-8D7E-4A6E-A51A-4D579470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F09CAF21-2DAA-4D9C-BB11-B3467268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84A5BAD5-9F0D-4A9E-B5A1-45F585FA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72202D50-2E5A-4FE1-A2EB-8348AECA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493E14AE-F269-4006-B118-DA992C3D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7A723758-0658-4C0C-A767-3D94FBF6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56FC975B-2C52-413D-A5A3-BF1DFA89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F59B9EC7-E653-469C-80D8-30D1F20E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7F627B55-CC1F-4B22-8A61-61158071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3FB9D12E-EDC6-4909-864D-C73AFA12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5227BB83-3F22-413E-89E7-C69DCCC4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2886DC95-3923-46E4-A352-3739AB9A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BAE31DE-EEC4-44F2-B7BD-45C8D5C0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6681262B-3B30-4BD5-9D95-5A5D3794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206E935F-6FAF-4C5D-84A4-01955981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2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6C8E4D3B-8707-4719-A98E-D805234F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CAAC3E57-380E-462A-8A8B-69F832E8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7C06E257-3096-4AAA-8DAC-78A2512E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2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D057A58-0E05-41AC-A652-B2D935B7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2-comparison / n62">
            <a:extLst xmlns:a="http://schemas.openxmlformats.org/drawingml/2006/main">
              <a:ext uri="{FF2B5EF4-FFF2-40B4-BE49-F238E27FC236}">
                <a16:creationId xmlns:a16="http://schemas.microsoft.com/office/drawing/2014/main" id="{8064AE38-01FB-478F-A0E4-113E61CC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2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F1E1507F-8956-4806-97FD-37A80CD8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2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D9D2D01F-0799-4565-9BA7-6833A57B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2-comparison / n65">
            <a:extLst xmlns:a="http://schemas.openxmlformats.org/drawingml/2006/main">
              <a:ext uri="{FF2B5EF4-FFF2-40B4-BE49-F238E27FC236}">
                <a16:creationId xmlns:a16="http://schemas.microsoft.com/office/drawing/2014/main" id="{D8929019-5CA7-4ED7-8E94-A0E2547F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2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0A0FB929-BBAA-4664-9366-7EA1A917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2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740574FF-EA53-4F0A-9C86-4E9B4B31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2-comparison / n68">
            <a:extLst xmlns:a="http://schemas.openxmlformats.org/drawingml/2006/main">
              <a:ext uri="{FF2B5EF4-FFF2-40B4-BE49-F238E27FC236}">
                <a16:creationId xmlns:a16="http://schemas.microsoft.com/office/drawing/2014/main" id="{B5D195DC-0BC9-4099-B658-A4D9B448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2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470E8543-5078-4FA4-9115-3A54F9CA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10CF94C4-A731-44C4-9CA7-C38B360A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2-comparison / n71">
            <a:extLst xmlns:a="http://schemas.openxmlformats.org/drawingml/2006/main">
              <a:ext uri="{FF2B5EF4-FFF2-40B4-BE49-F238E27FC236}">
                <a16:creationId xmlns:a16="http://schemas.microsoft.com/office/drawing/2014/main" id="{25E39C0E-1BB9-478A-952C-DFBAF10F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2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F163049A-0987-4D91-950A-B3BE28AE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2-comparison / n73">
            <a:extLst xmlns:a="http://schemas.openxmlformats.org/drawingml/2006/main">
              <a:ext uri="{FF2B5EF4-FFF2-40B4-BE49-F238E27FC236}">
                <a16:creationId xmlns:a16="http://schemas.microsoft.com/office/drawing/2014/main" id="{ED5118C3-26A3-4BFA-B22D-E4E5F366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2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63A732C3-AE6C-4BFF-AFE7-E0DDC427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31D27E3D-27CA-4370-8FE2-3EAE145C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49F83FC-8653-47B1-A26C-3374A9A5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2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533296BC-B076-463D-BFA0-F2ED0A74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2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BE9FD488-B8B4-4998-9E40-91D5F522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2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AA905509-C95A-4428-83BE-80046B00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2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9F753D1C-CE5D-4A2F-97AE-57D656DD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2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F24D9D15-51EA-4792-83C0-5968C490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F27B7845-2F01-4F66-AA34-AF193E59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2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CBD6AA07-1B7A-45BF-851F-7DEF4C94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2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55B71BFA-E395-4E63-B4D4-45755931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2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17B00F1A-5B58-4029-82E7-4CD73020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7" name="dp42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B5A9FC8A-258F-4765-BB3C-BE55C91F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8" name="dp42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7C1CF949-287F-40CC-85A8-0AE8126C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9" name="dp42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CD8CAB98-AC05-4E9A-A683-D037B68B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90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BFE779CE-2A9D-4108-8CDA-D609B68C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95675"/>
            <a:ext cx="78581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91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6BF6DFB3-2D5E-4CE4-9E27-A1BB473C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590925"/>
            <a:ext cx="76104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92" name="dp42-comparison / n110">
            <a:extLst xmlns:a="http://schemas.openxmlformats.org/drawingml/2006/main">
              <a:ext uri="{FF2B5EF4-FFF2-40B4-BE49-F238E27FC236}">
                <a16:creationId xmlns:a16="http://schemas.microsoft.com/office/drawing/2014/main" id="{AE5CAD22-E3DD-4A5F-ADD0-33FA9910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2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B2B70610-AC8F-4F2D-A92D-0912418D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4" name="dp42-comparison / n112">
            <a:extLst xmlns:a="http://schemas.openxmlformats.org/drawingml/2006/main">
              <a:ext uri="{FF2B5EF4-FFF2-40B4-BE49-F238E27FC236}">
                <a16:creationId xmlns:a16="http://schemas.microsoft.com/office/drawing/2014/main" id="{531FBE85-F19C-4320-BCD2-BFD17CDB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2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3AD75FE7-3195-4C8E-9F0D-79FBCCC7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6" name="dp42-comparison / n114">
            <a:extLst xmlns:a="http://schemas.openxmlformats.org/drawingml/2006/main">
              <a:ext uri="{FF2B5EF4-FFF2-40B4-BE49-F238E27FC236}">
                <a16:creationId xmlns:a16="http://schemas.microsoft.com/office/drawing/2014/main" id="{D668A40A-0FD3-468F-8F53-99A2A068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2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829468BF-488A-4021-BA35-67863EEB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8" name="dp42-comparison / n116">
            <a:extLst xmlns:a="http://schemas.openxmlformats.org/drawingml/2006/main">
              <a:ext uri="{FF2B5EF4-FFF2-40B4-BE49-F238E27FC236}">
                <a16:creationId xmlns:a16="http://schemas.microsoft.com/office/drawing/2014/main" id="{5E56A0D3-04F2-4EAA-9DCD-8572C7C6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2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B8AA7A3E-6E83-44B5-A2D3-F38887A3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00" name="dp42-comparison / n118">
            <a:extLst xmlns:a="http://schemas.openxmlformats.org/drawingml/2006/main">
              <a:ext uri="{FF2B5EF4-FFF2-40B4-BE49-F238E27FC236}">
                <a16:creationId xmlns:a16="http://schemas.microsoft.com/office/drawing/2014/main" id="{1BF445DC-8504-4972-8DF9-0CF79ADA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1" name="dp42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22477326-9771-4524-B094-190ECA98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02" name="dp42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AC1594ED-4614-4C4E-89B3-AF410F7A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3" name="dp42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0DDE45D1-2DF6-40E9-8A9D-D35BBFD4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72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4" name="dp42-comparison / n125 / path">
            <a:extLst xmlns:a="http://schemas.openxmlformats.org/drawingml/2006/main">
              <a:ext uri="{FF2B5EF4-FFF2-40B4-BE49-F238E27FC236}">
                <a16:creationId xmlns:a16="http://schemas.microsoft.com/office/drawing/2014/main" id="{CC6E44A7-F69D-4321-AC9C-CF9474FA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5" name="dp42-comparison / n125 / arrow">
            <a:extLst xmlns:a="http://schemas.openxmlformats.org/drawingml/2006/main">
              <a:ext uri="{FF2B5EF4-FFF2-40B4-BE49-F238E27FC236}">
                <a16:creationId xmlns:a16="http://schemas.microsoft.com/office/drawing/2014/main" id="{73149F4D-D3A4-49D6-B0C5-139C575D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6" name="dp42-comparison / n128 / path">
            <a:extLst xmlns:a="http://schemas.openxmlformats.org/drawingml/2006/main">
              <a:ext uri="{FF2B5EF4-FFF2-40B4-BE49-F238E27FC236}">
                <a16:creationId xmlns:a16="http://schemas.microsoft.com/office/drawing/2014/main" id="{213D002F-62CD-4454-8827-0545E9F1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7" name="dp42-comparison / n128 / arrow">
            <a:extLst xmlns:a="http://schemas.openxmlformats.org/drawingml/2006/main">
              <a:ext uri="{FF2B5EF4-FFF2-40B4-BE49-F238E27FC236}">
                <a16:creationId xmlns:a16="http://schemas.microsoft.com/office/drawing/2014/main" id="{66A79044-4054-4E58-B088-3336DE78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8" name="dp42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D5285251-B001-4554-8808-C4F7C612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9" name="dp42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8DB908D6-8159-4A97-ABE1-789F4059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0" name="dp42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BBCC4902-8440-4E13-A04B-0D8DFE31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06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1" name="dp42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4B0D0D99-A261-4225-AF57-638D6D8A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53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2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79B69C20-A9DD-4A86-97A6-575C4B64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31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3" name="dp42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16167E2F-81BC-4189-A2FF-6E7D5878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78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2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E2F665DF-DD60-478D-94EF-2C58AD4D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2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CE7F9269-1122-4D0D-94B4-33F64D6C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66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2-comparison / n139 / path">
            <a:extLst xmlns:a="http://schemas.openxmlformats.org/drawingml/2006/main">
              <a:ext uri="{FF2B5EF4-FFF2-40B4-BE49-F238E27FC236}">
                <a16:creationId xmlns:a16="http://schemas.microsoft.com/office/drawing/2014/main" id="{FB17F07F-120D-4A08-9305-F3FF3C00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2-comparison / n139 / arrow">
            <a:extLst xmlns:a="http://schemas.openxmlformats.org/drawingml/2006/main">
              <a:ext uri="{FF2B5EF4-FFF2-40B4-BE49-F238E27FC236}">
                <a16:creationId xmlns:a16="http://schemas.microsoft.com/office/drawing/2014/main" id="{15E1EF48-E8BD-4A8C-94BA-BA5705B6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2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4A0789E7-3FEA-453D-AEBD-1E512B81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2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F413C9BA-031B-4C08-AA4B-29C3DEBC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22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2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5EF5852D-9D4A-400B-B9E5-3AEAC0B1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2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9BB2AB62-EE78-49CD-9BAB-DBB01BA7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2-comparison / n150">
            <a:extLst xmlns:a="http://schemas.openxmlformats.org/drawingml/2006/main">
              <a:ext uri="{FF2B5EF4-FFF2-40B4-BE49-F238E27FC236}">
                <a16:creationId xmlns:a16="http://schemas.microsoft.com/office/drawing/2014/main" id="{21EAB680-012C-4341-81D8-C7FA315B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15025"/>
            <a:ext cx="2095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23" name="dp42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E98CDF94-4781-4046-B05B-1BD662D5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957411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124" name="dp42-comparison / n152">
            <a:extLst xmlns:a="http://schemas.openxmlformats.org/drawingml/2006/main">
              <a:ext uri="{FF2B5EF4-FFF2-40B4-BE49-F238E27FC236}">
                <a16:creationId xmlns:a16="http://schemas.microsoft.com/office/drawing/2014/main" id="{F96FEBB6-D9AE-4025-AF12-04134CB2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00800"/>
            <a:ext cx="19050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5" name="dp42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C546EFAB-E575-4BC7-A170-75159671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1733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26" name="dp42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98ED2E92-A769-408E-8BCD-24560F97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38625"/>
            <a:ext cx="1000125" cy="1676400"/>
          </a:xfrm>
          <a:custGeom xmlns:a="http://schemas.openxmlformats.org/drawingml/2006/main">
            <a:pathLst>
              <a:path w="1000125" h="1676400">
                <a:moveTo>
                  <a:pt x="0" y="0"/>
                </a:moveTo>
                <a:lnTo>
                  <a:pt x="285750" y="0"/>
                </a:lnTo>
                <a:lnTo>
                  <a:pt x="285750" y="1600200"/>
                </a:lnTo>
                <a:lnTo>
                  <a:pt x="1000125" y="1600200"/>
                </a:lnTo>
                <a:lnTo>
                  <a:pt x="1000125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2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2FFD3503-A000-4CC6-9CC8-CC8CF661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47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2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54B5B510-F066-4426-B0D7-75F14B54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38625"/>
            <a:ext cx="619125" cy="1676400"/>
          </a:xfrm>
          <a:custGeom xmlns:a="http://schemas.openxmlformats.org/drawingml/2006/main">
            <a:pathLst>
              <a:path w="619125" h="1676400">
                <a:moveTo>
                  <a:pt x="619125" y="0"/>
                </a:moveTo>
                <a:lnTo>
                  <a:pt x="571500" y="0"/>
                </a:lnTo>
                <a:lnTo>
                  <a:pt x="571500" y="1600200"/>
                </a:lnTo>
                <a:lnTo>
                  <a:pt x="0" y="1600200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9" name="dp42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D4B7E691-1031-49CE-9BA5-307F1042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2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FDCA0C2F-EF8F-4418-8661-DFA60B9E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210300"/>
            <a:ext cx="95250" cy="190500"/>
          </a:xfrm>
          <a:custGeom xmlns:a="http://schemas.openxmlformats.org/drawingml/2006/main">
            <a:pathLst>
              <a:path w="95250" h="190500">
                <a:moveTo>
                  <a:pt x="0" y="0"/>
                </a:moveTo>
                <a:lnTo>
                  <a:pt x="0" y="85725"/>
                </a:lnTo>
                <a:lnTo>
                  <a:pt x="95250" y="85725"/>
                </a:lnTo>
                <a:lnTo>
                  <a:pt x="9525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2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9859A4CE-33FA-4478-9F80-C38FD166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5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2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1371C358-D615-4999-8B57-1375CFD7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15025"/>
            <a:ext cx="95250" cy="771525"/>
          </a:xfrm>
          <a:custGeom xmlns:a="http://schemas.openxmlformats.org/drawingml/2006/main">
            <a:pathLst>
              <a:path w="95250" h="771525">
                <a:moveTo>
                  <a:pt x="95250" y="771525"/>
                </a:moveTo>
                <a:lnTo>
                  <a:pt x="95250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2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36D7F67D-B619-4DBC-B088-1C45639D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91502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2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6CE28A6B-68E4-4BF3-90D8-BE7F1DF1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29100"/>
            <a:ext cx="476250" cy="1833563"/>
          </a:xfrm>
          <a:custGeom xmlns:a="http://schemas.openxmlformats.org/drawingml/2006/main">
            <a:pathLst>
              <a:path w="476250" h="1833563">
                <a:moveTo>
                  <a:pt x="476250" y="1833563"/>
                </a:moveTo>
                <a:lnTo>
                  <a:pt x="228600" y="1833563"/>
                </a:lnTo>
                <a:lnTo>
                  <a:pt x="2286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5" name="dp42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39D34E8E-4E80-4896-A975-3159A20F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2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61B67F6-DADC-4436-ACE1-D2906FC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29100"/>
            <a:ext cx="95250" cy="1833563"/>
          </a:xfrm>
          <a:custGeom xmlns:a="http://schemas.openxmlformats.org/drawingml/2006/main">
            <a:pathLst>
              <a:path w="95250" h="1833563">
                <a:moveTo>
                  <a:pt x="0" y="1833563"/>
                </a:moveTo>
                <a:lnTo>
                  <a:pt x="66675" y="1833563"/>
                </a:lnTo>
                <a:lnTo>
                  <a:pt x="66675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2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9E1F0C48-9FE9-4AB4-A9EF-70005774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2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F186BF05-59B2-4496-B52A-68855AFA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95925"/>
            <a:ext cx="2962275" cy="904875"/>
          </a:xfrm>
          <a:custGeom xmlns:a="http://schemas.openxmlformats.org/drawingml/2006/main">
            <a:pathLst>
              <a:path w="2962275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2962275" y="762000"/>
                </a:lnTo>
                <a:lnTo>
                  <a:pt x="2962275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2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9B12CEA2-AC8D-47E6-9227-AE11E4CD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0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F8B43D2C-70FF-4E4C-A99D-5CF6CCA3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1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E4C19EDB-B54A-4D81-9CF4-3CB5AA85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2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B1294CC1-B966-4B1F-ABE7-FADD4E9D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3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21F686BB-61A5-4182-8780-48F805C5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4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3E0BA7A9-9794-4537-BCF5-5FCF8A8B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5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250497F5-4296-4B08-894C-089638F4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46" name="dp42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F0BD5C3D-0C35-41CE-8A6D-964D331B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7" name="dp42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0E868C58-235E-4374-B6C4-EEA57B0F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2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3204BC84-92FA-43D0-A803-B84386FE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9" name="dp42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AE1A4C7B-7315-4DB6-AB91-7BA8DD3F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0" name="dp42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4777A328-024D-4FDA-BF1A-DC233982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85725" cy="1647825"/>
          </a:xfrm>
          <a:custGeom xmlns:a="http://schemas.openxmlformats.org/drawingml/2006/main">
            <a:pathLst>
              <a:path w="85725" h="1647825">
                <a:moveTo>
                  <a:pt x="0" y="1647825"/>
                </a:moveTo>
                <a:lnTo>
                  <a:pt x="85725" y="1647825"/>
                </a:lnTo>
                <a:lnTo>
                  <a:pt x="857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1" name="dp42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07AF640A-198A-4DA5-A6DE-B3B56862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2" name="dp42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94B324C9-EA11-47B1-9420-09A2FBA7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81550"/>
            <a:ext cx="1095375" cy="2238375"/>
          </a:xfrm>
          <a:custGeom xmlns:a="http://schemas.openxmlformats.org/drawingml/2006/main">
            <a:pathLst>
              <a:path w="1095375" h="2238375">
                <a:moveTo>
                  <a:pt x="0" y="0"/>
                </a:moveTo>
                <a:lnTo>
                  <a:pt x="409575" y="0"/>
                </a:lnTo>
                <a:lnTo>
                  <a:pt x="4095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3" name="dp42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F12D8C0E-259C-4442-AFB9-7385775E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7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4" name="dp42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4A8A6B08-0D68-4307-9F34-D10CC529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76800"/>
            <a:ext cx="1285875" cy="2143125"/>
          </a:xfrm>
          <a:custGeom xmlns:a="http://schemas.openxmlformats.org/drawingml/2006/main">
            <a:pathLst>
              <a:path w="1285875" h="2143125">
                <a:moveTo>
                  <a:pt x="1285875" y="2143125"/>
                </a:moveTo>
                <a:lnTo>
                  <a:pt x="1285875" y="2066925"/>
                </a:lnTo>
                <a:lnTo>
                  <a:pt x="457200" y="2066925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5" name="dp42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9CDBC0C3-3064-48FD-9CA4-6130CEF3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6" name="dp42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98288FBA-2D00-41F7-B1B0-E053A3CD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333375" y="0"/>
                </a:lnTo>
                <a:lnTo>
                  <a:pt x="3333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7" name="dp42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77A7151F-CAF2-4776-A59B-2DDF8AD5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8" name="dp42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95A11A73-99A8-4C52-B720-CA32A238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352425" y="1295400"/>
                </a:lnTo>
                <a:lnTo>
                  <a:pt x="3524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9" name="dp42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39D83879-8E1F-4B52-8C3A-53F6D3EF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0" name="dp42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2A24CF2F-4AAA-445F-A67C-F5943018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61" name="dp42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5232D74C-0B67-4AD0-96F7-1C790859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6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2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EA987D2C-7001-40C9-A211-B41AEC07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63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DFFF034D-C189-4463-8ADC-077D028E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4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5F202542-ABB7-4746-AC7B-EB2ED450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4AE34D87-BDC0-4773-9729-4E095E5D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166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B10342CB-4690-460A-8F99-4A0FBAA2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DD9F41F8-7C35-4464-83A9-C3FF6637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68" name="dp42-comparison / n87">
            <a:extLst xmlns:a="http://schemas.openxmlformats.org/drawingml/2006/main">
              <a:ext uri="{FF2B5EF4-FFF2-40B4-BE49-F238E27FC236}">
                <a16:creationId xmlns:a16="http://schemas.microsoft.com/office/drawing/2014/main" id="{94C0E1DD-134C-447C-855F-ABF4FA18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2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4EFCB5A5-848D-47D7-BE6D-D8FDCC6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170" name="dp42-comparison / n89">
            <a:extLst xmlns:a="http://schemas.openxmlformats.org/drawingml/2006/main">
              <a:ext uri="{FF2B5EF4-FFF2-40B4-BE49-F238E27FC236}">
                <a16:creationId xmlns:a16="http://schemas.microsoft.com/office/drawing/2014/main" id="{2D544C2B-856C-4B4A-813E-16FF677B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p42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DECA6CC7-D5D6-48F2-B59B-4BD0DB0E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72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9A96E83D-562B-4495-87C1-23D73AD4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71E4BA42-0BC0-4FBD-A7EB-A5E6271C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174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B6D79FEB-0CA3-4D1F-9D76-CEF4145B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AF78BD25-E63E-4AA0-9D57-2BA165E3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176" name="dp42-comparison / n97">
            <a:extLst xmlns:a="http://schemas.openxmlformats.org/drawingml/2006/main">
              <a:ext uri="{FF2B5EF4-FFF2-40B4-BE49-F238E27FC236}">
                <a16:creationId xmlns:a16="http://schemas.microsoft.com/office/drawing/2014/main" id="{6FE09DE4-D0D7-4062-9FE2-A7601280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p42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98188DE1-C282-47E5-A154-503AA4A7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178" name="dp42-comparison / n99">
            <a:extLst xmlns:a="http://schemas.openxmlformats.org/drawingml/2006/main">
              <a:ext uri="{FF2B5EF4-FFF2-40B4-BE49-F238E27FC236}">
                <a16:creationId xmlns:a16="http://schemas.microsoft.com/office/drawing/2014/main" id="{6330F931-F081-4EEF-B267-570C0ACB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p42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023F15B6-5EAB-4CFA-9377-07055077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180" name="dp42-comparison / n102">
            <a:extLst xmlns:a="http://schemas.openxmlformats.org/drawingml/2006/main">
              <a:ext uri="{FF2B5EF4-FFF2-40B4-BE49-F238E27FC236}">
                <a16:creationId xmlns:a16="http://schemas.microsoft.com/office/drawing/2014/main" id="{0D6C306B-C544-4D25-A288-7198CFC1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p42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8375D869-265D-43C6-9617-6A63551C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182" name="dp42-comparison / n104">
            <a:extLst xmlns:a="http://schemas.openxmlformats.org/drawingml/2006/main">
              <a:ext uri="{FF2B5EF4-FFF2-40B4-BE49-F238E27FC236}">
                <a16:creationId xmlns:a16="http://schemas.microsoft.com/office/drawing/2014/main" id="{7444E1B6-FC0F-4F74-8D6B-800CB245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p42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8078AEBF-3E51-49AF-A8E9-C2E5569D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184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8E2938F2-4E3D-426A-A6F5-515D512F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5"/>
            <a:ext cx="288226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31FD2BAE-7CD4-4438-B7F2-89E8301F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81400"/>
            <a:ext cx="51435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같은 실행 경계 / 관련 변경의 공동 확정</a:t>
            </a:r>
          </a:p>
        </p:txBody>
      </p:sp>
      <p:sp>
        <p:nvSpPr>
          <p:cNvPr id="186" name="dp42-comparison / n120">
            <a:extLst xmlns:a="http://schemas.openxmlformats.org/drawingml/2006/main">
              <a:ext uri="{FF2B5EF4-FFF2-40B4-BE49-F238E27FC236}">
                <a16:creationId xmlns:a16="http://schemas.microsoft.com/office/drawing/2014/main" id="{65882898-E3D0-49CD-9304-22360080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p42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EAC30F14-D575-4EC6-A77F-823BBB66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188" name="dp42-comparison / n122">
            <a:extLst xmlns:a="http://schemas.openxmlformats.org/drawingml/2006/main">
              <a:ext uri="{FF2B5EF4-FFF2-40B4-BE49-F238E27FC236}">
                <a16:creationId xmlns:a16="http://schemas.microsoft.com/office/drawing/2014/main" id="{642DCB4D-E4AA-4BFD-8601-61321A7E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2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022AAB66-B406-4A61-85F6-E24ADEAF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190" name="dp42-comparison / n126">
            <a:extLst xmlns:a="http://schemas.openxmlformats.org/drawingml/2006/main">
              <a:ext uri="{FF2B5EF4-FFF2-40B4-BE49-F238E27FC236}">
                <a16:creationId xmlns:a16="http://schemas.microsoft.com/office/drawing/2014/main" id="{707EA460-5CA3-4F06-898C-8177D8DD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2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4BDF73B9-7EA7-4FFB-AA38-532B4BAA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192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23C22CD1-2C38-4534-A8E7-6BD4B7F1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82AA9CCC-FB62-4B2E-BFE0-C179C5BC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194" name="dp42-comparison / n132">
            <a:extLst xmlns:a="http://schemas.openxmlformats.org/drawingml/2006/main">
              <a:ext uri="{FF2B5EF4-FFF2-40B4-BE49-F238E27FC236}">
                <a16:creationId xmlns:a16="http://schemas.microsoft.com/office/drawing/2014/main" id="{C259F416-030E-46B0-B25E-7429A9D9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2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FF5C686E-3DE0-493F-AB15-0EE056F8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196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4F4A3803-89CC-432D-B420-39FC2337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444CD893-28B1-41F0-BD37-A5F6812A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198" name="dp42-comparison / n140">
            <a:extLst xmlns:a="http://schemas.openxmlformats.org/drawingml/2006/main">
              <a:ext uri="{FF2B5EF4-FFF2-40B4-BE49-F238E27FC236}">
                <a16:creationId xmlns:a16="http://schemas.microsoft.com/office/drawing/2014/main" id="{08086C3C-D049-4739-977F-466E63C5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2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25C30DC2-801E-4C72-9D66-FDC0411B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200" name="dp42-comparison / n141 / text 2">
            <a:extLst xmlns:a="http://schemas.openxmlformats.org/drawingml/2006/main">
              <a:ext uri="{FF2B5EF4-FFF2-40B4-BE49-F238E27FC236}">
                <a16:creationId xmlns:a16="http://schemas.microsoft.com/office/drawing/2014/main" id="{B8A6B422-9702-420B-889C-9381874B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201" name="dp42-comparison / n142">
            <a:extLst xmlns:a="http://schemas.openxmlformats.org/drawingml/2006/main">
              <a:ext uri="{FF2B5EF4-FFF2-40B4-BE49-F238E27FC236}">
                <a16:creationId xmlns:a16="http://schemas.microsoft.com/office/drawing/2014/main" id="{BCFB18B0-8F6B-4467-8757-CAC6FF24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2C451257-82FC-40BB-AB1D-5211F6CA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203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8808D14E-12CF-4FB9-A9B4-AD921E8D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4A0D4586-4471-40D6-A114-AE34566C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205" name="dp42-comparison / n147 / text 2">
            <a:extLst xmlns:a="http://schemas.openxmlformats.org/drawingml/2006/main">
              <a:ext uri="{FF2B5EF4-FFF2-40B4-BE49-F238E27FC236}">
                <a16:creationId xmlns:a16="http://schemas.microsoft.com/office/drawing/2014/main" id="{7A101F8E-F346-4494-B176-A8BB530E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206" name="dp42-comparison / n148">
            <a:extLst xmlns:a="http://schemas.openxmlformats.org/drawingml/2006/main">
              <a:ext uri="{FF2B5EF4-FFF2-40B4-BE49-F238E27FC236}">
                <a16:creationId xmlns:a16="http://schemas.microsoft.com/office/drawing/2014/main" id="{980BB521-9AA6-416A-94DB-BF6D463B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2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FAD477FA-B87A-43B5-9FEF-03FF11B5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208" name="dp42-comparison / n158">
            <a:extLst xmlns:a="http://schemas.openxmlformats.org/drawingml/2006/main">
              <a:ext uri="{FF2B5EF4-FFF2-40B4-BE49-F238E27FC236}">
                <a16:creationId xmlns:a16="http://schemas.microsoft.com/office/drawing/2014/main" id="{A53CF666-DD5E-440F-B58F-D3406283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000750"/>
            <a:ext cx="2105787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2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8210AD02-0568-43D8-BFFB-B36AAEF7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01027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R2↔Q1↔T1 연결과 K1을</a:t>
            </a:r>
          </a:p>
        </p:txBody>
      </p:sp>
      <p:sp>
        <p:nvSpPr>
          <p:cNvPr id="210" name="dp42-comparison / n159 / text 2">
            <a:extLst xmlns:a="http://schemas.openxmlformats.org/drawingml/2006/main">
              <a:ext uri="{FF2B5EF4-FFF2-40B4-BE49-F238E27FC236}">
                <a16:creationId xmlns:a16="http://schemas.microsoft.com/office/drawing/2014/main" id="{FE68136E-3C7E-4B38-B5A5-9BE76AFA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17029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관련 owner 변경으로 함께 확정</a:t>
            </a:r>
          </a:p>
        </p:txBody>
      </p:sp>
      <p:sp>
        <p:nvSpPr>
          <p:cNvPr id="211" name="dp42-comparison / n160">
            <a:extLst xmlns:a="http://schemas.openxmlformats.org/drawingml/2006/main">
              <a:ext uri="{FF2B5EF4-FFF2-40B4-BE49-F238E27FC236}">
                <a16:creationId xmlns:a16="http://schemas.microsoft.com/office/drawing/2014/main" id="{FBEB1105-2848-4DA5-936F-8EF100C4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000750"/>
            <a:ext cx="181775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FEB7F151-8168-442B-8DCA-97E77BB3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01027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성공: 둘 다 반영</a:t>
            </a:r>
          </a:p>
        </p:txBody>
      </p:sp>
      <p:sp>
        <p:nvSpPr>
          <p:cNvPr id="213" name="dp42-comparison / n161 / text 2">
            <a:extLst xmlns:a="http://schemas.openxmlformats.org/drawingml/2006/main">
              <a:ext uri="{FF2B5EF4-FFF2-40B4-BE49-F238E27FC236}">
                <a16:creationId xmlns:a16="http://schemas.microsoft.com/office/drawing/2014/main" id="{79E0E574-394D-4BC2-AAEF-A9CAD2D2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17029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충돌 / 실패: 둘 다 미반영</a:t>
            </a:r>
          </a:p>
        </p:txBody>
      </p:sp>
      <p:sp>
        <p:nvSpPr>
          <p:cNvPr id="214" name="dp42-comparison / n174">
            <a:extLst xmlns:a="http://schemas.openxmlformats.org/drawingml/2006/main">
              <a:ext uri="{FF2B5EF4-FFF2-40B4-BE49-F238E27FC236}">
                <a16:creationId xmlns:a16="http://schemas.microsoft.com/office/drawing/2014/main" id="{17726239-3C69-4483-B76F-21EF9E62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2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A2458767-0C65-4B4F-9EA2-B7D7ACC1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216" name="dp42-comparison / n182">
            <a:extLst xmlns:a="http://schemas.openxmlformats.org/drawingml/2006/main">
              <a:ext uri="{FF2B5EF4-FFF2-40B4-BE49-F238E27FC236}">
                <a16:creationId xmlns:a16="http://schemas.microsoft.com/office/drawing/2014/main" id="{FD5802D9-010B-48BE-9FF2-461373CE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2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DBC8E095-CC97-4FE3-B72B-7AC359A9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218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3E7222EB-47B2-4C23-8575-2505B645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9CA55841-EBA9-4AF2-B9A6-E0ED7619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220" name="dp42-comparison / n186">
            <a:extLst xmlns:a="http://schemas.openxmlformats.org/drawingml/2006/main">
              <a:ext uri="{FF2B5EF4-FFF2-40B4-BE49-F238E27FC236}">
                <a16:creationId xmlns:a16="http://schemas.microsoft.com/office/drawing/2014/main" id="{586D99D2-A2F1-4D40-8A5E-84EB091B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2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CAC1B347-8CBC-48C5-8BAC-1D42D012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222" name="dp42-comparison / n188">
            <a:extLst xmlns:a="http://schemas.openxmlformats.org/drawingml/2006/main">
              <a:ext uri="{FF2B5EF4-FFF2-40B4-BE49-F238E27FC236}">
                <a16:creationId xmlns:a16="http://schemas.microsoft.com/office/drawing/2014/main" id="{667AA353-2936-439E-ADC0-F6CB291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1157B158-DC8D-4BFE-A48C-BA5E5B31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  <p:sp>
        <p:nvSpPr>
          <p:cNvPr id="224" name="dp42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4DC61382-96DB-431D-BE82-4C8DF1B6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3E51BCBE-8AD7-491F-A148-7311CC5C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6" name="dp42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75164268-4625-4090-9646-32D64A8B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2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05C917F9-DF30-44E0-8B20-103D1E9E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8" name="dp42-comparison / n214">
            <a:extLst xmlns:a="http://schemas.openxmlformats.org/drawingml/2006/main">
              <a:ext uri="{FF2B5EF4-FFF2-40B4-BE49-F238E27FC236}">
                <a16:creationId xmlns:a16="http://schemas.microsoft.com/office/drawing/2014/main" id="{7442C0FE-9F85-427B-816A-0D116070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95675"/>
            <a:ext cx="40005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29" name="dp42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A6F1C4FA-AD64-4882-B10A-1738259E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590925"/>
            <a:ext cx="3752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230" name="dp42-comparison / n216">
            <a:extLst xmlns:a="http://schemas.openxmlformats.org/drawingml/2006/main">
              <a:ext uri="{FF2B5EF4-FFF2-40B4-BE49-F238E27FC236}">
                <a16:creationId xmlns:a16="http://schemas.microsoft.com/office/drawing/2014/main" id="{81CA7E09-EC59-45AE-B628-B97C2B9A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3495675"/>
            <a:ext cx="338137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31" name="dp42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23F7EDE0-7283-4D19-86AF-25982E49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3590925"/>
            <a:ext cx="31337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232" name="dp42-comparison / n222">
            <a:extLst xmlns:a="http://schemas.openxmlformats.org/drawingml/2006/main">
              <a:ext uri="{FF2B5EF4-FFF2-40B4-BE49-F238E27FC236}">
                <a16:creationId xmlns:a16="http://schemas.microsoft.com/office/drawing/2014/main" id="{3D83B371-1618-4A94-86D7-F5D98EA2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3" name="dp42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A987977C-31FC-4972-8C43-61D93D24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34" name="dp42-comparison / n224">
            <a:extLst xmlns:a="http://schemas.openxmlformats.org/drawingml/2006/main">
              <a:ext uri="{FF2B5EF4-FFF2-40B4-BE49-F238E27FC236}">
                <a16:creationId xmlns:a16="http://schemas.microsoft.com/office/drawing/2014/main" id="{83B6CD42-04E7-4FCF-BB85-6C6FBC7D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5" name="dp42-comparison / n225 / text 1">
            <a:extLst xmlns:a="http://schemas.openxmlformats.org/drawingml/2006/main">
              <a:ext uri="{FF2B5EF4-FFF2-40B4-BE49-F238E27FC236}">
                <a16:creationId xmlns:a16="http://schemas.microsoft.com/office/drawing/2014/main" id="{72F2242F-FE03-4EEB-9647-C3FF1148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36" name="dp42-comparison / n226">
            <a:extLst xmlns:a="http://schemas.openxmlformats.org/drawingml/2006/main">
              <a:ext uri="{FF2B5EF4-FFF2-40B4-BE49-F238E27FC236}">
                <a16:creationId xmlns:a16="http://schemas.microsoft.com/office/drawing/2014/main" id="{93B1DD07-2CAF-48AF-9C6F-9B5072E2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7" name="dp42-comparison / n227 / text 1">
            <a:extLst xmlns:a="http://schemas.openxmlformats.org/drawingml/2006/main">
              <a:ext uri="{FF2B5EF4-FFF2-40B4-BE49-F238E27FC236}">
                <a16:creationId xmlns:a16="http://schemas.microsoft.com/office/drawing/2014/main" id="{F8293A97-944C-4B32-BA50-0FAC8770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38" name="dp42-comparison / n228">
            <a:extLst xmlns:a="http://schemas.openxmlformats.org/drawingml/2006/main">
              <a:ext uri="{FF2B5EF4-FFF2-40B4-BE49-F238E27FC236}">
                <a16:creationId xmlns:a16="http://schemas.microsoft.com/office/drawing/2014/main" id="{DCA8F35B-EA56-4783-99F7-18499255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9" name="dp42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052B26CF-A5FD-456D-9C0F-593CD2C9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40" name="dp42-comparison / n230">
            <a:extLst xmlns:a="http://schemas.openxmlformats.org/drawingml/2006/main">
              <a:ext uri="{FF2B5EF4-FFF2-40B4-BE49-F238E27FC236}">
                <a16:creationId xmlns:a16="http://schemas.microsoft.com/office/drawing/2014/main" id="{2D6837B5-F321-4A38-9D99-68A72929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1" name="dp42-comparison / n231 / text 1">
            <a:extLst xmlns:a="http://schemas.openxmlformats.org/drawingml/2006/main">
              <a:ext uri="{FF2B5EF4-FFF2-40B4-BE49-F238E27FC236}">
                <a16:creationId xmlns:a16="http://schemas.microsoft.com/office/drawing/2014/main" id="{1DC58A84-C96D-4876-9108-C1819631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242" name="dp42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A4F16F62-F8CC-4C07-AED0-3218D42F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2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63B34B41-57F7-4E3A-8212-E186C035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47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2-comparison / n237 / path">
            <a:extLst xmlns:a="http://schemas.openxmlformats.org/drawingml/2006/main">
              <a:ext uri="{FF2B5EF4-FFF2-40B4-BE49-F238E27FC236}">
                <a16:creationId xmlns:a16="http://schemas.microsoft.com/office/drawing/2014/main" id="{30F19E79-F8A3-4C7B-AFFA-CA53A994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2-comparison / n237 / arrow">
            <a:extLst xmlns:a="http://schemas.openxmlformats.org/drawingml/2006/main">
              <a:ext uri="{FF2B5EF4-FFF2-40B4-BE49-F238E27FC236}">
                <a16:creationId xmlns:a16="http://schemas.microsoft.com/office/drawing/2014/main" id="{319C4B1D-C363-4B54-9572-3C69C1DA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2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EE31F695-845F-4582-9513-236611FD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2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A8FA4D4E-DABE-4E23-9064-9F0AE845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2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EC2D4EA9-F53F-48C4-8376-E8E86A7E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2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5CB602B1-0526-4C3C-8A33-9584F211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2-comparison / n246 / path">
            <a:extLst xmlns:a="http://schemas.openxmlformats.org/drawingml/2006/main">
              <a:ext uri="{FF2B5EF4-FFF2-40B4-BE49-F238E27FC236}">
                <a16:creationId xmlns:a16="http://schemas.microsoft.com/office/drawing/2014/main" id="{EC24842F-5F79-49F7-9497-A727A522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81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2-comparison / n246 / arrow">
            <a:extLst xmlns:a="http://schemas.openxmlformats.org/drawingml/2006/main">
              <a:ext uri="{FF2B5EF4-FFF2-40B4-BE49-F238E27FC236}">
                <a16:creationId xmlns:a16="http://schemas.microsoft.com/office/drawing/2014/main" id="{BD48D1F0-CA11-4FA4-8DFC-7BF2E75E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28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2-comparison / n247 / path">
            <a:extLst xmlns:a="http://schemas.openxmlformats.org/drawingml/2006/main">
              <a:ext uri="{FF2B5EF4-FFF2-40B4-BE49-F238E27FC236}">
                <a16:creationId xmlns:a16="http://schemas.microsoft.com/office/drawing/2014/main" id="{D7021C85-2044-4C45-AABC-8F42D1C3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906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2-comparison / n247 / arrow">
            <a:extLst xmlns:a="http://schemas.openxmlformats.org/drawingml/2006/main">
              <a:ext uri="{FF2B5EF4-FFF2-40B4-BE49-F238E27FC236}">
                <a16:creationId xmlns:a16="http://schemas.microsoft.com/office/drawing/2014/main" id="{FDAE2622-594F-4BAE-8657-B1C3B196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53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2-comparison / n250 / path">
            <a:extLst xmlns:a="http://schemas.openxmlformats.org/drawingml/2006/main">
              <a:ext uri="{FF2B5EF4-FFF2-40B4-BE49-F238E27FC236}">
                <a16:creationId xmlns:a16="http://schemas.microsoft.com/office/drawing/2014/main" id="{4097D532-EE6E-4E56-A462-5E11179A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2-comparison / n250 / arrow">
            <a:extLst xmlns:a="http://schemas.openxmlformats.org/drawingml/2006/main">
              <a:ext uri="{FF2B5EF4-FFF2-40B4-BE49-F238E27FC236}">
                <a16:creationId xmlns:a16="http://schemas.microsoft.com/office/drawing/2014/main" id="{1AEE6AC5-BFC7-4C02-AB1B-9286797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41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2-comparison / n251 / path">
            <a:extLst xmlns:a="http://schemas.openxmlformats.org/drawingml/2006/main">
              <a:ext uri="{FF2B5EF4-FFF2-40B4-BE49-F238E27FC236}">
                <a16:creationId xmlns:a16="http://schemas.microsoft.com/office/drawing/2014/main" id="{8E084696-C518-42C4-A285-25183657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7" name="dp42-comparison / n251 / arrow">
            <a:extLst xmlns:a="http://schemas.openxmlformats.org/drawingml/2006/main">
              <a:ext uri="{FF2B5EF4-FFF2-40B4-BE49-F238E27FC236}">
                <a16:creationId xmlns:a16="http://schemas.microsoft.com/office/drawing/2014/main" id="{A1BE335C-08EA-4B1D-8BF4-95546B81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2-comparison / n256 / path">
            <a:extLst xmlns:a="http://schemas.openxmlformats.org/drawingml/2006/main">
              <a:ext uri="{FF2B5EF4-FFF2-40B4-BE49-F238E27FC236}">
                <a16:creationId xmlns:a16="http://schemas.microsoft.com/office/drawing/2014/main" id="{10424003-FEE0-41FF-AD60-A73653CE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9" name="dp42-comparison / n256 / arrow">
            <a:extLst xmlns:a="http://schemas.openxmlformats.org/drawingml/2006/main">
              <a:ext uri="{FF2B5EF4-FFF2-40B4-BE49-F238E27FC236}">
                <a16:creationId xmlns:a16="http://schemas.microsoft.com/office/drawing/2014/main" id="{2D331EA0-529B-4E24-9D48-D6E3ECF9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897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2-comparison / n257 / path">
            <a:extLst xmlns:a="http://schemas.openxmlformats.org/drawingml/2006/main">
              <a:ext uri="{FF2B5EF4-FFF2-40B4-BE49-F238E27FC236}">
                <a16:creationId xmlns:a16="http://schemas.microsoft.com/office/drawing/2014/main" id="{FD20EE00-354D-455B-9AC0-3F8B92F9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2-comparison / n257 / arrow">
            <a:extLst xmlns:a="http://schemas.openxmlformats.org/drawingml/2006/main">
              <a:ext uri="{FF2B5EF4-FFF2-40B4-BE49-F238E27FC236}">
                <a16:creationId xmlns:a16="http://schemas.microsoft.com/office/drawing/2014/main" id="{64ED6622-6789-4AB7-8131-DA60405A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2" name="dp42-comparison / n262">
            <a:extLst xmlns:a="http://schemas.openxmlformats.org/drawingml/2006/main">
              <a:ext uri="{FF2B5EF4-FFF2-40B4-BE49-F238E27FC236}">
                <a16:creationId xmlns:a16="http://schemas.microsoft.com/office/drawing/2014/main" id="{5339BB6F-3A27-42F4-98C1-86DF28E0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36195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3" name="dp42-comparison / n263 / text 1">
            <a:extLst xmlns:a="http://schemas.openxmlformats.org/drawingml/2006/main">
              <a:ext uri="{FF2B5EF4-FFF2-40B4-BE49-F238E27FC236}">
                <a16:creationId xmlns:a16="http://schemas.microsoft.com/office/drawing/2014/main" id="{65F0F4A5-BA95-4FB2-92F4-FAF43D6C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515100"/>
            <a:ext cx="34480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264" name="dp42-comparison / n264">
            <a:extLst xmlns:a="http://schemas.openxmlformats.org/drawingml/2006/main">
              <a:ext uri="{FF2B5EF4-FFF2-40B4-BE49-F238E27FC236}">
                <a16:creationId xmlns:a16="http://schemas.microsoft.com/office/drawing/2014/main" id="{23907849-0AAE-45F6-8436-A617CC27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6400800"/>
            <a:ext cx="3000375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5" name="dp42-comparison / n265 / text 1">
            <a:extLst xmlns:a="http://schemas.openxmlformats.org/drawingml/2006/main">
              <a:ext uri="{FF2B5EF4-FFF2-40B4-BE49-F238E27FC236}">
                <a16:creationId xmlns:a16="http://schemas.microsoft.com/office/drawing/2014/main" id="{57170E40-F049-4357-BCBB-C5B4D133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3725" y="6515100"/>
            <a:ext cx="2828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266" name="dp42-comparison / n266 / path">
            <a:extLst xmlns:a="http://schemas.openxmlformats.org/drawingml/2006/main">
              <a:ext uri="{FF2B5EF4-FFF2-40B4-BE49-F238E27FC236}">
                <a16:creationId xmlns:a16="http://schemas.microsoft.com/office/drawing/2014/main" id="{1C3F89B2-6DD8-4AB6-8957-AF6810DB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238625"/>
            <a:ext cx="266700" cy="2162175"/>
          </a:xfrm>
          <a:custGeom xmlns:a="http://schemas.openxmlformats.org/drawingml/2006/main">
            <a:pathLst>
              <a:path w="266700" h="2162175">
                <a:moveTo>
                  <a:pt x="0" y="0"/>
                </a:moveTo>
                <a:lnTo>
                  <a:pt x="266700" y="0"/>
                </a:lnTo>
                <a:lnTo>
                  <a:pt x="266700" y="2057400"/>
                </a:lnTo>
                <a:lnTo>
                  <a:pt x="47625" y="2057400"/>
                </a:lnTo>
                <a:lnTo>
                  <a:pt x="47625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7" name="dp42-comparison / n266 / arrow">
            <a:extLst xmlns:a="http://schemas.openxmlformats.org/drawingml/2006/main">
              <a:ext uri="{FF2B5EF4-FFF2-40B4-BE49-F238E27FC236}">
                <a16:creationId xmlns:a16="http://schemas.microsoft.com/office/drawing/2014/main" id="{863D0254-2999-473C-A956-F2B1681F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372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8" name="dp42-comparison / n267 / path">
            <a:extLst xmlns:a="http://schemas.openxmlformats.org/drawingml/2006/main">
              <a:ext uri="{FF2B5EF4-FFF2-40B4-BE49-F238E27FC236}">
                <a16:creationId xmlns:a16="http://schemas.microsoft.com/office/drawing/2014/main" id="{6B65585B-B71B-4222-93F0-8C1A7549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2275" y="4238625"/>
            <a:ext cx="585788" cy="2162175"/>
          </a:xfrm>
          <a:custGeom xmlns:a="http://schemas.openxmlformats.org/drawingml/2006/main">
            <a:pathLst>
              <a:path w="585788" h="2162175">
                <a:moveTo>
                  <a:pt x="514350" y="0"/>
                </a:moveTo>
                <a:lnTo>
                  <a:pt x="0" y="0"/>
                </a:lnTo>
                <a:lnTo>
                  <a:pt x="0" y="2057400"/>
                </a:lnTo>
                <a:lnTo>
                  <a:pt x="585788" y="2057400"/>
                </a:lnTo>
                <a:lnTo>
                  <a:pt x="585788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9" name="dp42-comparison / n267 / arrow">
            <a:extLst xmlns:a="http://schemas.openxmlformats.org/drawingml/2006/main">
              <a:ext uri="{FF2B5EF4-FFF2-40B4-BE49-F238E27FC236}">
                <a16:creationId xmlns:a16="http://schemas.microsoft.com/office/drawing/2014/main" id="{A8DBF7A9-5BC3-48F7-A05B-7E7D1AE7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4535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0" name="dp42-comparison / n268 / path">
            <a:extLst xmlns:a="http://schemas.openxmlformats.org/drawingml/2006/main">
              <a:ext uri="{FF2B5EF4-FFF2-40B4-BE49-F238E27FC236}">
                <a16:creationId xmlns:a16="http://schemas.microsoft.com/office/drawing/2014/main" id="{1154DA98-0DBA-43A1-97A8-7B9857F4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1938" y="4257675"/>
            <a:ext cx="3929063" cy="285750"/>
          </a:xfrm>
          <a:custGeom xmlns:a="http://schemas.openxmlformats.org/drawingml/2006/main">
            <a:pathLst>
              <a:path w="3929063" h="285750">
                <a:moveTo>
                  <a:pt x="3929063" y="0"/>
                </a:moveTo>
                <a:lnTo>
                  <a:pt x="3929063" y="228600"/>
                </a:lnTo>
                <a:lnTo>
                  <a:pt x="2309813" y="228600"/>
                </a:lnTo>
                <a:lnTo>
                  <a:pt x="2309813" y="285750"/>
                </a:lnTo>
                <a:lnTo>
                  <a:pt x="0" y="285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1" name="dp42-comparison / n268 / arrow">
            <a:extLst xmlns:a="http://schemas.openxmlformats.org/drawingml/2006/main">
              <a:ext uri="{FF2B5EF4-FFF2-40B4-BE49-F238E27FC236}">
                <a16:creationId xmlns:a16="http://schemas.microsoft.com/office/drawing/2014/main" id="{6B41E1EB-0331-47CE-9478-350D0C7A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410" y="42576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2" name="dp42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45DAE710-0FF2-41F5-9C29-D98E89AC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495925"/>
            <a:ext cx="914400" cy="904875"/>
          </a:xfrm>
          <a:custGeom xmlns:a="http://schemas.openxmlformats.org/drawingml/2006/main">
            <a:pathLst>
              <a:path w="914400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914400" y="762000"/>
                </a:lnTo>
                <a:lnTo>
                  <a:pt x="914400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73" name="dp42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37E26D68-C31C-479A-931E-CAD41D72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497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4" name="dp42-comparison / n276">
            <a:extLst xmlns:a="http://schemas.openxmlformats.org/drawingml/2006/main">
              <a:ext uri="{FF2B5EF4-FFF2-40B4-BE49-F238E27FC236}">
                <a16:creationId xmlns:a16="http://schemas.microsoft.com/office/drawing/2014/main" id="{71BEB0E5-8465-4315-A9BE-ACCCF793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5" name="dp42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502FE901-4845-48F4-8793-D4EF115D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6" name="dp42-comparison / n278">
            <a:extLst xmlns:a="http://schemas.openxmlformats.org/drawingml/2006/main">
              <a:ext uri="{FF2B5EF4-FFF2-40B4-BE49-F238E27FC236}">
                <a16:creationId xmlns:a16="http://schemas.microsoft.com/office/drawing/2014/main" id="{EF127211-000F-4D98-9357-354F9824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7" name="dp42-comparison / n279 / text 1">
            <a:extLst xmlns:a="http://schemas.openxmlformats.org/drawingml/2006/main">
              <a:ext uri="{FF2B5EF4-FFF2-40B4-BE49-F238E27FC236}">
                <a16:creationId xmlns:a16="http://schemas.microsoft.com/office/drawing/2014/main" id="{0D7F418D-5E2B-4AF9-A682-EBC35912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78" name="dp42-comparison / n280">
            <a:extLst xmlns:a="http://schemas.openxmlformats.org/drawingml/2006/main">
              <a:ext uri="{FF2B5EF4-FFF2-40B4-BE49-F238E27FC236}">
                <a16:creationId xmlns:a16="http://schemas.microsoft.com/office/drawing/2014/main" id="{7D48DE03-E523-49FD-ACD0-E16D16DE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9" name="dp42-comparison / n281 / text 1">
            <a:extLst xmlns:a="http://schemas.openxmlformats.org/drawingml/2006/main">
              <a:ext uri="{FF2B5EF4-FFF2-40B4-BE49-F238E27FC236}">
                <a16:creationId xmlns:a16="http://schemas.microsoft.com/office/drawing/2014/main" id="{BBD2BB4D-C88B-447C-9733-AEF40873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97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280" name="dp42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433CC55F-FD7D-41D5-A9BA-C773ED8B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1" name="dp42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7C2702C9-B86E-45FA-B6C5-1C9687D5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2" name="dp42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2CF82656-9588-4129-9714-CD08E526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3" name="dp42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527785B0-EDF6-40F7-B04B-5A9CFAF1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1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4" name="dp42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2380AB32-23F5-4F73-B77B-7A03A058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00675"/>
            <a:ext cx="2457450" cy="1838325"/>
          </a:xfrm>
          <a:custGeom xmlns:a="http://schemas.openxmlformats.org/drawingml/2006/main">
            <a:pathLst>
              <a:path w="2457450" h="1838325">
                <a:moveTo>
                  <a:pt x="2352675" y="1838325"/>
                </a:moveTo>
                <a:lnTo>
                  <a:pt x="2457450" y="1838325"/>
                </a:lnTo>
                <a:lnTo>
                  <a:pt x="2457450" y="1552575"/>
                </a:lnTo>
                <a:lnTo>
                  <a:pt x="0" y="15525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5" name="dp42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6A88BE87-BA83-4CBB-A918-2D7D88E7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53671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6" name="dp42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E9A20C0A-BA3D-43E4-B348-6BDE6714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781550"/>
            <a:ext cx="1666875" cy="2238375"/>
          </a:xfrm>
          <a:custGeom xmlns:a="http://schemas.openxmlformats.org/drawingml/2006/main">
            <a:pathLst>
              <a:path w="1666875" h="2238375">
                <a:moveTo>
                  <a:pt x="0" y="0"/>
                </a:moveTo>
                <a:lnTo>
                  <a:pt x="1666875" y="0"/>
                </a:lnTo>
                <a:lnTo>
                  <a:pt x="16668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7" name="dp42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7B5E5E00-BBB8-4A65-A703-C94953C9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14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8" name="dp42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3F8132A7-9851-4A7E-8CDB-738D9C61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76800"/>
            <a:ext cx="1724025" cy="2143125"/>
          </a:xfrm>
          <a:custGeom xmlns:a="http://schemas.openxmlformats.org/drawingml/2006/main">
            <a:pathLst>
              <a:path w="1724025" h="2143125">
                <a:moveTo>
                  <a:pt x="1285875" y="2143125"/>
                </a:moveTo>
                <a:lnTo>
                  <a:pt x="1285875" y="2066925"/>
                </a:lnTo>
                <a:lnTo>
                  <a:pt x="1724025" y="2066925"/>
                </a:lnTo>
                <a:lnTo>
                  <a:pt x="17240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9" name="dp42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B18AFDE5-A638-4F94-9AAF-FB79D5AD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0" name="dp42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32595CAA-2112-4FC4-9AC2-80794C11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1781175" y="0"/>
                </a:lnTo>
                <a:lnTo>
                  <a:pt x="17811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1" name="dp42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51231F12-8898-49AF-8F3B-8FCB66BC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9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2" name="dp42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CEDF4DDD-B33A-4CF3-849F-9C7AEC75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1838325" y="1295400"/>
                </a:lnTo>
                <a:lnTo>
                  <a:pt x="18383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3" name="dp42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B3A4055C-3063-44F8-9E78-910AC17D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4" name="dp42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FCEE7AE2-8C0E-4B14-B3BF-858974F2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93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5" name="dp42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D61F2CEF-1B39-4C56-9B81-062392B1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0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6" name="dp42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D65128A6-D594-427A-999E-B2FFF18D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018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7" name="dp42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68645628-68C0-4966-908B-7962C404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83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8" name="dp42-comparison / n190">
            <a:extLst xmlns:a="http://schemas.openxmlformats.org/drawingml/2006/main">
              <a:ext uri="{FF2B5EF4-FFF2-40B4-BE49-F238E27FC236}">
                <a16:creationId xmlns:a16="http://schemas.microsoft.com/office/drawing/2014/main" id="{82C4D9E4-C77E-4D60-9227-2CC66E39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p42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F10091CD-0D1A-4980-B10B-8BE46646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300" name="dp42-comparison / n192">
            <a:extLst xmlns:a="http://schemas.openxmlformats.org/drawingml/2006/main">
              <a:ext uri="{FF2B5EF4-FFF2-40B4-BE49-F238E27FC236}">
                <a16:creationId xmlns:a16="http://schemas.microsoft.com/office/drawing/2014/main" id="{BC72F8C4-3E04-46F0-93B3-25572CCD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p42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0B514625-4F16-4B91-88BB-497A925A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302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D14E557E-B4CF-4E5B-9994-55787E8E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D40E429D-32D8-4CF9-A047-A9673B93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304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FC59CD6B-66D8-49FC-A4C7-9324B717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6C766783-9702-4820-9A45-52B8C054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306" name="dp42-comparison / n200">
            <a:extLst xmlns:a="http://schemas.openxmlformats.org/drawingml/2006/main">
              <a:ext uri="{FF2B5EF4-FFF2-40B4-BE49-F238E27FC236}">
                <a16:creationId xmlns:a16="http://schemas.microsoft.com/office/drawing/2014/main" id="{190B5CA2-D9D7-4B70-AE28-78F3E3EA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2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C7FA5654-0D72-4C2B-9E35-F3F686CA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308" name="dp42-comparison / n202">
            <a:extLst xmlns:a="http://schemas.openxmlformats.org/drawingml/2006/main">
              <a:ext uri="{FF2B5EF4-FFF2-40B4-BE49-F238E27FC236}">
                <a16:creationId xmlns:a16="http://schemas.microsoft.com/office/drawing/2014/main" id="{3E412986-4AA8-4935-9027-D86672A4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p42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692269D9-18D1-4F57-8B08-B7F849B5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310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3242DC35-E0E5-4D81-A3DA-AF3D4DAF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69416F3B-3278-4EDF-BFB3-467A0A00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312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FA8EAC25-5C8C-4AAD-B1BD-63421FBA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417ED80E-8102-4CFA-BCCE-A3F5AEB8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314" name="dp42-comparison / n210">
            <a:extLst xmlns:a="http://schemas.openxmlformats.org/drawingml/2006/main">
              <a:ext uri="{FF2B5EF4-FFF2-40B4-BE49-F238E27FC236}">
                <a16:creationId xmlns:a16="http://schemas.microsoft.com/office/drawing/2014/main" id="{30E98FBB-678E-4A9F-8818-11721D1A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2-comparison / n211 / text 1">
            <a:extLst xmlns:a="http://schemas.openxmlformats.org/drawingml/2006/main">
              <a:ext uri="{FF2B5EF4-FFF2-40B4-BE49-F238E27FC236}">
                <a16:creationId xmlns:a16="http://schemas.microsoft.com/office/drawing/2014/main" id="{C05076AC-1B11-4344-BC6C-74FF3637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316" name="dp42-comparison / n212">
            <a:extLst xmlns:a="http://schemas.openxmlformats.org/drawingml/2006/main">
              <a:ext uri="{FF2B5EF4-FFF2-40B4-BE49-F238E27FC236}">
                <a16:creationId xmlns:a16="http://schemas.microsoft.com/office/drawing/2014/main" id="{D44978C0-9301-41EC-BB22-AE29E20A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2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833D8CC0-03A7-433E-B003-C8AD9369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318" name="dp42-comparison / n218">
            <a:extLst xmlns:a="http://schemas.openxmlformats.org/drawingml/2006/main">
              <a:ext uri="{FF2B5EF4-FFF2-40B4-BE49-F238E27FC236}">
                <a16:creationId xmlns:a16="http://schemas.microsoft.com/office/drawing/2014/main" id="{42C1C867-C2EE-42D3-9ED4-79702989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p42-comparison / n219 / text 1">
            <a:extLst xmlns:a="http://schemas.openxmlformats.org/drawingml/2006/main">
              <a:ext uri="{FF2B5EF4-FFF2-40B4-BE49-F238E27FC236}">
                <a16:creationId xmlns:a16="http://schemas.microsoft.com/office/drawing/2014/main" id="{1321B75C-5D51-4B27-84A6-EDAB2FE2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3590925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0" name="dp42-comparison / n220">
            <a:extLst xmlns:a="http://schemas.openxmlformats.org/drawingml/2006/main">
              <a:ext uri="{FF2B5EF4-FFF2-40B4-BE49-F238E27FC236}">
                <a16:creationId xmlns:a16="http://schemas.microsoft.com/office/drawing/2014/main" id="{49A7DC67-65F7-4C6B-B301-CB6E65AC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p42-comparison / n221 / text 1">
            <a:extLst xmlns:a="http://schemas.openxmlformats.org/drawingml/2006/main">
              <a:ext uri="{FF2B5EF4-FFF2-40B4-BE49-F238E27FC236}">
                <a16:creationId xmlns:a16="http://schemas.microsoft.com/office/drawing/2014/main" id="{FD66AA17-CE90-4F42-AE13-F24505D4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590925"/>
            <a:ext cx="1809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2" name="dp42-comparison / n232">
            <a:extLst xmlns:a="http://schemas.openxmlformats.org/drawingml/2006/main">
              <a:ext uri="{FF2B5EF4-FFF2-40B4-BE49-F238E27FC236}">
                <a16:creationId xmlns:a16="http://schemas.microsoft.com/office/drawing/2014/main" id="{E85D7AB2-B2B8-4AEB-A9AA-4882B52C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2-comparison / n233 / text 1">
            <a:extLst xmlns:a="http://schemas.openxmlformats.org/drawingml/2006/main">
              <a:ext uri="{FF2B5EF4-FFF2-40B4-BE49-F238E27FC236}">
                <a16:creationId xmlns:a16="http://schemas.microsoft.com/office/drawing/2014/main" id="{8BAD4ADE-D7BE-4D25-9A4E-337B3AED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324" name="dp42-comparison / n234">
            <a:extLst xmlns:a="http://schemas.openxmlformats.org/drawingml/2006/main">
              <a:ext uri="{FF2B5EF4-FFF2-40B4-BE49-F238E27FC236}">
                <a16:creationId xmlns:a16="http://schemas.microsoft.com/office/drawing/2014/main" id="{25C19FCE-3539-4264-B1DE-AEE57766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2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3BF011EF-AFEE-4C5A-8567-29D1D2C9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326" name="dp42-comparison / n238">
            <a:extLst xmlns:a="http://schemas.openxmlformats.org/drawingml/2006/main">
              <a:ext uri="{FF2B5EF4-FFF2-40B4-BE49-F238E27FC236}">
                <a16:creationId xmlns:a16="http://schemas.microsoft.com/office/drawing/2014/main" id="{32F6B6C1-88B2-4323-8848-4EBBCB58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2-comparison / n239 / text 1">
            <a:extLst xmlns:a="http://schemas.openxmlformats.org/drawingml/2006/main">
              <a:ext uri="{FF2B5EF4-FFF2-40B4-BE49-F238E27FC236}">
                <a16:creationId xmlns:a16="http://schemas.microsoft.com/office/drawing/2014/main" id="{6C2B96FA-81A5-481E-82DA-C455EB6A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328" name="dp42-comparison / n241">
            <a:extLst xmlns:a="http://schemas.openxmlformats.org/drawingml/2006/main">
              <a:ext uri="{FF2B5EF4-FFF2-40B4-BE49-F238E27FC236}">
                <a16:creationId xmlns:a16="http://schemas.microsoft.com/office/drawing/2014/main" id="{52553E88-6622-4811-9DA3-29D399E0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p42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FAD506B5-BFC8-48CA-8DD9-C0320E83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330" name="dp42-comparison / n244">
            <a:extLst xmlns:a="http://schemas.openxmlformats.org/drawingml/2006/main">
              <a:ext uri="{FF2B5EF4-FFF2-40B4-BE49-F238E27FC236}">
                <a16:creationId xmlns:a16="http://schemas.microsoft.com/office/drawing/2014/main" id="{768733FD-A081-4756-8204-03D66A7E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2-comparison / n245 / text 1">
            <a:extLst xmlns:a="http://schemas.openxmlformats.org/drawingml/2006/main">
              <a:ext uri="{FF2B5EF4-FFF2-40B4-BE49-F238E27FC236}">
                <a16:creationId xmlns:a16="http://schemas.microsoft.com/office/drawing/2014/main" id="{B85F9E41-F30E-428D-AC8E-E3A38926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332" name="dp42-comparison / n248">
            <a:extLst xmlns:a="http://schemas.openxmlformats.org/drawingml/2006/main">
              <a:ext uri="{FF2B5EF4-FFF2-40B4-BE49-F238E27FC236}">
                <a16:creationId xmlns:a16="http://schemas.microsoft.com/office/drawing/2014/main" id="{135B1EA7-9D3D-422C-9BA1-BE542A87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2-comparison / n249 / text 1">
            <a:extLst xmlns:a="http://schemas.openxmlformats.org/drawingml/2006/main">
              <a:ext uri="{FF2B5EF4-FFF2-40B4-BE49-F238E27FC236}">
                <a16:creationId xmlns:a16="http://schemas.microsoft.com/office/drawing/2014/main" id="{283390C5-46AE-4E3B-9F93-B815B591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334" name="dp42-comparison / n252">
            <a:extLst xmlns:a="http://schemas.openxmlformats.org/drawingml/2006/main">
              <a:ext uri="{FF2B5EF4-FFF2-40B4-BE49-F238E27FC236}">
                <a16:creationId xmlns:a16="http://schemas.microsoft.com/office/drawing/2014/main" id="{A2193C02-54B5-47C3-A3FA-E741CF0A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p42-comparison / n253 / text 1">
            <a:extLst xmlns:a="http://schemas.openxmlformats.org/drawingml/2006/main">
              <a:ext uri="{FF2B5EF4-FFF2-40B4-BE49-F238E27FC236}">
                <a16:creationId xmlns:a16="http://schemas.microsoft.com/office/drawing/2014/main" id="{808C9FF2-4F52-4541-9FAE-E9998DB0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336" name="dp42-comparison / n253 / text 2">
            <a:extLst xmlns:a="http://schemas.openxmlformats.org/drawingml/2006/main">
              <a:ext uri="{FF2B5EF4-FFF2-40B4-BE49-F238E27FC236}">
                <a16:creationId xmlns:a16="http://schemas.microsoft.com/office/drawing/2014/main" id="{132F6E07-7DAF-495B-9ADC-8E6343B5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337" name="dp42-comparison / n254">
            <a:extLst xmlns:a="http://schemas.openxmlformats.org/drawingml/2006/main">
              <a:ext uri="{FF2B5EF4-FFF2-40B4-BE49-F238E27FC236}">
                <a16:creationId xmlns:a16="http://schemas.microsoft.com/office/drawing/2014/main" id="{9F05E54D-EF67-4F17-82BE-0588C935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p42-comparison / n255 / text 1">
            <a:extLst xmlns:a="http://schemas.openxmlformats.org/drawingml/2006/main">
              <a:ext uri="{FF2B5EF4-FFF2-40B4-BE49-F238E27FC236}">
                <a16:creationId xmlns:a16="http://schemas.microsoft.com/office/drawing/2014/main" id="{09DB7F04-5EFA-4CC0-B8C1-89EB938F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339" name="dp42-comparison / n258">
            <a:extLst xmlns:a="http://schemas.openxmlformats.org/drawingml/2006/main">
              <a:ext uri="{FF2B5EF4-FFF2-40B4-BE49-F238E27FC236}">
                <a16:creationId xmlns:a16="http://schemas.microsoft.com/office/drawing/2014/main" id="{CBE78240-B05C-41CB-8760-1ABB96FA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p42-comparison / n259 / text 1">
            <a:extLst xmlns:a="http://schemas.openxmlformats.org/drawingml/2006/main">
              <a:ext uri="{FF2B5EF4-FFF2-40B4-BE49-F238E27FC236}">
                <a16:creationId xmlns:a16="http://schemas.microsoft.com/office/drawing/2014/main" id="{0BB5A413-7C44-4DDB-900A-0347E251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341" name="dp42-comparison / n259 / text 2">
            <a:extLst xmlns:a="http://schemas.openxmlformats.org/drawingml/2006/main">
              <a:ext uri="{FF2B5EF4-FFF2-40B4-BE49-F238E27FC236}">
                <a16:creationId xmlns:a16="http://schemas.microsoft.com/office/drawing/2014/main" id="{FDD478F8-C6C0-4400-B2A6-48D6A385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342" name="dp42-comparison / n260">
            <a:extLst xmlns:a="http://schemas.openxmlformats.org/drawingml/2006/main">
              <a:ext uri="{FF2B5EF4-FFF2-40B4-BE49-F238E27FC236}">
                <a16:creationId xmlns:a16="http://schemas.microsoft.com/office/drawing/2014/main" id="{D53A79FD-FCB3-4C3D-9D10-AC53F277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p42-comparison / n261 / text 1">
            <a:extLst xmlns:a="http://schemas.openxmlformats.org/drawingml/2006/main">
              <a:ext uri="{FF2B5EF4-FFF2-40B4-BE49-F238E27FC236}">
                <a16:creationId xmlns:a16="http://schemas.microsoft.com/office/drawing/2014/main" id="{35A7B07B-011E-4EE5-AA84-B93098D0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344" name="dp42-comparison / n269">
            <a:extLst xmlns:a="http://schemas.openxmlformats.org/drawingml/2006/main">
              <a:ext uri="{FF2B5EF4-FFF2-40B4-BE49-F238E27FC236}">
                <a16:creationId xmlns:a16="http://schemas.microsoft.com/office/drawing/2014/main" id="{3EA5BD31-9BF3-41C9-B58F-EA7711AC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000750"/>
            <a:ext cx="1860423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p42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BF44024E-7C05-4761-9629-8BFD2CC2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01027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선저장: R2=접수 대기 / K1</a:t>
            </a:r>
          </a:p>
        </p:txBody>
      </p:sp>
      <p:sp>
        <p:nvSpPr>
          <p:cNvPr id="346" name="dp42-comparison / n270 / text 2">
            <a:extLst xmlns:a="http://schemas.openxmlformats.org/drawingml/2006/main">
              <a:ext uri="{FF2B5EF4-FFF2-40B4-BE49-F238E27FC236}">
                <a16:creationId xmlns:a16="http://schemas.microsoft.com/office/drawing/2014/main" id="{FD0C3F71-E476-49C3-91CA-0680630D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7029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후반영: K1 내부 접수 확인</a:t>
            </a:r>
          </a:p>
        </p:txBody>
      </p:sp>
      <p:sp>
        <p:nvSpPr>
          <p:cNvPr id="347" name="dp42-comparison / n271">
            <a:extLst xmlns:a="http://schemas.openxmlformats.org/drawingml/2006/main">
              <a:ext uri="{FF2B5EF4-FFF2-40B4-BE49-F238E27FC236}">
                <a16:creationId xmlns:a16="http://schemas.microsoft.com/office/drawing/2014/main" id="{B85D10E8-6E3D-4A2C-867D-CB369BD3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6575" y="6000750"/>
            <a:ext cx="2148459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p42-comparison / n272 / text 1">
            <a:extLst xmlns:a="http://schemas.openxmlformats.org/drawingml/2006/main">
              <a:ext uri="{FF2B5EF4-FFF2-40B4-BE49-F238E27FC236}">
                <a16:creationId xmlns:a16="http://schemas.microsoft.com/office/drawing/2014/main" id="{58605037-97CD-4F1D-ACE3-C9F35C6C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01027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변경 + K1 + 내부 접수 결과</a:t>
            </a:r>
          </a:p>
        </p:txBody>
      </p:sp>
      <p:sp>
        <p:nvSpPr>
          <p:cNvPr id="349" name="dp42-comparison / n272 / text 2">
            <a:extLst xmlns:a="http://schemas.openxmlformats.org/drawingml/2006/main">
              <a:ext uri="{FF2B5EF4-FFF2-40B4-BE49-F238E27FC236}">
                <a16:creationId xmlns:a16="http://schemas.microsoft.com/office/drawing/2014/main" id="{58C7FC32-92C0-4637-AEC8-D36F30CA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17029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업무의 로컬 transaction</a:t>
            </a:r>
          </a:p>
        </p:txBody>
      </p:sp>
      <p:sp>
        <p:nvSpPr>
          <p:cNvPr id="350" name="dp42-comparison / n273">
            <a:extLst xmlns:a="http://schemas.openxmlformats.org/drawingml/2006/main">
              <a:ext uri="{FF2B5EF4-FFF2-40B4-BE49-F238E27FC236}">
                <a16:creationId xmlns:a16="http://schemas.microsoft.com/office/drawing/2014/main" id="{7DB006E8-C2AF-4EAC-A29F-737A505D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4619625"/>
            <a:ext cx="1497711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p42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8CF2246B-1CA3-4FB3-84A2-E7273F9B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4629150"/>
            <a:ext cx="20478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내부 접수 결과 반환</a:t>
            </a:r>
          </a:p>
        </p:txBody>
      </p:sp>
      <p:sp>
        <p:nvSpPr>
          <p:cNvPr id="352" name="dp42-comparison / n285">
            <a:extLst xmlns:a="http://schemas.openxmlformats.org/drawingml/2006/main">
              <a:ext uri="{FF2B5EF4-FFF2-40B4-BE49-F238E27FC236}">
                <a16:creationId xmlns:a16="http://schemas.microsoft.com/office/drawing/2014/main" id="{0AFC0828-E6A4-4D0A-9737-2FE9811D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p42-comparison / n286 / text 1">
            <a:extLst xmlns:a="http://schemas.openxmlformats.org/drawingml/2006/main">
              <a:ext uri="{FF2B5EF4-FFF2-40B4-BE49-F238E27FC236}">
                <a16:creationId xmlns:a16="http://schemas.microsoft.com/office/drawing/2014/main" id="{9262DE0E-DD40-435C-8A7F-4049A58A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354" name="dp42-comparison / n293">
            <a:extLst xmlns:a="http://schemas.openxmlformats.org/drawingml/2006/main">
              <a:ext uri="{FF2B5EF4-FFF2-40B4-BE49-F238E27FC236}">
                <a16:creationId xmlns:a16="http://schemas.microsoft.com/office/drawing/2014/main" id="{D86CB291-9ECF-4FAD-A27A-BC1809EA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p42-comparison / n294 / text 1">
            <a:extLst xmlns:a="http://schemas.openxmlformats.org/drawingml/2006/main">
              <a:ext uri="{FF2B5EF4-FFF2-40B4-BE49-F238E27FC236}">
                <a16:creationId xmlns:a16="http://schemas.microsoft.com/office/drawing/2014/main" id="{EA046270-5CAC-43AD-BFDB-E045706A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356" name="dp42-comparison / n295">
            <a:extLst xmlns:a="http://schemas.openxmlformats.org/drawingml/2006/main">
              <a:ext uri="{FF2B5EF4-FFF2-40B4-BE49-F238E27FC236}">
                <a16:creationId xmlns:a16="http://schemas.microsoft.com/office/drawing/2014/main" id="{F7940AAF-A29D-4BBC-8A34-DEF71D88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p42-comparison / n296 / text 1">
            <a:extLst xmlns:a="http://schemas.openxmlformats.org/drawingml/2006/main">
              <a:ext uri="{FF2B5EF4-FFF2-40B4-BE49-F238E27FC236}">
                <a16:creationId xmlns:a16="http://schemas.microsoft.com/office/drawing/2014/main" id="{2313300B-FD84-4286-8CD4-051DA562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358" name="dp42-comparison / n297">
            <a:extLst xmlns:a="http://schemas.openxmlformats.org/drawingml/2006/main">
              <a:ext uri="{FF2B5EF4-FFF2-40B4-BE49-F238E27FC236}">
                <a16:creationId xmlns:a16="http://schemas.microsoft.com/office/drawing/2014/main" id="{E0DF6259-4509-4063-A1B5-EB35D011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477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p42-comparison / n298 / text 1">
            <a:extLst xmlns:a="http://schemas.openxmlformats.org/drawingml/2006/main">
              <a:ext uri="{FF2B5EF4-FFF2-40B4-BE49-F238E27FC236}">
                <a16:creationId xmlns:a16="http://schemas.microsoft.com/office/drawing/2014/main" id="{B6C428CB-0A7F-4372-B13E-A51A9B92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382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360" name="dp42-comparison / n299">
            <a:extLst xmlns:a="http://schemas.openxmlformats.org/drawingml/2006/main">
              <a:ext uri="{FF2B5EF4-FFF2-40B4-BE49-F238E27FC236}">
                <a16:creationId xmlns:a16="http://schemas.microsoft.com/office/drawing/2014/main" id="{206AFDD9-F757-4C53-8698-0B5A7537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p42-comparison / n300 / text 1">
            <a:extLst xmlns:a="http://schemas.openxmlformats.org/drawingml/2006/main">
              <a:ext uri="{FF2B5EF4-FFF2-40B4-BE49-F238E27FC236}">
                <a16:creationId xmlns:a16="http://schemas.microsoft.com/office/drawing/2014/main" id="{0366FC5F-38B0-41FE-AEF4-6D769770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</p:spTree>
    <p:extLst>
      <p:ext uri="{BB962C8B-B14F-4D97-AF65-F5344CB8AC3E}">
        <p14:creationId xmlns:p14="http://schemas.microsoft.com/office/powerpoint/2010/main" val="6027461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0075C268-810D-4F27-A3CE-BDC31A04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91CA3B06-08D4-4740-BD44-EE082F4C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88E64A05-E3EA-4ED5-A927-945BC3A9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5AEE1B36-EB5D-4FC1-948C-27699B0D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40370BE-5548-434A-9A52-B91D565A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816DEE9-FBCD-4B0A-8E5A-12B10517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39DD108A-76AC-4703-87EF-C74765BA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C32C25CC-4884-4DA1-8BE3-2DB5D67D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EF5798E8-70F3-4FE5-A19F-27738005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2B57F289-81A9-4CED-82D4-347CF1B8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292DA80D-A95A-4C46-876C-2C6A3BFC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FCF8F664-2F09-4DD1-B238-E6E1F53E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E2D0359F-5AF4-4E77-B750-289561EA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E5FC3BC8-7E88-44CB-8E35-0C0691E9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F8C6AED6-6126-4CB5-B233-69302048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F57EEEDB-4660-4AAC-9D02-95C26420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0B686EEB-BECB-4F3B-96E9-176D7D6F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CCC6A9DB-7DEB-401A-9B27-E6096116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C1F74FD7-D0FF-4878-8D4C-E7428C72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9F6D12A-B01F-4781-B19A-8D30DD9C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8B537292-B858-4487-B4D0-31CB9E95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FF683370-F6AC-427E-8380-81458AFC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5508BDB6-7076-4A05-B98B-EE02F0D1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평균 VIA 처리시간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D3A4836B-CD09-4DB1-8975-4042FD27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FBB3211D-E6AD-4B49-8B32-A2C98484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AD86E470-4838-48B4-8AE0-ED7567CD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E9F529F0-1CB5-465F-B640-4ACBD90B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6962E327-C4F9-4024-9539-0AE893FB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D3B24DAD-A575-48CA-8AB7-86E7E4D5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E84C7CF1-BA9D-4904-AEE5-412D53BA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9D057175-04C8-4F7D-80F3-DD69ECE5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F08159F-B5BE-4837-BF57-73AE45D5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8FD4385-D67A-410A-BC1C-E7B84A39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B30949B-C289-4FBF-9F32-B5CD7330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CDB0035C-441D-47A2-AD36-91889992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25E14D77-E172-4FE3-93C8-385BB6B5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ADF054C0-872D-4F8C-A104-CC06881D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F6CD0C19-B743-49CE-BC4B-D4069BD4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BD9C6E5A-277C-46A4-8EF1-7C04DBFA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F6E9DBE-D298-4195-AC07-F5F3F73B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평균 VIA 처리시간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BB1A22BB-1BDD-426A-95C1-C100B3DB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F526641B-EC60-4162-93D1-B0BE2750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DE865445-C919-4ADA-87EF-DE6CB4AE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5E09A1D-9041-478D-A5BC-FD60F336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22C3FC05-DFFD-406E-80E1-D8E5DE56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DD7F858D-1BE8-416B-B84D-CF105683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1E4399A6-7B81-4720-9A35-F22767D7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5A5F511E-621F-4D0F-A04C-C4A517C9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88C55308-3305-47E8-B6B7-A8965F66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ABD6DF43-43DE-4C27-BD49-E6F0EF77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24C1578-83EA-4463-882D-70BDED5F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0DD24039-CAD3-4997-A81A-8630B931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7F1ED933-24E1-4C6C-943B-FBB10D29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CF8CA99C-B315-472E-87AB-652C9D25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3C97794D-5620-401A-A9B8-ED2EB570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7F00A426-E09D-4B94-8ACF-42994BDC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46982D15-BCFF-485F-85B8-767F350A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2F6FE5D1-13D7-4B73-AAD7-F78C2FEB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A829B05B-353F-48A3-845D-111B6A91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54435350-D902-4E8D-9307-7E9D3847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000C6B6E-F630-47DA-8E39-5F817E88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2030E286-D796-402F-A98D-18AC99C2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644D1C6C-C1DB-4AEE-A851-1E2F7934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6B3F3CEB-8607-4131-A571-0CED5C39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5264F868-F6DE-4439-B46F-DF143004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103A3F80-24CA-45EB-8D24-7CBFA7D1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3F0CEC2B-A3E1-4849-AC2A-BEA8BEBB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7D22AD6E-1C4D-4030-9663-39FA2F4C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1E934BDC-1231-4C17-A07C-251795BC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E1AEE415-0185-44FD-B945-BA9528A5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19B695F4-533D-4A50-AAA1-300D727C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82E0378C-3425-4D9A-B391-ECA36355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2A4AC90E-26C0-497F-BE84-4B9C8A5D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8CA130CC-22FA-45EF-A05C-CBBA67E6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1F72D3A5-1397-4FDE-A46E-4080034D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5AB307BF-73B9-4E3C-88B3-56BE9196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EE49C49F-E53C-440E-9748-F5704FA9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536559CE-3676-49F5-BDEA-0BA01D5A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5BC538E5-267A-4930-B26F-1B744F06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D28EF46A-5D65-4D58-95A6-6AD1D225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34BB9D74-BAA4-4198-B691-99CEA4A4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B1E747F9-C2B6-4CFB-A648-21D1864A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1AB4ACCF-EEDA-426F-A575-2DAA42AE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35BB5314-B9A6-48AA-841A-40B2822B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21D90D00-089D-448F-A735-C20C5C8C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470A4922-7423-4FB9-8989-198E50B3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A75C4D7D-EE13-46E7-A903-BFD9B15A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CCAA76D0-C628-4ECB-821D-B76717EF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7E4A9164-723E-4210-B19B-47F82D59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ABF81C3-6608-4252-A36B-5D827C66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7B11CC2B-520C-4AE4-88B0-3FE3E004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12748C44-CF77-4B18-9090-A82A2213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B895C96A-8036-4329-B8E5-0264976A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1E1FE5E0-D7F6-483D-B81A-1FA8F25C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17396DE5-3696-4B5D-AC10-C496F7D7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C86564E5-1DFB-4FCA-8130-452B889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9F3371B5-3BC1-416C-B22A-C84BF856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5FDE1A81-4412-4C82-AE30-C3A7AC5D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A9003EEF-FA5A-488F-80E9-561795E6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71A9C78E-F945-4609-AA19-A61ED8CD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D26DA344-90F4-48D3-8E7D-2F5E1B0B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8D38FB3F-0239-4561-B64F-C2FB40DE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EA38C8FE-76C2-4040-805E-5B50CB30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56D58781-EADF-47AF-A05F-1BF30766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22F9563D-ACBB-405A-B7D0-8D494AEF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C7956736-42CF-498F-ACE9-E69E4898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1AF457BC-3967-49CF-B269-79631C02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BB63BBCD-BB2B-43AC-8EC1-1028D230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0C0D80EB-03C2-44D0-A7BB-FED50B95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8BB02F71-773D-4F69-AB67-026940B0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1FD4BB5A-3DD7-41A0-8408-8DF675F3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D7F8AFF6-30F3-43BB-9220-5DEC1394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215A8B3B-40DB-43FA-8B44-E35125E0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6DB9877-2ED7-4F88-B778-1A426358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2DC8EFDD-EB76-4245-BB7C-E23A0C92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F25DC276-1D73-4009-98C1-8143CD3F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169EB823-AEC7-42A8-8364-127A5F9F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A8324F08-C715-40B4-B581-5C4E5F17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66F2E119-6512-42BF-A164-7454E6BE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76AD0B05-1C19-41DA-A5F7-83F47C86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DD2E403A-3FD8-4B7F-A752-7356D0DC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329974EB-3515-4E95-AF2F-C83B1615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A8332914-BB48-49C4-9E28-98608B2F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D2E970DE-2B98-4DA4-BA02-9443F6E4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C4D26135-6B41-40FE-96B2-7FD5074C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EAFAA26C-3B45-4BC2-8986-4A0690A1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F473E544-B287-47FE-98DB-DC1EE1E6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2C913E5D-92E8-4E19-A681-0908B104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E82E9CBE-B7C7-4446-A052-3DAE61FA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6483C610-3D0C-46F3-9C01-946DC037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E0A6BAE6-B8BC-46E4-A557-CFC1ABF1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45202B50-CF6B-443F-89AD-E1544A3D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B83BD571-D57D-4B7E-B281-607B8576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56905014-F918-4482-857F-67AB2E88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17E662B1-53C7-42C4-9BCE-7599A24D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953929E6-D12E-4F92-AD74-17D11CA3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CA9445B1-FCC0-4CCD-9B6C-82546654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999934D8-3846-4B3B-B21C-8F2382F9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ED5972CE-4481-4A0B-85EC-F6E6C73B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13DAE296-E8ED-493C-BA40-CA7B8F22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E0F5E4FA-9C3A-447F-97C4-55CF3D3C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2B6C306D-E2FF-4B85-9289-6E9EF654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0399E2FD-D5DE-4CC2-882A-0228B1EC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492A2DE0-522D-41B3-AF4A-117923B6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DD51943-EA90-4EF9-ACAD-100733EF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6FBCFB45-2771-4A10-9898-583E37F0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154F2166-4BAE-4951-8839-86C83619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84235983-5D9F-42DE-AFC5-6A7A70F0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11C81CC0-5348-44D2-9E7C-26A61678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6F94EAA9-3FA0-42CA-A26F-77E51EAC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6FE777BB-8531-4D1A-8EDC-1113D5B6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B23877C4-DE2F-4918-9F79-6C826F7E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314F83E9-CB6E-4A0C-B6D7-48BFB922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4B3580C8-876B-4272-B9E9-EA57D9A4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A3AAFD48-2911-4B42-9989-49C0A0AA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CF627577-D441-4DE3-99B1-D5CE1EAC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AD0FD768-8DEC-42E5-9520-8B358D21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8DA43258-4CFE-47A0-930C-36B3A4DF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D2C9E76-6D53-4A48-BA7F-2B57B1EE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46FDEF72-0CCD-4D98-981E-BFC43999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526A6EB2-317A-4C28-81C0-59B0A351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C31BBDF9-24E4-4858-870A-7833EAE7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ACFC4796-7308-40C5-BE8E-687FFD9C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4EC18EB6-9CDD-4219-9440-D96840B5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1F3A913D-2B38-4578-B0FF-98940C7C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454ECD9-5429-4787-B11E-0D1FBB1B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532F0AD1-053E-403D-8CC7-054108F5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1C7E9FA0-176E-4AA3-9821-B4586136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11832A7D-B16C-4CA7-BBFE-5F746113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BB394956-EA8B-4C59-80DE-4A36ABF0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35CC6DA9-A9AF-46E2-9F47-F70C5A14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46A6F153-F5A2-4583-899B-AADCD09D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FF8E0F4B-EE69-4E97-8DCB-D347C549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4E38E536-2F6C-46AB-921F-9BE270CD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D8F89FFC-2A95-4D82-8CA9-0967A01A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DD8140C1-B48E-43FF-A552-1DA30502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F4CEE623-C57E-4AF1-85A7-2930CF9C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EC65135F-7E7B-4CAD-97A9-2705C911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66D238D6-71A8-42B3-B24B-15377B1B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DF716265-7603-4D47-9892-897E6823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EC9D7430-69A4-4329-BCFB-C90F0667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E84B7F46-1C71-463E-8520-B544E8BB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ADFA0084-9562-4C8B-BD10-A2C4F545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B7C94E47-186B-4CA6-9F89-F5EBA3DB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3586183D-34A0-4034-9394-BB7E79CE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258DBB81-A3B2-4749-8E29-3C8D6448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38369DCC-FCBE-4208-9C5E-E47DECAB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A2140425-C394-45E7-9511-29D57771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AAB31991-86FC-42EA-8420-761CCC44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3F9E69EB-2E8F-40DE-A6BB-EA5CFC00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CB0F4FFF-5222-4E6D-A1D4-7BD64F41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A3AEEAD9-ADC0-4F66-B92F-87840BA2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5BF7B637-95D8-42F2-8FC0-86AECCBF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6179AFB0-002D-48BE-9B4A-01FC8A8C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C57F2B19-AD0D-48A8-A6B5-EFE442CB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A9E2D10-AC9C-44CB-A7CC-1208AC9E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3DBA6E91-7D18-444A-9CCA-DA2E0D6B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63110E6-6997-4CB6-B6C3-8140043B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5606C0E0-F464-441D-B4D3-A904A385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1DEB4651-D156-4202-BFDF-9146684F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0CB094A4-10E8-47BF-A91B-19FBA83A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D8718DC4-A74F-4D96-B6AC-F6F4B5AC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0206A143-F489-4125-AC2E-3C9BCC52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DE280D3-790B-47F4-A9A3-B622D8C9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1AE7C213-25E0-4BB3-AD1C-784CFCF2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994D3F8D-64A3-48BA-B9C8-C05F7D7D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29EE287A-1927-4DF4-BE2D-E749B8C1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B9393457-BFAC-4599-9B88-B387550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DEB2D5B8-E61E-44C4-A450-102E248A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8EDC3C68-77C8-4464-A3C1-B0DBC13F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522AB7C5-99BD-42B7-AE47-9D8FE744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274F2B68-E1C3-415F-8C9A-927B82CC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1A7133C1-047A-4C74-A088-0077A31E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1DFD8BEC-2BFA-4EF1-8CB7-A75F2B6A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6EEA0E10-4BF6-46C9-BDA7-DAAAFBAC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9AA1218F-3BD5-4205-B344-BB99DB38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EB4FE2E7-F0FA-4DDA-9890-93BF5639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33ED3341-4954-485D-B45F-E41D8D7A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3B982A6B-7C0C-42B5-809C-47D78D15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47D3B0A5-C969-4FF1-90AE-1F1E2537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73A08D40-A949-4080-9F23-8B3411AB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DE79E92F-7E9A-4F4C-A585-E47D3945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AD9C5857-4B7D-452B-A6C8-AD439C37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713AD57F-97FD-42F2-B02E-68334EBC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CE6E102E-58A3-44F2-8425-F561801F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027D8D3-5B20-4614-B0FC-06E3A32D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75400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788EFA4E-9AF6-485D-887C-BA63A43E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F8554AE7-A5AE-476B-A8B4-7156C70B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018CA00C-2C3A-456C-A770-06C29538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53DF4DAA-0EC0-4388-AE23-DB39E173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CF93C23C-FE6D-4895-A7C1-CAF1EAD0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C7ED7FCA-953A-426F-AA4E-1454C443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040AB983-5C53-406C-8389-7111EB2F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6C29B3A7-3CBC-425F-9C10-EBAB08F8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14A7B9D9-7C6E-4EAA-9CD9-EEFA484E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0AE0A381-350E-4D90-927B-E1CCA975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D21D6755-3505-4558-894A-F9478540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25C0D88E-BEA6-44C9-A8BD-8060283F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820CE3B0-49C4-45EE-BF77-1404E690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497A6692-ED0F-4BBE-B899-07D2BB5A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43D72EAE-3C2B-4CEF-B8CC-A2535CEF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98DA1BA8-7392-4153-8666-1A180F8C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F35FC223-790F-4CB9-88CD-B3BEC449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4B4E64AD-F44E-479A-AF81-02159F46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CA78E046-E494-4E75-8013-3C41BDB9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997EFA5B-3DF4-4941-8DFA-831B2C22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B5D161F6-5AE6-4EAF-B8B3-CCC0ED82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5B5671BF-7AB4-418F-B29C-9AFCB9C1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조정 방식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0D82D02-AA98-4D5D-91AC-445B43C5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중앙 비동기 Orchestration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6471CF54-4B6A-40BA-B26A-DBA281AA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91E63A1-DBFB-4963-AD9D-EFCC8909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평균 반응시간 0.85 s (응답 신속성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2599E083-8C5B-427B-AA51-555FB38A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7F358BF0-E4BC-4533-A964-FFDC30B6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387A767-D8DC-42DC-94BE-0470B264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8F013B36-E920-46FB-82E6-453352AF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B0813A29-BF8B-404F-975F-0E5AB936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A2891FA-0198-4C7F-859B-92FC79DA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0B1176E-74EE-43C5-9A43-80A2E336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88FB9AAD-FCE6-4BC2-A055-8F9AEAA2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20D99EB-7803-4F00-A607-8E4173CD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0CFEBC2-A7D6-4CAF-9A07-6926BF08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903003B1-E78B-4518-895B-F95EEC88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98B3324E-D326-41DB-AE10-EF72E10B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7DD7014-8AF8-4443-8627-BB16ACD0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24359303-AE43-47FB-BC37-E44EE914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이벤트 흐름을 연결하는 방식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612D6E93-BF37-412C-BD57-48F4EBF9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반응형 Dataflow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126FAE02-0EC0-4351-B8F6-93BC48B7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평균 반응시간 0.62 s (응답 신속성 ↑)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DD98CED9-724A-43B6-84E7-0E98EBC3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C915797C-19A5-4C59-A97F-F4F38C4B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1F3BED31-9F0E-460F-9E3D-D9E76259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6892EBCE-86AD-44D9-8B32-B6A88525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08C55EEB-CCC4-4DE5-8DBE-DFAF3882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535FFD75-BB16-432C-B8C4-14604707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CE221E9C-EDE7-4D2A-98CC-5F95AEEA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84E7DD4C-319F-4469-97A7-F3F235C2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8AAB38C8-BAB2-49B1-A52F-0FDED267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3A6035F9-BCD4-4E0B-ADDB-2E784604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A71AB456-4F2A-4E4B-89D4-A5872E88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E35AAC57-91AF-462F-BAE3-18E0EBD0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3668D160-81DF-4B46-9253-3AEF92A0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28B73825-5D16-435B-8141-910A428C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6" name="dp44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5DF23FE6-29D2-4791-80D8-F1D34D29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478E1BCF-9442-48DF-AA4D-B6A45066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9F0E1DCA-2BD0-4C0E-A35C-4DCFC4D2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9" name="dp44-comparison / n58">
            <a:extLst xmlns:a="http://schemas.openxmlformats.org/drawingml/2006/main">
              <a:ext uri="{FF2B5EF4-FFF2-40B4-BE49-F238E27FC236}">
                <a16:creationId xmlns:a16="http://schemas.microsoft.com/office/drawing/2014/main" id="{F45C5704-DC99-4CB0-9B2B-BFFE4ED8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121" y="2771775"/>
            <a:ext cx="502158" cy="1845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p44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1C601073-ADE9-4B43-B3DC-00D4416D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81300"/>
            <a:ext cx="762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61" name="dp44-comparison / n60">
            <a:extLst xmlns:a="http://schemas.openxmlformats.org/drawingml/2006/main">
              <a:ext uri="{FF2B5EF4-FFF2-40B4-BE49-F238E27FC236}">
                <a16:creationId xmlns:a16="http://schemas.microsoft.com/office/drawing/2014/main" id="{38C35009-2187-40AE-9940-0D7E9E84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14675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2" name="dp44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2C624430-5FA5-46C7-930B-E1A9ED56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23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3" name="dp44-comparison / n62">
            <a:extLst xmlns:a="http://schemas.openxmlformats.org/drawingml/2006/main">
              <a:ext uri="{FF2B5EF4-FFF2-40B4-BE49-F238E27FC236}">
                <a16:creationId xmlns:a16="http://schemas.microsoft.com/office/drawing/2014/main" id="{72C165AE-2DCB-43F7-A278-94CA9DF2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429000"/>
            <a:ext cx="585026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p44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800808F1-B506-4B2D-9CAF-BA6901A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385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5" name="dp44-comparison / n64">
            <a:extLst xmlns:a="http://schemas.openxmlformats.org/drawingml/2006/main">
              <a:ext uri="{FF2B5EF4-FFF2-40B4-BE49-F238E27FC236}">
                <a16:creationId xmlns:a16="http://schemas.microsoft.com/office/drawing/2014/main" id="{71F94A84-12ED-453A-B69A-6F5F1A50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3380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6" name="dp44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D1927E9C-4251-4FFB-9C4E-EA0ED87B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142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7" name="dp44-comparison / n66">
            <a:extLst xmlns:a="http://schemas.openxmlformats.org/drawingml/2006/main">
              <a:ext uri="{FF2B5EF4-FFF2-40B4-BE49-F238E27FC236}">
                <a16:creationId xmlns:a16="http://schemas.microsoft.com/office/drawing/2014/main" id="{F4EB123C-E31F-4E91-9A42-A5811BBD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048125"/>
            <a:ext cx="673037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p44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486BF667-C403-49DB-AEE6-2A689C4E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Module</a:t>
            </a:r>
          </a:p>
        </p:txBody>
      </p:sp>
      <p:sp>
        <p:nvSpPr>
          <p:cNvPr id="69" name="dp44-comparison / n68">
            <a:extLst xmlns:a="http://schemas.openxmlformats.org/drawingml/2006/main">
              <a:ext uri="{FF2B5EF4-FFF2-40B4-BE49-F238E27FC236}">
                <a16:creationId xmlns:a16="http://schemas.microsoft.com/office/drawing/2014/main" id="{A47177BC-902C-469C-B83C-E70DDCFA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52925"/>
            <a:ext cx="704850" cy="2667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0" name="dp44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DE62F501-1CB2-472A-8B48-C3018D96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6865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71" name="dp44-comparison / n70">
            <a:extLst xmlns:a="http://schemas.openxmlformats.org/drawingml/2006/main">
              <a:ext uri="{FF2B5EF4-FFF2-40B4-BE49-F238E27FC236}">
                <a16:creationId xmlns:a16="http://schemas.microsoft.com/office/drawing/2014/main" id="{A78CC68B-6A4B-41BA-BCFC-9099FF06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66725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p44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DBE2CE8A-E95B-4C9D-9408-FB4152DA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767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데이터 상태</a:t>
            </a:r>
          </a:p>
        </p:txBody>
      </p:sp>
      <p:sp>
        <p:nvSpPr>
          <p:cNvPr id="73" name="dp44-comparison / n72">
            <a:extLst xmlns:a="http://schemas.openxmlformats.org/drawingml/2006/main">
              <a:ext uri="{FF2B5EF4-FFF2-40B4-BE49-F238E27FC236}">
                <a16:creationId xmlns:a16="http://schemas.microsoft.com/office/drawing/2014/main" id="{99C1738B-DF08-42B6-90A4-7FDE4F42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11505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4" name="dp44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A618C436-B244-4E32-AB9F-68D7A399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267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5" name="dp44-comparison / n74">
            <a:extLst xmlns:a="http://schemas.openxmlformats.org/drawingml/2006/main">
              <a:ext uri="{FF2B5EF4-FFF2-40B4-BE49-F238E27FC236}">
                <a16:creationId xmlns:a16="http://schemas.microsoft.com/office/drawing/2014/main" id="{A9ED6C0D-912B-4F5A-A7EC-28A3B6B4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6429375"/>
            <a:ext cx="683514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p44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4ABED202-2750-4F58-BCE5-A6AC063C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43890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7" name="dp44-comparison / n76">
            <a:extLst xmlns:a="http://schemas.openxmlformats.org/drawingml/2006/main">
              <a:ext uri="{FF2B5EF4-FFF2-40B4-BE49-F238E27FC236}">
                <a16:creationId xmlns:a16="http://schemas.microsoft.com/office/drawing/2014/main" id="{7A9D8D4B-141B-40AF-AE5A-2AF9987A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734175"/>
            <a:ext cx="704850" cy="2667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8" name="dp44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E2A744EF-9278-4242-A52F-2290FD81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118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External</a:t>
            </a:r>
          </a:p>
        </p:txBody>
      </p:sp>
      <p:sp>
        <p:nvSpPr>
          <p:cNvPr id="79" name="dp44-comparison / n78">
            <a:extLst xmlns:a="http://schemas.openxmlformats.org/drawingml/2006/main">
              <a:ext uri="{FF2B5EF4-FFF2-40B4-BE49-F238E27FC236}">
                <a16:creationId xmlns:a16="http://schemas.microsoft.com/office/drawing/2014/main" id="{9B8E0DE5-BA9A-4BDD-952A-82452BC2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04850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p44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30FC1EA3-911E-4FB6-9463-FA3E5CB5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0580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의존성</a:t>
            </a:r>
          </a:p>
        </p:txBody>
      </p:sp>
      <p:sp>
        <p:nvSpPr>
          <p:cNvPr id="81" name="dp44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7B592EF3-FBDF-4A5A-8297-E590C794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38725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2" name="dp44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A38FF2E7-4294-460D-B2B7-FDBE38FE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0051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3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FF1AD82B-D49B-4DBB-8C22-4B6D70D0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24450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A2156AA4-3722-4EF2-BA8E-9A8D8299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5" name="dp44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20935261-F93E-44EC-BF0C-79E3ADFE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6" name="dp44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EA5B3F78-D221-458E-82A5-76571ECB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6052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7" name="dp44-comparison / n84">
            <a:extLst xmlns:a="http://schemas.openxmlformats.org/drawingml/2006/main">
              <a:ext uri="{FF2B5EF4-FFF2-40B4-BE49-F238E27FC236}">
                <a16:creationId xmlns:a16="http://schemas.microsoft.com/office/drawing/2014/main" id="{D40C8B15-5CB3-4591-A6F9-CE908EB7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24525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p44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BDE8965B-16A3-46A9-B914-F49A6A4D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7340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9" name="dp44-comparison / n86">
            <a:extLst xmlns:a="http://schemas.openxmlformats.org/drawingml/2006/main">
              <a:ext uri="{FF2B5EF4-FFF2-40B4-BE49-F238E27FC236}">
                <a16:creationId xmlns:a16="http://schemas.microsoft.com/office/drawing/2014/main" id="{38F1C136-7013-48F6-9C5B-E713FBF0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286625"/>
            <a:ext cx="569595" cy="251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4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A56668D8-0608-401A-85D6-A2424EC3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296150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공통: 흰색</a:t>
            </a:r>
          </a:p>
        </p:txBody>
      </p:sp>
      <p:sp>
        <p:nvSpPr>
          <p:cNvPr id="91" name="dp44-comparison / n87 / text 2">
            <a:extLst xmlns:a="http://schemas.openxmlformats.org/drawingml/2006/main">
              <a:ext uri="{FF2B5EF4-FFF2-40B4-BE49-F238E27FC236}">
                <a16:creationId xmlns:a16="http://schemas.microsoft.com/office/drawing/2014/main" id="{66182586-5A69-4182-A96E-6E2B1935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407593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검정 테두리</a:t>
            </a:r>
          </a:p>
        </p:txBody>
      </p:sp>
      <p:sp>
        <p:nvSpPr>
          <p:cNvPr id="92" name="dp44-comparison / n88">
            <a:extLst xmlns:a="http://schemas.openxmlformats.org/drawingml/2006/main">
              <a:ext uri="{FF2B5EF4-FFF2-40B4-BE49-F238E27FC236}">
                <a16:creationId xmlns:a16="http://schemas.microsoft.com/office/drawing/2014/main" id="{24ADDCF1-3EB4-4303-BD12-6DBB1124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3" name="dp44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98466CB5-DA3D-4C97-8E2F-78905BAD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94" name="dp44-comparison / n90">
            <a:extLst xmlns:a="http://schemas.openxmlformats.org/drawingml/2006/main">
              <a:ext uri="{FF2B5EF4-FFF2-40B4-BE49-F238E27FC236}">
                <a16:creationId xmlns:a16="http://schemas.microsoft.com/office/drawing/2014/main" id="{0E0AB02E-A98D-4C29-BDCC-222282DF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5" name="dp44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487A0C04-D33C-4779-84D7-D90DECA6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59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96" name="dp44-comparison / n92">
            <a:extLst xmlns:a="http://schemas.openxmlformats.org/drawingml/2006/main">
              <a:ext uri="{FF2B5EF4-FFF2-40B4-BE49-F238E27FC236}">
                <a16:creationId xmlns:a16="http://schemas.microsoft.com/office/drawing/2014/main" id="{565EC1C4-24F5-49A9-A6D1-785370D3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7" name="dp44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C7646E3B-EF2D-4E1B-A639-FC38F906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98" name="dp44-comparison / n94">
            <a:extLst xmlns:a="http://schemas.openxmlformats.org/drawingml/2006/main">
              <a:ext uri="{FF2B5EF4-FFF2-40B4-BE49-F238E27FC236}">
                <a16:creationId xmlns:a16="http://schemas.microsoft.com/office/drawing/2014/main" id="{A721CE38-492D-4AF3-8CF3-95120E04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9" name="dp44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48A19676-DDE4-410B-961D-C12D229D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100" name="dp44-comparison / n95 / text 2">
            <a:extLst xmlns:a="http://schemas.openxmlformats.org/drawingml/2006/main">
              <a:ext uri="{FF2B5EF4-FFF2-40B4-BE49-F238E27FC236}">
                <a16:creationId xmlns:a16="http://schemas.microsoft.com/office/drawing/2014/main" id="{BC906FBD-C3C9-492F-A3E4-3EC6F5C2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01" name="dp44-comparison / n96">
            <a:extLst xmlns:a="http://schemas.openxmlformats.org/drawingml/2006/main">
              <a:ext uri="{FF2B5EF4-FFF2-40B4-BE49-F238E27FC236}">
                <a16:creationId xmlns:a16="http://schemas.microsoft.com/office/drawing/2014/main" id="{E3B7F06B-CFE2-451D-B324-47154FAF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2" name="dp44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B7C5FEBA-67FD-40A8-B100-A14FA0C8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103" name="dp44-comparison / n97 / text 2">
            <a:extLst xmlns:a="http://schemas.openxmlformats.org/drawingml/2006/main">
              <a:ext uri="{FF2B5EF4-FFF2-40B4-BE49-F238E27FC236}">
                <a16:creationId xmlns:a16="http://schemas.microsoft.com/office/drawing/2014/main" id="{F3160B77-4CD0-42BB-BA87-990478B1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104" name="dp44-comparison / n98">
            <a:extLst xmlns:a="http://schemas.openxmlformats.org/drawingml/2006/main">
              <a:ext uri="{FF2B5EF4-FFF2-40B4-BE49-F238E27FC236}">
                <a16:creationId xmlns:a16="http://schemas.microsoft.com/office/drawing/2014/main" id="{DE67BB7F-8B58-4F5F-89BB-DC013BD4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5" name="dp44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AED57174-11DF-45CC-A6FD-A711178A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106" name="dp44-comparison / n99 / text 2">
            <a:extLst xmlns:a="http://schemas.openxmlformats.org/drawingml/2006/main">
              <a:ext uri="{FF2B5EF4-FFF2-40B4-BE49-F238E27FC236}">
                <a16:creationId xmlns:a16="http://schemas.microsoft.com/office/drawing/2014/main" id="{59EB7D01-8132-4615-8AF1-4CF622BE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107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82499519-07BC-4CB5-A82E-65B9741C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45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8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D761FEF4-7CD2-449C-9013-EF1BE1AA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13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09" name="dp44-comparison / n102">
            <a:extLst xmlns:a="http://schemas.openxmlformats.org/drawingml/2006/main">
              <a:ext uri="{FF2B5EF4-FFF2-40B4-BE49-F238E27FC236}">
                <a16:creationId xmlns:a16="http://schemas.microsoft.com/office/drawing/2014/main" id="{213874B5-BC2C-46BB-A4E5-E5C89676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0" name="dp44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E629C4A1-773E-4AA8-B186-3DEDA60B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474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1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5D50A544-82BA-4D9C-AB68-2270DBAD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5798" y="3152204"/>
            <a:ext cx="1786890" cy="382905"/>
          </a:xfrm>
          <a:prstGeom xmlns:a="http://schemas.openxmlformats.org/drawingml/2006/main" prst="roundRect">
            <a:avLst>
              <a:gd name="adj" fmla="val 199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2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F55786FB-1DE8-4162-B3C1-261A3A45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0470" y="3261523"/>
            <a:ext cx="1697546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113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BCA7146C-81AF-47EC-B3D0-1B26A1FF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5593" y="3152204"/>
            <a:ext cx="1946434" cy="446723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4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4BFB5007-1000-498C-B5F0-0B92DBC3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3326425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115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B0624C11-AD1B-4B02-9C7A-5991EADB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6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D5A06979-0A4E-40EB-A040-37464064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17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8EE7CFB0-F674-4991-8ADC-1FF1D939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8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2C932302-BE4E-4BA7-A173-FA6B14D3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19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4BB791E1-1433-4D67-8231-8A4DAB17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52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0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0B4C381-EB01-46EA-9034-B6233645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10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21" name="dp44-comparison / n114">
            <a:extLst xmlns:a="http://schemas.openxmlformats.org/drawingml/2006/main">
              <a:ext uri="{FF2B5EF4-FFF2-40B4-BE49-F238E27FC236}">
                <a16:creationId xmlns:a16="http://schemas.microsoft.com/office/drawing/2014/main" id="{7396097D-CD91-48E9-8341-1FB4C275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2" name="dp44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33EA11A3-1E4C-4F05-ABEA-72D7638D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123" name="dp44-comparison / n115 / text 2">
            <a:extLst xmlns:a="http://schemas.openxmlformats.org/drawingml/2006/main">
              <a:ext uri="{FF2B5EF4-FFF2-40B4-BE49-F238E27FC236}">
                <a16:creationId xmlns:a16="http://schemas.microsoft.com/office/drawing/2014/main" id="{50EF3893-333E-4E25-BD3D-C9F9CA7F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124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031D269D-C9CF-4822-A997-284ECC4C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5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15859E3A-183A-4A75-ADAD-4A00ED0C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126" name="dp44-comparison / n117 / text 2">
            <a:extLst xmlns:a="http://schemas.openxmlformats.org/drawingml/2006/main">
              <a:ext uri="{FF2B5EF4-FFF2-40B4-BE49-F238E27FC236}">
                <a16:creationId xmlns:a16="http://schemas.microsoft.com/office/drawing/2014/main" id="{4A79C686-6C76-47CF-B845-65C08AF1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27" name="dp44-comparison / n118">
            <a:extLst xmlns:a="http://schemas.openxmlformats.org/drawingml/2006/main">
              <a:ext uri="{FF2B5EF4-FFF2-40B4-BE49-F238E27FC236}">
                <a16:creationId xmlns:a16="http://schemas.microsoft.com/office/drawing/2014/main" id="{EDADE8F8-BCD9-4F29-9AB9-D9F37556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05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8" name="dp44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5398B20E-EF9E-4910-9F69-BD036D71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728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129" name="dp44-comparison / n120">
            <a:extLst xmlns:a="http://schemas.openxmlformats.org/drawingml/2006/main">
              <a:ext uri="{FF2B5EF4-FFF2-40B4-BE49-F238E27FC236}">
                <a16:creationId xmlns:a16="http://schemas.microsoft.com/office/drawing/2014/main" id="{E8826189-F604-4B92-A8FF-8E5E2B57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0" name="dp44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047F3439-FC8A-4BAC-AE88-A43CAA3B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1" name="dp44-comparison / n122">
            <a:extLst xmlns:a="http://schemas.openxmlformats.org/drawingml/2006/main">
              <a:ext uri="{FF2B5EF4-FFF2-40B4-BE49-F238E27FC236}">
                <a16:creationId xmlns:a16="http://schemas.microsoft.com/office/drawing/2014/main" id="{A46F6790-7EB6-4981-9795-F47EB1F3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2" name="dp44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ACAF5162-3290-4634-B4FD-3E72DA63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33" name="dp44-comparison / n124">
            <a:extLst xmlns:a="http://schemas.openxmlformats.org/drawingml/2006/main">
              <a:ext uri="{FF2B5EF4-FFF2-40B4-BE49-F238E27FC236}">
                <a16:creationId xmlns:a16="http://schemas.microsoft.com/office/drawing/2014/main" id="{882A07F1-AEBD-4415-A202-FF933668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4" name="dp44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7AFA661C-7CC1-4492-B52C-B7901172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35" name="dp44-comparison / n126">
            <a:extLst xmlns:a="http://schemas.openxmlformats.org/drawingml/2006/main">
              <a:ext uri="{FF2B5EF4-FFF2-40B4-BE49-F238E27FC236}">
                <a16:creationId xmlns:a16="http://schemas.microsoft.com/office/drawing/2014/main" id="{1FD4C36C-2ED3-449E-8D60-024F6AC4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6" name="dp44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08FC7E08-36A8-404B-B6A5-87AB0A14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37" name="dp44-comparison / n128">
            <a:extLst xmlns:a="http://schemas.openxmlformats.org/drawingml/2006/main">
              <a:ext uri="{FF2B5EF4-FFF2-40B4-BE49-F238E27FC236}">
                <a16:creationId xmlns:a16="http://schemas.microsoft.com/office/drawing/2014/main" id="{E1DED038-8DA0-4CC2-A898-046E44DC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8" name="dp44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A5F7AC92-5070-4C46-B28E-FBF2F259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39" name="dp44-comparison / n130">
            <a:extLst xmlns:a="http://schemas.openxmlformats.org/drawingml/2006/main">
              <a:ext uri="{FF2B5EF4-FFF2-40B4-BE49-F238E27FC236}">
                <a16:creationId xmlns:a16="http://schemas.microsoft.com/office/drawing/2014/main" id="{B0468B59-CE48-4A5C-B15D-262830F5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0" name="dp44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65A78B57-594F-4D46-9B12-2CCC1A6F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1" name="dp44-comparison / n132">
            <a:extLst xmlns:a="http://schemas.openxmlformats.org/drawingml/2006/main">
              <a:ext uri="{FF2B5EF4-FFF2-40B4-BE49-F238E27FC236}">
                <a16:creationId xmlns:a16="http://schemas.microsoft.com/office/drawing/2014/main" id="{ED47545E-97BE-48E2-AC20-3A63B652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2" name="dp44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E15A6B50-FF86-41BD-BCF3-8791F8C4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143" name="dp44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1CB3035E-09E0-47F3-A0C9-DB7021E5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57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4" name="dp44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AFD42274-C78D-4D20-9F3C-13B9698F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748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5" name="dp44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2FCD7AE0-D27B-4718-AF39-4DB0E691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60693"/>
            <a:ext cx="114871" cy="953"/>
          </a:xfrm>
          <a:custGeom xmlns:a="http://schemas.openxmlformats.org/drawingml/2006/main">
            <a:pathLst>
              <a:path w="114871" h="953">
                <a:moveTo>
                  <a:pt x="11487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6" name="dp44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9187FAE8-7578-4987-A4F8-FC814413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7" name="dp44-comparison / n136">
            <a:extLst xmlns:a="http://schemas.openxmlformats.org/drawingml/2006/main">
              <a:ext uri="{FF2B5EF4-FFF2-40B4-BE49-F238E27FC236}">
                <a16:creationId xmlns:a16="http://schemas.microsoft.com/office/drawing/2014/main" id="{68B45A36-AE6E-405F-90EA-1CD3D0D1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35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p44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CD7565F3-A208-4A57-B0CF-29A29053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11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149" name="dp44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3D6EE499-6C1A-4687-8DAF-60E85D21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790379"/>
            <a:ext cx="114871" cy="953"/>
          </a:xfrm>
          <a:custGeom xmlns:a="http://schemas.openxmlformats.org/drawingml/2006/main">
            <a:pathLst>
              <a:path w="114871" h="953">
                <a:moveTo>
                  <a:pt x="0" y="0"/>
                </a:moveTo>
                <a:lnTo>
                  <a:pt x="1148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0" name="dp44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73249E48-4CA6-4438-9063-08B92D60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03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1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1062F5F5-814F-47D3-AE45-0D584EBA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8A61F3BA-CF54-4AC8-8CE4-AB8C789C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153" name="dp44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ED5546DB-6573-494E-B2F1-D68DB048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41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4" name="dp44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DDC37A14-D0A1-4F8A-9CD9-AB03DCB0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39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5" name="dp44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EEEA6D2C-3035-4DE9-9BF1-4D4F1F18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315" y="3343656"/>
            <a:ext cx="810482" cy="446722"/>
          </a:xfrm>
          <a:custGeom xmlns:a="http://schemas.openxmlformats.org/drawingml/2006/main">
            <a:pathLst>
              <a:path w="810482" h="446722">
                <a:moveTo>
                  <a:pt x="0" y="446722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6" name="dp44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22B09845-1EDD-4717-BA1A-094480EF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7" name="dp44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4D64BB6C-DA2F-4A16-80EE-8A36684B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094768"/>
            <a:ext cx="1850708" cy="172307"/>
          </a:xfrm>
          <a:custGeom xmlns:a="http://schemas.openxmlformats.org/drawingml/2006/main">
            <a:pathLst>
              <a:path w="1850708" h="172307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72307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8" name="dp44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C73F9740-66A1-4C87-A7AA-85382B02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334" y="32221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9" name="dp44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5EA3C97C-FC5B-43C3-B8BC-558D0E7D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3388328"/>
            <a:ext cx="701992" cy="255270"/>
          </a:xfrm>
          <a:custGeom xmlns:a="http://schemas.openxmlformats.org/drawingml/2006/main">
            <a:pathLst>
              <a:path w="701992" h="255270">
                <a:moveTo>
                  <a:pt x="0" y="255270"/>
                </a:moveTo>
                <a:lnTo>
                  <a:pt x="0" y="0"/>
                </a:lnTo>
                <a:lnTo>
                  <a:pt x="7019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0" name="dp44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EAE76B37-0B3F-4891-98A5-735525CE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658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1" name="dp44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44E31CA5-51E1-4EF6-A9FB-D00C83E9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20237"/>
            <a:ext cx="2042160" cy="1601819"/>
          </a:xfrm>
          <a:custGeom xmlns:a="http://schemas.openxmlformats.org/drawingml/2006/main">
            <a:pathLst>
              <a:path w="2042160" h="1601819">
                <a:moveTo>
                  <a:pt x="2042160" y="0"/>
                </a:moveTo>
                <a:lnTo>
                  <a:pt x="2042160" y="1601819"/>
                </a:lnTo>
                <a:lnTo>
                  <a:pt x="0" y="16018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2" name="dp44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BCD3301E-E48F-4E70-8CE8-2DFD4A8E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3" name="dp44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15841DB1-CD1C-4435-B832-652F144A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58528"/>
            <a:ext cx="1212533" cy="1735836"/>
          </a:xfrm>
          <a:custGeom xmlns:a="http://schemas.openxmlformats.org/drawingml/2006/main">
            <a:pathLst>
              <a:path w="1212533" h="1735836">
                <a:moveTo>
                  <a:pt x="0" y="1735836"/>
                </a:moveTo>
                <a:lnTo>
                  <a:pt x="899827" y="1735836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4" name="dp44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090964A8-65AF-4EBC-A3CB-DB0DDE3E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360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5" name="dp44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AF53F978-07BE-4009-884E-1ECD3C8D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90436"/>
            <a:ext cx="2042160" cy="2093214"/>
          </a:xfrm>
          <a:custGeom xmlns:a="http://schemas.openxmlformats.org/drawingml/2006/main">
            <a:pathLst>
              <a:path w="2042160" h="2093214">
                <a:moveTo>
                  <a:pt x="2042160" y="0"/>
                </a:moveTo>
                <a:lnTo>
                  <a:pt x="1397603" y="0"/>
                </a:lnTo>
                <a:lnTo>
                  <a:pt x="1397603" y="2093214"/>
                </a:lnTo>
                <a:lnTo>
                  <a:pt x="0" y="209321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6" name="dp44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C94E24BC-0B93-4A9D-835A-5585D06F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7" name="dp44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B2BD1290-596B-415F-A847-7F8E0508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96818"/>
            <a:ext cx="1212533" cy="2259139"/>
          </a:xfrm>
          <a:custGeom xmlns:a="http://schemas.openxmlformats.org/drawingml/2006/main">
            <a:pathLst>
              <a:path w="1212533" h="2259139">
                <a:moveTo>
                  <a:pt x="0" y="2259139"/>
                </a:moveTo>
                <a:lnTo>
                  <a:pt x="899827" y="2259139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8" name="dp44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EF870015-A8AF-4FC0-8EBC-BBCFA4D7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7435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9" name="dp44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7E50CC7D-D61D-4E9A-996D-DB032820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0" name="dp44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073D6ED8-FB93-4752-88A7-EBAABCDD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1" name="dp44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E5152B7B-31BB-476E-BD7B-D96DD721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2" name="dp44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7AEE0722-F4B5-4667-8886-4AB17E01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3" name="dp44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70904AFF-27F3-4158-9D19-A9A0AA80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4" name="dp44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BF669F59-7D45-4734-84F5-64ACE97A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5" name="dp44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2FE14D1E-7366-4032-9043-D329B3EF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6" name="dp44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3EDDB0DE-61C0-4C22-A1F6-60EFD945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7" name="dp44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1B205B8D-8BF6-4A9C-B391-37FCDB4A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8" name="dp44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7D94CBE5-75D1-4FBE-AB98-5C8D8575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9" name="dp44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069EDDCF-D9A1-450A-9955-0199B91D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1276350" cy="1754981"/>
          </a:xfrm>
          <a:custGeom xmlns:a="http://schemas.openxmlformats.org/drawingml/2006/main">
            <a:pathLst>
              <a:path w="1276350" h="1754981">
                <a:moveTo>
                  <a:pt x="1276350" y="1754981"/>
                </a:moveTo>
                <a:lnTo>
                  <a:pt x="1276350" y="216979"/>
                </a:lnTo>
                <a:lnTo>
                  <a:pt x="0" y="21697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0" name="dp44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080BF8B6-0B1F-4404-8692-8C1E38AD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224" y="343938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1" name="dp44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03320713-292D-427B-A0B8-945F6440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2" name="dp44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6DA69B79-2338-4D2D-B6E4-05040C7F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3" name="dp44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771537DE-3FAA-484C-9C92-58FA2C2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6" y="1703927"/>
                </a:lnTo>
                <a:lnTo>
                  <a:pt x="2463356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4" name="dp44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0231DA93-F729-4C76-B8C7-A931C8BC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5" name="dp44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36AB34C5-190A-4184-ACAA-995D348E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6" name="dp44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CDE2D459-A042-49B1-A581-05EFF48D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912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7" name="dp44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5EAAD995-248B-402D-AFD5-96F537A8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8" name="dp44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CB039F62-7934-40EB-81E3-FDE80091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9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4F2DF059-BD57-4D75-9711-8DC19CA0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343656"/>
            <a:ext cx="382905" cy="31909"/>
          </a:xfrm>
          <a:custGeom xmlns:a="http://schemas.openxmlformats.org/drawingml/2006/main">
            <a:pathLst>
              <a:path w="382905" h="31909">
                <a:moveTo>
                  <a:pt x="0" y="0"/>
                </a:moveTo>
                <a:lnTo>
                  <a:pt x="0" y="31909"/>
                </a:lnTo>
                <a:lnTo>
                  <a:pt x="382905" y="3190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0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2A0D2665-1CB0-4745-B90C-0E397F70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665" y="3353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1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DC2F729D-2C76-4B83-A459-78ED5ED9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382905" cy="31909"/>
          </a:xfrm>
          <a:custGeom xmlns:a="http://schemas.openxmlformats.org/drawingml/2006/main">
            <a:pathLst>
              <a:path w="382905" h="31909">
                <a:moveTo>
                  <a:pt x="382905" y="31909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2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749FE6A5-B4A7-453B-9A5D-6AAAAEC2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3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48F0B130-52D4-4B71-AA5B-F42362F4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206151" cy="1837944"/>
          </a:xfrm>
          <a:custGeom xmlns:a="http://schemas.openxmlformats.org/drawingml/2006/main">
            <a:pathLst>
              <a:path w="1206151" h="1837944">
                <a:moveTo>
                  <a:pt x="1206151" y="0"/>
                </a:moveTo>
                <a:lnTo>
                  <a:pt x="0" y="0"/>
                </a:lnTo>
                <a:lnTo>
                  <a:pt x="0" y="1837944"/>
                </a:lnTo>
                <a:lnTo>
                  <a:pt x="759428" y="183794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4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298D72E1-0300-4918-B83C-C1E402CC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59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5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9704EF93-5019-4C15-8EC0-7F81E852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461421" cy="1837944"/>
          </a:xfrm>
          <a:custGeom xmlns:a="http://schemas.openxmlformats.org/drawingml/2006/main">
            <a:pathLst>
              <a:path w="1461421" h="1837944">
                <a:moveTo>
                  <a:pt x="1014698" y="1837944"/>
                </a:moveTo>
                <a:lnTo>
                  <a:pt x="0" y="1837944"/>
                </a:lnTo>
                <a:lnTo>
                  <a:pt x="0" y="0"/>
                </a:lnTo>
                <a:lnTo>
                  <a:pt x="14614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6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A28FCA91-6483-430D-8BD2-6560691A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9585" y="351264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7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D65CB443-EB22-4D63-83C3-AB11F8CE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631793" cy="2852642"/>
          </a:xfrm>
          <a:custGeom xmlns:a="http://schemas.openxmlformats.org/drawingml/2006/main">
            <a:pathLst>
              <a:path w="631793" h="2852642">
                <a:moveTo>
                  <a:pt x="631793" y="0"/>
                </a:moveTo>
                <a:lnTo>
                  <a:pt x="0" y="0"/>
                </a:lnTo>
                <a:lnTo>
                  <a:pt x="0" y="2852642"/>
                </a:lnTo>
                <a:lnTo>
                  <a:pt x="153162" y="285264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8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B73E23BC-CC41-4FA4-ACA5-628C380A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9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2D63D4BF-1C69-4C18-BB60-9E4E8C97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67745"/>
          </a:xfrm>
          <a:custGeom xmlns:a="http://schemas.openxmlformats.org/drawingml/2006/main">
            <a:pathLst>
              <a:path w="1620964" h="1767745">
                <a:moveTo>
                  <a:pt x="0" y="1767745"/>
                </a:moveTo>
                <a:lnTo>
                  <a:pt x="0" y="880682"/>
                </a:lnTo>
                <a:lnTo>
                  <a:pt x="1620964" y="880682"/>
                </a:lnTo>
                <a:lnTo>
                  <a:pt x="1620964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0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4FE16473-A087-4672-B68B-2C3C69D2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841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1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DA9B2D01-E0C2-4985-85CE-B7E54FC6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16691"/>
          </a:xfrm>
          <a:custGeom xmlns:a="http://schemas.openxmlformats.org/drawingml/2006/main">
            <a:pathLst>
              <a:path w="1620964" h="1716691">
                <a:moveTo>
                  <a:pt x="957263" y="0"/>
                </a:moveTo>
                <a:lnTo>
                  <a:pt x="1620964" y="0"/>
                </a:lnTo>
                <a:lnTo>
                  <a:pt x="1620964" y="1614583"/>
                </a:lnTo>
                <a:lnTo>
                  <a:pt x="0" y="1614583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2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EC0B92C4-D2D1-4F67-AEB2-1405C2E0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3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7936C15C-89A0-4DC0-B0B9-E70F3D0B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229743"/>
                </a:lnTo>
                <a:lnTo>
                  <a:pt x="2010251" y="229743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4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73D6245A-945C-4DCA-B15B-9C672856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5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F4F0415F-86F2-43BD-9F0C-15CBA31F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899827"/>
                </a:lnTo>
                <a:lnTo>
                  <a:pt x="0" y="899827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6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42339CA9-9341-48D3-BB9D-27248BA7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7" name="dp44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ABA2A7DC-D521-4E99-9E00-D7088614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8" name="dp44-comparison / n168 / arrow">
            <a:extLst xmlns:a="http://schemas.openxmlformats.org/drawingml/2006/main">
              <a:ext uri="{FF2B5EF4-FFF2-40B4-BE49-F238E27FC236}">
                <a16:creationId xmlns:a16="http://schemas.microsoft.com/office/drawing/2014/main" id="{86700A65-29CD-4EDB-970F-585DC21F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9" name="dp44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806F1440-B518-47A6-A128-EE12C734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288155"/>
            <a:ext cx="1084897" cy="2227231"/>
          </a:xfrm>
          <a:custGeom xmlns:a="http://schemas.openxmlformats.org/drawingml/2006/main">
            <a:pathLst>
              <a:path w="1084897" h="2227231">
                <a:moveTo>
                  <a:pt x="1084897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0" name="dp44-comparison / n169 / arrow">
            <a:extLst xmlns:a="http://schemas.openxmlformats.org/drawingml/2006/main">
              <a:ext uri="{FF2B5EF4-FFF2-40B4-BE49-F238E27FC236}">
                <a16:creationId xmlns:a16="http://schemas.microsoft.com/office/drawing/2014/main" id="{A0FF2C51-7492-43E8-B505-D7F33EE4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1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D40F5CA2-95F7-409F-AEF1-AB366A56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351973"/>
            <a:ext cx="1084897" cy="2259140"/>
          </a:xfrm>
          <a:custGeom xmlns:a="http://schemas.openxmlformats.org/drawingml/2006/main">
            <a:pathLst>
              <a:path w="1084897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2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5F3B5917-5963-451C-8368-2A54F165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23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3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6E60D9AD-95B5-4C47-A6C4-B85FB769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127057" cy="561594"/>
          </a:xfrm>
          <a:custGeom xmlns:a="http://schemas.openxmlformats.org/drawingml/2006/main">
            <a:pathLst>
              <a:path w="3127057" h="561594">
                <a:moveTo>
                  <a:pt x="3127057" y="0"/>
                </a:moveTo>
                <a:lnTo>
                  <a:pt x="3127057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4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0760BC9F-E9AD-4F44-9D2A-76CE55B4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5" name="dp44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385CE9E5-4BA6-47FD-B192-812BC489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6" name="dp44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72C884E8-04CA-450C-97DD-80A36B7B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84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7" name="dp44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E91A18C0-0E41-43E8-A712-E35165C2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8" name="dp44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7D49F185-C042-49FD-9C7E-DA89490E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9" name="dp44-comparison / n174 / path">
            <a:extLst xmlns:a="http://schemas.openxmlformats.org/drawingml/2006/main">
              <a:ext uri="{FF2B5EF4-FFF2-40B4-BE49-F238E27FC236}">
                <a16:creationId xmlns:a16="http://schemas.microsoft.com/office/drawing/2014/main" id="{1BF7C141-AA32-499C-8B7D-CD6307B4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106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0" name="dp44-comparison / n174 / arrow">
            <a:extLst xmlns:a="http://schemas.openxmlformats.org/drawingml/2006/main">
              <a:ext uri="{FF2B5EF4-FFF2-40B4-BE49-F238E27FC236}">
                <a16:creationId xmlns:a16="http://schemas.microsoft.com/office/drawing/2014/main" id="{E83DE495-282C-4EC1-9F28-CDE4BB3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1" name="dp44-comparison / n175 / path">
            <a:extLst xmlns:a="http://schemas.openxmlformats.org/drawingml/2006/main">
              <a:ext uri="{FF2B5EF4-FFF2-40B4-BE49-F238E27FC236}">
                <a16:creationId xmlns:a16="http://schemas.microsoft.com/office/drawing/2014/main" id="{BD4CEFBF-EFF0-406A-BCFB-FE804C87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2" name="dp44-comparison / n175 / arrow">
            <a:extLst xmlns:a="http://schemas.openxmlformats.org/drawingml/2006/main">
              <a:ext uri="{FF2B5EF4-FFF2-40B4-BE49-F238E27FC236}">
                <a16:creationId xmlns:a16="http://schemas.microsoft.com/office/drawing/2014/main" id="{E5ED759B-3E55-4621-89FD-60022880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3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51BCECF6-9FE2-4F41-8C29-EB607037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4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04D9AE22-33EB-4416-91FD-34C74332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5" name="dp44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32EAA6EA-1D14-4D3E-99EE-A64BB5E6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6" name="dp44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04FCB0E6-77AC-41B6-BA93-80C89B2D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7" name="dp44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A119C7E7-94CE-4E76-ABE8-5C0B5CA0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8" name="dp44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E2F76194-24F5-4745-ABC5-F956818B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4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9" name="dp44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78E77810-35D0-4F32-A801-E016C674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30" name="dp44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C6453470-F67B-4FA9-9BBD-06E5E875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1" name="dp44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D9E39EAF-5BAB-45FF-B58E-5F3E8D1C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48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32" name="dp44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A712CC55-AA13-4CFF-9749-97E58757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01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3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033BB9C4-27E4-439E-8F2D-97EF4239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44F00EC0-558A-4F6F-AAC5-A505C6AF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235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3E8215BF-E16D-402A-9C55-FDB0CBAF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5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55BE82AA-236B-4BF5-B414-ACF5E547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71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237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0E84D515-D973-4051-A1C5-AA654450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33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4FED9903-89BD-4A33-B9EF-8AD46BBC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09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239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5349D946-81A0-450B-B68C-7F936E66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0BB0771A-DAB0-46A9-8B73-E114945D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241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810B12E9-4504-4517-853C-17BFB950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C69A6181-B079-4940-8BE4-DFF2C243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243" name="dp44-comparison / n191">
            <a:extLst xmlns:a="http://schemas.openxmlformats.org/drawingml/2006/main">
              <a:ext uri="{FF2B5EF4-FFF2-40B4-BE49-F238E27FC236}">
                <a16:creationId xmlns:a16="http://schemas.microsoft.com/office/drawing/2014/main" id="{9DF39572-DF71-41E2-84F8-0B60A449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40162493-0D72-4BDF-A8A3-EC520C16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245" name="dp44-comparison / n193">
            <a:extLst xmlns:a="http://schemas.openxmlformats.org/drawingml/2006/main">
              <a:ext uri="{FF2B5EF4-FFF2-40B4-BE49-F238E27FC236}">
                <a16:creationId xmlns:a16="http://schemas.microsoft.com/office/drawing/2014/main" id="{A54105B3-5347-456B-B032-8AEC1903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50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p44-comparison / n194 / text 1">
            <a:extLst xmlns:a="http://schemas.openxmlformats.org/drawingml/2006/main">
              <a:ext uri="{FF2B5EF4-FFF2-40B4-BE49-F238E27FC236}">
                <a16:creationId xmlns:a16="http://schemas.microsoft.com/office/drawing/2014/main" id="{FEF2212F-3CC3-45E6-8E74-118AB416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247" name="dp44-comparison / n195">
            <a:extLst xmlns:a="http://schemas.openxmlformats.org/drawingml/2006/main">
              <a:ext uri="{FF2B5EF4-FFF2-40B4-BE49-F238E27FC236}">
                <a16:creationId xmlns:a16="http://schemas.microsoft.com/office/drawing/2014/main" id="{5624808E-DBDA-4FFC-9DA6-BB99AF13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29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p44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3596682B-26BE-4F2F-8CCF-98D4FFC6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05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249" name="dp44-comparison / n197">
            <a:extLst xmlns:a="http://schemas.openxmlformats.org/drawingml/2006/main">
              <a:ext uri="{FF2B5EF4-FFF2-40B4-BE49-F238E27FC236}">
                <a16:creationId xmlns:a16="http://schemas.microsoft.com/office/drawing/2014/main" id="{ABD2AE53-7609-4C91-85E5-FECA8612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34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p44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F6B92CD3-9C9C-42D3-8FAF-26EC5B6D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311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251" name="dp44-comparison / n199">
            <a:extLst xmlns:a="http://schemas.openxmlformats.org/drawingml/2006/main">
              <a:ext uri="{FF2B5EF4-FFF2-40B4-BE49-F238E27FC236}">
                <a16:creationId xmlns:a16="http://schemas.microsoft.com/office/drawing/2014/main" id="{54A953F5-EECB-4C7F-BB4F-03F6D441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895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p44-comparison / n200 / text 1">
            <a:extLst xmlns:a="http://schemas.openxmlformats.org/drawingml/2006/main">
              <a:ext uri="{FF2B5EF4-FFF2-40B4-BE49-F238E27FC236}">
                <a16:creationId xmlns:a16="http://schemas.microsoft.com/office/drawing/2014/main" id="{18BA7EC2-63ED-4751-AAD8-C556288B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171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253" name="dp44-comparison / n201">
            <a:extLst xmlns:a="http://schemas.openxmlformats.org/drawingml/2006/main">
              <a:ext uri="{FF2B5EF4-FFF2-40B4-BE49-F238E27FC236}">
                <a16:creationId xmlns:a16="http://schemas.microsoft.com/office/drawing/2014/main" id="{738543BF-4953-431E-A153-99BAE1AF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12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p44-comparison / n202 / text 1">
            <a:extLst xmlns:a="http://schemas.openxmlformats.org/drawingml/2006/main">
              <a:ext uri="{FF2B5EF4-FFF2-40B4-BE49-F238E27FC236}">
                <a16:creationId xmlns:a16="http://schemas.microsoft.com/office/drawing/2014/main" id="{4F031685-9215-452D-B4D6-F8C193B3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89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255" name="dp44-comparison / n203">
            <a:extLst xmlns:a="http://schemas.openxmlformats.org/drawingml/2006/main">
              <a:ext uri="{FF2B5EF4-FFF2-40B4-BE49-F238E27FC236}">
                <a16:creationId xmlns:a16="http://schemas.microsoft.com/office/drawing/2014/main" id="{3F95956B-56F1-4E1F-8769-4E17796F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48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p44-comparison / n204 / text 1">
            <a:extLst xmlns:a="http://schemas.openxmlformats.org/drawingml/2006/main">
              <a:ext uri="{FF2B5EF4-FFF2-40B4-BE49-F238E27FC236}">
                <a16:creationId xmlns:a16="http://schemas.microsoft.com/office/drawing/2014/main" id="{D92BDE86-178F-408A-84A3-E0A5078A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4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257" name="dp44-comparison / n205">
            <a:extLst xmlns:a="http://schemas.openxmlformats.org/drawingml/2006/main">
              <a:ext uri="{FF2B5EF4-FFF2-40B4-BE49-F238E27FC236}">
                <a16:creationId xmlns:a16="http://schemas.microsoft.com/office/drawing/2014/main" id="{209B45AA-53B5-4F7A-9957-509079A8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89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p44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2FC6CA08-9D1D-42ED-98C0-1EE2C1BE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65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259" name="dp44-comparison / n207">
            <a:extLst xmlns:a="http://schemas.openxmlformats.org/drawingml/2006/main">
              <a:ext uri="{FF2B5EF4-FFF2-40B4-BE49-F238E27FC236}">
                <a16:creationId xmlns:a16="http://schemas.microsoft.com/office/drawing/2014/main" id="{4BFCD8E8-1CCD-47AD-99F9-FDDDEAD8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78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p44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31EEDD7A-29F1-4F25-9DE3-371732AD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54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261" name="dp44-comparison / n209">
            <a:extLst xmlns:a="http://schemas.openxmlformats.org/drawingml/2006/main">
              <a:ext uri="{FF2B5EF4-FFF2-40B4-BE49-F238E27FC236}">
                <a16:creationId xmlns:a16="http://schemas.microsoft.com/office/drawing/2014/main" id="{8E39E10E-F1DB-4D75-BF78-58E6438E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559" y="3656362"/>
            <a:ext cx="159211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p44-comparison / n210 / text 1">
            <a:extLst xmlns:a="http://schemas.openxmlformats.org/drawingml/2006/main">
              <a:ext uri="{FF2B5EF4-FFF2-40B4-BE49-F238E27FC236}">
                <a16:creationId xmlns:a16="http://schemas.microsoft.com/office/drawing/2014/main" id="{C28E6510-19EF-4C96-A78E-F8227745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323" y="3662744"/>
            <a:ext cx="23293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job / revision / 대기 참조</a:t>
            </a:r>
          </a:p>
        </p:txBody>
      </p:sp>
      <p:sp>
        <p:nvSpPr>
          <p:cNvPr id="263" name="dp44-comparison / n211">
            <a:extLst xmlns:a="http://schemas.openxmlformats.org/drawingml/2006/main">
              <a:ext uri="{FF2B5EF4-FFF2-40B4-BE49-F238E27FC236}">
                <a16:creationId xmlns:a16="http://schemas.microsoft.com/office/drawing/2014/main" id="{6D92B297-3169-4116-8DA9-89E0261D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4683824"/>
            <a:ext cx="19002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p44-comparison / n212 / text 1">
            <a:extLst xmlns:a="http://schemas.openxmlformats.org/drawingml/2006/main">
              <a:ext uri="{FF2B5EF4-FFF2-40B4-BE49-F238E27FC236}">
                <a16:creationId xmlns:a16="http://schemas.microsoft.com/office/drawing/2014/main" id="{DE56F23B-BF7C-47A7-90FF-364E8B00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539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사실 / job ID</a:t>
            </a:r>
          </a:p>
        </p:txBody>
      </p:sp>
      <p:sp>
        <p:nvSpPr>
          <p:cNvPr id="265" name="dp44-comparison / n213">
            <a:extLst xmlns:a="http://schemas.openxmlformats.org/drawingml/2006/main">
              <a:ext uri="{FF2B5EF4-FFF2-40B4-BE49-F238E27FC236}">
                <a16:creationId xmlns:a16="http://schemas.microsoft.com/office/drawing/2014/main" id="{AE79408C-CB7A-416F-BE0F-A029736E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5768721"/>
            <a:ext cx="1494478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p44-comparison / n214 / text 1">
            <a:extLst xmlns:a="http://schemas.openxmlformats.org/drawingml/2006/main">
              <a:ext uri="{FF2B5EF4-FFF2-40B4-BE49-F238E27FC236}">
                <a16:creationId xmlns:a16="http://schemas.microsoft.com/office/drawing/2014/main" id="{B6821C64-8A9A-4E21-B342-B3000F40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5775103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반환 / 시작 revision</a:t>
            </a:r>
          </a:p>
        </p:txBody>
      </p:sp>
      <p:sp>
        <p:nvSpPr>
          <p:cNvPr id="267" name="dp44-comparison / n215">
            <a:extLst xmlns:a="http://schemas.openxmlformats.org/drawingml/2006/main">
              <a:ext uri="{FF2B5EF4-FFF2-40B4-BE49-F238E27FC236}">
                <a16:creationId xmlns:a16="http://schemas.microsoft.com/office/drawing/2014/main" id="{DF057C91-07B2-4A6A-B92D-47797BB2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043136"/>
            <a:ext cx="133391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p44-comparison / n216 / text 1">
            <a:extLst xmlns:a="http://schemas.openxmlformats.org/drawingml/2006/main">
              <a:ext uri="{FF2B5EF4-FFF2-40B4-BE49-F238E27FC236}">
                <a16:creationId xmlns:a16="http://schemas.microsoft.com/office/drawing/2014/main" id="{E41ABFF0-42E3-4A8A-AE8B-5C38DC26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17" y="6049518"/>
            <a:ext cx="211874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유효 후보 → 게시 요청</a:t>
            </a:r>
          </a:p>
        </p:txBody>
      </p:sp>
      <p:sp>
        <p:nvSpPr>
          <p:cNvPr id="269" name="dp44-comparison / n217">
            <a:extLst xmlns:a="http://schemas.openxmlformats.org/drawingml/2006/main">
              <a:ext uri="{FF2B5EF4-FFF2-40B4-BE49-F238E27FC236}">
                <a16:creationId xmlns:a16="http://schemas.microsoft.com/office/drawing/2014/main" id="{29AFA91C-264F-4445-9F57-4C163AA2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0" name="dp44-comparison / n218 / text 1">
            <a:extLst xmlns:a="http://schemas.openxmlformats.org/drawingml/2006/main">
              <a:ext uri="{FF2B5EF4-FFF2-40B4-BE49-F238E27FC236}">
                <a16:creationId xmlns:a16="http://schemas.microsoft.com/office/drawing/2014/main" id="{A5B922D2-243C-4BB7-9DF8-0739AFF4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271" name="dp44-comparison / n219">
            <a:extLst xmlns:a="http://schemas.openxmlformats.org/drawingml/2006/main">
              <a:ext uri="{FF2B5EF4-FFF2-40B4-BE49-F238E27FC236}">
                <a16:creationId xmlns:a16="http://schemas.microsoft.com/office/drawing/2014/main" id="{3C5C1378-8AD4-4B1E-8BAC-BCA81949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2" name="dp44-comparison / n220 / text 1">
            <a:extLst xmlns:a="http://schemas.openxmlformats.org/drawingml/2006/main">
              <a:ext uri="{FF2B5EF4-FFF2-40B4-BE49-F238E27FC236}">
                <a16:creationId xmlns:a16="http://schemas.microsoft.com/office/drawing/2014/main" id="{1926FC80-755D-4DBE-A86A-7D784F86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734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3" name="dp44-comparison / n221">
            <a:extLst xmlns:a="http://schemas.openxmlformats.org/drawingml/2006/main">
              <a:ext uri="{FF2B5EF4-FFF2-40B4-BE49-F238E27FC236}">
                <a16:creationId xmlns:a16="http://schemas.microsoft.com/office/drawing/2014/main" id="{D29520CB-B331-4AC4-8AB5-8DFF8BFC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4" name="dp44-comparison / n222 / text 1">
            <a:extLst xmlns:a="http://schemas.openxmlformats.org/drawingml/2006/main">
              <a:ext uri="{FF2B5EF4-FFF2-40B4-BE49-F238E27FC236}">
                <a16:creationId xmlns:a16="http://schemas.microsoft.com/office/drawing/2014/main" id="{03B9ED2B-D36E-461F-8C87-2C06EBA7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75" name="dp44-comparison / n223">
            <a:extLst xmlns:a="http://schemas.openxmlformats.org/drawingml/2006/main">
              <a:ext uri="{FF2B5EF4-FFF2-40B4-BE49-F238E27FC236}">
                <a16:creationId xmlns:a16="http://schemas.microsoft.com/office/drawing/2014/main" id="{84DA9C80-0560-46F8-801E-F06A558D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6" name="dp44-comparison / n224 / text 1">
            <a:extLst xmlns:a="http://schemas.openxmlformats.org/drawingml/2006/main">
              <a:ext uri="{FF2B5EF4-FFF2-40B4-BE49-F238E27FC236}">
                <a16:creationId xmlns:a16="http://schemas.microsoft.com/office/drawing/2014/main" id="{9ED0E3E4-48D2-4FBA-9BF1-690E3735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277" name="dp44-comparison / n224 / text 2">
            <a:extLst xmlns:a="http://schemas.openxmlformats.org/drawingml/2006/main">
              <a:ext uri="{FF2B5EF4-FFF2-40B4-BE49-F238E27FC236}">
                <a16:creationId xmlns:a16="http://schemas.microsoft.com/office/drawing/2014/main" id="{7C7EE43A-FC80-4F12-A807-DC1F9932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278" name="dp44-comparison / n225">
            <a:extLst xmlns:a="http://schemas.openxmlformats.org/drawingml/2006/main">
              <a:ext uri="{FF2B5EF4-FFF2-40B4-BE49-F238E27FC236}">
                <a16:creationId xmlns:a16="http://schemas.microsoft.com/office/drawing/2014/main" id="{A5853246-908D-4C3E-8BED-7A87DB81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9" name="dp44-comparison / n226 / text 1">
            <a:extLst xmlns:a="http://schemas.openxmlformats.org/drawingml/2006/main">
              <a:ext uri="{FF2B5EF4-FFF2-40B4-BE49-F238E27FC236}">
                <a16:creationId xmlns:a16="http://schemas.microsoft.com/office/drawing/2014/main" id="{CA007DFA-1EFC-4CFD-8BA2-A5DFE57C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280" name="dp44-comparison / n226 / text 2">
            <a:extLst xmlns:a="http://schemas.openxmlformats.org/drawingml/2006/main">
              <a:ext uri="{FF2B5EF4-FFF2-40B4-BE49-F238E27FC236}">
                <a16:creationId xmlns:a16="http://schemas.microsoft.com/office/drawing/2014/main" id="{295418E4-CD32-4ECE-A0B9-6344A56D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281" name="dp44-comparison / n227">
            <a:extLst xmlns:a="http://schemas.openxmlformats.org/drawingml/2006/main">
              <a:ext uri="{FF2B5EF4-FFF2-40B4-BE49-F238E27FC236}">
                <a16:creationId xmlns:a16="http://schemas.microsoft.com/office/drawing/2014/main" id="{9C8E7DB5-18A7-4984-826D-5E5393A6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2" name="dp44-comparison / n228 / text 1">
            <a:extLst xmlns:a="http://schemas.openxmlformats.org/drawingml/2006/main">
              <a:ext uri="{FF2B5EF4-FFF2-40B4-BE49-F238E27FC236}">
                <a16:creationId xmlns:a16="http://schemas.microsoft.com/office/drawing/2014/main" id="{85E1E6BF-A541-4119-9F45-BA7C397B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283" name="dp44-comparison / n228 / text 2">
            <a:extLst xmlns:a="http://schemas.openxmlformats.org/drawingml/2006/main">
              <a:ext uri="{FF2B5EF4-FFF2-40B4-BE49-F238E27FC236}">
                <a16:creationId xmlns:a16="http://schemas.microsoft.com/office/drawing/2014/main" id="{105480FE-961C-44DD-8351-702A17B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284" name="dp44-comparison / n229">
            <a:extLst xmlns:a="http://schemas.openxmlformats.org/drawingml/2006/main">
              <a:ext uri="{FF2B5EF4-FFF2-40B4-BE49-F238E27FC236}">
                <a16:creationId xmlns:a16="http://schemas.microsoft.com/office/drawing/2014/main" id="{4263A3B1-0087-4845-A22A-0F353229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320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5" name="dp44-comparison / n230 / text 1">
            <a:extLst xmlns:a="http://schemas.openxmlformats.org/drawingml/2006/main">
              <a:ext uri="{FF2B5EF4-FFF2-40B4-BE49-F238E27FC236}">
                <a16:creationId xmlns:a16="http://schemas.microsoft.com/office/drawing/2014/main" id="{5399081A-52DB-4981-9E67-C29FA8E9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88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86" name="dp44-comparison / n231">
            <a:extLst xmlns:a="http://schemas.openxmlformats.org/drawingml/2006/main">
              <a:ext uri="{FF2B5EF4-FFF2-40B4-BE49-F238E27FC236}">
                <a16:creationId xmlns:a16="http://schemas.microsoft.com/office/drawing/2014/main" id="{05FCCD86-475A-454F-ACE8-F576319E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491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7" name="dp44-comparison / n232 / text 1">
            <a:extLst xmlns:a="http://schemas.openxmlformats.org/drawingml/2006/main">
              <a:ext uri="{FF2B5EF4-FFF2-40B4-BE49-F238E27FC236}">
                <a16:creationId xmlns:a16="http://schemas.microsoft.com/office/drawing/2014/main" id="{C939D403-26CD-4C2E-B4FA-888FBF02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49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88" name="dp44-comparison / n233">
            <a:extLst xmlns:a="http://schemas.openxmlformats.org/drawingml/2006/main">
              <a:ext uri="{FF2B5EF4-FFF2-40B4-BE49-F238E27FC236}">
                <a16:creationId xmlns:a16="http://schemas.microsoft.com/office/drawing/2014/main" id="{5505C0D1-DA69-42A2-BAC7-9389DEDE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152204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89" name="dp44-comparison / n234 / text 1">
            <a:extLst xmlns:a="http://schemas.openxmlformats.org/drawingml/2006/main">
              <a:ext uri="{FF2B5EF4-FFF2-40B4-BE49-F238E27FC236}">
                <a16:creationId xmlns:a16="http://schemas.microsoft.com/office/drawing/2014/main" id="{ED12642E-F7B0-4130-8FEC-44E350D7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246111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290" name="dp44-comparison / n235">
            <a:extLst xmlns:a="http://schemas.openxmlformats.org/drawingml/2006/main">
              <a:ext uri="{FF2B5EF4-FFF2-40B4-BE49-F238E27FC236}">
                <a16:creationId xmlns:a16="http://schemas.microsoft.com/office/drawing/2014/main" id="{19300C66-BC30-4BDF-929D-862E643D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152204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1" name="dp44-comparison / n236 / text 1">
            <a:extLst xmlns:a="http://schemas.openxmlformats.org/drawingml/2006/main">
              <a:ext uri="{FF2B5EF4-FFF2-40B4-BE49-F238E27FC236}">
                <a16:creationId xmlns:a16="http://schemas.microsoft.com/office/drawing/2014/main" id="{70B45354-15B7-42C0-BD5C-872AE719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3294517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292" name="dp44-comparison / n237">
            <a:extLst xmlns:a="http://schemas.openxmlformats.org/drawingml/2006/main">
              <a:ext uri="{FF2B5EF4-FFF2-40B4-BE49-F238E27FC236}">
                <a16:creationId xmlns:a16="http://schemas.microsoft.com/office/drawing/2014/main" id="{6F863FBC-D9E7-4CCE-83EA-DFB69894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886105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3" name="dp44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968CADDB-F434-479C-BF52-3D5DA58E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980012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294" name="dp44-comparison / n239">
            <a:extLst xmlns:a="http://schemas.openxmlformats.org/drawingml/2006/main">
              <a:ext uri="{FF2B5EF4-FFF2-40B4-BE49-F238E27FC236}">
                <a16:creationId xmlns:a16="http://schemas.microsoft.com/office/drawing/2014/main" id="{679A48A2-1C60-40C5-A280-676926E0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886105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5" name="dp44-comparison / n240 / text 1">
            <a:extLst xmlns:a="http://schemas.openxmlformats.org/drawingml/2006/main">
              <a:ext uri="{FF2B5EF4-FFF2-40B4-BE49-F238E27FC236}">
                <a16:creationId xmlns:a16="http://schemas.microsoft.com/office/drawing/2014/main" id="{C2C904A6-1BFE-4A9D-9F7B-A82ABDFB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028418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296" name="dp44-comparison / n241">
            <a:extLst xmlns:a="http://schemas.openxmlformats.org/drawingml/2006/main">
              <a:ext uri="{FF2B5EF4-FFF2-40B4-BE49-F238E27FC236}">
                <a16:creationId xmlns:a16="http://schemas.microsoft.com/office/drawing/2014/main" id="{B5C47010-64CC-4E5A-9104-EB504C07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7" name="dp44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B4BBC143-6F78-498C-9FF0-45B1D912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98" name="dp44-comparison / n243">
            <a:extLst xmlns:a="http://schemas.openxmlformats.org/drawingml/2006/main">
              <a:ext uri="{FF2B5EF4-FFF2-40B4-BE49-F238E27FC236}">
                <a16:creationId xmlns:a16="http://schemas.microsoft.com/office/drawing/2014/main" id="{EB866F02-A225-4A83-9F79-35052228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9" name="dp44-comparison / n244 / text 1">
            <a:extLst xmlns:a="http://schemas.openxmlformats.org/drawingml/2006/main">
              <a:ext uri="{FF2B5EF4-FFF2-40B4-BE49-F238E27FC236}">
                <a16:creationId xmlns:a16="http://schemas.microsoft.com/office/drawing/2014/main" id="{20D27F4C-9683-45F4-8136-43C68C72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300" name="dp44-comparison / n245">
            <a:extLst xmlns:a="http://schemas.openxmlformats.org/drawingml/2006/main">
              <a:ext uri="{FF2B5EF4-FFF2-40B4-BE49-F238E27FC236}">
                <a16:creationId xmlns:a16="http://schemas.microsoft.com/office/drawing/2014/main" id="{DB5DBF9E-6B77-45AB-A706-C29A5C29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727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1" name="dp44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DB758E8E-D9CE-4273-9052-43E30EE8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385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302" name="dp44-comparison / n247">
            <a:extLst xmlns:a="http://schemas.openxmlformats.org/drawingml/2006/main">
              <a:ext uri="{FF2B5EF4-FFF2-40B4-BE49-F238E27FC236}">
                <a16:creationId xmlns:a16="http://schemas.microsoft.com/office/drawing/2014/main" id="{59ECB4CD-923E-427F-B68B-0D0D06C9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3" name="dp44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B75E0FD2-21EB-4D34-8863-9595D48C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304" name="dp44-comparison / n248 / text 2">
            <a:extLst xmlns:a="http://schemas.openxmlformats.org/drawingml/2006/main">
              <a:ext uri="{FF2B5EF4-FFF2-40B4-BE49-F238E27FC236}">
                <a16:creationId xmlns:a16="http://schemas.microsoft.com/office/drawing/2014/main" id="{84784AD0-C445-43F4-BC60-CFE6E361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305" name="dp44-comparison / n249">
            <a:extLst xmlns:a="http://schemas.openxmlformats.org/drawingml/2006/main">
              <a:ext uri="{FF2B5EF4-FFF2-40B4-BE49-F238E27FC236}">
                <a16:creationId xmlns:a16="http://schemas.microsoft.com/office/drawing/2014/main" id="{353C7137-9728-42AD-BF0F-0AC89354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6" name="dp44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5760CD59-D3C4-4C1D-ACCD-339490A7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47761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307" name="dp44-comparison / n251">
            <a:extLst xmlns:a="http://schemas.openxmlformats.org/drawingml/2006/main">
              <a:ext uri="{FF2B5EF4-FFF2-40B4-BE49-F238E27FC236}">
                <a16:creationId xmlns:a16="http://schemas.microsoft.com/office/drawing/2014/main" id="{2A02400E-3DF3-4BD2-9571-F95A3815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826157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8" name="dp44-comparison / n252 / text 1">
            <a:extLst xmlns:a="http://schemas.openxmlformats.org/drawingml/2006/main">
              <a:ext uri="{FF2B5EF4-FFF2-40B4-BE49-F238E27FC236}">
                <a16:creationId xmlns:a16="http://schemas.microsoft.com/office/drawing/2014/main" id="{CF278785-2CD0-42D0-8FD1-F88FA035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964258"/>
            <a:ext cx="1123188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309" name="dp44-comparison / n253">
            <a:extLst xmlns:a="http://schemas.openxmlformats.org/drawingml/2006/main">
              <a:ext uri="{FF2B5EF4-FFF2-40B4-BE49-F238E27FC236}">
                <a16:creationId xmlns:a16="http://schemas.microsoft.com/office/drawing/2014/main" id="{7339A264-A5D9-4D3E-8806-C527B621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0" name="dp44-comparison / n254 / text 1">
            <a:extLst xmlns:a="http://schemas.openxmlformats.org/drawingml/2006/main">
              <a:ext uri="{FF2B5EF4-FFF2-40B4-BE49-F238E27FC236}">
                <a16:creationId xmlns:a16="http://schemas.microsoft.com/office/drawing/2014/main" id="{F34FB6AA-AACF-4E62-9FF1-1C368E76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311" name="dp44-comparison / n254 / text 2">
            <a:extLst xmlns:a="http://schemas.openxmlformats.org/drawingml/2006/main">
              <a:ext uri="{FF2B5EF4-FFF2-40B4-BE49-F238E27FC236}">
                <a16:creationId xmlns:a16="http://schemas.microsoft.com/office/drawing/2014/main" id="{E7D2A5C2-84DC-4806-89BB-542DE06A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312" name="dp44-comparison / n255">
            <a:extLst xmlns:a="http://schemas.openxmlformats.org/drawingml/2006/main">
              <a:ext uri="{FF2B5EF4-FFF2-40B4-BE49-F238E27FC236}">
                <a16:creationId xmlns:a16="http://schemas.microsoft.com/office/drawing/2014/main" id="{694DFA99-3C55-41BA-BD7B-1E6CA841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3" name="dp44-comparison / n256 / text 1">
            <a:extLst xmlns:a="http://schemas.openxmlformats.org/drawingml/2006/main">
              <a:ext uri="{FF2B5EF4-FFF2-40B4-BE49-F238E27FC236}">
                <a16:creationId xmlns:a16="http://schemas.microsoft.com/office/drawing/2014/main" id="{77622628-37EE-4221-BE6D-8AC153CB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314" name="dp44-comparison / n257">
            <a:extLst xmlns:a="http://schemas.openxmlformats.org/drawingml/2006/main">
              <a:ext uri="{FF2B5EF4-FFF2-40B4-BE49-F238E27FC236}">
                <a16:creationId xmlns:a16="http://schemas.microsoft.com/office/drawing/2014/main" id="{F78FCED0-95E0-4E36-90C9-5BE0EFD1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5" name="dp44-comparison / n258 / text 1">
            <a:extLst xmlns:a="http://schemas.openxmlformats.org/drawingml/2006/main">
              <a:ext uri="{FF2B5EF4-FFF2-40B4-BE49-F238E27FC236}">
                <a16:creationId xmlns:a16="http://schemas.microsoft.com/office/drawing/2014/main" id="{37F83B0B-D23C-4EBC-B368-ECB11818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316" name="dp44-comparison / n259">
            <a:extLst xmlns:a="http://schemas.openxmlformats.org/drawingml/2006/main">
              <a:ext uri="{FF2B5EF4-FFF2-40B4-BE49-F238E27FC236}">
                <a16:creationId xmlns:a16="http://schemas.microsoft.com/office/drawing/2014/main" id="{A4BB6257-8574-4623-AA45-65AD614E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7" name="dp44-comparison / n260 / text 1">
            <a:extLst xmlns:a="http://schemas.openxmlformats.org/drawingml/2006/main">
              <a:ext uri="{FF2B5EF4-FFF2-40B4-BE49-F238E27FC236}">
                <a16:creationId xmlns:a16="http://schemas.microsoft.com/office/drawing/2014/main" id="{578A292A-3E0B-4305-872C-257918C2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318" name="dp44-comparison / n261">
            <a:extLst xmlns:a="http://schemas.openxmlformats.org/drawingml/2006/main">
              <a:ext uri="{FF2B5EF4-FFF2-40B4-BE49-F238E27FC236}">
                <a16:creationId xmlns:a16="http://schemas.microsoft.com/office/drawing/2014/main" id="{0BD001EE-49DD-42A7-92C7-6337C8DE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9" name="dp44-comparison / n262 / text 1">
            <a:extLst xmlns:a="http://schemas.openxmlformats.org/drawingml/2006/main">
              <a:ext uri="{FF2B5EF4-FFF2-40B4-BE49-F238E27FC236}">
                <a16:creationId xmlns:a16="http://schemas.microsoft.com/office/drawing/2014/main" id="{C14AC542-194A-4EFD-8C8F-480F2322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320" name="dp44-comparison / n263">
            <a:extLst xmlns:a="http://schemas.openxmlformats.org/drawingml/2006/main">
              <a:ext uri="{FF2B5EF4-FFF2-40B4-BE49-F238E27FC236}">
                <a16:creationId xmlns:a16="http://schemas.microsoft.com/office/drawing/2014/main" id="{1E215157-9B55-43EC-A02F-E7C20E38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1" name="dp44-comparison / n264 / text 1">
            <a:extLst xmlns:a="http://schemas.openxmlformats.org/drawingml/2006/main">
              <a:ext uri="{FF2B5EF4-FFF2-40B4-BE49-F238E27FC236}">
                <a16:creationId xmlns:a16="http://schemas.microsoft.com/office/drawing/2014/main" id="{99524F40-C74A-47FA-ACEC-7E082EF2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322" name="dp44-comparison / n265">
            <a:extLst xmlns:a="http://schemas.openxmlformats.org/drawingml/2006/main">
              <a:ext uri="{FF2B5EF4-FFF2-40B4-BE49-F238E27FC236}">
                <a16:creationId xmlns:a16="http://schemas.microsoft.com/office/drawing/2014/main" id="{8B5305D2-6CD2-42BE-9CA5-16109145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3" name="dp44-comparison / n266 / text 1">
            <a:extLst xmlns:a="http://schemas.openxmlformats.org/drawingml/2006/main">
              <a:ext uri="{FF2B5EF4-FFF2-40B4-BE49-F238E27FC236}">
                <a16:creationId xmlns:a16="http://schemas.microsoft.com/office/drawing/2014/main" id="{2C97774D-CAF7-401A-A4D6-80115915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324" name="dp44-comparison / n267">
            <a:extLst xmlns:a="http://schemas.openxmlformats.org/drawingml/2006/main">
              <a:ext uri="{FF2B5EF4-FFF2-40B4-BE49-F238E27FC236}">
                <a16:creationId xmlns:a16="http://schemas.microsoft.com/office/drawing/2014/main" id="{6137AC8D-5ECC-48EF-B956-8E1FB776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5" name="dp44-comparison / n268 / text 1">
            <a:extLst xmlns:a="http://schemas.openxmlformats.org/drawingml/2006/main">
              <a:ext uri="{FF2B5EF4-FFF2-40B4-BE49-F238E27FC236}">
                <a16:creationId xmlns:a16="http://schemas.microsoft.com/office/drawing/2014/main" id="{87BD667B-B61D-4A11-9709-72302799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326" name="dp44-comparison / n269">
            <a:extLst xmlns:a="http://schemas.openxmlformats.org/drawingml/2006/main">
              <a:ext uri="{FF2B5EF4-FFF2-40B4-BE49-F238E27FC236}">
                <a16:creationId xmlns:a16="http://schemas.microsoft.com/office/drawing/2014/main" id="{FFC942D4-8B8D-4A71-A1F3-C3C7CB0A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7" name="dp44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A31CA8BB-488E-4ABF-A54E-B3FE789C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328" name="dp44-comparison / n271 / path">
            <a:extLst xmlns:a="http://schemas.openxmlformats.org/drawingml/2006/main">
              <a:ext uri="{FF2B5EF4-FFF2-40B4-BE49-F238E27FC236}">
                <a16:creationId xmlns:a16="http://schemas.microsoft.com/office/drawing/2014/main" id="{93DE1F70-3B8D-49DF-81E1-1FA0371B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332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29" name="dp44-comparison / n271 / arrow">
            <a:extLst xmlns:a="http://schemas.openxmlformats.org/drawingml/2006/main">
              <a:ext uri="{FF2B5EF4-FFF2-40B4-BE49-F238E27FC236}">
                <a16:creationId xmlns:a16="http://schemas.microsoft.com/office/drawing/2014/main" id="{C5F15B4B-196B-4456-9BD0-97266CE8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423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0" name="dp44-comparison / n272 / path">
            <a:extLst xmlns:a="http://schemas.openxmlformats.org/drawingml/2006/main">
              <a:ext uri="{FF2B5EF4-FFF2-40B4-BE49-F238E27FC236}">
                <a16:creationId xmlns:a16="http://schemas.microsoft.com/office/drawing/2014/main" id="{54672E9D-E47A-465D-BCAD-DEAC3F21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60693"/>
            <a:ext cx="114872" cy="953"/>
          </a:xfrm>
          <a:custGeom xmlns:a="http://schemas.openxmlformats.org/drawingml/2006/main">
            <a:pathLst>
              <a:path w="114872" h="953">
                <a:moveTo>
                  <a:pt x="11487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1" name="dp44-comparison / n272 / arrow">
            <a:extLst xmlns:a="http://schemas.openxmlformats.org/drawingml/2006/main">
              <a:ext uri="{FF2B5EF4-FFF2-40B4-BE49-F238E27FC236}">
                <a16:creationId xmlns:a16="http://schemas.microsoft.com/office/drawing/2014/main" id="{7A3DC2CA-D17F-4682-B217-1BFF87B4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2" name="dp44-comparison / n273">
            <a:extLst xmlns:a="http://schemas.openxmlformats.org/drawingml/2006/main">
              <a:ext uri="{FF2B5EF4-FFF2-40B4-BE49-F238E27FC236}">
                <a16:creationId xmlns:a16="http://schemas.microsoft.com/office/drawing/2014/main" id="{87EF3A47-41E4-4C96-8A5F-616578CA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010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4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AFB76439-2A61-40F2-AB2A-195E08E6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286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334" name="dp44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E96E24EE-2931-4AA8-BC64-4AB6A1A1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790379"/>
            <a:ext cx="114872" cy="953"/>
          </a:xfrm>
          <a:custGeom xmlns:a="http://schemas.openxmlformats.org/drawingml/2006/main">
            <a:pathLst>
              <a:path w="114872" h="953">
                <a:moveTo>
                  <a:pt x="0" y="0"/>
                </a:moveTo>
                <a:lnTo>
                  <a:pt x="1148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5" name="dp44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AACA1DA8-2C4F-459F-B470-ECDE4305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178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6" name="dp44-comparison / n276">
            <a:extLst xmlns:a="http://schemas.openxmlformats.org/drawingml/2006/main">
              <a:ext uri="{FF2B5EF4-FFF2-40B4-BE49-F238E27FC236}">
                <a16:creationId xmlns:a16="http://schemas.microsoft.com/office/drawing/2014/main" id="{0F68D5C2-00FA-4CE3-BEF8-E7FCDF8C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p44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84A354F7-5EDB-4580-A1CE-849ED977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338" name="dp44-comparison / n278 / path">
            <a:extLst xmlns:a="http://schemas.openxmlformats.org/drawingml/2006/main">
              <a:ext uri="{FF2B5EF4-FFF2-40B4-BE49-F238E27FC236}">
                <a16:creationId xmlns:a16="http://schemas.microsoft.com/office/drawing/2014/main" id="{821392DB-4F30-42CD-8CBB-3F71BBF6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16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9" name="dp44-comparison / n278 / arrow">
            <a:extLst xmlns:a="http://schemas.openxmlformats.org/drawingml/2006/main">
              <a:ext uri="{FF2B5EF4-FFF2-40B4-BE49-F238E27FC236}">
                <a16:creationId xmlns:a16="http://schemas.microsoft.com/office/drawing/2014/main" id="{5959ADA2-7A81-46F8-82E3-8AC5BB40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914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0" name="dp44-comparison / n279 / path">
            <a:extLst xmlns:a="http://schemas.openxmlformats.org/drawingml/2006/main">
              <a:ext uri="{FF2B5EF4-FFF2-40B4-BE49-F238E27FC236}">
                <a16:creationId xmlns:a16="http://schemas.microsoft.com/office/drawing/2014/main" id="{DF77462C-4B88-48FE-98D7-EBE80ACF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2065" y="3324511"/>
            <a:ext cx="810482" cy="465868"/>
          </a:xfrm>
          <a:custGeom xmlns:a="http://schemas.openxmlformats.org/drawingml/2006/main">
            <a:pathLst>
              <a:path w="810482" h="465868">
                <a:moveTo>
                  <a:pt x="0" y="465868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1" name="dp44-comparison / n279 / arrow">
            <a:extLst xmlns:a="http://schemas.openxmlformats.org/drawingml/2006/main">
              <a:ext uri="{FF2B5EF4-FFF2-40B4-BE49-F238E27FC236}">
                <a16:creationId xmlns:a16="http://schemas.microsoft.com/office/drawing/2014/main" id="{444DDF1A-3C5D-4693-BDD9-EF1F6CB1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020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2" name="dp44-comparison / n280 / path">
            <a:extLst xmlns:a="http://schemas.openxmlformats.org/drawingml/2006/main">
              <a:ext uri="{FF2B5EF4-FFF2-40B4-BE49-F238E27FC236}">
                <a16:creationId xmlns:a16="http://schemas.microsoft.com/office/drawing/2014/main" id="{6D52BF22-119C-4B6F-8AC5-E67E1396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094768"/>
            <a:ext cx="1850708" cy="153162"/>
          </a:xfrm>
          <a:custGeom xmlns:a="http://schemas.openxmlformats.org/drawingml/2006/main">
            <a:pathLst>
              <a:path w="1850708" h="153162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3" name="dp44-comparison / n280 / arrow">
            <a:extLst xmlns:a="http://schemas.openxmlformats.org/drawingml/2006/main">
              <a:ext uri="{FF2B5EF4-FFF2-40B4-BE49-F238E27FC236}">
                <a16:creationId xmlns:a16="http://schemas.microsoft.com/office/drawing/2014/main" id="{C3294F11-95CF-4B12-9EB2-5EEBF166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0084" y="320300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4" name="dp44-comparison / n281 / path">
            <a:extLst xmlns:a="http://schemas.openxmlformats.org/drawingml/2006/main">
              <a:ext uri="{FF2B5EF4-FFF2-40B4-BE49-F238E27FC236}">
                <a16:creationId xmlns:a16="http://schemas.microsoft.com/office/drawing/2014/main" id="{925FE8A4-D15D-4DC7-941E-A1530493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3369183"/>
            <a:ext cx="701993" cy="274415"/>
          </a:xfrm>
          <a:custGeom xmlns:a="http://schemas.openxmlformats.org/drawingml/2006/main">
            <a:pathLst>
              <a:path w="701993" h="274415">
                <a:moveTo>
                  <a:pt x="0" y="274415"/>
                </a:moveTo>
                <a:lnTo>
                  <a:pt x="0" y="0"/>
                </a:lnTo>
                <a:lnTo>
                  <a:pt x="7019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5" name="dp44-comparison / n281 / arrow">
            <a:extLst xmlns:a="http://schemas.openxmlformats.org/drawingml/2006/main">
              <a:ext uri="{FF2B5EF4-FFF2-40B4-BE49-F238E27FC236}">
                <a16:creationId xmlns:a16="http://schemas.microsoft.com/office/drawing/2014/main" id="{AE0BAEFB-67C3-4C59-B520-F3A171C3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4671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6" name="dp44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1AF3ECFE-2937-40D7-AD8A-BF41F63E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01092"/>
            <a:ext cx="2042160" cy="1620965"/>
          </a:xfrm>
          <a:custGeom xmlns:a="http://schemas.openxmlformats.org/drawingml/2006/main">
            <a:pathLst>
              <a:path w="2042160" h="1620965">
                <a:moveTo>
                  <a:pt x="2042160" y="0"/>
                </a:moveTo>
                <a:lnTo>
                  <a:pt x="2042160" y="1620965"/>
                </a:lnTo>
                <a:lnTo>
                  <a:pt x="0" y="162096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7" name="dp44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8D1310EB-4F9D-4106-B4B9-068D6ACE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8" name="dp44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FAFF7F38-7639-4187-A9E3-07AECC4E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39382"/>
            <a:ext cx="1212533" cy="1754981"/>
          </a:xfrm>
          <a:custGeom xmlns:a="http://schemas.openxmlformats.org/drawingml/2006/main">
            <a:pathLst>
              <a:path w="1212533" h="1754981">
                <a:moveTo>
                  <a:pt x="0" y="1754981"/>
                </a:moveTo>
                <a:lnTo>
                  <a:pt x="899827" y="1754981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49" name="dp44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87B9B1E7-5DB8-474C-88D9-887CA496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0" name="dp44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0BF44CA5-BD01-4005-BB81-DDAC6069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71291"/>
            <a:ext cx="2042160" cy="2112359"/>
          </a:xfrm>
          <a:custGeom xmlns:a="http://schemas.openxmlformats.org/drawingml/2006/main">
            <a:pathLst>
              <a:path w="2042160" h="2112359">
                <a:moveTo>
                  <a:pt x="2042160" y="0"/>
                </a:moveTo>
                <a:lnTo>
                  <a:pt x="1397603" y="0"/>
                </a:lnTo>
                <a:lnTo>
                  <a:pt x="1397603" y="2112359"/>
                </a:lnTo>
                <a:lnTo>
                  <a:pt x="0" y="211235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1" name="dp44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4885FC75-08F7-430C-B81E-589F858A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2" name="dp44-comparison / n285 / path">
            <a:extLst xmlns:a="http://schemas.openxmlformats.org/drawingml/2006/main">
              <a:ext uri="{FF2B5EF4-FFF2-40B4-BE49-F238E27FC236}">
                <a16:creationId xmlns:a16="http://schemas.microsoft.com/office/drawing/2014/main" id="{FD44BA20-DC52-47E3-92D3-331EEB79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77673"/>
            <a:ext cx="1212533" cy="2278285"/>
          </a:xfrm>
          <a:custGeom xmlns:a="http://schemas.openxmlformats.org/drawingml/2006/main">
            <a:pathLst>
              <a:path w="1212533" h="2278285">
                <a:moveTo>
                  <a:pt x="0" y="2278285"/>
                </a:moveTo>
                <a:lnTo>
                  <a:pt x="899827" y="2278285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53" name="dp44-comparison / n285 / arrow">
            <a:extLst xmlns:a="http://schemas.openxmlformats.org/drawingml/2006/main">
              <a:ext uri="{FF2B5EF4-FFF2-40B4-BE49-F238E27FC236}">
                <a16:creationId xmlns:a16="http://schemas.microsoft.com/office/drawing/2014/main" id="{46D6D9D5-0C4C-49F8-96C8-478D379B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552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4" name="dp44-comparison / n286 / path">
            <a:extLst xmlns:a="http://schemas.openxmlformats.org/drawingml/2006/main">
              <a:ext uri="{FF2B5EF4-FFF2-40B4-BE49-F238E27FC236}">
                <a16:creationId xmlns:a16="http://schemas.microsoft.com/office/drawing/2014/main" id="{2459E966-BD35-4DF0-9777-6ED9A37E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5" name="dp44-comparison / n286 / arrow">
            <a:extLst xmlns:a="http://schemas.openxmlformats.org/drawingml/2006/main">
              <a:ext uri="{FF2B5EF4-FFF2-40B4-BE49-F238E27FC236}">
                <a16:creationId xmlns:a16="http://schemas.microsoft.com/office/drawing/2014/main" id="{CF6BE620-DDF5-42BC-933F-AAC603C4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6" name="dp44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3AD0A800-BC9A-4C9A-AD67-2B92518B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7" name="dp44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3B4C441F-5DD3-4DB9-BD36-3D6FCB6C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8" name="dp44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603012E3-292B-4F5A-BDD1-1B13DD7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9" name="dp44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DF850F1D-8732-486D-9DB3-075BFAD9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0" name="dp44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6E5ADF04-821D-408C-A882-6AF3CBF2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1" name="dp44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E2BE71AD-0E5E-454E-85A5-EDE1DE52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2" name="dp44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F287E493-DCF5-4660-8CC9-BCE11642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3" name="dp44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2812CA2E-0212-43D1-A1DD-CCD79C56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4" name="dp44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5EDAD9A8-00A5-4AD4-88BB-96FD0F67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54138"/>
            <a:ext cx="1276350" cy="1040225"/>
          </a:xfrm>
          <a:custGeom xmlns:a="http://schemas.openxmlformats.org/drawingml/2006/main">
            <a:pathLst>
              <a:path w="1276350" h="1040225">
                <a:moveTo>
                  <a:pt x="1276350" y="1040225"/>
                </a:moveTo>
                <a:lnTo>
                  <a:pt x="1276350" y="134017"/>
                </a:lnTo>
                <a:lnTo>
                  <a:pt x="0" y="13401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5" name="dp44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809ED0EA-324B-4360-9F23-115596DC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415413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6" name="dp44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F44C4C2C-2011-415A-85CA-EDD93CAE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67" name="dp44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B38AC97C-5DA9-47FB-9F3F-4600B866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8" name="dp44-comparison / n293 / path">
            <a:extLst xmlns:a="http://schemas.openxmlformats.org/drawingml/2006/main">
              <a:ext uri="{FF2B5EF4-FFF2-40B4-BE49-F238E27FC236}">
                <a16:creationId xmlns:a16="http://schemas.microsoft.com/office/drawing/2014/main" id="{C8CD99F0-1F7B-4DA9-9784-5A4E1A59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5" y="1703927"/>
                </a:lnTo>
                <a:lnTo>
                  <a:pt x="2463355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9" name="dp44-comparison / n293 / arrow">
            <a:extLst xmlns:a="http://schemas.openxmlformats.org/drawingml/2006/main">
              <a:ext uri="{FF2B5EF4-FFF2-40B4-BE49-F238E27FC236}">
                <a16:creationId xmlns:a16="http://schemas.microsoft.com/office/drawing/2014/main" id="{BE130A04-29AA-4BFF-B248-9242C00D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5807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0" name="dp44-comparison / n294 / path">
            <a:extLst xmlns:a="http://schemas.openxmlformats.org/drawingml/2006/main">
              <a:ext uri="{FF2B5EF4-FFF2-40B4-BE49-F238E27FC236}">
                <a16:creationId xmlns:a16="http://schemas.microsoft.com/office/drawing/2014/main" id="{54434E75-CA1E-44F7-80F4-B14C5562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1" name="dp44-comparison / n294 / arrow">
            <a:extLst xmlns:a="http://schemas.openxmlformats.org/drawingml/2006/main">
              <a:ext uri="{FF2B5EF4-FFF2-40B4-BE49-F238E27FC236}">
                <a16:creationId xmlns:a16="http://schemas.microsoft.com/office/drawing/2014/main" id="{3AA8906B-D1A5-4EC8-841E-DED8F575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2" name="dp44-comparison / n295 / path">
            <a:extLst xmlns:a="http://schemas.openxmlformats.org/drawingml/2006/main">
              <a:ext uri="{FF2B5EF4-FFF2-40B4-BE49-F238E27FC236}">
                <a16:creationId xmlns:a16="http://schemas.microsoft.com/office/drawing/2014/main" id="{7D8FE20A-C17D-43E8-B1C7-00B317FE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3" name="dp44-comparison / n295 / arrow">
            <a:extLst xmlns:a="http://schemas.openxmlformats.org/drawingml/2006/main">
              <a:ext uri="{FF2B5EF4-FFF2-40B4-BE49-F238E27FC236}">
                <a16:creationId xmlns:a16="http://schemas.microsoft.com/office/drawing/2014/main" id="{1BA5247F-43AB-4213-B0D6-4B0A434E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4" name="dp44-comparison / n296 / path">
            <a:extLst xmlns:a="http://schemas.openxmlformats.org/drawingml/2006/main">
              <a:ext uri="{FF2B5EF4-FFF2-40B4-BE49-F238E27FC236}">
                <a16:creationId xmlns:a16="http://schemas.microsoft.com/office/drawing/2014/main" id="{9EA45603-99EB-4C5F-8769-3E26AAF0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5" name="dp44-comparison / n296 / arrow">
            <a:extLst xmlns:a="http://schemas.openxmlformats.org/drawingml/2006/main">
              <a:ext uri="{FF2B5EF4-FFF2-40B4-BE49-F238E27FC236}">
                <a16:creationId xmlns:a16="http://schemas.microsoft.com/office/drawing/2014/main" id="{F425219F-0C2F-49F5-999D-EBDB75E3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6" name="dp44-comparison / n297 / path">
            <a:extLst xmlns:a="http://schemas.openxmlformats.org/drawingml/2006/main">
              <a:ext uri="{FF2B5EF4-FFF2-40B4-BE49-F238E27FC236}">
                <a16:creationId xmlns:a16="http://schemas.microsoft.com/office/drawing/2014/main" id="{5D9B5792-1C60-419D-8403-2B917B2C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407474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7" name="dp44-comparison / n297 / arrow">
            <a:extLst xmlns:a="http://schemas.openxmlformats.org/drawingml/2006/main">
              <a:ext uri="{FF2B5EF4-FFF2-40B4-BE49-F238E27FC236}">
                <a16:creationId xmlns:a16="http://schemas.microsoft.com/office/drawing/2014/main" id="{F85EB791-73BD-417C-8633-42876163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8501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8" name="dp44-comparison / n298 / path">
            <a:extLst xmlns:a="http://schemas.openxmlformats.org/drawingml/2006/main">
              <a:ext uri="{FF2B5EF4-FFF2-40B4-BE49-F238E27FC236}">
                <a16:creationId xmlns:a16="http://schemas.microsoft.com/office/drawing/2014/main" id="{5BA7B38C-FE1E-49FE-AE60-EA822843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058412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9" name="dp44-comparison / n298 / arrow">
            <a:extLst xmlns:a="http://schemas.openxmlformats.org/drawingml/2006/main">
              <a:ext uri="{FF2B5EF4-FFF2-40B4-BE49-F238E27FC236}">
                <a16:creationId xmlns:a16="http://schemas.microsoft.com/office/drawing/2014/main" id="{ADAA29FE-9FC5-406B-A079-2C04B7E2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405509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0" name="dp44-comparison / n299 / path">
            <a:extLst xmlns:a="http://schemas.openxmlformats.org/drawingml/2006/main">
              <a:ext uri="{FF2B5EF4-FFF2-40B4-BE49-F238E27FC236}">
                <a16:creationId xmlns:a16="http://schemas.microsoft.com/office/drawing/2014/main" id="{1994E0AE-E929-4E78-9E06-C20BD68B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41375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81" name="dp44-comparison / n299 / arrow">
            <a:extLst xmlns:a="http://schemas.openxmlformats.org/drawingml/2006/main">
              <a:ext uri="{FF2B5EF4-FFF2-40B4-BE49-F238E27FC236}">
                <a16:creationId xmlns:a16="http://schemas.microsoft.com/office/drawing/2014/main" id="{A402B438-B14C-4378-B8EB-1A650667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189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2" name="dp44-comparison / n300 / path">
            <a:extLst xmlns:a="http://schemas.openxmlformats.org/drawingml/2006/main">
              <a:ext uri="{FF2B5EF4-FFF2-40B4-BE49-F238E27FC236}">
                <a16:creationId xmlns:a16="http://schemas.microsoft.com/office/drawing/2014/main" id="{16D5340C-A340-46DC-B246-4ACAF820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3496818"/>
            <a:ext cx="1206151" cy="1876235"/>
          </a:xfrm>
          <a:custGeom xmlns:a="http://schemas.openxmlformats.org/drawingml/2006/main">
            <a:pathLst>
              <a:path w="1206151" h="1876235">
                <a:moveTo>
                  <a:pt x="1206151" y="0"/>
                </a:moveTo>
                <a:lnTo>
                  <a:pt x="0" y="0"/>
                </a:lnTo>
                <a:lnTo>
                  <a:pt x="0" y="1876235"/>
                </a:lnTo>
                <a:lnTo>
                  <a:pt x="759428" y="18762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3" name="dp44-comparison / n300 / arrow">
            <a:extLst xmlns:a="http://schemas.openxmlformats.org/drawingml/2006/main">
              <a:ext uri="{FF2B5EF4-FFF2-40B4-BE49-F238E27FC236}">
                <a16:creationId xmlns:a16="http://schemas.microsoft.com/office/drawing/2014/main" id="{E77B06A8-75AB-4351-9118-3041AFA9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434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4" name="dp44-comparison / n301 / path">
            <a:extLst xmlns:a="http://schemas.openxmlformats.org/drawingml/2006/main">
              <a:ext uri="{FF2B5EF4-FFF2-40B4-BE49-F238E27FC236}">
                <a16:creationId xmlns:a16="http://schemas.microsoft.com/office/drawing/2014/main" id="{087611A5-7DD6-4672-9BA9-2B92EEEC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4230719"/>
            <a:ext cx="1652873" cy="1142333"/>
          </a:xfrm>
          <a:custGeom xmlns:a="http://schemas.openxmlformats.org/drawingml/2006/main">
            <a:pathLst>
              <a:path w="1652873" h="1142333">
                <a:moveTo>
                  <a:pt x="1652873" y="0"/>
                </a:moveTo>
                <a:lnTo>
                  <a:pt x="0" y="0"/>
                </a:lnTo>
                <a:lnTo>
                  <a:pt x="0" y="1142333"/>
                </a:lnTo>
                <a:lnTo>
                  <a:pt x="1046607" y="114233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5" name="dp44-comparison / n301 / arrow">
            <a:extLst xmlns:a="http://schemas.openxmlformats.org/drawingml/2006/main">
              <a:ext uri="{FF2B5EF4-FFF2-40B4-BE49-F238E27FC236}">
                <a16:creationId xmlns:a16="http://schemas.microsoft.com/office/drawing/2014/main" id="{38E65B52-6EFB-4EAF-935B-9B5BA765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1521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6" name="dp44-comparison / n302 / path">
            <a:extLst xmlns:a="http://schemas.openxmlformats.org/drawingml/2006/main">
              <a:ext uri="{FF2B5EF4-FFF2-40B4-BE49-F238E27FC236}">
                <a16:creationId xmlns:a16="http://schemas.microsoft.com/office/drawing/2014/main" id="{94747745-7519-4263-A2FB-5F6D0285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5485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7" name="dp44-comparison / n302 / arrow">
            <a:extLst xmlns:a="http://schemas.openxmlformats.org/drawingml/2006/main">
              <a:ext uri="{FF2B5EF4-FFF2-40B4-BE49-F238E27FC236}">
                <a16:creationId xmlns:a16="http://schemas.microsoft.com/office/drawing/2014/main" id="{1A54905D-C816-4CC9-884D-7494E875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55260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8" name="dp44-comparison / n303 / path">
            <a:extLst xmlns:a="http://schemas.openxmlformats.org/drawingml/2006/main">
              <a:ext uri="{FF2B5EF4-FFF2-40B4-BE49-F238E27FC236}">
                <a16:creationId xmlns:a16="http://schemas.microsoft.com/office/drawing/2014/main" id="{F8020BBF-624F-4600-A251-6139DA15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707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0"/>
                </a:moveTo>
                <a:lnTo>
                  <a:pt x="0" y="10210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9" name="dp44-comparison / n303 / arrow">
            <a:extLst xmlns:a="http://schemas.openxmlformats.org/drawingml/2006/main">
              <a:ext uri="{FF2B5EF4-FFF2-40B4-BE49-F238E27FC236}">
                <a16:creationId xmlns:a16="http://schemas.microsoft.com/office/drawing/2014/main" id="{ABE72D6D-8A0E-4900-9000-BB912194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4609" y="578122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0" name="dp44-comparison / n304 / path">
            <a:extLst xmlns:a="http://schemas.openxmlformats.org/drawingml/2006/main">
              <a:ext uri="{FF2B5EF4-FFF2-40B4-BE49-F238E27FC236}">
                <a16:creationId xmlns:a16="http://schemas.microsoft.com/office/drawing/2014/main" id="{E5A30391-ED78-44F8-BAB7-D0BECDF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1021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1" name="dp44-comparison / n304 / arrow">
            <a:extLst xmlns:a="http://schemas.openxmlformats.org/drawingml/2006/main">
              <a:ext uri="{FF2B5EF4-FFF2-40B4-BE49-F238E27FC236}">
                <a16:creationId xmlns:a16="http://schemas.microsoft.com/office/drawing/2014/main" id="{B158E72C-7421-404D-AF83-A1B7ADB2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9879" y="572404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2" name="dp44-comparison / n305 / path">
            <a:extLst xmlns:a="http://schemas.openxmlformats.org/drawingml/2006/main">
              <a:ext uri="{FF2B5EF4-FFF2-40B4-BE49-F238E27FC236}">
                <a16:creationId xmlns:a16="http://schemas.microsoft.com/office/drawing/2014/main" id="{58F6C8A7-63CF-4A73-BF90-923E6CB4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5548551"/>
            <a:ext cx="861536" cy="666893"/>
          </a:xfrm>
          <a:custGeom xmlns:a="http://schemas.openxmlformats.org/drawingml/2006/main">
            <a:pathLst>
              <a:path w="861536" h="666893">
                <a:moveTo>
                  <a:pt x="861536" y="0"/>
                </a:moveTo>
                <a:lnTo>
                  <a:pt x="861536" y="666893"/>
                </a:lnTo>
                <a:lnTo>
                  <a:pt x="0" y="66689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3" name="dp44-comparison / n305 / arrow">
            <a:extLst xmlns:a="http://schemas.openxmlformats.org/drawingml/2006/main">
              <a:ext uri="{FF2B5EF4-FFF2-40B4-BE49-F238E27FC236}">
                <a16:creationId xmlns:a16="http://schemas.microsoft.com/office/drawing/2014/main" id="{F30F1E74-1DB0-4BE5-A454-229B727E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619298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4" name="dp44-comparison / n306 / path">
            <a:extLst xmlns:a="http://schemas.openxmlformats.org/drawingml/2006/main">
              <a:ext uri="{FF2B5EF4-FFF2-40B4-BE49-F238E27FC236}">
                <a16:creationId xmlns:a16="http://schemas.microsoft.com/office/drawing/2014/main" id="{EE88F538-FBAC-4C1D-ABC6-046451C9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6616" y="4543425"/>
            <a:ext cx="599885" cy="829628"/>
          </a:xfrm>
          <a:custGeom xmlns:a="http://schemas.openxmlformats.org/drawingml/2006/main">
            <a:pathLst>
              <a:path w="599885" h="829628">
                <a:moveTo>
                  <a:pt x="0" y="0"/>
                </a:moveTo>
                <a:lnTo>
                  <a:pt x="599885" y="0"/>
                </a:lnTo>
                <a:lnTo>
                  <a:pt x="599885" y="829628"/>
                </a:lnTo>
                <a:lnTo>
                  <a:pt x="223361" y="82962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5" name="dp44-comparison / n306 / arrow">
            <a:extLst xmlns:a="http://schemas.openxmlformats.org/drawingml/2006/main">
              <a:ext uri="{FF2B5EF4-FFF2-40B4-BE49-F238E27FC236}">
                <a16:creationId xmlns:a16="http://schemas.microsoft.com/office/drawing/2014/main" id="{230859EB-B04C-4554-A290-E1E6A6FF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59978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6" name="dp44-comparison / n307 / path">
            <a:extLst xmlns:a="http://schemas.openxmlformats.org/drawingml/2006/main">
              <a:ext uri="{FF2B5EF4-FFF2-40B4-BE49-F238E27FC236}">
                <a16:creationId xmlns:a16="http://schemas.microsoft.com/office/drawing/2014/main" id="{180EC745-12C4-4F43-922F-C330B24F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3339" y="5548551"/>
            <a:ext cx="953" cy="839200"/>
          </a:xfrm>
          <a:custGeom xmlns:a="http://schemas.openxmlformats.org/drawingml/2006/main">
            <a:pathLst>
              <a:path w="953" h="839200">
                <a:moveTo>
                  <a:pt x="0" y="839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7" name="dp44-comparison / n307 / arrow">
            <a:extLst xmlns:a="http://schemas.openxmlformats.org/drawingml/2006/main">
              <a:ext uri="{FF2B5EF4-FFF2-40B4-BE49-F238E27FC236}">
                <a16:creationId xmlns:a16="http://schemas.microsoft.com/office/drawing/2014/main" id="{7A6A00A6-EEB2-4F93-AF6C-EFD9A2D8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0875" y="554855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8" name="dp44-comparison / n308 / path">
            <a:extLst xmlns:a="http://schemas.openxmlformats.org/drawingml/2006/main">
              <a:ext uri="{FF2B5EF4-FFF2-40B4-BE49-F238E27FC236}">
                <a16:creationId xmlns:a16="http://schemas.microsoft.com/office/drawing/2014/main" id="{44614C54-45E0-45DA-B0C8-63D8CD2E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57040"/>
            <a:ext cx="255270" cy="953"/>
          </a:xfrm>
          <a:custGeom xmlns:a="http://schemas.openxmlformats.org/drawingml/2006/main">
            <a:pathLst>
              <a:path w="255270" h="953">
                <a:moveTo>
                  <a:pt x="25527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9" name="dp44-comparison / n308 / arrow">
            <a:extLst xmlns:a="http://schemas.openxmlformats.org/drawingml/2006/main">
              <a:ext uri="{FF2B5EF4-FFF2-40B4-BE49-F238E27FC236}">
                <a16:creationId xmlns:a16="http://schemas.microsoft.com/office/drawing/2014/main" id="{62715697-ED57-46C1-8855-FD8464D5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34577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0" name="dp44-comparison / n309 / path">
            <a:extLst xmlns:a="http://schemas.openxmlformats.org/drawingml/2006/main">
              <a:ext uri="{FF2B5EF4-FFF2-40B4-BE49-F238E27FC236}">
                <a16:creationId xmlns:a16="http://schemas.microsoft.com/office/drawing/2014/main" id="{E98719D9-6BB6-4ED7-A6B6-20A6DD8B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887063" cy="2048542"/>
          </a:xfrm>
          <a:custGeom xmlns:a="http://schemas.openxmlformats.org/drawingml/2006/main">
            <a:pathLst>
              <a:path w="887063" h="2048542">
                <a:moveTo>
                  <a:pt x="319088" y="2048542"/>
                </a:moveTo>
                <a:lnTo>
                  <a:pt x="887063" y="2048542"/>
                </a:lnTo>
                <a:lnTo>
                  <a:pt x="887063" y="963644"/>
                </a:lnTo>
                <a:lnTo>
                  <a:pt x="0" y="96364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1" name="dp44-comparison / n309 / arrow">
            <a:extLst xmlns:a="http://schemas.openxmlformats.org/drawingml/2006/main">
              <a:ext uri="{FF2B5EF4-FFF2-40B4-BE49-F238E27FC236}">
                <a16:creationId xmlns:a16="http://schemas.microsoft.com/office/drawing/2014/main" id="{AE14786A-13EB-4B55-9D88-A776279D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33245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2" name="dp44-comparison / n310 / path">
            <a:extLst xmlns:a="http://schemas.openxmlformats.org/drawingml/2006/main">
              <a:ext uri="{FF2B5EF4-FFF2-40B4-BE49-F238E27FC236}">
                <a16:creationId xmlns:a16="http://schemas.microsoft.com/office/drawing/2014/main" id="{7F059AA9-7BCB-4E46-B0E6-5CE46DE1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7445" y="4230719"/>
            <a:ext cx="1589056" cy="1142333"/>
          </a:xfrm>
          <a:custGeom xmlns:a="http://schemas.openxmlformats.org/drawingml/2006/main">
            <a:pathLst>
              <a:path w="1589056" h="1142333">
                <a:moveTo>
                  <a:pt x="638175" y="1142333"/>
                </a:moveTo>
                <a:lnTo>
                  <a:pt x="1589056" y="1142333"/>
                </a:lnTo>
                <a:lnTo>
                  <a:pt x="1589056" y="57436"/>
                </a:lnTo>
                <a:lnTo>
                  <a:pt x="0" y="5743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3" name="dp44-comparison / n310 / arrow">
            <a:extLst xmlns:a="http://schemas.openxmlformats.org/drawingml/2006/main">
              <a:ext uri="{FF2B5EF4-FFF2-40B4-BE49-F238E27FC236}">
                <a16:creationId xmlns:a16="http://schemas.microsoft.com/office/drawing/2014/main" id="{228C8EDD-A45C-43EE-8F3D-79317E51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4981" y="423071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4" name="dp44-comparison / n311 / path">
            <a:extLst xmlns:a="http://schemas.openxmlformats.org/drawingml/2006/main">
              <a:ext uri="{FF2B5EF4-FFF2-40B4-BE49-F238E27FC236}">
                <a16:creationId xmlns:a16="http://schemas.microsoft.com/office/drawing/2014/main" id="{47E0571F-0F85-42D9-AC19-7BBA314A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1467802" cy="491395"/>
          </a:xfrm>
          <a:custGeom xmlns:a="http://schemas.openxmlformats.org/drawingml/2006/main">
            <a:pathLst>
              <a:path w="1467802" h="491395">
                <a:moveTo>
                  <a:pt x="0" y="491395"/>
                </a:moveTo>
                <a:lnTo>
                  <a:pt x="0" y="0"/>
                </a:lnTo>
                <a:lnTo>
                  <a:pt x="1467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5" name="dp44-comparison / n311 / arrow">
            <a:extLst xmlns:a="http://schemas.openxmlformats.org/drawingml/2006/main">
              <a:ext uri="{FF2B5EF4-FFF2-40B4-BE49-F238E27FC236}">
                <a16:creationId xmlns:a16="http://schemas.microsoft.com/office/drawing/2014/main" id="{D551AFD4-3E26-41F1-9ADB-648FC531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0692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6" name="dp44-comparison / n312 / path">
            <a:extLst xmlns:a="http://schemas.openxmlformats.org/drawingml/2006/main">
              <a:ext uri="{FF2B5EF4-FFF2-40B4-BE49-F238E27FC236}">
                <a16:creationId xmlns:a16="http://schemas.microsoft.com/office/drawing/2014/main" id="{5FF4C40A-2AE5-4CCF-8412-E0CF05FF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67745"/>
          </a:xfrm>
          <a:custGeom xmlns:a="http://schemas.openxmlformats.org/drawingml/2006/main">
            <a:pathLst>
              <a:path w="1620965" h="1767745">
                <a:moveTo>
                  <a:pt x="0" y="1767745"/>
                </a:moveTo>
                <a:lnTo>
                  <a:pt x="0" y="1225296"/>
                </a:lnTo>
                <a:lnTo>
                  <a:pt x="1620965" y="1225296"/>
                </a:lnTo>
                <a:lnTo>
                  <a:pt x="1620965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07" name="dp44-comparison / n312 / arrow">
            <a:extLst xmlns:a="http://schemas.openxmlformats.org/drawingml/2006/main">
              <a:ext uri="{FF2B5EF4-FFF2-40B4-BE49-F238E27FC236}">
                <a16:creationId xmlns:a16="http://schemas.microsoft.com/office/drawing/2014/main" id="{481DAEB7-BDF7-42A5-8ECC-F35A84A4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516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8" name="dp44-comparison / n313 / path">
            <a:extLst xmlns:a="http://schemas.openxmlformats.org/drawingml/2006/main">
              <a:ext uri="{FF2B5EF4-FFF2-40B4-BE49-F238E27FC236}">
                <a16:creationId xmlns:a16="http://schemas.microsoft.com/office/drawing/2014/main" id="{50F3BCED-8ABB-4E6A-98B9-D952543B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16691"/>
          </a:xfrm>
          <a:custGeom xmlns:a="http://schemas.openxmlformats.org/drawingml/2006/main">
            <a:pathLst>
              <a:path w="1620965" h="1716691">
                <a:moveTo>
                  <a:pt x="957263" y="0"/>
                </a:moveTo>
                <a:lnTo>
                  <a:pt x="1620965" y="0"/>
                </a:lnTo>
                <a:lnTo>
                  <a:pt x="1620965" y="1238060"/>
                </a:lnTo>
                <a:lnTo>
                  <a:pt x="0" y="1238060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9" name="dp44-comparison / n313 / arrow">
            <a:extLst xmlns:a="http://schemas.openxmlformats.org/drawingml/2006/main">
              <a:ext uri="{FF2B5EF4-FFF2-40B4-BE49-F238E27FC236}">
                <a16:creationId xmlns:a16="http://schemas.microsoft.com/office/drawing/2014/main" id="{B23D9FAC-8476-4ED4-B1F2-11D1DCFB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0" name="dp44-comparison / n314 / path">
            <a:extLst xmlns:a="http://schemas.openxmlformats.org/drawingml/2006/main">
              <a:ext uri="{FF2B5EF4-FFF2-40B4-BE49-F238E27FC236}">
                <a16:creationId xmlns:a16="http://schemas.microsoft.com/office/drawing/2014/main" id="{F85DC652-5BF2-4354-8477-8A26B6E5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574358"/>
                </a:lnTo>
                <a:lnTo>
                  <a:pt x="2010251" y="574358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1" name="dp44-comparison / n314 / arrow">
            <a:extLst xmlns:a="http://schemas.openxmlformats.org/drawingml/2006/main">
              <a:ext uri="{FF2B5EF4-FFF2-40B4-BE49-F238E27FC236}">
                <a16:creationId xmlns:a16="http://schemas.microsoft.com/office/drawing/2014/main" id="{EEC576F0-8069-4359-A184-E18752DA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2" name="dp44-comparison / n315 / path">
            <a:extLst xmlns:a="http://schemas.openxmlformats.org/drawingml/2006/main">
              <a:ext uri="{FF2B5EF4-FFF2-40B4-BE49-F238E27FC236}">
                <a16:creationId xmlns:a16="http://schemas.microsoft.com/office/drawing/2014/main" id="{DA36C957-16B6-4ADE-8E88-E012757E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523304"/>
                </a:lnTo>
                <a:lnTo>
                  <a:pt x="0" y="523304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3" name="dp44-comparison / n315 / arrow">
            <a:extLst xmlns:a="http://schemas.openxmlformats.org/drawingml/2006/main">
              <a:ext uri="{FF2B5EF4-FFF2-40B4-BE49-F238E27FC236}">
                <a16:creationId xmlns:a16="http://schemas.microsoft.com/office/drawing/2014/main" id="{A5169070-F424-4048-AB36-1EAE174D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4" name="dp44-comparison / n316 / path">
            <a:extLst xmlns:a="http://schemas.openxmlformats.org/drawingml/2006/main">
              <a:ext uri="{FF2B5EF4-FFF2-40B4-BE49-F238E27FC236}">
                <a16:creationId xmlns:a16="http://schemas.microsoft.com/office/drawing/2014/main" id="{91F80B12-E5D8-43D1-AC6A-71CE0170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5" name="dp44-comparison / n316 / arrow">
            <a:extLst xmlns:a="http://schemas.openxmlformats.org/drawingml/2006/main">
              <a:ext uri="{FF2B5EF4-FFF2-40B4-BE49-F238E27FC236}">
                <a16:creationId xmlns:a16="http://schemas.microsoft.com/office/drawing/2014/main" id="{98ABAB14-6C3C-4533-8157-C93D098E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6" name="dp44-comparison / n317 / path">
            <a:extLst xmlns:a="http://schemas.openxmlformats.org/drawingml/2006/main">
              <a:ext uri="{FF2B5EF4-FFF2-40B4-BE49-F238E27FC236}">
                <a16:creationId xmlns:a16="http://schemas.microsoft.com/office/drawing/2014/main" id="{FABD14AF-D5C4-4A86-9D6A-4ABE041A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288155"/>
            <a:ext cx="1084898" cy="2227231"/>
          </a:xfrm>
          <a:custGeom xmlns:a="http://schemas.openxmlformats.org/drawingml/2006/main">
            <a:pathLst>
              <a:path w="1084898" h="2227231">
                <a:moveTo>
                  <a:pt x="1084898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7" name="dp44-comparison / n317 / arrow">
            <a:extLst xmlns:a="http://schemas.openxmlformats.org/drawingml/2006/main">
              <a:ext uri="{FF2B5EF4-FFF2-40B4-BE49-F238E27FC236}">
                <a16:creationId xmlns:a16="http://schemas.microsoft.com/office/drawing/2014/main" id="{E621EC3A-91DD-4AB5-82CE-1ADC3FE3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8" name="dp44-comparison / n318 / path">
            <a:extLst xmlns:a="http://schemas.openxmlformats.org/drawingml/2006/main">
              <a:ext uri="{FF2B5EF4-FFF2-40B4-BE49-F238E27FC236}">
                <a16:creationId xmlns:a16="http://schemas.microsoft.com/office/drawing/2014/main" id="{25331A72-E213-4C11-84CC-E432852C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351973"/>
            <a:ext cx="1084898" cy="2259140"/>
          </a:xfrm>
          <a:custGeom xmlns:a="http://schemas.openxmlformats.org/drawingml/2006/main">
            <a:pathLst>
              <a:path w="1084898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9" name="dp44-comparison / n318 / arrow">
            <a:extLst xmlns:a="http://schemas.openxmlformats.org/drawingml/2006/main">
              <a:ext uri="{FF2B5EF4-FFF2-40B4-BE49-F238E27FC236}">
                <a16:creationId xmlns:a16="http://schemas.microsoft.com/office/drawing/2014/main" id="{6BBE6608-92BB-4B33-8E42-CDA9A4FA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998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0" name="dp44-comparison / n319 / path">
            <a:extLst xmlns:a="http://schemas.openxmlformats.org/drawingml/2006/main">
              <a:ext uri="{FF2B5EF4-FFF2-40B4-BE49-F238E27FC236}">
                <a16:creationId xmlns:a16="http://schemas.microsoft.com/office/drawing/2014/main" id="{2340FC5D-F148-4FCD-96A7-FABC654A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127058" cy="561594"/>
          </a:xfrm>
          <a:custGeom xmlns:a="http://schemas.openxmlformats.org/drawingml/2006/main">
            <a:pathLst>
              <a:path w="3127058" h="561594">
                <a:moveTo>
                  <a:pt x="3127058" y="0"/>
                </a:moveTo>
                <a:lnTo>
                  <a:pt x="3127058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1" name="dp44-comparison / n319 / arrow">
            <a:extLst xmlns:a="http://schemas.openxmlformats.org/drawingml/2006/main">
              <a:ext uri="{FF2B5EF4-FFF2-40B4-BE49-F238E27FC236}">
                <a16:creationId xmlns:a16="http://schemas.microsoft.com/office/drawing/2014/main" id="{4C1AD736-21B8-4565-BEBE-4178DD5E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2" name="dp44-comparison / n320 / path">
            <a:extLst xmlns:a="http://schemas.openxmlformats.org/drawingml/2006/main">
              <a:ext uri="{FF2B5EF4-FFF2-40B4-BE49-F238E27FC236}">
                <a16:creationId xmlns:a16="http://schemas.microsoft.com/office/drawing/2014/main" id="{524B7BC5-D4D7-46B8-931A-28A34FCB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23" name="dp44-comparison / n320 / arrow">
            <a:extLst xmlns:a="http://schemas.openxmlformats.org/drawingml/2006/main">
              <a:ext uri="{FF2B5EF4-FFF2-40B4-BE49-F238E27FC236}">
                <a16:creationId xmlns:a16="http://schemas.microsoft.com/office/drawing/2014/main" id="{4AA0039B-B4F8-4234-9368-A43EF5D1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359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4" name="dp44-comparison / n321 / path">
            <a:extLst xmlns:a="http://schemas.openxmlformats.org/drawingml/2006/main">
              <a:ext uri="{FF2B5EF4-FFF2-40B4-BE49-F238E27FC236}">
                <a16:creationId xmlns:a16="http://schemas.microsoft.com/office/drawing/2014/main" id="{06D4A531-1AD9-4E11-B1AD-A1C5F65C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5" name="dp44-comparison / n321 / arrow">
            <a:extLst xmlns:a="http://schemas.openxmlformats.org/drawingml/2006/main">
              <a:ext uri="{FF2B5EF4-FFF2-40B4-BE49-F238E27FC236}">
                <a16:creationId xmlns:a16="http://schemas.microsoft.com/office/drawing/2014/main" id="{9CBE1697-3908-4057-AF28-7905FA0C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6" name="dp44-comparison / n322 / path">
            <a:extLst xmlns:a="http://schemas.openxmlformats.org/drawingml/2006/main">
              <a:ext uri="{FF2B5EF4-FFF2-40B4-BE49-F238E27FC236}">
                <a16:creationId xmlns:a16="http://schemas.microsoft.com/office/drawing/2014/main" id="{54D05D88-5DFB-468E-BBA2-69790B00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7" name="dp44-comparison / n322 / arrow">
            <a:extLst xmlns:a="http://schemas.openxmlformats.org/drawingml/2006/main">
              <a:ext uri="{FF2B5EF4-FFF2-40B4-BE49-F238E27FC236}">
                <a16:creationId xmlns:a16="http://schemas.microsoft.com/office/drawing/2014/main" id="{3D1F9B6D-9C32-4A19-88E7-354042A2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8" name="dp44-comparison / n323 / path">
            <a:extLst xmlns:a="http://schemas.openxmlformats.org/drawingml/2006/main">
              <a:ext uri="{FF2B5EF4-FFF2-40B4-BE49-F238E27FC236}">
                <a16:creationId xmlns:a16="http://schemas.microsoft.com/office/drawing/2014/main" id="{850243B6-6108-4E94-A9AA-5EBD9E09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9" name="dp44-comparison / n323 / arrow">
            <a:extLst xmlns:a="http://schemas.openxmlformats.org/drawingml/2006/main">
              <a:ext uri="{FF2B5EF4-FFF2-40B4-BE49-F238E27FC236}">
                <a16:creationId xmlns:a16="http://schemas.microsoft.com/office/drawing/2014/main" id="{62E56CC1-F933-4E30-A025-D14E7FBF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0" name="dp44-comparison / n324 / path">
            <a:extLst xmlns:a="http://schemas.openxmlformats.org/drawingml/2006/main">
              <a:ext uri="{FF2B5EF4-FFF2-40B4-BE49-F238E27FC236}">
                <a16:creationId xmlns:a16="http://schemas.microsoft.com/office/drawing/2014/main" id="{03841351-F4A9-4F2C-A294-E4F0E78C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1" name="dp44-comparison / n324 / arrow">
            <a:extLst xmlns:a="http://schemas.openxmlformats.org/drawingml/2006/main">
              <a:ext uri="{FF2B5EF4-FFF2-40B4-BE49-F238E27FC236}">
                <a16:creationId xmlns:a16="http://schemas.microsoft.com/office/drawing/2014/main" id="{A7E84DED-FF1E-4B4E-A76E-72641B81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2" name="dp44-comparison / n325 / path">
            <a:extLst xmlns:a="http://schemas.openxmlformats.org/drawingml/2006/main">
              <a:ext uri="{FF2B5EF4-FFF2-40B4-BE49-F238E27FC236}">
                <a16:creationId xmlns:a16="http://schemas.microsoft.com/office/drawing/2014/main" id="{15A0AEDD-42A6-4885-9EC6-F68C8A75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3" name="dp44-comparison / n325 / arrow">
            <a:extLst xmlns:a="http://schemas.openxmlformats.org/drawingml/2006/main">
              <a:ext uri="{FF2B5EF4-FFF2-40B4-BE49-F238E27FC236}">
                <a16:creationId xmlns:a16="http://schemas.microsoft.com/office/drawing/2014/main" id="{E2C8B514-C0EF-43E8-B9A0-6CE9D3B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4" name="dp44-comparison / n326 / path">
            <a:extLst xmlns:a="http://schemas.openxmlformats.org/drawingml/2006/main">
              <a:ext uri="{FF2B5EF4-FFF2-40B4-BE49-F238E27FC236}">
                <a16:creationId xmlns:a16="http://schemas.microsoft.com/office/drawing/2014/main" id="{2DA4F5FE-56EF-42A5-AAE5-40968707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5" name="dp44-comparison / n326 / arrow">
            <a:extLst xmlns:a="http://schemas.openxmlformats.org/drawingml/2006/main">
              <a:ext uri="{FF2B5EF4-FFF2-40B4-BE49-F238E27FC236}">
                <a16:creationId xmlns:a16="http://schemas.microsoft.com/office/drawing/2014/main" id="{C6E9D691-F998-43FB-9EE3-568CCC27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809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6" name="dp44-comparison / n327 / path">
            <a:extLst xmlns:a="http://schemas.openxmlformats.org/drawingml/2006/main">
              <a:ext uri="{FF2B5EF4-FFF2-40B4-BE49-F238E27FC236}">
                <a16:creationId xmlns:a16="http://schemas.microsoft.com/office/drawing/2014/main" id="{5DD9AEAA-07E2-4749-967F-63C4A045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37" name="dp44-comparison / n327 / arrow">
            <a:extLst xmlns:a="http://schemas.openxmlformats.org/drawingml/2006/main">
              <a:ext uri="{FF2B5EF4-FFF2-40B4-BE49-F238E27FC236}">
                <a16:creationId xmlns:a16="http://schemas.microsoft.com/office/drawing/2014/main" id="{568AC0A6-8927-4273-8FE4-058BB24E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8" name="dp44-comparison / n328 / path">
            <a:extLst xmlns:a="http://schemas.openxmlformats.org/drawingml/2006/main">
              <a:ext uri="{FF2B5EF4-FFF2-40B4-BE49-F238E27FC236}">
                <a16:creationId xmlns:a16="http://schemas.microsoft.com/office/drawing/2014/main" id="{D5EB23F7-475C-4E16-8C56-3F270E76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923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9" name="dp44-comparison / n328 / arrow">
            <a:extLst xmlns:a="http://schemas.openxmlformats.org/drawingml/2006/main">
              <a:ext uri="{FF2B5EF4-FFF2-40B4-BE49-F238E27FC236}">
                <a16:creationId xmlns:a16="http://schemas.microsoft.com/office/drawing/2014/main" id="{18FA6FA5-F4B6-4616-B2CC-ACD9D6E4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9676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40" name="dp44-comparison / n329">
            <a:extLst xmlns:a="http://schemas.openxmlformats.org/drawingml/2006/main">
              <a:ext uri="{FF2B5EF4-FFF2-40B4-BE49-F238E27FC236}">
                <a16:creationId xmlns:a16="http://schemas.microsoft.com/office/drawing/2014/main" id="{C282D997-DC3B-483F-8DA2-75C10EC0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p44-comparison / n330 / text 1">
            <a:extLst xmlns:a="http://schemas.openxmlformats.org/drawingml/2006/main">
              <a:ext uri="{FF2B5EF4-FFF2-40B4-BE49-F238E27FC236}">
                <a16:creationId xmlns:a16="http://schemas.microsoft.com/office/drawing/2014/main" id="{0F193EC7-8553-44ED-A0BA-2F40AEF0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442" name="dp44-comparison / n331">
            <a:extLst xmlns:a="http://schemas.openxmlformats.org/drawingml/2006/main">
              <a:ext uri="{FF2B5EF4-FFF2-40B4-BE49-F238E27FC236}">
                <a16:creationId xmlns:a16="http://schemas.microsoft.com/office/drawing/2014/main" id="{61AAC3CE-82F2-426F-A1A3-7195F8C9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970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p44-comparison / n332 / text 1">
            <a:extLst xmlns:a="http://schemas.openxmlformats.org/drawingml/2006/main">
              <a:ext uri="{FF2B5EF4-FFF2-40B4-BE49-F238E27FC236}">
                <a16:creationId xmlns:a16="http://schemas.microsoft.com/office/drawing/2014/main" id="{729F2B9A-1A19-4A7D-AD16-89DC6AA1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246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444" name="dp44-comparison / n333">
            <a:extLst xmlns:a="http://schemas.openxmlformats.org/drawingml/2006/main">
              <a:ext uri="{FF2B5EF4-FFF2-40B4-BE49-F238E27FC236}">
                <a16:creationId xmlns:a16="http://schemas.microsoft.com/office/drawing/2014/main" id="{E49730A8-CC3B-428A-9BB2-D5F2CBFA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608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p44-comparison / n334 / text 1">
            <a:extLst xmlns:a="http://schemas.openxmlformats.org/drawingml/2006/main">
              <a:ext uri="{FF2B5EF4-FFF2-40B4-BE49-F238E27FC236}">
                <a16:creationId xmlns:a16="http://schemas.microsoft.com/office/drawing/2014/main" id="{8F38E836-F5E6-447A-A9BD-39B2E6AE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884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446" name="dp44-comparison / n335">
            <a:extLst xmlns:a="http://schemas.openxmlformats.org/drawingml/2006/main">
              <a:ext uri="{FF2B5EF4-FFF2-40B4-BE49-F238E27FC236}">
                <a16:creationId xmlns:a16="http://schemas.microsoft.com/office/drawing/2014/main" id="{B2FE7255-8B98-46D8-B24D-E08D4538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p44-comparison / n336 / text 1">
            <a:extLst xmlns:a="http://schemas.openxmlformats.org/drawingml/2006/main">
              <a:ext uri="{FF2B5EF4-FFF2-40B4-BE49-F238E27FC236}">
                <a16:creationId xmlns:a16="http://schemas.microsoft.com/office/drawing/2014/main" id="{2BE4D99A-18FB-4ABA-A953-E5410ECA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448" name="dp44-comparison / n337">
            <a:extLst xmlns:a="http://schemas.openxmlformats.org/drawingml/2006/main">
              <a:ext uri="{FF2B5EF4-FFF2-40B4-BE49-F238E27FC236}">
                <a16:creationId xmlns:a16="http://schemas.microsoft.com/office/drawing/2014/main" id="{60CF967D-D118-4649-9A1D-BFDAE1A6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p44-comparison / n338 / text 1">
            <a:extLst xmlns:a="http://schemas.openxmlformats.org/drawingml/2006/main">
              <a:ext uri="{FF2B5EF4-FFF2-40B4-BE49-F238E27FC236}">
                <a16:creationId xmlns:a16="http://schemas.microsoft.com/office/drawing/2014/main" id="{66ECE217-64C3-491B-8016-9588030D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450" name="dp44-comparison / n339">
            <a:extLst xmlns:a="http://schemas.openxmlformats.org/drawingml/2006/main">
              <a:ext uri="{FF2B5EF4-FFF2-40B4-BE49-F238E27FC236}">
                <a16:creationId xmlns:a16="http://schemas.microsoft.com/office/drawing/2014/main" id="{2B33EFEA-3B3F-46D6-ADAB-A5FA5497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p44-comparison / n340 / text 1">
            <a:extLst xmlns:a="http://schemas.openxmlformats.org/drawingml/2006/main">
              <a:ext uri="{FF2B5EF4-FFF2-40B4-BE49-F238E27FC236}">
                <a16:creationId xmlns:a16="http://schemas.microsoft.com/office/drawing/2014/main" id="{484E807D-00CF-493E-94FC-DB087B3D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452" name="dp44-comparison / n341">
            <a:extLst xmlns:a="http://schemas.openxmlformats.org/drawingml/2006/main">
              <a:ext uri="{FF2B5EF4-FFF2-40B4-BE49-F238E27FC236}">
                <a16:creationId xmlns:a16="http://schemas.microsoft.com/office/drawing/2014/main" id="{E562A6C9-820C-42AA-8EFF-15A3A202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425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p44-comparison / n342 / text 1">
            <a:extLst xmlns:a="http://schemas.openxmlformats.org/drawingml/2006/main">
              <a:ext uri="{FF2B5EF4-FFF2-40B4-BE49-F238E27FC236}">
                <a16:creationId xmlns:a16="http://schemas.microsoft.com/office/drawing/2014/main" id="{8CABC976-100C-4A13-BC3E-3FD54F6C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454" name="dp44-comparison / n343">
            <a:extLst xmlns:a="http://schemas.openxmlformats.org/drawingml/2006/main">
              <a:ext uri="{FF2B5EF4-FFF2-40B4-BE49-F238E27FC236}">
                <a16:creationId xmlns:a16="http://schemas.microsoft.com/office/drawing/2014/main" id="{1AB9BD68-527F-48D0-A9BA-ED4CC29B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604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p44-comparison / n344 / text 1">
            <a:extLst xmlns:a="http://schemas.openxmlformats.org/drawingml/2006/main">
              <a:ext uri="{FF2B5EF4-FFF2-40B4-BE49-F238E27FC236}">
                <a16:creationId xmlns:a16="http://schemas.microsoft.com/office/drawing/2014/main" id="{0241B60C-D296-4CB7-B3D3-17522D30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880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456" name="dp44-comparison / n345">
            <a:extLst xmlns:a="http://schemas.openxmlformats.org/drawingml/2006/main">
              <a:ext uri="{FF2B5EF4-FFF2-40B4-BE49-F238E27FC236}">
                <a16:creationId xmlns:a16="http://schemas.microsoft.com/office/drawing/2014/main" id="{3846F1E8-8B54-4301-B4D5-78A8A985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709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p44-comparison / n346 / text 1">
            <a:extLst xmlns:a="http://schemas.openxmlformats.org/drawingml/2006/main">
              <a:ext uri="{FF2B5EF4-FFF2-40B4-BE49-F238E27FC236}">
                <a16:creationId xmlns:a16="http://schemas.microsoft.com/office/drawing/2014/main" id="{7BB015EB-38AE-45BE-ADE2-8A6317F4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986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458" name="dp44-comparison / n347">
            <a:extLst xmlns:a="http://schemas.openxmlformats.org/drawingml/2006/main">
              <a:ext uri="{FF2B5EF4-FFF2-40B4-BE49-F238E27FC236}">
                <a16:creationId xmlns:a16="http://schemas.microsoft.com/office/drawing/2014/main" id="{439640BD-B669-43FB-9BDE-5BA5353C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570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p44-comparison / n348 / text 1">
            <a:extLst xmlns:a="http://schemas.openxmlformats.org/drawingml/2006/main">
              <a:ext uri="{FF2B5EF4-FFF2-40B4-BE49-F238E27FC236}">
                <a16:creationId xmlns:a16="http://schemas.microsoft.com/office/drawing/2014/main" id="{C7D6BD2D-E3BA-4695-B1EB-3E41471D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846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460" name="dp44-comparison / n349">
            <a:extLst xmlns:a="http://schemas.openxmlformats.org/drawingml/2006/main">
              <a:ext uri="{FF2B5EF4-FFF2-40B4-BE49-F238E27FC236}">
                <a16:creationId xmlns:a16="http://schemas.microsoft.com/office/drawing/2014/main" id="{CA6C8717-F62E-4C7B-A5CE-480DBE21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687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p44-comparison / n350 / text 1">
            <a:extLst xmlns:a="http://schemas.openxmlformats.org/drawingml/2006/main">
              <a:ext uri="{FF2B5EF4-FFF2-40B4-BE49-F238E27FC236}">
                <a16:creationId xmlns:a16="http://schemas.microsoft.com/office/drawing/2014/main" id="{C44B47BC-8240-4C9E-A63B-68B1B4F4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964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462" name="dp44-comparison / n351">
            <a:extLst xmlns:a="http://schemas.openxmlformats.org/drawingml/2006/main">
              <a:ext uri="{FF2B5EF4-FFF2-40B4-BE49-F238E27FC236}">
                <a16:creationId xmlns:a16="http://schemas.microsoft.com/office/drawing/2014/main" id="{61546FF1-75E8-4678-BCC2-144C547C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523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p44-comparison / n352 / text 1">
            <a:extLst xmlns:a="http://schemas.openxmlformats.org/drawingml/2006/main">
              <a:ext uri="{FF2B5EF4-FFF2-40B4-BE49-F238E27FC236}">
                <a16:creationId xmlns:a16="http://schemas.microsoft.com/office/drawing/2014/main" id="{21A9A2C2-BBBD-4FA4-8092-FC73749D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99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464" name="dp44-comparison / n353">
            <a:extLst xmlns:a="http://schemas.openxmlformats.org/drawingml/2006/main">
              <a:ext uri="{FF2B5EF4-FFF2-40B4-BE49-F238E27FC236}">
                <a16:creationId xmlns:a16="http://schemas.microsoft.com/office/drawing/2014/main" id="{F3EA3515-30B5-4633-8240-9635C3B4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764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p44-comparison / n354 / text 1">
            <a:extLst xmlns:a="http://schemas.openxmlformats.org/drawingml/2006/main">
              <a:ext uri="{FF2B5EF4-FFF2-40B4-BE49-F238E27FC236}">
                <a16:creationId xmlns:a16="http://schemas.microsoft.com/office/drawing/2014/main" id="{925CFAF7-4880-4AFD-AA76-89A5ADD0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040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466" name="dp44-comparison / n355">
            <a:extLst xmlns:a="http://schemas.openxmlformats.org/drawingml/2006/main">
              <a:ext uri="{FF2B5EF4-FFF2-40B4-BE49-F238E27FC236}">
                <a16:creationId xmlns:a16="http://schemas.microsoft.com/office/drawing/2014/main" id="{01E4E4BE-90B9-4275-9A53-D0E77770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853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p44-comparison / n356 / text 1">
            <a:extLst xmlns:a="http://schemas.openxmlformats.org/drawingml/2006/main">
              <a:ext uri="{FF2B5EF4-FFF2-40B4-BE49-F238E27FC236}">
                <a16:creationId xmlns:a16="http://schemas.microsoft.com/office/drawing/2014/main" id="{611BBE64-26B1-4322-93B7-B55DAE4B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29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468" name="dp44-comparison / n357">
            <a:extLst xmlns:a="http://schemas.openxmlformats.org/drawingml/2006/main">
              <a:ext uri="{FF2B5EF4-FFF2-40B4-BE49-F238E27FC236}">
                <a16:creationId xmlns:a16="http://schemas.microsoft.com/office/drawing/2014/main" id="{03399C00-8952-406A-954D-45EBD215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3586163"/>
            <a:ext cx="13122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p44-comparison / n358 / text 1">
            <a:extLst xmlns:a="http://schemas.openxmlformats.org/drawingml/2006/main">
              <a:ext uri="{FF2B5EF4-FFF2-40B4-BE49-F238E27FC236}">
                <a16:creationId xmlns:a16="http://schemas.microsoft.com/office/drawing/2014/main" id="{C01D5102-57C7-4525-8DEB-4F564411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3592544"/>
            <a:ext cx="197834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/ job / revision</a:t>
            </a:r>
          </a:p>
        </p:txBody>
      </p:sp>
      <p:sp>
        <p:nvSpPr>
          <p:cNvPr id="470" name="dp44-comparison / n359">
            <a:extLst xmlns:a="http://schemas.openxmlformats.org/drawingml/2006/main">
              <a:ext uri="{FF2B5EF4-FFF2-40B4-BE49-F238E27FC236}">
                <a16:creationId xmlns:a16="http://schemas.microsoft.com/office/drawing/2014/main" id="{3E7869A8-7709-4F01-A38E-C6B47CC3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4288155"/>
            <a:ext cx="12427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p44-comparison / n360 / text 1">
            <a:extLst xmlns:a="http://schemas.openxmlformats.org/drawingml/2006/main">
              <a:ext uri="{FF2B5EF4-FFF2-40B4-BE49-F238E27FC236}">
                <a16:creationId xmlns:a16="http://schemas.microsoft.com/office/drawing/2014/main" id="{94517E59-218E-4943-8057-B6F8E60A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4294537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참조 / 준비 / 대기</a:t>
            </a:r>
          </a:p>
        </p:txBody>
      </p:sp>
      <p:sp>
        <p:nvSpPr>
          <p:cNvPr id="472" name="dp44-comparison / n361">
            <a:extLst xmlns:a="http://schemas.openxmlformats.org/drawingml/2006/main">
              <a:ext uri="{FF2B5EF4-FFF2-40B4-BE49-F238E27FC236}">
                <a16:creationId xmlns:a16="http://schemas.microsoft.com/office/drawing/2014/main" id="{1A2A319D-47C0-4A14-BF11-A19552B7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9386" y="4683824"/>
            <a:ext cx="17743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p44-comparison / n362 / text 1">
            <a:extLst xmlns:a="http://schemas.openxmlformats.org/drawingml/2006/main">
              <a:ext uri="{FF2B5EF4-FFF2-40B4-BE49-F238E27FC236}">
                <a16:creationId xmlns:a16="http://schemas.microsoft.com/office/drawing/2014/main" id="{4A8E5D3F-3C91-44BE-9925-019A863E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214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Notice 소비</a:t>
            </a:r>
          </a:p>
        </p:txBody>
      </p:sp>
      <p:sp>
        <p:nvSpPr>
          <p:cNvPr id="474" name="dp44-comparison / n363">
            <a:extLst xmlns:a="http://schemas.openxmlformats.org/drawingml/2006/main">
              <a:ext uri="{FF2B5EF4-FFF2-40B4-BE49-F238E27FC236}">
                <a16:creationId xmlns:a16="http://schemas.microsoft.com/office/drawing/2014/main" id="{6C0C2131-9F23-4B8D-AC2C-6BA79361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2317" y="5226272"/>
            <a:ext cx="8088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p44-comparison / n364 / text 1">
            <a:extLst xmlns:a="http://schemas.openxmlformats.org/drawingml/2006/main">
              <a:ext uri="{FF2B5EF4-FFF2-40B4-BE49-F238E27FC236}">
                <a16:creationId xmlns:a16="http://schemas.microsoft.com/office/drawing/2014/main" id="{667F8EE1-66FE-4F7F-9E11-7F4EABA6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080" y="5232654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/ Direct</a:t>
            </a:r>
          </a:p>
        </p:txBody>
      </p:sp>
      <p:sp>
        <p:nvSpPr>
          <p:cNvPr id="476" name="dp44-comparison / n365">
            <a:extLst xmlns:a="http://schemas.openxmlformats.org/drawingml/2006/main">
              <a:ext uri="{FF2B5EF4-FFF2-40B4-BE49-F238E27FC236}">
                <a16:creationId xmlns:a16="http://schemas.microsoft.com/office/drawing/2014/main" id="{32C6FF48-4BD4-4E0A-A3A7-8CF11E3A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0240" y="6023991"/>
            <a:ext cx="143589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p44-comparison / n366 / text 1">
            <a:extLst xmlns:a="http://schemas.openxmlformats.org/drawingml/2006/main">
              <a:ext uri="{FF2B5EF4-FFF2-40B4-BE49-F238E27FC236}">
                <a16:creationId xmlns:a16="http://schemas.microsoft.com/office/drawing/2014/main" id="{77B7CB23-0115-40E1-AD04-A739E3B1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030373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조건 충족 / 대기 / 폐기</a:t>
            </a:r>
          </a:p>
        </p:txBody>
      </p:sp>
      <p:sp>
        <p:nvSpPr>
          <p:cNvPr id="478" name="dp44-comparison / n367">
            <a:extLst xmlns:a="http://schemas.openxmlformats.org/drawingml/2006/main">
              <a:ext uri="{FF2B5EF4-FFF2-40B4-BE49-F238E27FC236}">
                <a16:creationId xmlns:a16="http://schemas.microsoft.com/office/drawing/2014/main" id="{07656F22-D162-4117-8CDB-002B360D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454081"/>
            <a:ext cx="170060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p44-comparison / n368 / text 1">
            <a:extLst xmlns:a="http://schemas.openxmlformats.org/drawingml/2006/main">
              <a:ext uri="{FF2B5EF4-FFF2-40B4-BE49-F238E27FC236}">
                <a16:creationId xmlns:a16="http://schemas.microsoft.com/office/drawing/2014/main" id="{835C71E6-CA49-4E66-A6B9-FE00DE30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2201" y="4460462"/>
            <a:ext cx="248888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credit / cancel: 처리량 조절</a:t>
            </a:r>
          </a:p>
        </p:txBody>
      </p:sp>
    </p:spTree>
    <p:extLst>
      <p:ext uri="{BB962C8B-B14F-4D97-AF65-F5344CB8AC3E}">
        <p14:creationId xmlns:p14="http://schemas.microsoft.com/office/powerpoint/2010/main" val="966235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CAF02EDB-F2FE-4207-A1D7-CFB2D708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319FB6C2-FF01-450F-8357-0277A6E0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7EEA6F28-C269-4338-9D4A-BE3B9CD5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745B23F5-81F8-4D68-8EAB-CD6C1D64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5063749D-5DC7-4888-BDC2-5B687EB6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511BF2EB-4B67-4921-80B0-F904F45F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D62E71E4-C80A-476B-92C6-486CE705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5-comparison / n8">
            <a:extLst xmlns:a="http://schemas.openxmlformats.org/drawingml/2006/main">
              <a:ext uri="{FF2B5EF4-FFF2-40B4-BE49-F238E27FC236}">
                <a16:creationId xmlns:a16="http://schemas.microsoft.com/office/drawing/2014/main" id="{8D2632E0-BB8E-4BA2-94CD-41A47AF7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388532E8-B042-4858-9A61-46392040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5-comparison / n10">
            <a:extLst xmlns:a="http://schemas.openxmlformats.org/drawingml/2006/main">
              <a:ext uri="{FF2B5EF4-FFF2-40B4-BE49-F238E27FC236}">
                <a16:creationId xmlns:a16="http://schemas.microsoft.com/office/drawing/2014/main" id="{5A8504EA-AF2D-462C-92C5-CBD0D6F4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E08474E9-CB2C-44D8-AB3C-7F37AA34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5-comparison / n12">
            <a:extLst xmlns:a="http://schemas.openxmlformats.org/drawingml/2006/main">
              <a:ext uri="{FF2B5EF4-FFF2-40B4-BE49-F238E27FC236}">
                <a16:creationId xmlns:a16="http://schemas.microsoft.com/office/drawing/2014/main" id="{E76433B2-2B8E-4D5B-A897-008FA23D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DDF4BFA5-EA7B-4A85-A218-DD4A14AC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1720142F-AFD3-46B0-8EF3-249353CF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0307A0C9-7447-4549-B471-5576FBE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15594D55-85BC-46DE-8E19-F4AAAF8F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FB46E3C5-0BBE-4A66-B762-20158F2A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5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15C81F94-D575-42D2-9191-2B4AD5A7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5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EAC2DA88-B748-40E4-B669-B3E37034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5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F0F22F1A-8C6E-4DD1-9E70-4C6E177B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5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BBE5DB3E-6A6C-4B1E-BDE8-4767C2F5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</a:t>
            </a:r>
          </a:p>
        </p:txBody>
      </p:sp>
      <p:sp>
        <p:nvSpPr>
          <p:cNvPr id="22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892783B3-5B92-4B36-A325-69859546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필요한 요청 중심의 처리로 전체 메모리 13.2 GB (메모리 효율성 ↑)</a:t>
            </a:r>
          </a:p>
        </p:txBody>
      </p:sp>
      <p:sp>
        <p:nvSpPr>
          <p:cNvPr id="23" name="dp45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F38B17F5-475F-4604-ABC0-E8CACF76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교차 결합의 관계 누락으로 정확 처리율 90% (기능 정확성 ↓)</a:t>
            </a:r>
          </a:p>
        </p:txBody>
      </p:sp>
      <p:sp>
        <p:nvSpPr>
          <p:cNvPr id="24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6F158757-CE00-4587-966F-578E491D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여러 원본 조회와 결합으로 평균 VIA 처리시간 7.0 s (요청 완료 신속성 ↓)</a:t>
            </a:r>
          </a:p>
        </p:txBody>
      </p:sp>
      <p:sp>
        <p:nvSpPr>
          <p:cNvPr id="25" name="dp45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639ADBF4-3201-4A91-82F1-C482F928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79EC67D1-A68C-49D0-BFAB-EFF10500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7" name="dp45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D8FC1E73-3B22-44DB-B747-830CBD13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90%</a:t>
            </a:r>
          </a:p>
        </p:txBody>
      </p:sp>
      <p:sp>
        <p:nvSpPr>
          <p:cNvPr id="28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DEDB42D8-530D-4414-9416-DAA862D3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5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0CE9EF66-66F4-4BDF-8EC5-417B20AE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86C044ED-4E6D-4382-905A-3302F482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5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DC380928-65D9-4EB9-A4A5-5DAD62DE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7.0 s</a:t>
            </a:r>
          </a:p>
        </p:txBody>
      </p:sp>
      <p:sp>
        <p:nvSpPr>
          <p:cNvPr id="32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963FDEA1-21BD-4F7D-9439-8A8C78AD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5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E75F5D2-776D-47BE-9E10-947DB3BD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D9DC4812-F701-4DB2-9236-5EB60DCB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5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81F5177-EE37-4781-80FE-F790A3FE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66058154-8177-4795-8A53-B06AAFD7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5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A5FC12A3-2F35-42B0-BA26-8C84B2DC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기억의 생산과 조회</a:t>
            </a:r>
          </a:p>
        </p:txBody>
      </p:sp>
      <p:sp>
        <p:nvSpPr>
          <p:cNvPr id="38" name="dp45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40E5523F-1DB7-417E-90B5-33ECFDC0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검증된 과거 관계 재사용으로 정확 처리율 94% (기능 정확성 ↑)</a:t>
            </a:r>
          </a:p>
        </p:txBody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56FE1CAA-DDAC-441A-8867-73C4316D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원본별 교차 결합 축소로 평균 VIA 처리시간 4.5 s (요청 완료 신속성 ↑)</a:t>
            </a:r>
          </a:p>
        </p:txBody>
      </p:sp>
      <p:sp>
        <p:nvSpPr>
          <p:cNvPr id="40" name="dp45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5A78CB5F-D8D2-4179-8C7E-C96B3E56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관계 생산 session과 KV로 전체 메모리 14.0 GB (메모리 효율성 ↓)</a:t>
            </a:r>
          </a:p>
        </p:txBody>
      </p:sp>
      <p:sp>
        <p:nvSpPr>
          <p:cNvPr id="41" name="dp45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95F437A3-03D8-49ED-8EBB-E443617B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615BB11B-6796-4A45-9BAE-69E532BC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3" name="dp45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D883FE84-CE42-4990-BB2B-A72B55AA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44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56D56755-05FA-41E1-A956-A111A65D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5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754EEFA9-40CC-4F1B-A88A-171E7A39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48C92104-F7A7-44DF-8FFA-C371E487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5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62349B8-8777-4CBC-B3D3-29E6FBD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351753E1-0796-413B-972D-EA9D8E6A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5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C1BD2A1B-F20A-4BAF-A4F4-C9576D9A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7EEE8E4D-1C62-4D16-AC3A-4838DA90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39EC4665-8284-466D-BB3B-4456C333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14.0 GB</a:t>
            </a:r>
          </a:p>
        </p:txBody>
      </p:sp>
      <p:sp>
        <p:nvSpPr>
          <p:cNvPr id="52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3EEEE9A8-BD8C-4B65-B148-21C6B00C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5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2C8344B5-4B12-409D-BE99-27034B2F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게시 범위 안 과거 관계의 반복 재사용 / A의 index와 cache도 허용</a:t>
            </a:r>
          </a:p>
        </p:txBody>
      </p:sp>
      <p:sp>
        <p:nvSpPr>
          <p:cNvPr id="54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3DF31595-18C1-4717-B82B-1A170E2E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5-comparison / n56">
            <a:extLst xmlns:a="http://schemas.openxmlformats.org/drawingml/2006/main">
              <a:ext uri="{FF2B5EF4-FFF2-40B4-BE49-F238E27FC236}">
                <a16:creationId xmlns:a16="http://schemas.microsoft.com/office/drawing/2014/main" id="{DAA0189C-06E2-4B91-ABC3-CF0433F5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22D33C89-CAF7-47E6-A310-1997210D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7" name="dp45-comparison / n60">
            <a:extLst xmlns:a="http://schemas.openxmlformats.org/drawingml/2006/main">
              <a:ext uri="{FF2B5EF4-FFF2-40B4-BE49-F238E27FC236}">
                <a16:creationId xmlns:a16="http://schemas.microsoft.com/office/drawing/2014/main" id="{20F70FB2-A2B3-4DAA-B38F-D6F141F9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55743BA1-70E2-41B0-AAF6-7F9FE34E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59" name="dp45-comparison / n64">
            <a:extLst xmlns:a="http://schemas.openxmlformats.org/drawingml/2006/main">
              <a:ext uri="{FF2B5EF4-FFF2-40B4-BE49-F238E27FC236}">
                <a16:creationId xmlns:a16="http://schemas.microsoft.com/office/drawing/2014/main" id="{4DE08BA5-241D-4E8E-B0C4-49935DC8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39624A23-A0E4-4859-B305-4F5A68AF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61" name="dp45-comparison / n68">
            <a:extLst xmlns:a="http://schemas.openxmlformats.org/drawingml/2006/main">
              <a:ext uri="{FF2B5EF4-FFF2-40B4-BE49-F238E27FC236}">
                <a16:creationId xmlns:a16="http://schemas.microsoft.com/office/drawing/2014/main" id="{F30039F3-08AA-461B-B473-9EB53B3B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9D9F938E-3F6B-491F-AE39-43C87E8F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63" name="dp45-comparison / n72">
            <a:extLst xmlns:a="http://schemas.openxmlformats.org/drawingml/2006/main">
              <a:ext uri="{FF2B5EF4-FFF2-40B4-BE49-F238E27FC236}">
                <a16:creationId xmlns:a16="http://schemas.microsoft.com/office/drawing/2014/main" id="{288471DD-C422-4E6B-92CB-44EA03FD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324350"/>
            <a:ext cx="2362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5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66DB483B-12B7-4069-8046-BDEE2828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11504"/>
            <a:ext cx="2190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65" name="dp45-comparison / n74">
            <a:extLst xmlns:a="http://schemas.openxmlformats.org/drawingml/2006/main">
              <a:ext uri="{FF2B5EF4-FFF2-40B4-BE49-F238E27FC236}">
                <a16:creationId xmlns:a16="http://schemas.microsoft.com/office/drawing/2014/main" id="{E5913058-E550-4BF8-9AD1-E4767910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81625"/>
            <a:ext cx="24765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6" name="dp45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7AE8945C-C3C0-4C6C-8F16-C172156E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43550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67" name="dp45-comparison / n76">
            <a:extLst xmlns:a="http://schemas.openxmlformats.org/drawingml/2006/main">
              <a:ext uri="{FF2B5EF4-FFF2-40B4-BE49-F238E27FC236}">
                <a16:creationId xmlns:a16="http://schemas.microsoft.com/office/drawing/2014/main" id="{FA2B1654-DDD1-49AA-B76C-36ACD487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22860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5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285C7C7D-8274-4D2F-8877-301A220A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43550"/>
            <a:ext cx="2114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69" name="dp45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198707BB-8E5E-4467-A917-1094D27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1247775"/>
                </a:moveTo>
                <a:lnTo>
                  <a:pt x="2667000" y="552450"/>
                </a:lnTo>
                <a:lnTo>
                  <a:pt x="0" y="5524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5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F8BB2679-B930-4EE2-93C8-2C18A203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56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5-comparison / n79 / path">
            <a:extLst xmlns:a="http://schemas.openxmlformats.org/drawingml/2006/main">
              <a:ext uri="{FF2B5EF4-FFF2-40B4-BE49-F238E27FC236}">
                <a16:creationId xmlns:a16="http://schemas.microsoft.com/office/drawing/2014/main" id="{C950BDE0-5797-4EA1-AC58-B345D81E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0"/>
                </a:moveTo>
                <a:lnTo>
                  <a:pt x="0" y="1123950"/>
                </a:lnTo>
                <a:lnTo>
                  <a:pt x="2762250" y="1123950"/>
                </a:lnTo>
                <a:lnTo>
                  <a:pt x="276225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2" name="dp45-comparison / n79 / arrow">
            <a:extLst xmlns:a="http://schemas.openxmlformats.org/drawingml/2006/main">
              <a:ext uri="{FF2B5EF4-FFF2-40B4-BE49-F238E27FC236}">
                <a16:creationId xmlns:a16="http://schemas.microsoft.com/office/drawing/2014/main" id="{04F873F6-B11C-4FC9-AD2C-53B821ED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5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424FDA81-267C-4F26-8E5B-A7137F9E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1247775"/>
                </a:moveTo>
                <a:lnTo>
                  <a:pt x="0" y="552450"/>
                </a:lnTo>
                <a:lnTo>
                  <a:pt x="47625" y="552450"/>
                </a:ln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5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316D7C5A-A719-4328-8EEF-0791750A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5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B81FBBD1-8D56-4129-9610-A92F9DC2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0"/>
                </a:moveTo>
                <a:lnTo>
                  <a:pt x="0" y="1123950"/>
                </a:lnTo>
                <a:lnTo>
                  <a:pt x="47625" y="1123950"/>
                </a:lnTo>
                <a:lnTo>
                  <a:pt x="47625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6" name="dp45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AAA94F35-F07C-40AC-BEA7-5EEBFB67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5-comparison / n82 / path">
            <a:extLst xmlns:a="http://schemas.openxmlformats.org/drawingml/2006/main">
              <a:ext uri="{FF2B5EF4-FFF2-40B4-BE49-F238E27FC236}">
                <a16:creationId xmlns:a16="http://schemas.microsoft.com/office/drawing/2014/main" id="{93BF79C1-9227-4287-AAF6-84EDF11F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1247775"/>
                </a:moveTo>
                <a:lnTo>
                  <a:pt x="0" y="552450"/>
                </a:lnTo>
                <a:lnTo>
                  <a:pt x="2762250" y="552450"/>
                </a:lnTo>
                <a:lnTo>
                  <a:pt x="276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5-comparison / n82 / arrow">
            <a:extLst xmlns:a="http://schemas.openxmlformats.org/drawingml/2006/main">
              <a:ext uri="{FF2B5EF4-FFF2-40B4-BE49-F238E27FC236}">
                <a16:creationId xmlns:a16="http://schemas.microsoft.com/office/drawing/2014/main" id="{CAE4DB98-B4CA-49F4-9E8A-BE3BE35A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48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5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B57503B2-24E2-4077-9039-6912343A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0"/>
                </a:moveTo>
                <a:lnTo>
                  <a:pt x="2667000" y="1123950"/>
                </a:lnTo>
                <a:lnTo>
                  <a:pt x="0" y="1123950"/>
                </a:lnTo>
                <a:lnTo>
                  <a:pt x="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5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E7DBAE14-BF7A-4491-B508-06380845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5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40409E60-54C6-415F-9697-8AB3095C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1285875" cy="857250"/>
          </a:xfrm>
          <a:custGeom xmlns:a="http://schemas.openxmlformats.org/drawingml/2006/main">
            <a:pathLst>
              <a:path w="1285875" h="857250">
                <a:moveTo>
                  <a:pt x="1285875" y="4763"/>
                </a:moveTo>
                <a:lnTo>
                  <a:pt x="0" y="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5-comparison / n86 / arrow">
            <a:extLst xmlns:a="http://schemas.openxmlformats.org/drawingml/2006/main">
              <a:ext uri="{FF2B5EF4-FFF2-40B4-BE49-F238E27FC236}">
                <a16:creationId xmlns:a16="http://schemas.microsoft.com/office/drawing/2014/main" id="{14971031-FBAD-43F7-A7FB-8878860E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5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C8C5214D-E73D-4D04-8F45-25A4142F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33925"/>
            <a:ext cx="1228725" cy="876300"/>
          </a:xfrm>
          <a:custGeom xmlns:a="http://schemas.openxmlformats.org/drawingml/2006/main">
            <a:pathLst>
              <a:path w="1228725" h="876300">
                <a:moveTo>
                  <a:pt x="0" y="871538"/>
                </a:moveTo>
                <a:lnTo>
                  <a:pt x="1228725" y="876300"/>
                </a:lnTo>
                <a:lnTo>
                  <a:pt x="1228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5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01C4C28A-A338-4C94-8887-D2C297C0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5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CA082D4F-AE9C-401E-A7BB-904464B8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524375"/>
            <a:ext cx="1381125" cy="857250"/>
          </a:xfrm>
          <a:custGeom xmlns:a="http://schemas.openxmlformats.org/drawingml/2006/main">
            <a:pathLst>
              <a:path w="1381125" h="857250">
                <a:moveTo>
                  <a:pt x="0" y="4763"/>
                </a:moveTo>
                <a:lnTo>
                  <a:pt x="1381125" y="0"/>
                </a:lnTo>
                <a:lnTo>
                  <a:pt x="1381125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6" name="dp45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55B0FC96-D3FF-4A6E-84B3-4CB31CF9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81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5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2F64FB37-4CCF-4300-B81E-3190364A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0838"/>
            <a:ext cx="323850" cy="2719388"/>
          </a:xfrm>
          <a:custGeom xmlns:a="http://schemas.openxmlformats.org/drawingml/2006/main">
            <a:pathLst>
              <a:path w="323850" h="2719388">
                <a:moveTo>
                  <a:pt x="123825" y="0"/>
                </a:moveTo>
                <a:lnTo>
                  <a:pt x="0" y="4763"/>
                </a:lnTo>
                <a:lnTo>
                  <a:pt x="0" y="2719388"/>
                </a:lnTo>
                <a:lnTo>
                  <a:pt x="32385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88" name="dp45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5FB9D003-F00A-4680-860F-47B26459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847" y="5546302"/>
            <a:ext cx="122803" cy="121907"/>
          </a:xfrm>
          <a:custGeom xmlns:a="http://schemas.openxmlformats.org/drawingml/2006/main">
            <a:pathLst>
              <a:path w="122803" h="121907">
                <a:moveTo>
                  <a:pt x="1793" y="121907"/>
                </a:moveTo>
                <a:lnTo>
                  <a:pt x="122803" y="591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5-comparison / n96">
            <a:extLst xmlns:a="http://schemas.openxmlformats.org/drawingml/2006/main">
              <a:ext uri="{FF2B5EF4-FFF2-40B4-BE49-F238E27FC236}">
                <a16:creationId xmlns:a16="http://schemas.microsoft.com/office/drawing/2014/main" id="{B3A13092-8BDC-495E-846C-6C0534EB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5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4A6D2BA5-E18D-4FEC-8E37-E5CF8DA1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1" name="dp45-comparison / n98">
            <a:extLst xmlns:a="http://schemas.openxmlformats.org/drawingml/2006/main">
              <a:ext uri="{FF2B5EF4-FFF2-40B4-BE49-F238E27FC236}">
                <a16:creationId xmlns:a16="http://schemas.microsoft.com/office/drawing/2014/main" id="{56A51A9A-0871-4EFB-AD35-7BDD2BF6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5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4D913B3A-CB9A-480F-B1F3-5A8421DC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3" name="dp45-comparison / n100">
            <a:extLst xmlns:a="http://schemas.openxmlformats.org/drawingml/2006/main">
              <a:ext uri="{FF2B5EF4-FFF2-40B4-BE49-F238E27FC236}">
                <a16:creationId xmlns:a16="http://schemas.microsoft.com/office/drawing/2014/main" id="{CD1B0882-E9B7-4A81-A1CC-B340629F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4" name="dp45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42D6AC69-684B-4A99-B7F9-0EF1AF43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95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A25081A7-3C31-4915-BDA1-DEFF19A57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733925"/>
            <a:ext cx="2667000" cy="1619250"/>
          </a:xfrm>
          <a:custGeom xmlns:a="http://schemas.openxmlformats.org/drawingml/2006/main">
            <a:pathLst>
              <a:path w="2667000" h="1619250">
                <a:moveTo>
                  <a:pt x="0" y="1619250"/>
                </a:moveTo>
                <a:lnTo>
                  <a:pt x="0" y="1323975"/>
                </a:lnTo>
                <a:lnTo>
                  <a:pt x="2667000" y="1323975"/>
                </a:ln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B3178233-A687-42F5-AA3C-E46D87B7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BC53F48E-DACE-4169-9527-7A2B9B0D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829300"/>
            <a:ext cx="5029200" cy="523875"/>
          </a:xfrm>
          <a:custGeom xmlns:a="http://schemas.openxmlformats.org/drawingml/2006/main">
            <a:pathLst>
              <a:path w="5029200" h="523875">
                <a:moveTo>
                  <a:pt x="5029200" y="0"/>
                </a:moveTo>
                <a:lnTo>
                  <a:pt x="5029200" y="485775"/>
                </a:lnTo>
                <a:lnTo>
                  <a:pt x="0" y="485775"/>
                </a:ln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BA9C7231-34F3-450B-BCDA-D6D88C21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1A0E0297-4003-4FE4-81D2-A05655D9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0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DE454B09-3971-42BD-8430-1A13B1A4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1" name="dp45-comparison / n111 / path">
            <a:extLst xmlns:a="http://schemas.openxmlformats.org/drawingml/2006/main">
              <a:ext uri="{FF2B5EF4-FFF2-40B4-BE49-F238E27FC236}">
                <a16:creationId xmlns:a16="http://schemas.microsoft.com/office/drawing/2014/main" id="{C4ECE17C-C821-4B2D-9B77-62F1CF6A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2" name="dp45-comparison / n111 / arrow">
            <a:extLst xmlns:a="http://schemas.openxmlformats.org/drawingml/2006/main">
              <a:ext uri="{FF2B5EF4-FFF2-40B4-BE49-F238E27FC236}">
                <a16:creationId xmlns:a16="http://schemas.microsoft.com/office/drawing/2014/main" id="{A85B9CFB-252B-476D-813D-774316EB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86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3" name="dp45-comparison / n54">
            <a:extLst xmlns:a="http://schemas.openxmlformats.org/drawingml/2006/main">
              <a:ext uri="{FF2B5EF4-FFF2-40B4-BE49-F238E27FC236}">
                <a16:creationId xmlns:a16="http://schemas.microsoft.com/office/drawing/2014/main" id="{E4E66C2A-CA44-4CE3-B1DF-6F7BB88D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EC9EA95A-BC04-4DC6-B7DE-109BC75F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05" name="dp45-comparison / n58">
            <a:extLst xmlns:a="http://schemas.openxmlformats.org/drawingml/2006/main">
              <a:ext uri="{FF2B5EF4-FFF2-40B4-BE49-F238E27FC236}">
                <a16:creationId xmlns:a16="http://schemas.microsoft.com/office/drawing/2014/main" id="{00F61DB1-7270-4F47-8FF6-DDD5EA2A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2826ECF8-1688-4720-98AF-A194842D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07" name="dp45-comparison / n62">
            <a:extLst xmlns:a="http://schemas.openxmlformats.org/drawingml/2006/main">
              <a:ext uri="{FF2B5EF4-FFF2-40B4-BE49-F238E27FC236}">
                <a16:creationId xmlns:a16="http://schemas.microsoft.com/office/drawing/2014/main" id="{DDBD1D50-6C16-4E19-8437-97985F0A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6CFCAD83-DD5A-4A38-AEF2-4DD869BF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09" name="dp45-comparison / n66">
            <a:extLst xmlns:a="http://schemas.openxmlformats.org/drawingml/2006/main">
              <a:ext uri="{FF2B5EF4-FFF2-40B4-BE49-F238E27FC236}">
                <a16:creationId xmlns:a16="http://schemas.microsoft.com/office/drawing/2014/main" id="{210ECB49-25F9-4D37-B7B1-B410B52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FC7D728F-588A-47CE-9E35-EB4FAF20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111" name="dp45-comparison / n70">
            <a:extLst xmlns:a="http://schemas.openxmlformats.org/drawingml/2006/main">
              <a:ext uri="{FF2B5EF4-FFF2-40B4-BE49-F238E27FC236}">
                <a16:creationId xmlns:a16="http://schemas.microsoft.com/office/drawing/2014/main" id="{05A4453A-9809-4F3A-AE2B-F4B7C24D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5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FBC0BD29-9471-4D93-BEA6-4096ED5A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113" name="dp45-comparison / n84">
            <a:extLst xmlns:a="http://schemas.openxmlformats.org/drawingml/2006/main">
              <a:ext uri="{FF2B5EF4-FFF2-40B4-BE49-F238E27FC236}">
                <a16:creationId xmlns:a16="http://schemas.microsoft.com/office/drawing/2014/main" id="{94EFDBA5-2CFC-4061-B72D-465BB88D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095750"/>
            <a:ext cx="414375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5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4E50A9D7-1355-4618-83CA-1B81F248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105275"/>
            <a:ext cx="7572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R9의 범위 읽기 / 원문과 버전 및 누락 범위 반환</a:t>
            </a:r>
          </a:p>
        </p:txBody>
      </p:sp>
      <p:sp>
        <p:nvSpPr>
          <p:cNvPr id="115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803E3839-6D88-46B1-8880-FF5D1C71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213912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0B924757-798C-4408-AB6F-913CAEC7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905375"/>
            <a:ext cx="2619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원본별 요약과 색인 재사용</a:t>
            </a:r>
          </a:p>
        </p:txBody>
      </p:sp>
      <p:sp>
        <p:nvSpPr>
          <p:cNvPr id="117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045CCDEC-2124-4C98-A62C-34666CA0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895850"/>
            <a:ext cx="191890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ED53D00F-9CA0-4CF5-A173-63A13CEC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2266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이번 Request에 결합</a:t>
            </a:r>
          </a:p>
        </p:txBody>
      </p:sp>
      <p:sp>
        <p:nvSpPr>
          <p:cNvPr id="119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434D66D4-43BC-408F-BB3B-DC515401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848350"/>
            <a:ext cx="41452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65369E9A-8003-4EAA-B055-5919BA7E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57875"/>
            <a:ext cx="7334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변경의 부분 무효화 / cache 적중 시 재조합 축소</a:t>
            </a:r>
          </a:p>
        </p:txBody>
      </p:sp>
      <p:sp>
        <p:nvSpPr>
          <p:cNvPr id="121" name="dp45-comparison / n104">
            <a:extLst xmlns:a="http://schemas.openxmlformats.org/drawingml/2006/main">
              <a:ext uri="{FF2B5EF4-FFF2-40B4-BE49-F238E27FC236}">
                <a16:creationId xmlns:a16="http://schemas.microsoft.com/office/drawing/2014/main" id="{95C8783C-206F-4C4E-BB65-5384E308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5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C468F056-6A77-4CEB-9548-5D7C1A3C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123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6F1A15AA-7B28-4438-8233-9E2DEBCB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94353CE7-DBF2-409F-8E53-311AA122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125" name="dp45-comparison / n109">
            <a:extLst xmlns:a="http://schemas.openxmlformats.org/drawingml/2006/main">
              <a:ext uri="{FF2B5EF4-FFF2-40B4-BE49-F238E27FC236}">
                <a16:creationId xmlns:a16="http://schemas.microsoft.com/office/drawing/2014/main" id="{8542778C-A9A4-4E8C-B7B3-F0C60D6E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5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B4071BD1-28FE-42DC-91F3-4C6C5673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127" name="dp45-comparison / n110 / text 2">
            <a:extLst xmlns:a="http://schemas.openxmlformats.org/drawingml/2006/main">
              <a:ext uri="{FF2B5EF4-FFF2-40B4-BE49-F238E27FC236}">
                <a16:creationId xmlns:a16="http://schemas.microsoft.com/office/drawing/2014/main" id="{2988E06C-FEE3-489B-A817-0E1573DB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128" name="dp45-comparison / n112">
            <a:extLst xmlns:a="http://schemas.openxmlformats.org/drawingml/2006/main">
              <a:ext uri="{FF2B5EF4-FFF2-40B4-BE49-F238E27FC236}">
                <a16:creationId xmlns:a16="http://schemas.microsoft.com/office/drawing/2014/main" id="{B82E4FDD-7F27-47EA-B10B-C6B64BD8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5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3B7EE4A0-D6B2-44A1-BEF7-D8D03747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130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36390A97-BA08-4165-93ED-DE4A5AA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BE5931E4-8F63-4589-A518-67999DA2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  <p:sp>
        <p:nvSpPr>
          <p:cNvPr id="132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3BDC2A37-A19B-427A-8FBE-6F835A23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3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276A144D-F806-4048-B100-6F170455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34" name="dp45-comparison / n122">
            <a:extLst xmlns:a="http://schemas.openxmlformats.org/drawingml/2006/main">
              <a:ext uri="{FF2B5EF4-FFF2-40B4-BE49-F238E27FC236}">
                <a16:creationId xmlns:a16="http://schemas.microsoft.com/office/drawing/2014/main" id="{35D8C10E-FD15-46C9-85A1-7B605D74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5" name="dp45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E8213D4C-7835-4400-96E4-2547C2F8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6" name="dp45-comparison / n126">
            <a:extLst xmlns:a="http://schemas.openxmlformats.org/drawingml/2006/main">
              <a:ext uri="{FF2B5EF4-FFF2-40B4-BE49-F238E27FC236}">
                <a16:creationId xmlns:a16="http://schemas.microsoft.com/office/drawing/2014/main" id="{12C7CF6B-355A-466A-8273-0039DF79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7" name="dp45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4DC9844E-C5AE-443E-8D99-6C63B1FC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3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38" name="dp45-comparison / n130">
            <a:extLst xmlns:a="http://schemas.openxmlformats.org/drawingml/2006/main">
              <a:ext uri="{FF2B5EF4-FFF2-40B4-BE49-F238E27FC236}">
                <a16:creationId xmlns:a16="http://schemas.microsoft.com/office/drawing/2014/main" id="{BCB8389D-FA38-42DD-BB93-3F3E4F66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39" name="dp45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3C34BCC3-57A4-465E-BA0E-B37E0C70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40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4320A4C3-4876-4571-B02C-67EC126E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333875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1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226A99F6-CC55-49C8-98AE-BDEA66A1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416266"/>
            <a:ext cx="22288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42" name="dp45-comparison / n136">
            <a:extLst xmlns:a="http://schemas.openxmlformats.org/drawingml/2006/main">
              <a:ext uri="{FF2B5EF4-FFF2-40B4-BE49-F238E27FC236}">
                <a16:creationId xmlns:a16="http://schemas.microsoft.com/office/drawing/2014/main" id="{9EC738B6-C4B4-4041-B218-6A9877E9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4295775"/>
            <a:ext cx="2667000" cy="5238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3" name="dp45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8D2C59FF-41FF-413B-9F45-C2C97CED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45770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144" name="dp45-comparison / n137 / text 2">
            <a:extLst xmlns:a="http://schemas.openxmlformats.org/drawingml/2006/main">
              <a:ext uri="{FF2B5EF4-FFF2-40B4-BE49-F238E27FC236}">
                <a16:creationId xmlns:a16="http://schemas.microsoft.com/office/drawing/2014/main" id="{7F8CAF81-E417-4725-9136-5D32BEFD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65201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145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3DF436B7-21CA-471F-A8C0-9E7627F3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33875"/>
            <a:ext cx="16859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6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FA10C5C8-D2D3-48C4-BA98-8D3769D9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25" y="4428649"/>
            <a:ext cx="1514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147" name="dp45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56C84BD4-6AC7-43DA-80E5-21B8064A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0" y="0"/>
                </a:moveTo>
                <a:lnTo>
                  <a:pt x="0" y="619125"/>
                </a:lnTo>
                <a:lnTo>
                  <a:pt x="200025" y="619125"/>
                </a:lnTo>
                <a:lnTo>
                  <a:pt x="200025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8" name="dp45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815F4AE3-E630-4A25-82B0-CB9B5880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49" name="dp45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94951676-A2C4-423F-A23B-685A0C10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200025" y="1257300"/>
                </a:moveTo>
                <a:lnTo>
                  <a:pt x="200025" y="533400"/>
                </a:lnTo>
                <a:lnTo>
                  <a:pt x="0" y="5334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0" name="dp45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04FC8B29-595F-414D-B0A9-56F98178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27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1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B87505C2-7A21-49F8-A00B-A21D1EF8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2514600" y="0"/>
                </a:moveTo>
                <a:lnTo>
                  <a:pt x="2514600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2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21A8C375-C0BB-482F-B7D0-E7EEA207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3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C8A51711-9679-407F-8060-9960AE62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0" y="1257300"/>
                </a:moveTo>
                <a:lnTo>
                  <a:pt x="0" y="533400"/>
                </a:lnTo>
                <a:lnTo>
                  <a:pt x="2514600" y="533400"/>
                </a:lnTo>
                <a:lnTo>
                  <a:pt x="2514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4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2E11DE54-903F-4042-A028-AE11798B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74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5" name="dp45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D461F203-C790-4757-A523-DC725145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5229225" y="0"/>
                </a:moveTo>
                <a:lnTo>
                  <a:pt x="5229225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6" name="dp45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65A2EE4E-0CF9-46D8-9B5B-BE8BAE2D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7" name="dp45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2E6EB16D-1A93-48C8-8929-F6C47112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0" y="1257300"/>
                </a:moveTo>
                <a:lnTo>
                  <a:pt x="0" y="533400"/>
                </a:lnTo>
                <a:lnTo>
                  <a:pt x="5229225" y="533400"/>
                </a:lnTo>
                <a:lnTo>
                  <a:pt x="5229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8" name="dp45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69879331-2D9C-44C8-90D4-FB6CD634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204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9" name="dp45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A0F2D4BF-0CF5-4D04-BA7F-3EA00811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4533900"/>
            <a:ext cx="400050" cy="23813"/>
          </a:xfrm>
          <a:custGeom xmlns:a="http://schemas.openxmlformats.org/drawingml/2006/main">
            <a:pathLst>
              <a:path w="400050" h="23813">
                <a:moveTo>
                  <a:pt x="0" y="0"/>
                </a:moveTo>
                <a:lnTo>
                  <a:pt x="40005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0" name="dp45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A415B4E7-EF68-498E-9EE4-B39FA1A6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3898" y="4489616"/>
            <a:ext cx="125327" cy="121705"/>
          </a:xfrm>
          <a:custGeom xmlns:a="http://schemas.openxmlformats.org/drawingml/2006/main">
            <a:pathLst>
              <a:path w="125327" h="121705">
                <a:moveTo>
                  <a:pt x="0" y="121705"/>
                </a:moveTo>
                <a:lnTo>
                  <a:pt x="125327" y="68097"/>
                </a:lnTo>
                <a:lnTo>
                  <a:pt x="7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1" name="dp45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17391377-58EF-4D8F-969F-DFF1A3ED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48175"/>
            <a:ext cx="257175" cy="23813"/>
          </a:xfrm>
          <a:custGeom xmlns:a="http://schemas.openxmlformats.org/drawingml/2006/main">
            <a:pathLst>
              <a:path w="257175" h="23813">
                <a:moveTo>
                  <a:pt x="257175" y="0"/>
                </a:moveTo>
                <a:lnTo>
                  <a:pt x="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5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4D4B09A2-ADA7-4605-A138-D4F14FE1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00046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5780" y="0"/>
                </a:moveTo>
                <a:lnTo>
                  <a:pt x="0" y="71941"/>
                </a:lnTo>
                <a:lnTo>
                  <a:pt x="127021" y="121401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5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2F11408D-CD11-453E-B807-D9A90C6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638675"/>
            <a:ext cx="257175" cy="23813"/>
          </a:xfrm>
          <a:custGeom xmlns:a="http://schemas.openxmlformats.org/drawingml/2006/main">
            <a:pathLst>
              <a:path w="257175" h="23813">
                <a:moveTo>
                  <a:pt x="0" y="23813"/>
                </a:moveTo>
                <a:lnTo>
                  <a:pt x="257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4" name="dp45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48E4D376-F9E1-4805-B55A-5D500A7B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6379" y="4589215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241" y="121401"/>
                </a:moveTo>
                <a:lnTo>
                  <a:pt x="127021" y="494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5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1D846246-1021-45B7-B4AA-58FEB44D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4733925"/>
            <a:ext cx="5367338" cy="676275"/>
          </a:xfrm>
          <a:custGeom xmlns:a="http://schemas.openxmlformats.org/drawingml/2006/main">
            <a:pathLst>
              <a:path w="5367338" h="676275">
                <a:moveTo>
                  <a:pt x="5367338" y="0"/>
                </a:moveTo>
                <a:lnTo>
                  <a:pt x="5362575" y="676275"/>
                </a:lnTo>
                <a:lnTo>
                  <a:pt x="0" y="676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6" name="dp45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C14D217C-B165-4150-9D0A-78C6DB1A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806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5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7A708F00-A063-4EC7-ACB6-2A860358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28900"/>
            <a:ext cx="6715125" cy="1905000"/>
          </a:xfrm>
          <a:custGeom xmlns:a="http://schemas.openxmlformats.org/drawingml/2006/main">
            <a:pathLst>
              <a:path w="6715125" h="1905000">
                <a:moveTo>
                  <a:pt x="6410325" y="1905000"/>
                </a:moveTo>
                <a:lnTo>
                  <a:pt x="6715125" y="1905000"/>
                </a:lnTo>
                <a:lnTo>
                  <a:pt x="671512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68" name="dp45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8EE1C0CC-6038-45B2-B86A-D1B5EB91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69" name="dp45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F61842D5-8269-4109-B39E-73128B7D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667000"/>
            <a:ext cx="6581775" cy="1943100"/>
          </a:xfrm>
          <a:custGeom xmlns:a="http://schemas.openxmlformats.org/drawingml/2006/main">
            <a:pathLst>
              <a:path w="6581775" h="1943100">
                <a:moveTo>
                  <a:pt x="0" y="38100"/>
                </a:moveTo>
                <a:lnTo>
                  <a:pt x="0" y="0"/>
                </a:lnTo>
                <a:lnTo>
                  <a:pt x="6581775" y="0"/>
                </a:lnTo>
                <a:lnTo>
                  <a:pt x="6581775" y="1943100"/>
                </a:lnTo>
                <a:lnTo>
                  <a:pt x="633412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0" name="dp45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2191663F-2AA4-4A57-85F3-EDFE46A5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1" name="dp45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B602458B-4702-417A-80AF-69311F14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2628900"/>
            <a:ext cx="4000500" cy="1905000"/>
          </a:xfrm>
          <a:custGeom xmlns:a="http://schemas.openxmlformats.org/drawingml/2006/main">
            <a:pathLst>
              <a:path w="4000500" h="1905000">
                <a:moveTo>
                  <a:pt x="3695700" y="1905000"/>
                </a:moveTo>
                <a:lnTo>
                  <a:pt x="4000500" y="1905000"/>
                </a:lnTo>
                <a:lnTo>
                  <a:pt x="4000500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2" name="dp45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113D1FE9-D3B7-4338-A68C-2CAACF50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2665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3" name="dp45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FC41CF9E-BD83-4B20-9E33-B7EE886B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9825" y="2667000"/>
            <a:ext cx="3867150" cy="1943100"/>
          </a:xfrm>
          <a:custGeom xmlns:a="http://schemas.openxmlformats.org/drawingml/2006/main">
            <a:pathLst>
              <a:path w="3867150" h="1943100">
                <a:moveTo>
                  <a:pt x="0" y="38100"/>
                </a:moveTo>
                <a:lnTo>
                  <a:pt x="0" y="0"/>
                </a:lnTo>
                <a:lnTo>
                  <a:pt x="3867150" y="0"/>
                </a:lnTo>
                <a:lnTo>
                  <a:pt x="3867150" y="1943100"/>
                </a:lnTo>
                <a:lnTo>
                  <a:pt x="3619500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4" name="dp45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D2481E22-651F-44D1-BCF7-B8EE1286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5" name="dp45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F098FD4C-FD4D-4EEB-83D2-5CEBB72E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0" y="2628900"/>
            <a:ext cx="1285875" cy="1905000"/>
          </a:xfrm>
          <a:custGeom xmlns:a="http://schemas.openxmlformats.org/drawingml/2006/main">
            <a:pathLst>
              <a:path w="1285875" h="1905000">
                <a:moveTo>
                  <a:pt x="981075" y="1905000"/>
                </a:moveTo>
                <a:lnTo>
                  <a:pt x="1285875" y="1905000"/>
                </a:lnTo>
                <a:lnTo>
                  <a:pt x="128587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6" name="dp45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919337CE-B66E-4327-9276-103DF11F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729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7" name="dp45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D855FF73-150F-464A-978E-10864E08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450" y="2667000"/>
            <a:ext cx="1152525" cy="1943100"/>
          </a:xfrm>
          <a:custGeom xmlns:a="http://schemas.openxmlformats.org/drawingml/2006/main">
            <a:pathLst>
              <a:path w="1152525" h="1943100">
                <a:moveTo>
                  <a:pt x="0" y="38100"/>
                </a:moveTo>
                <a:lnTo>
                  <a:pt x="0" y="0"/>
                </a:lnTo>
                <a:lnTo>
                  <a:pt x="1152525" y="0"/>
                </a:lnTo>
                <a:lnTo>
                  <a:pt x="1152525" y="1943100"/>
                </a:lnTo>
                <a:lnTo>
                  <a:pt x="90487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8" name="dp45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32DF34E8-DAA9-495E-A2CE-0AC82CE1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9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8294C5B0-B983-480B-8C92-DE96E24A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0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AB18CA99-3E3E-4D17-8A23-DB2BE904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A90BF097-C962-4C9E-9C60-B790C310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801FB446-4E57-4A04-8101-71F64963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83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55997386-9DE8-4582-9F4E-1B19B40D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D20D9C7A-10CA-495E-9557-699900B9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85" name="dp45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C4C38E5A-4CD6-4C81-ABD9-F0DA1437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733925"/>
            <a:ext cx="5519738" cy="1619250"/>
          </a:xfrm>
          <a:custGeom xmlns:a="http://schemas.openxmlformats.org/drawingml/2006/main">
            <a:pathLst>
              <a:path w="5519738" h="1619250">
                <a:moveTo>
                  <a:pt x="0" y="1619250"/>
                </a:moveTo>
                <a:lnTo>
                  <a:pt x="0" y="1323975"/>
                </a:lnTo>
                <a:lnTo>
                  <a:pt x="5514975" y="1323975"/>
                </a:lnTo>
                <a:lnTo>
                  <a:pt x="5519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6" name="dp45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89F6EE4B-A679-405A-A072-476385DB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964" y="4733925"/>
            <a:ext cx="121919" cy="122138"/>
          </a:xfrm>
          <a:custGeom xmlns:a="http://schemas.openxmlformats.org/drawingml/2006/main">
            <a:pathLst>
              <a:path w="121919" h="122138">
                <a:moveTo>
                  <a:pt x="121919" y="122138"/>
                </a:moveTo>
                <a:lnTo>
                  <a:pt x="61398" y="0"/>
                </a:lnTo>
                <a:lnTo>
                  <a:pt x="0" y="12170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7" name="dp45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BCF11361-3342-43E4-AC99-7C84DFAC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733925"/>
            <a:ext cx="5510213" cy="1619250"/>
          </a:xfrm>
          <a:custGeom xmlns:a="http://schemas.openxmlformats.org/drawingml/2006/main">
            <a:pathLst>
              <a:path w="5510213" h="1619250">
                <a:moveTo>
                  <a:pt x="5510213" y="0"/>
                </a:moveTo>
                <a:lnTo>
                  <a:pt x="5505450" y="1581150"/>
                </a:lnTo>
                <a:lnTo>
                  <a:pt x="0" y="1581150"/>
                </a:lnTo>
                <a:lnTo>
                  <a:pt x="0" y="1619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88" name="dp45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3FC45C34-4340-4E70-9E21-E9F9F5B3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569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9" name="dp45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816961E9-A9D6-4C72-95CD-F8583BE4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0" name="dp45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57DCFCB9-04E0-48B5-8F82-0BD0A39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1" name="dp45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CA8AD815-67C3-4440-AD2D-6E18B951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2" name="dp45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3584BBAC-ECEC-4C67-9268-5ED42B10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61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3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F77FCF16-79E5-401D-BCC9-82F516EC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BC79EE41-0B7C-4758-941A-54E0FD31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95" name="dp45-comparison / n120">
            <a:extLst xmlns:a="http://schemas.openxmlformats.org/drawingml/2006/main">
              <a:ext uri="{FF2B5EF4-FFF2-40B4-BE49-F238E27FC236}">
                <a16:creationId xmlns:a16="http://schemas.microsoft.com/office/drawing/2014/main" id="{BE3DC9A5-60A5-4EDF-9B72-2C52455C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5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408E0C6D-0963-41F4-AB62-0FDD042C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97" name="dp45-comparison / n124">
            <a:extLst xmlns:a="http://schemas.openxmlformats.org/drawingml/2006/main">
              <a:ext uri="{FF2B5EF4-FFF2-40B4-BE49-F238E27FC236}">
                <a16:creationId xmlns:a16="http://schemas.microsoft.com/office/drawing/2014/main" id="{D11DAB32-51F2-425F-81C1-0F5496C2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5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54895A60-CB67-44B7-AE8A-C9D72766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157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99" name="dp45-comparison / n128">
            <a:extLst xmlns:a="http://schemas.openxmlformats.org/drawingml/2006/main">
              <a:ext uri="{FF2B5EF4-FFF2-40B4-BE49-F238E27FC236}">
                <a16:creationId xmlns:a16="http://schemas.microsoft.com/office/drawing/2014/main" id="{73E9A578-6173-487A-8961-3F626653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5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7CF3D839-7DB8-4F18-BD8F-1423AD5B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201" name="dp45-comparison / n132">
            <a:extLst xmlns:a="http://schemas.openxmlformats.org/drawingml/2006/main">
              <a:ext uri="{FF2B5EF4-FFF2-40B4-BE49-F238E27FC236}">
                <a16:creationId xmlns:a16="http://schemas.microsoft.com/office/drawing/2014/main" id="{2FF9B0D9-0CCD-475A-B941-44F7D31C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5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DFAE3D5D-4C1B-4777-9813-82081828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203" name="dp45-comparison / n146">
            <a:extLst xmlns:a="http://schemas.openxmlformats.org/drawingml/2006/main">
              <a:ext uri="{FF2B5EF4-FFF2-40B4-BE49-F238E27FC236}">
                <a16:creationId xmlns:a16="http://schemas.microsoft.com/office/drawing/2014/main" id="{257F36D4-0744-4B8C-889B-AF71E5F1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095750"/>
            <a:ext cx="465543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5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E4B08AD0-3E85-402A-B9C4-BE5C5684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105275"/>
            <a:ext cx="7191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변경 알림 → 범위 읽기 → 원문과 버전 검사 → 관계 게시</a:t>
            </a:r>
          </a:p>
        </p:txBody>
      </p:sp>
      <p:sp>
        <p:nvSpPr>
          <p:cNvPr id="205" name="dp45-comparison / n151">
            <a:extLst xmlns:a="http://schemas.openxmlformats.org/drawingml/2006/main">
              <a:ext uri="{FF2B5EF4-FFF2-40B4-BE49-F238E27FC236}">
                <a16:creationId xmlns:a16="http://schemas.microsoft.com/office/drawing/2014/main" id="{CE824EA3-8777-4FE5-ACBD-212FBC2A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876800"/>
            <a:ext cx="230733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5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3B516630-C966-40ED-956C-DAE38A3C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488632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정정 / 결과 개정 / 실제 전달</a:t>
            </a:r>
          </a:p>
        </p:txBody>
      </p:sp>
      <p:sp>
        <p:nvSpPr>
          <p:cNvPr id="207" name="dp45-comparison / n152 / text 2">
            <a:extLst xmlns:a="http://schemas.openxmlformats.org/drawingml/2006/main">
              <a:ext uri="{FF2B5EF4-FFF2-40B4-BE49-F238E27FC236}">
                <a16:creationId xmlns:a16="http://schemas.microsoft.com/office/drawing/2014/main" id="{B19FC9F1-C5D4-4A08-BCDE-2573E7EB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506920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출처와 coverage / 지속 상태</a:t>
            </a:r>
          </a:p>
        </p:txBody>
      </p:sp>
      <p:sp>
        <p:nvSpPr>
          <p:cNvPr id="208" name="dp45-comparison / n153">
            <a:extLst xmlns:a="http://schemas.openxmlformats.org/drawingml/2006/main">
              <a:ext uri="{FF2B5EF4-FFF2-40B4-BE49-F238E27FC236}">
                <a16:creationId xmlns:a16="http://schemas.microsoft.com/office/drawing/2014/main" id="{B814D13D-F1E4-452A-BE1C-B66EE83D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4914900"/>
            <a:ext cx="14965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5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1A165283-028A-49F4-8BA0-EF64EE8F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924425"/>
            <a:ext cx="1685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유효한 관계 조회</a:t>
            </a:r>
          </a:p>
        </p:txBody>
      </p:sp>
      <p:sp>
        <p:nvSpPr>
          <p:cNvPr id="210" name="dp45-comparison / n156">
            <a:extLst xmlns:a="http://schemas.openxmlformats.org/drawingml/2006/main">
              <a:ext uri="{FF2B5EF4-FFF2-40B4-BE49-F238E27FC236}">
                <a16:creationId xmlns:a16="http://schemas.microsoft.com/office/drawing/2014/main" id="{42268B7A-F2ED-4797-B2BF-5F9ED599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486400"/>
            <a:ext cx="51833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5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500152C3-FD01-40C5-9D1A-4CA13716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4959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미게시 범위의 생산 요청 / 충돌 재검증 / 표현 밖 관계의 미지원</a:t>
            </a:r>
          </a:p>
        </p:txBody>
      </p:sp>
      <p:sp>
        <p:nvSpPr>
          <p:cNvPr id="212" name="dp45-comparison / n164">
            <a:extLst xmlns:a="http://schemas.openxmlformats.org/drawingml/2006/main">
              <a:ext uri="{FF2B5EF4-FFF2-40B4-BE49-F238E27FC236}">
                <a16:creationId xmlns:a16="http://schemas.microsoft.com/office/drawing/2014/main" id="{44D885C3-6DEF-463B-9B7E-F7265C4A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72150"/>
            <a:ext cx="484327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p45-comparison / n165 / text 1">
            <a:extLst xmlns:a="http://schemas.openxmlformats.org/drawingml/2006/main">
              <a:ext uri="{FF2B5EF4-FFF2-40B4-BE49-F238E27FC236}">
                <a16:creationId xmlns:a16="http://schemas.microsoft.com/office/drawing/2014/main" id="{317BAF90-AB69-4684-B433-C78F886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781675"/>
            <a:ext cx="7410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모든 owner의 버전과 권한 재확인 / 수정과 삭제 즉시 사용 차단</a:t>
            </a:r>
          </a:p>
        </p:txBody>
      </p:sp>
      <p:sp>
        <p:nvSpPr>
          <p:cNvPr id="214" name="dp45-comparison / n174">
            <a:extLst xmlns:a="http://schemas.openxmlformats.org/drawingml/2006/main">
              <a:ext uri="{FF2B5EF4-FFF2-40B4-BE49-F238E27FC236}">
                <a16:creationId xmlns:a16="http://schemas.microsoft.com/office/drawing/2014/main" id="{46B7CCA0-E540-4C37-95AF-BD9BCBFD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5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FB6296C7-028D-44F5-AB40-4A1DD012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216" name="dp45-comparison / n177">
            <a:extLst xmlns:a="http://schemas.openxmlformats.org/drawingml/2006/main">
              <a:ext uri="{FF2B5EF4-FFF2-40B4-BE49-F238E27FC236}">
                <a16:creationId xmlns:a16="http://schemas.microsoft.com/office/drawing/2014/main" id="{2AB60440-84AE-46DE-96F2-3FA409DD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5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765CEB96-46B5-4466-8086-A72D37F7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218" name="dp45-comparison / n179">
            <a:extLst xmlns:a="http://schemas.openxmlformats.org/drawingml/2006/main">
              <a:ext uri="{FF2B5EF4-FFF2-40B4-BE49-F238E27FC236}">
                <a16:creationId xmlns:a16="http://schemas.microsoft.com/office/drawing/2014/main" id="{B8944BE1-0146-4C08-ADA5-E57B718A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5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A6295A54-A594-452C-BEE1-C614F1A2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220" name="dp45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F2814B85-1042-4C64-BF89-5AAC83F4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221" name="dp45-comparison / n182">
            <a:extLst xmlns:a="http://schemas.openxmlformats.org/drawingml/2006/main">
              <a:ext uri="{FF2B5EF4-FFF2-40B4-BE49-F238E27FC236}">
                <a16:creationId xmlns:a16="http://schemas.microsoft.com/office/drawing/2014/main" id="{B2FB643C-6292-44BB-934B-E4EEE0CA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5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E0ADFB75-C08F-46BB-9ECA-D8AEC0A1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223" name="dp45-comparison / n184">
            <a:extLst xmlns:a="http://schemas.openxmlformats.org/drawingml/2006/main">
              <a:ext uri="{FF2B5EF4-FFF2-40B4-BE49-F238E27FC236}">
                <a16:creationId xmlns:a16="http://schemas.microsoft.com/office/drawing/2014/main" id="{9498E0D2-0C08-4B12-A347-623C1497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5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6BB89B58-1343-4E08-B113-A1ADE5BB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</p:spTree>
    <p:extLst>
      <p:ext uri="{BB962C8B-B14F-4D97-AF65-F5344CB8AC3E}">
        <p14:creationId xmlns:p14="http://schemas.microsoft.com/office/powerpoint/2010/main" val="20697295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2026-10-08T11:10:12.6040000Z</dcterms:created>
  <dcterms:modified xsi:type="dcterms:W3CDTF">2026-10-08T11:10:12.6040000Z</dcterms:modified>
</coreProperties>
</file>