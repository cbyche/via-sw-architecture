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4e123e628d497c" /><Relationship Type="http://schemas.openxmlformats.org/officeDocument/2006/relationships/extended-properties" Target="/docProps/app.xml" Id="R7186ff940aea4be0" /><Relationship Type="http://schemas.openxmlformats.org/officeDocument/2006/relationships/officeDocument" Target="/ppt/presentation.xml" Id="Ra08fa4d96a384f96" /></Relationships>
</file>

<file path=ppt/presentation.xml><?xml version="1.0" encoding="utf-8"?>
<p:presentation xmlns:p="http://schemas.openxmlformats.org/presentationml/2006/main">
  <p:sldMasterIdLst>
    <p:sldMasterId xmlns:r="http://schemas.openxmlformats.org/officeDocument/2006/relationships" id="2147483648" r:id="Rc1e98eb696014fc4"/>
  </p:sldMasterIdLst>
  <p:notesMasterIdLst>
    <p:notesMasterId xmlns:r="http://schemas.openxmlformats.org/officeDocument/2006/relationships" r:id="Rfaa7614fe901489a"/>
  </p:notesMasterIdLst>
  <p:sldIdLst>
    <p:sldId xmlns:r="http://schemas.openxmlformats.org/officeDocument/2006/relationships" id="256" r:id="R6b3b8cfb74a642f9"/>
    <p:sldId xmlns:r="http://schemas.openxmlformats.org/officeDocument/2006/relationships" id="257" r:id="R252affb76cd1405d"/>
    <p:sldId xmlns:r="http://schemas.openxmlformats.org/officeDocument/2006/relationships" id="258" r:id="R58e2c2163f2843dc"/>
    <p:sldId xmlns:r="http://schemas.openxmlformats.org/officeDocument/2006/relationships" id="259" r:id="R918e59e503544ff4"/>
    <p:sldId xmlns:r="http://schemas.openxmlformats.org/officeDocument/2006/relationships" id="260" r:id="R9fe0aedaecf1434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2047aef42243b8" /><Relationship Type="http://schemas.openxmlformats.org/officeDocument/2006/relationships/slideMaster" Target="/ppt/slideMasters/slideMaster1.xml" Id="Rc1e98eb696014fc4" /><Relationship Type="http://schemas.openxmlformats.org/officeDocument/2006/relationships/notesMaster" Target="/ppt/notesMasters/notesMaster1.xml" Id="Rfaa7614fe901489a" /><Relationship Type="http://schemas.openxmlformats.org/officeDocument/2006/relationships/presProps" Target="/ppt/presProps.xml" Id="R52f1602a9b714095" /><Relationship Type="http://schemas.openxmlformats.org/officeDocument/2006/relationships/tableStyles" Target="/ppt/tableStyles.xml" Id="Rf7329ab5268c434e" /><Relationship Type="http://schemas.openxmlformats.org/officeDocument/2006/relationships/slide" Target="/ppt/slides/slide1.xml" Id="R6b3b8cfb74a642f9" /><Relationship Type="http://schemas.openxmlformats.org/officeDocument/2006/relationships/slide" Target="/ppt/slides/slide2.xml" Id="R252affb76cd1405d" /><Relationship Type="http://schemas.openxmlformats.org/officeDocument/2006/relationships/slide" Target="/ppt/slides/slide3.xml" Id="R58e2c2163f2843dc" /><Relationship Type="http://schemas.openxmlformats.org/officeDocument/2006/relationships/slide" Target="/ppt/slides/slide4.xml" Id="R918e59e503544ff4" /><Relationship Type="http://schemas.openxmlformats.org/officeDocument/2006/relationships/slide" Target="/ppt/slides/slide5.xml" Id="R9fe0aedaecf143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8252f8c40243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c0f900f24c4abf" /><Relationship Type="http://schemas.openxmlformats.org/officeDocument/2006/relationships/notesMaster" Target="/ppt/notesMasters/notesMaster1.xml" Id="R9b4cf53b7516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9978e34260414b" /><Relationship Type="http://schemas.openxmlformats.org/officeDocument/2006/relationships/notesMaster" Target="/ppt/notesMasters/notesMaster1.xml" Id="R388b9cf18d78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bc24b34d914bc1" /><Relationship Type="http://schemas.openxmlformats.org/officeDocument/2006/relationships/notesMaster" Target="/ppt/notesMasters/notesMaster1.xml" Id="R78e1e4d2f3d949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1c9d6eabf240bf" /><Relationship Type="http://schemas.openxmlformats.org/officeDocument/2006/relationships/notesMaster" Target="/ppt/notesMasters/notesMaster1.xml" Id="Re39977d3b89e48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f305c9b4e04ccb" /><Relationship Type="http://schemas.openxmlformats.org/officeDocument/2006/relationships/notesMaster" Target="/ppt/notesMasters/notesMaster1.xml" Id="R8f865b47c6cb40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요청 이해의 모델 주도와 코드 주도 완성</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변경 용이성을 위한 VIA Conversation과 Task 관리 설계</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https://github.com/cbyche/via-sw-architecture/blob/main/docs/presentations_files/dp-comparison/dp43-comparison.svg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업무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근거의 요청별 구성과 공통 생산/조회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4c2206c5a2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5b7ef41d6541cb" /><Relationship Type="http://schemas.openxmlformats.org/officeDocument/2006/relationships/slideLayout" Target="/ppt/slideLayouts/slideLayout1.xml" Id="Re64ce684e0f34e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ce684e0f34e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665ac39fa74d00" /><Relationship Type="http://schemas.openxmlformats.org/officeDocument/2006/relationships/notesSlide" Target="/ppt/notesSlides/notesSlide1.xml" Id="R32964d3bced948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6d5fc457ad49d1" /><Relationship Type="http://schemas.openxmlformats.org/officeDocument/2006/relationships/notesSlide" Target="/ppt/notesSlides/notesSlide2.xml" Id="R5558b64c3b0840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2490413372489a" /><Relationship Type="http://schemas.openxmlformats.org/officeDocument/2006/relationships/notesSlide" Target="/ppt/notesSlides/notesSlide3.xml" Id="Rf0815e1bc22c45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47b1dc45004920" /><Relationship Type="http://schemas.openxmlformats.org/officeDocument/2006/relationships/notesSlide" Target="/ppt/notesSlides/notesSlide4.xml" Id="R165df36c3933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644843f6bd4ab4" /><Relationship Type="http://schemas.openxmlformats.org/officeDocument/2006/relationships/notesSlide" Target="/ppt/notesSlides/notesSlide5.xml" Id="Rd0f7e84a40f948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3" name="dp41-comparison / n1">
            <a:extLst xmlns:a="http://schemas.openxmlformats.org/drawingml/2006/main">
              <a:ext uri="{FF2B5EF4-FFF2-40B4-BE49-F238E27FC236}">
                <a16:creationId xmlns:a16="http://schemas.microsoft.com/office/drawing/2014/main" id="{57A1B3B5-A02A-4646-BC6D-5803BDAB566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1F6E8F51-AE71-4A0A-A111-7BFB9A6A8141}"/>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D7332C71-D7F7-4AD1-854E-7C89AC35BBB3}"/>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AC446A31-B3D5-42DE-A868-26BEF59B756B}"/>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요청 이해의 모델 주도와 코드 주도 완성</a:t>
            </a:r>
          </a:p>
        </p:txBody>
      </p:sp>
      <p:sp>
        <p:nvSpPr>
          <p:cNvPr id="5" name="dp41-comparison / n5 / path">
            <a:extLst xmlns:a="http://schemas.openxmlformats.org/drawingml/2006/main">
              <a:ext uri="{FF2B5EF4-FFF2-40B4-BE49-F238E27FC236}">
                <a16:creationId xmlns:a16="http://schemas.microsoft.com/office/drawing/2014/main" id="{2F3B9E39-7161-4C4E-831B-CFA11C112604}"/>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B2924FF5-733E-43D2-957E-4D64F54809DF}"/>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CB9BA101-601B-4A2E-8733-C372576E1BE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B56DD655-D374-4855-B79D-9099456173A9}"/>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0B4681FF-71F6-40D3-B765-5B2F592CF47E}"/>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C450A2FA-0F3D-471A-BCA1-6E2AA6FDD478}"/>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10B26DA9-7920-4A30-9CE2-622DB8AE5BAE}"/>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661F2810-337D-41BE-B092-C9E33F5293DD}"/>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FB54C814-7A04-4A36-8C65-FE40B0DECDE5}"/>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4B32F017-6DBB-420D-82CA-C619ACD7B609}"/>
              </a:ext>
            </a:extLst>
          </p:cNvPr>
          <p:cNvSpPr>
            <a:spLocks xmlns:a="http://schemas.openxmlformats.org/drawingml/2006/main" noGrp="1"/>
          </p:cNvSpPr>
          <p:nvPr/>
        </p:nvSpPr>
        <p:spPr>
          <a:xfrm xmlns:a="http://schemas.openxmlformats.org/drawingml/2006/main">
            <a:off x="400050" y="7715250"/>
            <a:ext cx="17526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공통 후속 처리: Request Controller가 현재성/권한을 검증하고 저장 후 채택한다. 이어 응답 또는 업무 위임을 진행한다.</a:t>
            </a:r>
          </a:p>
        </p:txBody>
      </p:sp>
      <p:sp>
        <p:nvSpPr>
          <p:cNvPr id="15" name="dp41-comparison / n15 / text 1">
            <a:extLst xmlns:a="http://schemas.openxmlformats.org/drawingml/2006/main">
              <a:ext uri="{FF2B5EF4-FFF2-40B4-BE49-F238E27FC236}">
                <a16:creationId xmlns:a16="http://schemas.microsoft.com/office/drawing/2014/main" id="{A52FD54E-3A1D-4FFA-BC07-9F51CCA30158}"/>
              </a:ext>
            </a:extLst>
          </p:cNvPr>
          <p:cNvSpPr>
            <a:spLocks xmlns:a="http://schemas.openxmlformats.org/drawingml/2006/main" noGrp="1"/>
          </p:cNvSpPr>
          <p:nvPr/>
        </p:nvSpPr>
        <p:spPr>
          <a:xfrm xmlns:a="http://schemas.openxmlformats.org/drawingml/2006/main">
            <a:off x="400050" y="8001000"/>
            <a:ext cx="17526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반복 종료: 완성 의미 제안 / 확인 질문 대기 / 실패 / 취소 / 한도 도달. 질문 답변 뒤 다시 해석한다. 무한 반복을 허용하지 않는다.</a:t>
            </a:r>
          </a:p>
        </p:txBody>
      </p:sp>
      <p:sp>
        <p:nvSpPr>
          <p:cNvPr id="16" name="dp41-comparison / n16 / path">
            <a:extLst xmlns:a="http://schemas.openxmlformats.org/drawingml/2006/main">
              <a:ext uri="{FF2B5EF4-FFF2-40B4-BE49-F238E27FC236}">
                <a16:creationId xmlns:a16="http://schemas.microsoft.com/office/drawing/2014/main" id="{4F885B1A-53D7-47FE-A504-7CA5C7B15BFF}"/>
              </a:ext>
            </a:extLst>
          </p:cNvPr>
          <p:cNvSpPr>
            <a:spLocks xmlns:a="http://schemas.openxmlformats.org/drawingml/2006/main" noGrp="1"/>
          </p:cNvSpPr>
          <p:nvPr/>
        </p:nvSpPr>
        <p:spPr>
          <a:xfrm xmlns:a="http://schemas.openxmlformats.org/drawingml/2006/main">
            <a:off x="381000" y="8334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7" name="dp41-comparison / n17 / text 1">
            <a:extLst xmlns:a="http://schemas.openxmlformats.org/drawingml/2006/main">
              <a:ext uri="{FF2B5EF4-FFF2-40B4-BE49-F238E27FC236}">
                <a16:creationId xmlns:a16="http://schemas.microsoft.com/office/drawing/2014/main" id="{0F085C7C-1B41-4F98-A5C6-B74CD7EF0B8D}"/>
              </a:ext>
            </a:extLst>
          </p:cNvPr>
          <p:cNvSpPr>
            <a:spLocks xmlns:a="http://schemas.openxmlformats.org/drawingml/2006/main" noGrp="1"/>
          </p:cNvSpPr>
          <p:nvPr/>
        </p:nvSpPr>
        <p:spPr>
          <a:xfrm xmlns:a="http://schemas.openxmlformats.org/drawingml/2006/main">
            <a:off x="400050" y="84105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정확성 / 지원 범위</a:t>
            </a:r>
          </a:p>
        </p:txBody>
      </p:sp>
      <p:sp>
        <p:nvSpPr>
          <p:cNvPr id="18" name="dp41-comparison / n18 / text 1">
            <a:extLst xmlns:a="http://schemas.openxmlformats.org/drawingml/2006/main">
              <a:ext uri="{FF2B5EF4-FFF2-40B4-BE49-F238E27FC236}">
                <a16:creationId xmlns:a16="http://schemas.microsoft.com/office/drawing/2014/main" id="{E51D2DA4-1DC3-4DF3-80BF-2C83FC8EB1B9}"/>
              </a:ext>
            </a:extLst>
          </p:cNvPr>
          <p:cNvSpPr>
            <a:spLocks xmlns:a="http://schemas.openxmlformats.org/drawingml/2006/main" noGrp="1"/>
          </p:cNvSpPr>
          <p:nvPr/>
        </p:nvSpPr>
        <p:spPr>
          <a:xfrm xmlns:a="http://schemas.openxmlformats.org/drawingml/2006/main">
            <a:off x="2857500" y="84105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열린 의미를 함께 판단 / 검색 누락과 모델 오판 가능</a:t>
            </a:r>
          </a:p>
        </p:txBody>
      </p:sp>
      <p:sp>
        <p:nvSpPr>
          <p:cNvPr id="19" name="dp41-comparison / n19 / text 1">
            <a:extLst xmlns:a="http://schemas.openxmlformats.org/drawingml/2006/main">
              <a:ext uri="{FF2B5EF4-FFF2-40B4-BE49-F238E27FC236}">
                <a16:creationId xmlns:a16="http://schemas.microsoft.com/office/drawing/2014/main" id="{DE928223-F7F2-4793-8CDC-A5AAE0F8174A}"/>
              </a:ext>
            </a:extLst>
          </p:cNvPr>
          <p:cNvSpPr>
            <a:spLocks xmlns:a="http://schemas.openxmlformats.org/drawingml/2006/main" noGrp="1"/>
          </p:cNvSpPr>
          <p:nvPr/>
        </p:nvSpPr>
        <p:spPr>
          <a:xfrm xmlns:a="http://schemas.openxmlformats.org/drawingml/2006/main">
            <a:off x="10001250" y="84105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지원 관계의 코드 결합 / 틀 오류와 표현 밖 관계의 한계</a:t>
            </a:r>
          </a:p>
        </p:txBody>
      </p:sp>
      <p:sp>
        <p:nvSpPr>
          <p:cNvPr id="20" name="dp41-comparison / n20 / path">
            <a:extLst xmlns:a="http://schemas.openxmlformats.org/drawingml/2006/main">
              <a:ext uri="{FF2B5EF4-FFF2-40B4-BE49-F238E27FC236}">
                <a16:creationId xmlns:a16="http://schemas.microsoft.com/office/drawing/2014/main" id="{D4CC35E7-BF9A-4AE3-A971-35C1FA0A163D}"/>
              </a:ext>
            </a:extLst>
          </p:cNvPr>
          <p:cNvSpPr>
            <a:spLocks xmlns:a="http://schemas.openxmlformats.org/drawingml/2006/main" noGrp="1"/>
          </p:cNvSpPr>
          <p:nvPr/>
        </p:nvSpPr>
        <p:spPr>
          <a:xfrm xmlns:a="http://schemas.openxmlformats.org/drawingml/2006/main">
            <a:off x="381000" y="8658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1" name="dp41-comparison / n21 / text 1">
            <a:extLst xmlns:a="http://schemas.openxmlformats.org/drawingml/2006/main">
              <a:ext uri="{FF2B5EF4-FFF2-40B4-BE49-F238E27FC236}">
                <a16:creationId xmlns:a16="http://schemas.microsoft.com/office/drawing/2014/main" id="{51FE88B1-9ABA-4471-81B4-D7B5E9710116}"/>
              </a:ext>
            </a:extLst>
          </p:cNvPr>
          <p:cNvSpPr>
            <a:spLocks xmlns:a="http://schemas.openxmlformats.org/drawingml/2006/main" noGrp="1"/>
          </p:cNvSpPr>
          <p:nvPr/>
        </p:nvSpPr>
        <p:spPr>
          <a:xfrm xmlns:a="http://schemas.openxmlformats.org/drawingml/2006/main">
            <a:off x="400050" y="87344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응답성</a:t>
            </a:r>
          </a:p>
        </p:txBody>
      </p:sp>
      <p:sp>
        <p:nvSpPr>
          <p:cNvPr id="22" name="dp41-comparison / n22 / text 1">
            <a:extLst xmlns:a="http://schemas.openxmlformats.org/drawingml/2006/main">
              <a:ext uri="{FF2B5EF4-FFF2-40B4-BE49-F238E27FC236}">
                <a16:creationId xmlns:a16="http://schemas.microsoft.com/office/drawing/2014/main" id="{E9E23D9B-03FA-49AB-9A1C-6848A7A3EC90}"/>
              </a:ext>
            </a:extLst>
          </p:cNvPr>
          <p:cNvSpPr>
            <a:spLocks xmlns:a="http://schemas.openxmlformats.org/drawingml/2006/main" noGrp="1"/>
          </p:cNvSpPr>
          <p:nvPr/>
        </p:nvSpPr>
        <p:spPr>
          <a:xfrm xmlns:a="http://schemas.openxmlformats.org/drawingml/2006/main">
            <a:off x="2857500" y="87344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조회 후 재판단마다 클라우드 왕복 / 부분 수정 허용</a:t>
            </a:r>
          </a:p>
        </p:txBody>
      </p:sp>
      <p:sp>
        <p:nvSpPr>
          <p:cNvPr id="23" name="dp41-comparison / n23 / text 1">
            <a:extLst xmlns:a="http://schemas.openxmlformats.org/drawingml/2006/main">
              <a:ext uri="{FF2B5EF4-FFF2-40B4-BE49-F238E27FC236}">
                <a16:creationId xmlns:a16="http://schemas.microsoft.com/office/drawing/2014/main" id="{A967188F-A0BD-4E9C-AA66-862F1706E351}"/>
              </a:ext>
            </a:extLst>
          </p:cNvPr>
          <p:cNvSpPr>
            <a:spLocks xmlns:a="http://schemas.openxmlformats.org/drawingml/2006/main" noGrp="1"/>
          </p:cNvSpPr>
          <p:nvPr/>
        </p:nvSpPr>
        <p:spPr>
          <a:xfrm xmlns:a="http://schemas.openxmlformats.org/drawingml/2006/main">
            <a:off x="10001250" y="87344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지원 틀이 충분하면 재판단 축소 / 추가 해석과 질문 대기</a:t>
            </a:r>
          </a:p>
        </p:txBody>
      </p:sp>
      <p:sp>
        <p:nvSpPr>
          <p:cNvPr id="24" name="dp41-comparison / n24 / path">
            <a:extLst xmlns:a="http://schemas.openxmlformats.org/drawingml/2006/main">
              <a:ext uri="{FF2B5EF4-FFF2-40B4-BE49-F238E27FC236}">
                <a16:creationId xmlns:a16="http://schemas.microsoft.com/office/drawing/2014/main" id="{9B2C6E22-EAD9-4FBB-A0A6-3D63314EBD4E}"/>
              </a:ext>
            </a:extLst>
          </p:cNvPr>
          <p:cNvSpPr>
            <a:spLocks xmlns:a="http://schemas.openxmlformats.org/drawingml/2006/main" noGrp="1"/>
          </p:cNvSpPr>
          <p:nvPr/>
        </p:nvSpPr>
        <p:spPr>
          <a:xfrm xmlns:a="http://schemas.openxmlformats.org/drawingml/2006/main">
            <a:off x="381000" y="89820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5" name="dp41-comparison / n25 / text 1">
            <a:extLst xmlns:a="http://schemas.openxmlformats.org/drawingml/2006/main">
              <a:ext uri="{FF2B5EF4-FFF2-40B4-BE49-F238E27FC236}">
                <a16:creationId xmlns:a16="http://schemas.microsoft.com/office/drawing/2014/main" id="{71632376-B1EB-411C-992F-A9687C03E636}"/>
              </a:ext>
            </a:extLst>
          </p:cNvPr>
          <p:cNvSpPr>
            <a:spLocks xmlns:a="http://schemas.openxmlformats.org/drawingml/2006/main" noGrp="1"/>
          </p:cNvSpPr>
          <p:nvPr/>
        </p:nvSpPr>
        <p:spPr>
          <a:xfrm xmlns:a="http://schemas.openxmlformats.org/drawingml/2006/main">
            <a:off x="400050" y="90582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모델 호출 비용</a:t>
            </a:r>
          </a:p>
        </p:txBody>
      </p:sp>
      <p:sp>
        <p:nvSpPr>
          <p:cNvPr id="26" name="dp41-comparison / n26 / text 1">
            <a:extLst xmlns:a="http://schemas.openxmlformats.org/drawingml/2006/main">
              <a:ext uri="{FF2B5EF4-FFF2-40B4-BE49-F238E27FC236}">
                <a16:creationId xmlns:a16="http://schemas.microsoft.com/office/drawing/2014/main" id="{3CAD3B3B-601E-4725-BF6D-1C27BA11A38F}"/>
              </a:ext>
            </a:extLst>
          </p:cNvPr>
          <p:cNvSpPr>
            <a:spLocks xmlns:a="http://schemas.openxmlformats.org/drawingml/2006/main" noGrp="1"/>
          </p:cNvSpPr>
          <p:nvPr/>
        </p:nvSpPr>
        <p:spPr>
          <a:xfrm xmlns:a="http://schemas.openxmlformats.org/drawingml/2006/main">
            <a:off x="2857500" y="90582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반복 해석과 긴 Context가 비용 증가 요인</a:t>
            </a:r>
          </a:p>
        </p:txBody>
      </p:sp>
      <p:sp>
        <p:nvSpPr>
          <p:cNvPr id="27" name="dp41-comparison / n27 / text 1">
            <a:extLst xmlns:a="http://schemas.openxmlformats.org/drawingml/2006/main">
              <a:ext uri="{FF2B5EF4-FFF2-40B4-BE49-F238E27FC236}">
                <a16:creationId xmlns:a16="http://schemas.microsoft.com/office/drawing/2014/main" id="{5C9D7AA1-CB13-4D75-809F-8F5210550187}"/>
              </a:ext>
            </a:extLst>
          </p:cNvPr>
          <p:cNvSpPr>
            <a:spLocks xmlns:a="http://schemas.openxmlformats.org/drawingml/2006/main" noGrp="1"/>
          </p:cNvSpPr>
          <p:nvPr/>
        </p:nvSpPr>
        <p:spPr>
          <a:xfrm xmlns:a="http://schemas.openxmlformats.org/drawingml/2006/main">
            <a:off x="10001250" y="90582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초기 틀 + 필요한 부분 해석 / 항상 1회라는 전제 없음</a:t>
            </a:r>
          </a:p>
        </p:txBody>
      </p:sp>
      <p:sp>
        <p:nvSpPr>
          <p:cNvPr id="28" name="dp41-comparison / n28 / path">
            <a:extLst xmlns:a="http://schemas.openxmlformats.org/drawingml/2006/main">
              <a:ext uri="{FF2B5EF4-FFF2-40B4-BE49-F238E27FC236}">
                <a16:creationId xmlns:a16="http://schemas.microsoft.com/office/drawing/2014/main" id="{CEB14FB9-8908-4211-8EE3-7411264C3C59}"/>
              </a:ext>
            </a:extLst>
          </p:cNvPr>
          <p:cNvSpPr>
            <a:spLocks xmlns:a="http://schemas.openxmlformats.org/drawingml/2006/main" noGrp="1"/>
          </p:cNvSpPr>
          <p:nvPr/>
        </p:nvSpPr>
        <p:spPr>
          <a:xfrm xmlns:a="http://schemas.openxmlformats.org/drawingml/2006/main">
            <a:off x="381000" y="9305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9" name="dp41-comparison / n29 / text 1">
            <a:extLst xmlns:a="http://schemas.openxmlformats.org/drawingml/2006/main">
              <a:ext uri="{FF2B5EF4-FFF2-40B4-BE49-F238E27FC236}">
                <a16:creationId xmlns:a16="http://schemas.microsoft.com/office/drawing/2014/main" id="{EFEE536A-5EDB-4860-88A6-AA018A070C9C}"/>
              </a:ext>
            </a:extLst>
          </p:cNvPr>
          <p:cNvSpPr>
            <a:spLocks xmlns:a="http://schemas.openxmlformats.org/drawingml/2006/main" noGrp="1"/>
          </p:cNvSpPr>
          <p:nvPr/>
        </p:nvSpPr>
        <p:spPr>
          <a:xfrm xmlns:a="http://schemas.openxmlformats.org/drawingml/2006/main">
            <a:off x="400050" y="93821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변경 용이성</a:t>
            </a:r>
          </a:p>
        </p:txBody>
      </p:sp>
      <p:sp>
        <p:nvSpPr>
          <p:cNvPr id="30" name="dp41-comparison / n30 / text 1">
            <a:extLst xmlns:a="http://schemas.openxmlformats.org/drawingml/2006/main">
              <a:ext uri="{FF2B5EF4-FFF2-40B4-BE49-F238E27FC236}">
                <a16:creationId xmlns:a16="http://schemas.microsoft.com/office/drawing/2014/main" id="{872733D7-5D96-488B-96AB-AD875C09DDCE}"/>
              </a:ext>
            </a:extLst>
          </p:cNvPr>
          <p:cNvSpPr>
            <a:spLocks xmlns:a="http://schemas.openxmlformats.org/drawingml/2006/main" noGrp="1"/>
          </p:cNvSpPr>
          <p:nvPr/>
        </p:nvSpPr>
        <p:spPr>
          <a:xfrm xmlns:a="http://schemas.openxmlformats.org/drawingml/2006/main">
            <a:off x="2857500" y="93821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새 관계는 모델 지침/조회 도구 변경 가능</a:t>
            </a:r>
          </a:p>
        </p:txBody>
      </p:sp>
      <p:sp>
        <p:nvSpPr>
          <p:cNvPr id="31" name="dp41-comparison / n31 / text 1">
            <a:extLst xmlns:a="http://schemas.openxmlformats.org/drawingml/2006/main">
              <a:ext uri="{FF2B5EF4-FFF2-40B4-BE49-F238E27FC236}">
                <a16:creationId xmlns:a16="http://schemas.microsoft.com/office/drawing/2014/main" id="{66009BB6-2F92-4E6D-954B-976FC2E0539A}"/>
              </a:ext>
            </a:extLst>
          </p:cNvPr>
          <p:cNvSpPr>
            <a:spLocks xmlns:a="http://schemas.openxmlformats.org/drawingml/2006/main" noGrp="1"/>
          </p:cNvSpPr>
          <p:nvPr/>
        </p:nvSpPr>
        <p:spPr>
          <a:xfrm xmlns:a="http://schemas.openxmlformats.org/drawingml/2006/main">
            <a:off x="10001250" y="93821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요청 틀과 코드 규칙 확장 / 기존 지원 관계는 코드 제어</a:t>
            </a:r>
          </a:p>
        </p:txBody>
      </p:sp>
      <p:sp>
        <p:nvSpPr>
          <p:cNvPr id="32" name="dp41-comparison / n32 / text 1">
            <a:extLst xmlns:a="http://schemas.openxmlformats.org/drawingml/2006/main">
              <a:ext uri="{FF2B5EF4-FFF2-40B4-BE49-F238E27FC236}">
                <a16:creationId xmlns:a16="http://schemas.microsoft.com/office/drawing/2014/main" id="{54AA47D5-E2AB-4D67-AB7B-2476865B87F5}"/>
              </a:ext>
            </a:extLst>
          </p:cNvPr>
          <p:cNvSpPr>
            <a:spLocks xmlns:a="http://schemas.openxmlformats.org/drawingml/2006/main" noGrp="1"/>
          </p:cNvSpPr>
          <p:nvPr/>
        </p:nvSpPr>
        <p:spPr>
          <a:xfrm xmlns:a="http://schemas.openxmlformats.org/drawingml/2006/main">
            <a:off x="381000" y="98298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미선정 / 미측정. B도 부분 의미 판단을 다시 호출할 수 있다. 새 관계의 지원 범위와 질문 비용을 함께 비교한다.</a:t>
            </a:r>
          </a:p>
        </p:txBody>
      </p:sp>
      <p:sp>
        <p:nvSpPr>
          <p:cNvPr id="33" name="dp41-comparison / n33 / text 1">
            <a:extLst xmlns:a="http://schemas.openxmlformats.org/drawingml/2006/main">
              <a:ext uri="{FF2B5EF4-FFF2-40B4-BE49-F238E27FC236}">
                <a16:creationId xmlns:a16="http://schemas.microsoft.com/office/drawing/2014/main" id="{569C28B5-9FAF-41E6-8F3C-4B9BD31FEEBD}"/>
              </a:ext>
            </a:extLst>
          </p:cNvPr>
          <p:cNvSpPr>
            <a:spLocks xmlns:a="http://schemas.openxmlformats.org/drawingml/2006/main" noGrp="1"/>
          </p:cNvSpPr>
          <p:nvPr/>
        </p:nvSpPr>
        <p:spPr>
          <a:xfrm xmlns:a="http://schemas.openxmlformats.org/drawingml/2006/main">
            <a:off x="381000" y="10096500"/>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A도 정해진 형식으로 출력 가능 / B도 추가 모델 호출 가능 / 코드로 연결했다고 의미가 항상 옳은 것은 아님 / 품질/비용은 측정 전 가설</a:t>
            </a:r>
          </a:p>
        </p:txBody>
      </p:sp>
      <p:sp>
        <p:nvSpPr>
          <p:cNvPr id="34" name="dp41-comparison / n34">
            <a:extLst xmlns:a="http://schemas.openxmlformats.org/drawingml/2006/main">
              <a:ext uri="{FF2B5EF4-FFF2-40B4-BE49-F238E27FC236}">
                <a16:creationId xmlns:a16="http://schemas.microsoft.com/office/drawing/2014/main" id="{C036A37A-B21D-452E-A261-27E4CD8C1DEE}"/>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5" name="dp41-comparison / n35 / text 1">
            <a:extLst xmlns:a="http://schemas.openxmlformats.org/drawingml/2006/main">
              <a:ext uri="{FF2B5EF4-FFF2-40B4-BE49-F238E27FC236}">
                <a16:creationId xmlns:a16="http://schemas.microsoft.com/office/drawing/2014/main" id="{0A887829-4BEC-4814-AE70-98870540F452}"/>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6" name="dp41-comparison / n36">
            <a:extLst xmlns:a="http://schemas.openxmlformats.org/drawingml/2006/main">
              <a:ext uri="{FF2B5EF4-FFF2-40B4-BE49-F238E27FC236}">
                <a16:creationId xmlns:a16="http://schemas.microsoft.com/office/drawing/2014/main" id="{6EBBAB68-052D-49E0-8246-0F59140E65DA}"/>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7" name="dp41-comparison / n37 / text 1">
            <a:extLst xmlns:a="http://schemas.openxmlformats.org/drawingml/2006/main">
              <a:ext uri="{FF2B5EF4-FFF2-40B4-BE49-F238E27FC236}">
                <a16:creationId xmlns:a16="http://schemas.microsoft.com/office/drawing/2014/main" id="{FA05CBE6-14BB-4D66-B94D-E749C7A3D68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8" name="dp41-comparison / n38 / text 1">
            <a:extLst xmlns:a="http://schemas.openxmlformats.org/drawingml/2006/main">
              <a:ext uri="{FF2B5EF4-FFF2-40B4-BE49-F238E27FC236}">
                <a16:creationId xmlns:a16="http://schemas.microsoft.com/office/drawing/2014/main" id="{E85EB85B-95BB-42A7-A4E6-E8681F6DEE07}"/>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9" name="dp41-comparison / n39">
            <a:extLst xmlns:a="http://schemas.openxmlformats.org/drawingml/2006/main">
              <a:ext uri="{FF2B5EF4-FFF2-40B4-BE49-F238E27FC236}">
                <a16:creationId xmlns:a16="http://schemas.microsoft.com/office/drawing/2014/main" id="{5B7DEAF0-F84C-449F-A310-B17BA37ABFA8}"/>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40" name="dp41-comparison / n40 / text 1">
            <a:extLst xmlns:a="http://schemas.openxmlformats.org/drawingml/2006/main">
              <a:ext uri="{FF2B5EF4-FFF2-40B4-BE49-F238E27FC236}">
                <a16:creationId xmlns:a16="http://schemas.microsoft.com/office/drawing/2014/main" id="{68E532D3-7764-4819-A0D4-742BD58B0029}"/>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1" name="dp41-comparison / n41 / text 1">
            <a:extLst xmlns:a="http://schemas.openxmlformats.org/drawingml/2006/main">
              <a:ext uri="{FF2B5EF4-FFF2-40B4-BE49-F238E27FC236}">
                <a16:creationId xmlns:a16="http://schemas.microsoft.com/office/drawing/2014/main" id="{695FA089-113A-4683-99B1-1E7BEEE5D97C}"/>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2" name="dp41-comparison / n42">
            <a:extLst xmlns:a="http://schemas.openxmlformats.org/drawingml/2006/main">
              <a:ext uri="{FF2B5EF4-FFF2-40B4-BE49-F238E27FC236}">
                <a16:creationId xmlns:a16="http://schemas.microsoft.com/office/drawing/2014/main" id="{B5E17B66-7BD7-4024-AD88-C4D071145A30}"/>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3" name="dp41-comparison / n42 / fold">
            <a:extLst xmlns:a="http://schemas.openxmlformats.org/drawingml/2006/main">
              <a:ext uri="{FF2B5EF4-FFF2-40B4-BE49-F238E27FC236}">
                <a16:creationId xmlns:a16="http://schemas.microsoft.com/office/drawing/2014/main" id="{140CB6B2-FCF6-43A5-89FC-764A929A0480}"/>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4" name="dp41-comparison / n43 / text 1">
            <a:extLst xmlns:a="http://schemas.openxmlformats.org/drawingml/2006/main">
              <a:ext uri="{FF2B5EF4-FFF2-40B4-BE49-F238E27FC236}">
                <a16:creationId xmlns:a16="http://schemas.microsoft.com/office/drawing/2014/main" id="{8549CE93-D109-4BFB-B52C-641D844FE915}"/>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5" name="dp41-comparison / n44 / text 1">
            <a:extLst xmlns:a="http://schemas.openxmlformats.org/drawingml/2006/main">
              <a:ext uri="{FF2B5EF4-FFF2-40B4-BE49-F238E27FC236}">
                <a16:creationId xmlns:a16="http://schemas.microsoft.com/office/drawing/2014/main" id="{154E3416-DD18-4131-882C-F9847E72F729}"/>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6" name="dp41-comparison / n45">
            <a:extLst xmlns:a="http://schemas.openxmlformats.org/drawingml/2006/main">
              <a:ext uri="{FF2B5EF4-FFF2-40B4-BE49-F238E27FC236}">
                <a16:creationId xmlns:a16="http://schemas.microsoft.com/office/drawing/2014/main" id="{DD69FA3B-782F-4709-A1DA-54D2442CB758}"/>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7" name="dp41-comparison / n46 / text 1">
            <a:extLst xmlns:a="http://schemas.openxmlformats.org/drawingml/2006/main">
              <a:ext uri="{FF2B5EF4-FFF2-40B4-BE49-F238E27FC236}">
                <a16:creationId xmlns:a16="http://schemas.microsoft.com/office/drawing/2014/main" id="{A1077E08-82A8-425B-82CF-17DD31C5CBD4}"/>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8" name="dp41-comparison / n47 / text 1">
            <a:extLst xmlns:a="http://schemas.openxmlformats.org/drawingml/2006/main">
              <a:ext uri="{FF2B5EF4-FFF2-40B4-BE49-F238E27FC236}">
                <a16:creationId xmlns:a16="http://schemas.microsoft.com/office/drawing/2014/main" id="{0A668521-D8A9-40EB-8E57-64C2D7AC8BE9}"/>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9" name="dp41-comparison / n48">
            <a:extLst xmlns:a="http://schemas.openxmlformats.org/drawingml/2006/main">
              <a:ext uri="{FF2B5EF4-FFF2-40B4-BE49-F238E27FC236}">
                <a16:creationId xmlns:a16="http://schemas.microsoft.com/office/drawing/2014/main" id="{4F12B602-197B-46CF-9E49-A1E7370FF07E}"/>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50" name="dp41-comparison / n49 / text 1">
            <a:extLst xmlns:a="http://schemas.openxmlformats.org/drawingml/2006/main">
              <a:ext uri="{FF2B5EF4-FFF2-40B4-BE49-F238E27FC236}">
                <a16:creationId xmlns:a16="http://schemas.microsoft.com/office/drawing/2014/main" id="{8C4C318B-6D7E-4A76-89CF-2F3F833DA903}"/>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1" name="dp41-comparison / n50 / text 1">
            <a:extLst xmlns:a="http://schemas.openxmlformats.org/drawingml/2006/main">
              <a:ext uri="{FF2B5EF4-FFF2-40B4-BE49-F238E27FC236}">
                <a16:creationId xmlns:a16="http://schemas.microsoft.com/office/drawing/2014/main" id="{28099927-C228-4297-82A4-A73D0D68E20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2" name="dp41-comparison / n51 / path">
            <a:extLst xmlns:a="http://schemas.openxmlformats.org/drawingml/2006/main">
              <a:ext uri="{FF2B5EF4-FFF2-40B4-BE49-F238E27FC236}">
                <a16:creationId xmlns:a16="http://schemas.microsoft.com/office/drawing/2014/main" id="{59C84894-CFEA-40EC-ACD9-2D4824C435A7}"/>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3" name="dp41-comparison / n51 / arrow">
            <a:extLst xmlns:a="http://schemas.openxmlformats.org/drawingml/2006/main">
              <a:ext uri="{FF2B5EF4-FFF2-40B4-BE49-F238E27FC236}">
                <a16:creationId xmlns:a16="http://schemas.microsoft.com/office/drawing/2014/main" id="{B05CC794-E42D-4DA4-AA98-30F8A7B0AE79}"/>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4" name="dp41-comparison / n52 / text 1">
            <a:extLst xmlns:a="http://schemas.openxmlformats.org/drawingml/2006/main">
              <a:ext uri="{FF2B5EF4-FFF2-40B4-BE49-F238E27FC236}">
                <a16:creationId xmlns:a16="http://schemas.microsoft.com/office/drawing/2014/main" id="{9880461B-A691-4B5C-9ED9-E76DA7F90208}"/>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5" name="dp41-comparison / n53 / path">
            <a:extLst xmlns:a="http://schemas.openxmlformats.org/drawingml/2006/main">
              <a:ext uri="{FF2B5EF4-FFF2-40B4-BE49-F238E27FC236}">
                <a16:creationId xmlns:a16="http://schemas.microsoft.com/office/drawing/2014/main" id="{86A4F4AE-2693-42E6-A0AE-4955AAE9EB7D}"/>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6" name="dp41-comparison / n53 / arrow">
            <a:extLst xmlns:a="http://schemas.openxmlformats.org/drawingml/2006/main">
              <a:ext uri="{FF2B5EF4-FFF2-40B4-BE49-F238E27FC236}">
                <a16:creationId xmlns:a16="http://schemas.microsoft.com/office/drawing/2014/main" id="{22C36A3E-3209-451F-B22C-4D655777D7C3}"/>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7" name="dp41-comparison / n54 / text 1">
            <a:extLst xmlns:a="http://schemas.openxmlformats.org/drawingml/2006/main">
              <a:ext uri="{FF2B5EF4-FFF2-40B4-BE49-F238E27FC236}">
                <a16:creationId xmlns:a16="http://schemas.microsoft.com/office/drawing/2014/main" id="{58B39E94-FA9E-4CA6-9D22-74807CA7E51C}"/>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58" name="dp41-comparison / n55 / text 1">
            <a:extLst xmlns:a="http://schemas.openxmlformats.org/drawingml/2006/main">
              <a:ext uri="{FF2B5EF4-FFF2-40B4-BE49-F238E27FC236}">
                <a16:creationId xmlns:a16="http://schemas.microsoft.com/office/drawing/2014/main" id="{5A6E00EA-10DF-4C83-A503-CBF6BF8B711C}"/>
              </a:ext>
            </a:extLst>
          </p:cNvPr>
          <p:cNvSpPr>
            <a:spLocks xmlns:a="http://schemas.openxmlformats.org/drawingml/2006/main" noGrp="1"/>
          </p:cNvSpPr>
          <p:nvPr/>
        </p:nvSpPr>
        <p:spPr>
          <a:xfrm xmlns:a="http://schemas.openxmlformats.org/drawingml/2006/main">
            <a:off x="514350" y="68103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59" name="dp41-comparison / n56">
            <a:extLst xmlns:a="http://schemas.openxmlformats.org/drawingml/2006/main">
              <a:ext uri="{FF2B5EF4-FFF2-40B4-BE49-F238E27FC236}">
                <a16:creationId xmlns:a16="http://schemas.microsoft.com/office/drawing/2014/main" id="{522F1BE8-8146-48B4-87C0-8AF28CD08711}"/>
              </a:ext>
            </a:extLst>
          </p:cNvPr>
          <p:cNvSpPr>
            <a:spLocks xmlns:a="http://schemas.openxmlformats.org/drawingml/2006/main" noGrp="1"/>
          </p:cNvSpPr>
          <p:nvPr/>
        </p:nvSpPr>
        <p:spPr>
          <a:xfrm xmlns:a="http://schemas.openxmlformats.org/drawingml/2006/main">
            <a:off x="504825" y="69818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0" name="dp41-comparison / n57 / text 1">
            <a:extLst xmlns:a="http://schemas.openxmlformats.org/drawingml/2006/main">
              <a:ext uri="{FF2B5EF4-FFF2-40B4-BE49-F238E27FC236}">
                <a16:creationId xmlns:a16="http://schemas.microsoft.com/office/drawing/2014/main" id="{6AEFF0F8-54CD-4F02-A2FF-FDA582EE7D4C}"/>
              </a:ext>
            </a:extLst>
          </p:cNvPr>
          <p:cNvSpPr>
            <a:spLocks xmlns:a="http://schemas.openxmlformats.org/drawingml/2006/main" noGrp="1"/>
          </p:cNvSpPr>
          <p:nvPr/>
        </p:nvSpPr>
        <p:spPr>
          <a:xfrm xmlns:a="http://schemas.openxmlformats.org/drawingml/2006/main">
            <a:off x="590550" y="70056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1" name="dp41-comparison / n58 / text 1">
            <a:extLst xmlns:a="http://schemas.openxmlformats.org/drawingml/2006/main">
              <a:ext uri="{FF2B5EF4-FFF2-40B4-BE49-F238E27FC236}">
                <a16:creationId xmlns:a16="http://schemas.microsoft.com/office/drawing/2014/main" id="{A35A36EB-A6CB-4D2B-8653-3403EAA91ECD}"/>
              </a:ext>
            </a:extLst>
          </p:cNvPr>
          <p:cNvSpPr>
            <a:spLocks xmlns:a="http://schemas.openxmlformats.org/drawingml/2006/main" noGrp="1"/>
          </p:cNvSpPr>
          <p:nvPr/>
        </p:nvSpPr>
        <p:spPr>
          <a:xfrm xmlns:a="http://schemas.openxmlformats.org/drawingml/2006/main">
            <a:off x="847725" y="70104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2" name="dp41-comparison / n59">
            <a:extLst xmlns:a="http://schemas.openxmlformats.org/drawingml/2006/main">
              <a:ext uri="{FF2B5EF4-FFF2-40B4-BE49-F238E27FC236}">
                <a16:creationId xmlns:a16="http://schemas.microsoft.com/office/drawing/2014/main" id="{3927C3FD-5180-4020-949E-E32543198172}"/>
              </a:ext>
            </a:extLst>
          </p:cNvPr>
          <p:cNvSpPr>
            <a:spLocks xmlns:a="http://schemas.openxmlformats.org/drawingml/2006/main" noGrp="1"/>
          </p:cNvSpPr>
          <p:nvPr/>
        </p:nvSpPr>
        <p:spPr>
          <a:xfrm xmlns:a="http://schemas.openxmlformats.org/drawingml/2006/main">
            <a:off x="504825" y="7229475"/>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3" name="dp41-comparison / n60 / text 1">
            <a:extLst xmlns:a="http://schemas.openxmlformats.org/drawingml/2006/main">
              <a:ext uri="{FF2B5EF4-FFF2-40B4-BE49-F238E27FC236}">
                <a16:creationId xmlns:a16="http://schemas.microsoft.com/office/drawing/2014/main" id="{37E62757-9FF8-4A9F-97B6-0F99F4054F35}"/>
              </a:ext>
            </a:extLst>
          </p:cNvPr>
          <p:cNvSpPr>
            <a:spLocks xmlns:a="http://schemas.openxmlformats.org/drawingml/2006/main" noGrp="1"/>
          </p:cNvSpPr>
          <p:nvPr/>
        </p:nvSpPr>
        <p:spPr>
          <a:xfrm xmlns:a="http://schemas.openxmlformats.org/drawingml/2006/main">
            <a:off x="590550" y="725328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4" name="dp41-comparison / n61 / text 1">
            <a:extLst xmlns:a="http://schemas.openxmlformats.org/drawingml/2006/main">
              <a:ext uri="{FF2B5EF4-FFF2-40B4-BE49-F238E27FC236}">
                <a16:creationId xmlns:a16="http://schemas.microsoft.com/office/drawing/2014/main" id="{FCFF254D-DE7D-4DC1-A11E-2D85CCD9BCC4}"/>
              </a:ext>
            </a:extLst>
          </p:cNvPr>
          <p:cNvSpPr>
            <a:spLocks xmlns:a="http://schemas.openxmlformats.org/drawingml/2006/main" noGrp="1"/>
          </p:cNvSpPr>
          <p:nvPr/>
        </p:nvSpPr>
        <p:spPr>
          <a:xfrm xmlns:a="http://schemas.openxmlformats.org/drawingml/2006/main">
            <a:off x="847725" y="725805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5" name="dp41-comparison / n64">
            <a:extLst xmlns:a="http://schemas.openxmlformats.org/drawingml/2006/main">
              <a:ext uri="{FF2B5EF4-FFF2-40B4-BE49-F238E27FC236}">
                <a16:creationId xmlns:a16="http://schemas.microsoft.com/office/drawing/2014/main" id="{9F9F8317-E01B-4F7C-8C4E-818F81E2F69A}"/>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6" name="dp41-comparison / n65 / text 1">
            <a:extLst xmlns:a="http://schemas.openxmlformats.org/drawingml/2006/main">
              <a:ext uri="{FF2B5EF4-FFF2-40B4-BE49-F238E27FC236}">
                <a16:creationId xmlns:a16="http://schemas.microsoft.com/office/drawing/2014/main" id="{719AD54A-F128-4491-BD42-1D4110135E7B}"/>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7" name="dp41-comparison / n66">
            <a:extLst xmlns:a="http://schemas.openxmlformats.org/drawingml/2006/main">
              <a:ext uri="{FF2B5EF4-FFF2-40B4-BE49-F238E27FC236}">
                <a16:creationId xmlns:a16="http://schemas.microsoft.com/office/drawing/2014/main" id="{C6A99869-5B83-462D-B0DB-7007587D6300}"/>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EB041BC7-20E3-4CA9-8658-D2DC344B6910}"/>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69" name="dp41-comparison / n68 / path">
            <a:extLst xmlns:a="http://schemas.openxmlformats.org/drawingml/2006/main">
              <a:ext uri="{FF2B5EF4-FFF2-40B4-BE49-F238E27FC236}">
                <a16:creationId xmlns:a16="http://schemas.microsoft.com/office/drawing/2014/main" id="{18E4DD8A-B9CF-44D0-B3ED-C81545378C37}"/>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0" name="dp41-comparison / n68 / arrow">
            <a:extLst xmlns:a="http://schemas.openxmlformats.org/drawingml/2006/main">
              <a:ext uri="{FF2B5EF4-FFF2-40B4-BE49-F238E27FC236}">
                <a16:creationId xmlns:a16="http://schemas.microsoft.com/office/drawing/2014/main" id="{22BB8455-B215-4113-8986-96A536EDBC74}"/>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1" name="dp41-comparison / n69 / path">
            <a:extLst xmlns:a="http://schemas.openxmlformats.org/drawingml/2006/main">
              <a:ext uri="{FF2B5EF4-FFF2-40B4-BE49-F238E27FC236}">
                <a16:creationId xmlns:a16="http://schemas.microsoft.com/office/drawing/2014/main" id="{E9ED30FE-BAEA-470B-8B48-08AD7C34BC5F}"/>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2" name="dp41-comparison / n69 / arrow">
            <a:extLst xmlns:a="http://schemas.openxmlformats.org/drawingml/2006/main">
              <a:ext uri="{FF2B5EF4-FFF2-40B4-BE49-F238E27FC236}">
                <a16:creationId xmlns:a16="http://schemas.microsoft.com/office/drawing/2014/main" id="{964A48F9-F644-40DC-84A3-B9B92A363FE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0">
            <a:extLst xmlns:a="http://schemas.openxmlformats.org/drawingml/2006/main">
              <a:ext uri="{FF2B5EF4-FFF2-40B4-BE49-F238E27FC236}">
                <a16:creationId xmlns:a16="http://schemas.microsoft.com/office/drawing/2014/main" id="{2640B75A-850F-4BE1-890B-4098D8238771}"/>
              </a:ext>
            </a:extLst>
          </p:cNvPr>
          <p:cNvSpPr>
            <a:spLocks xmlns:a="http://schemas.openxmlformats.org/drawingml/2006/main" noGrp="1"/>
          </p:cNvSpPr>
          <p:nvPr/>
        </p:nvSpPr>
        <p:spPr>
          <a:xfrm xmlns:a="http://schemas.openxmlformats.org/drawingml/2006/main">
            <a:off x="1476375" y="3257550"/>
            <a:ext cx="7953375"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4" name="dp41-comparison / n71 / text 1">
            <a:extLst xmlns:a="http://schemas.openxmlformats.org/drawingml/2006/main">
              <a:ext uri="{FF2B5EF4-FFF2-40B4-BE49-F238E27FC236}">
                <a16:creationId xmlns:a16="http://schemas.microsoft.com/office/drawing/2014/main" id="{F34E8306-7D42-40A7-BB4A-8F3275692F92}"/>
              </a:ext>
            </a:extLst>
          </p:cNvPr>
          <p:cNvSpPr>
            <a:spLocks xmlns:a="http://schemas.openxmlformats.org/drawingml/2006/main" noGrp="1"/>
          </p:cNvSpPr>
          <p:nvPr/>
        </p:nvSpPr>
        <p:spPr>
          <a:xfrm xmlns:a="http://schemas.openxmlformats.org/drawingml/2006/main">
            <a:off x="1600200" y="335280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5" name="dp41-comparison / n74 / path">
            <a:extLst xmlns:a="http://schemas.openxmlformats.org/drawingml/2006/main">
              <a:ext uri="{FF2B5EF4-FFF2-40B4-BE49-F238E27FC236}">
                <a16:creationId xmlns:a16="http://schemas.microsoft.com/office/drawing/2014/main" id="{B815EF6E-1288-42C8-973E-94CF133D8127}"/>
              </a:ext>
            </a:extLst>
          </p:cNvPr>
          <p:cNvSpPr>
            <a:spLocks xmlns:a="http://schemas.openxmlformats.org/drawingml/2006/main" noGrp="1"/>
          </p:cNvSpPr>
          <p:nvPr/>
        </p:nvSpPr>
        <p:spPr>
          <a:xfrm xmlns:a="http://schemas.openxmlformats.org/drawingml/2006/main">
            <a:off x="7239000" y="2743200"/>
            <a:ext cx="23813" cy="514350"/>
          </a:xfrm>
          <a:custGeom xmlns:a="http://schemas.openxmlformats.org/drawingml/2006/main">
            <a:pathLst>
              <a:path w="23813" h="514350">
                <a:moveTo>
                  <a:pt x="0" y="0"/>
                </a:moveTo>
                <a:lnTo>
                  <a:pt x="0" y="447675"/>
                </a:lnTo>
                <a:lnTo>
                  <a:pt x="23813" y="447675"/>
                </a:lnTo>
                <a:lnTo>
                  <a:pt x="23813" y="514350"/>
                </a:lnTo>
              </a:path>
            </a:pathLst>
          </a:custGeom>
          <a:noFill xmlns:a="http://schemas.openxmlformats.org/drawingml/2006/main"/>
          <a:ln xmlns:a="http://schemas.openxmlformats.org/drawingml/2006/main" w="10478">
            <a:solidFill>
              <a:srgbClr val="000000"/>
            </a:solidFill>
            <a:prstDash val="solid"/>
          </a:ln>
        </p:spPr>
      </p:sp>
      <p:sp>
        <p:nvSpPr>
          <p:cNvPr id="76" name="dp41-comparison / n74 / arrow">
            <a:extLst xmlns:a="http://schemas.openxmlformats.org/drawingml/2006/main">
              <a:ext uri="{FF2B5EF4-FFF2-40B4-BE49-F238E27FC236}">
                <a16:creationId xmlns:a16="http://schemas.microsoft.com/office/drawing/2014/main" id="{3871CBE4-25EF-425C-B1FA-F5F6E891DCFF}"/>
              </a:ext>
            </a:extLst>
          </p:cNvPr>
          <p:cNvSpPr>
            <a:spLocks xmlns:a="http://schemas.openxmlformats.org/drawingml/2006/main" noGrp="1"/>
          </p:cNvSpPr>
          <p:nvPr/>
        </p:nvSpPr>
        <p:spPr>
          <a:xfrm xmlns:a="http://schemas.openxmlformats.org/drawingml/2006/main">
            <a:off x="7229285" y="3190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77" name="dp41-comparison / n77">
            <a:extLst xmlns:a="http://schemas.openxmlformats.org/drawingml/2006/main">
              <a:ext uri="{FF2B5EF4-FFF2-40B4-BE49-F238E27FC236}">
                <a16:creationId xmlns:a16="http://schemas.microsoft.com/office/drawing/2014/main" id="{A5362E75-4047-4990-8BCF-9213CCA44A04}"/>
              </a:ext>
            </a:extLst>
          </p:cNvPr>
          <p:cNvSpPr>
            <a:spLocks xmlns:a="http://schemas.openxmlformats.org/drawingml/2006/main" noGrp="1"/>
          </p:cNvSpPr>
          <p:nvPr/>
        </p:nvSpPr>
        <p:spPr>
          <a:xfrm xmlns:a="http://schemas.openxmlformats.org/drawingml/2006/main">
            <a:off x="1666875" y="2867025"/>
            <a:ext cx="2381250"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8 / text 1">
            <a:extLst xmlns:a="http://schemas.openxmlformats.org/drawingml/2006/main">
              <a:ext uri="{FF2B5EF4-FFF2-40B4-BE49-F238E27FC236}">
                <a16:creationId xmlns:a16="http://schemas.microsoft.com/office/drawing/2014/main" id="{30E61F88-951A-4D70-98DF-CFE80C5E274F}"/>
              </a:ext>
            </a:extLst>
          </p:cNvPr>
          <p:cNvSpPr>
            <a:spLocks xmlns:a="http://schemas.openxmlformats.org/drawingml/2006/main" noGrp="1"/>
          </p:cNvSpPr>
          <p:nvPr/>
        </p:nvSpPr>
        <p:spPr>
          <a:xfrm xmlns:a="http://schemas.openxmlformats.org/drawingml/2006/main">
            <a:off x="1752600" y="2895600"/>
            <a:ext cx="2209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9" name="dp41-comparison / n81">
            <a:extLst xmlns:a="http://schemas.openxmlformats.org/drawingml/2006/main">
              <a:ext uri="{FF2B5EF4-FFF2-40B4-BE49-F238E27FC236}">
                <a16:creationId xmlns:a16="http://schemas.microsoft.com/office/drawing/2014/main" id="{BE86D03F-5BC9-4F35-BA17-C3D144AE254B}"/>
              </a:ext>
            </a:extLst>
          </p:cNvPr>
          <p:cNvSpPr>
            <a:spLocks xmlns:a="http://schemas.openxmlformats.org/drawingml/2006/main" noGrp="1"/>
          </p:cNvSpPr>
          <p:nvPr/>
        </p:nvSpPr>
        <p:spPr>
          <a:xfrm xmlns:a="http://schemas.openxmlformats.org/drawingml/2006/main">
            <a:off x="1666875" y="3667125"/>
            <a:ext cx="2333625" cy="342900"/>
          </a:xfrm>
          <a:prstGeom xmlns:a="http://schemas.openxmlformats.org/drawingml/2006/main" prst="roundRect">
            <a:avLst>
              <a:gd name="adj" fmla="val 22222"/>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2 / text 1">
            <a:extLst xmlns:a="http://schemas.openxmlformats.org/drawingml/2006/main">
              <a:ext uri="{FF2B5EF4-FFF2-40B4-BE49-F238E27FC236}">
                <a16:creationId xmlns:a16="http://schemas.microsoft.com/office/drawing/2014/main" id="{CC00C96A-5605-4EF3-9197-83CA90AF1C74}"/>
              </a:ext>
            </a:extLst>
          </p:cNvPr>
          <p:cNvSpPr>
            <a:spLocks xmlns:a="http://schemas.openxmlformats.org/drawingml/2006/main" noGrp="1"/>
          </p:cNvSpPr>
          <p:nvPr/>
        </p:nvSpPr>
        <p:spPr>
          <a:xfrm xmlns:a="http://schemas.openxmlformats.org/drawingml/2006/main">
            <a:off x="1752600" y="3727133"/>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3">
            <a:extLst xmlns:a="http://schemas.openxmlformats.org/drawingml/2006/main">
              <a:ext uri="{FF2B5EF4-FFF2-40B4-BE49-F238E27FC236}">
                <a16:creationId xmlns:a16="http://schemas.microsoft.com/office/drawing/2014/main" id="{2BD6AD57-FECB-4DF3-A683-CE356407519B}"/>
              </a:ext>
            </a:extLst>
          </p:cNvPr>
          <p:cNvSpPr>
            <a:spLocks xmlns:a="http://schemas.openxmlformats.org/drawingml/2006/main" noGrp="1"/>
          </p:cNvSpPr>
          <p:nvPr/>
        </p:nvSpPr>
        <p:spPr>
          <a:xfrm xmlns:a="http://schemas.openxmlformats.org/drawingml/2006/main">
            <a:off x="7620000" y="3667125"/>
            <a:ext cx="161925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4 / text 1">
            <a:extLst xmlns:a="http://schemas.openxmlformats.org/drawingml/2006/main">
              <a:ext uri="{FF2B5EF4-FFF2-40B4-BE49-F238E27FC236}">
                <a16:creationId xmlns:a16="http://schemas.microsoft.com/office/drawing/2014/main" id="{84B757A3-4E3A-4171-ABAD-AB76439403B2}"/>
              </a:ext>
            </a:extLst>
          </p:cNvPr>
          <p:cNvSpPr>
            <a:spLocks xmlns:a="http://schemas.openxmlformats.org/drawingml/2006/main" noGrp="1"/>
          </p:cNvSpPr>
          <p:nvPr/>
        </p:nvSpPr>
        <p:spPr>
          <a:xfrm xmlns:a="http://schemas.openxmlformats.org/drawingml/2006/main">
            <a:off x="7705725" y="37457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읽기 도구 실행기</a:t>
            </a:r>
          </a:p>
        </p:txBody>
      </p:sp>
      <p:sp>
        <p:nvSpPr>
          <p:cNvPr id="83" name="dp41-comparison / n85">
            <a:extLst xmlns:a="http://schemas.openxmlformats.org/drawingml/2006/main">
              <a:ext uri="{FF2B5EF4-FFF2-40B4-BE49-F238E27FC236}">
                <a16:creationId xmlns:a16="http://schemas.microsoft.com/office/drawing/2014/main" id="{AF1A0FB7-97B7-46F1-A57F-0F1ACF00505C}"/>
              </a:ext>
            </a:extLst>
          </p:cNvPr>
          <p:cNvSpPr>
            <a:spLocks xmlns:a="http://schemas.openxmlformats.org/drawingml/2006/main" noGrp="1"/>
          </p:cNvSpPr>
          <p:nvPr/>
        </p:nvSpPr>
        <p:spPr>
          <a:xfrm xmlns:a="http://schemas.openxmlformats.org/drawingml/2006/main">
            <a:off x="7334250" y="5429250"/>
            <a:ext cx="19050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6 / text 1">
            <a:extLst xmlns:a="http://schemas.openxmlformats.org/drawingml/2006/main">
              <a:ext uri="{FF2B5EF4-FFF2-40B4-BE49-F238E27FC236}">
                <a16:creationId xmlns:a16="http://schemas.microsoft.com/office/drawing/2014/main" id="{DA2D3C15-0092-410A-855D-E6531FCCA9A9}"/>
              </a:ext>
            </a:extLst>
          </p:cNvPr>
          <p:cNvSpPr>
            <a:spLocks xmlns:a="http://schemas.openxmlformats.org/drawingml/2006/main" noGrp="1"/>
          </p:cNvSpPr>
          <p:nvPr/>
        </p:nvSpPr>
        <p:spPr>
          <a:xfrm xmlns:a="http://schemas.openxmlformats.org/drawingml/2006/main">
            <a:off x="7419975" y="5476399"/>
            <a:ext cx="17335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85" name="dp41-comparison / n87 / path">
            <a:extLst xmlns:a="http://schemas.openxmlformats.org/drawingml/2006/main">
              <a:ext uri="{FF2B5EF4-FFF2-40B4-BE49-F238E27FC236}">
                <a16:creationId xmlns:a16="http://schemas.microsoft.com/office/drawing/2014/main" id="{073F6D02-0FEF-4139-874E-2F552C600BC4}"/>
              </a:ext>
            </a:extLst>
          </p:cNvPr>
          <p:cNvSpPr>
            <a:spLocks xmlns:a="http://schemas.openxmlformats.org/drawingml/2006/main" noGrp="1"/>
          </p:cNvSpPr>
          <p:nvPr/>
        </p:nvSpPr>
        <p:spPr>
          <a:xfrm xmlns:a="http://schemas.openxmlformats.org/drawingml/2006/main">
            <a:off x="4000500" y="3762375"/>
            <a:ext cx="3619500" cy="953"/>
          </a:xfrm>
          <a:custGeom xmlns:a="http://schemas.openxmlformats.org/drawingml/2006/main">
            <a:pathLst>
              <a:path w="3619500" h="953">
                <a:moveTo>
                  <a:pt x="0" y="0"/>
                </a:moveTo>
                <a:lnTo>
                  <a:pt x="3619500" y="0"/>
                </a:lnTo>
              </a:path>
            </a:pathLst>
          </a:custGeom>
          <a:noFill xmlns:a="http://schemas.openxmlformats.org/drawingml/2006/main"/>
          <a:ln xmlns:a="http://schemas.openxmlformats.org/drawingml/2006/main" w="10478">
            <a:solidFill>
              <a:srgbClr val="000000"/>
            </a:solidFill>
            <a:prstDash val="solid"/>
          </a:ln>
        </p:spPr>
      </p:sp>
      <p:sp>
        <p:nvSpPr>
          <p:cNvPr id="86" name="dp41-comparison / n87 / arrow">
            <a:extLst xmlns:a="http://schemas.openxmlformats.org/drawingml/2006/main">
              <a:ext uri="{FF2B5EF4-FFF2-40B4-BE49-F238E27FC236}">
                <a16:creationId xmlns:a16="http://schemas.microsoft.com/office/drawing/2014/main" id="{CF959AE8-367D-4613-A885-6E111430A567}"/>
              </a:ext>
            </a:extLst>
          </p:cNvPr>
          <p:cNvSpPr>
            <a:spLocks xmlns:a="http://schemas.openxmlformats.org/drawingml/2006/main" noGrp="1"/>
          </p:cNvSpPr>
          <p:nvPr/>
        </p:nvSpPr>
        <p:spPr>
          <a:xfrm xmlns:a="http://schemas.openxmlformats.org/drawingml/2006/main">
            <a:off x="7552944"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7" name="dp41-comparison / n90 / path">
            <a:extLst xmlns:a="http://schemas.openxmlformats.org/drawingml/2006/main">
              <a:ext uri="{FF2B5EF4-FFF2-40B4-BE49-F238E27FC236}">
                <a16:creationId xmlns:a16="http://schemas.microsoft.com/office/drawing/2014/main" id="{96C387F5-3710-4225-AECB-9595DE621324}"/>
              </a:ext>
            </a:extLst>
          </p:cNvPr>
          <p:cNvSpPr>
            <a:spLocks xmlns:a="http://schemas.openxmlformats.org/drawingml/2006/main" noGrp="1"/>
          </p:cNvSpPr>
          <p:nvPr/>
        </p:nvSpPr>
        <p:spPr>
          <a:xfrm xmlns:a="http://schemas.openxmlformats.org/drawingml/2006/main">
            <a:off x="2833688" y="4010025"/>
            <a:ext cx="5595938" cy="66675"/>
          </a:xfrm>
          <a:custGeom xmlns:a="http://schemas.openxmlformats.org/drawingml/2006/main">
            <a:pathLst>
              <a:path w="5595938" h="66675">
                <a:moveTo>
                  <a:pt x="5595938" y="0"/>
                </a:moveTo>
                <a:lnTo>
                  <a:pt x="5595938" y="66675"/>
                </a:lnTo>
                <a:lnTo>
                  <a:pt x="0" y="66675"/>
                </a:lnTo>
                <a:lnTo>
                  <a:pt x="0" y="0"/>
                </a:lnTo>
              </a:path>
            </a:pathLst>
          </a:custGeom>
          <a:noFill xmlns:a="http://schemas.openxmlformats.org/drawingml/2006/main"/>
          <a:ln xmlns:a="http://schemas.openxmlformats.org/drawingml/2006/main" w="10478">
            <a:solidFill>
              <a:srgbClr val="000000"/>
            </a:solidFill>
            <a:prstDash val="dash"/>
          </a:ln>
        </p:spPr>
      </p:sp>
      <p:sp>
        <p:nvSpPr>
          <p:cNvPr id="88" name="dp41-comparison / n90 / arrow">
            <a:extLst xmlns:a="http://schemas.openxmlformats.org/drawingml/2006/main">
              <a:ext uri="{FF2B5EF4-FFF2-40B4-BE49-F238E27FC236}">
                <a16:creationId xmlns:a16="http://schemas.microsoft.com/office/drawing/2014/main" id="{6F681451-79C2-4000-8092-97CDB19C564F}"/>
              </a:ext>
            </a:extLst>
          </p:cNvPr>
          <p:cNvSpPr>
            <a:spLocks xmlns:a="http://schemas.openxmlformats.org/drawingml/2006/main" noGrp="1"/>
          </p:cNvSpPr>
          <p:nvPr/>
        </p:nvSpPr>
        <p:spPr>
          <a:xfrm xmlns:a="http://schemas.openxmlformats.org/drawingml/2006/main">
            <a:off x="2800160" y="40100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89" name="dp41-comparison / n95 / path">
            <a:extLst xmlns:a="http://schemas.openxmlformats.org/drawingml/2006/main">
              <a:ext uri="{FF2B5EF4-FFF2-40B4-BE49-F238E27FC236}">
                <a16:creationId xmlns:a16="http://schemas.microsoft.com/office/drawing/2014/main" id="{646BFCBC-851B-4D4C-8404-9D887C573A0B}"/>
              </a:ext>
            </a:extLst>
          </p:cNvPr>
          <p:cNvSpPr>
            <a:spLocks xmlns:a="http://schemas.openxmlformats.org/drawingml/2006/main" noGrp="1"/>
          </p:cNvSpPr>
          <p:nvPr/>
        </p:nvSpPr>
        <p:spPr>
          <a:xfrm xmlns:a="http://schemas.openxmlformats.org/drawingml/2006/main">
            <a:off x="1571625" y="3838575"/>
            <a:ext cx="5762625" cy="1952625"/>
          </a:xfrm>
          <a:custGeom xmlns:a="http://schemas.openxmlformats.org/drawingml/2006/main">
            <a:pathLst>
              <a:path w="5762625" h="1952625">
                <a:moveTo>
                  <a:pt x="95250" y="0"/>
                </a:moveTo>
                <a:lnTo>
                  <a:pt x="0" y="0"/>
                </a:lnTo>
                <a:lnTo>
                  <a:pt x="0" y="1952625"/>
                </a:lnTo>
                <a:lnTo>
                  <a:pt x="5667375" y="1952625"/>
                </a:lnTo>
                <a:lnTo>
                  <a:pt x="5667375" y="1743075"/>
                </a:lnTo>
                <a:lnTo>
                  <a:pt x="5762625" y="1743075"/>
                </a:lnTo>
              </a:path>
            </a:pathLst>
          </a:custGeom>
          <a:noFill xmlns:a="http://schemas.openxmlformats.org/drawingml/2006/main"/>
          <a:ln xmlns:a="http://schemas.openxmlformats.org/drawingml/2006/main" w="10478">
            <a:solidFill>
              <a:srgbClr val="000000"/>
            </a:solidFill>
            <a:prstDash val="solid"/>
          </a:ln>
        </p:spPr>
      </p:sp>
      <p:sp>
        <p:nvSpPr>
          <p:cNvPr id="90" name="dp41-comparison / n95 / arrow">
            <a:extLst xmlns:a="http://schemas.openxmlformats.org/drawingml/2006/main">
              <a:ext uri="{FF2B5EF4-FFF2-40B4-BE49-F238E27FC236}">
                <a16:creationId xmlns:a16="http://schemas.microsoft.com/office/drawing/2014/main" id="{4C7B1FB5-705A-4E3C-827C-DDE086E93082}"/>
              </a:ext>
            </a:extLst>
          </p:cNvPr>
          <p:cNvSpPr>
            <a:spLocks xmlns:a="http://schemas.openxmlformats.org/drawingml/2006/main" noGrp="1"/>
          </p:cNvSpPr>
          <p:nvPr/>
        </p:nvSpPr>
        <p:spPr>
          <a:xfrm xmlns:a="http://schemas.openxmlformats.org/drawingml/2006/main">
            <a:off x="7267194" y="55481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91" name="dp41-comparison / n104">
            <a:extLst xmlns:a="http://schemas.openxmlformats.org/drawingml/2006/main">
              <a:ext uri="{FF2B5EF4-FFF2-40B4-BE49-F238E27FC236}">
                <a16:creationId xmlns:a16="http://schemas.microsoft.com/office/drawing/2014/main" id="{AC535086-4683-48C5-A737-56955D3A0B4E}"/>
              </a:ext>
            </a:extLst>
          </p:cNvPr>
          <p:cNvSpPr>
            <a:spLocks xmlns:a="http://schemas.openxmlformats.org/drawingml/2006/main" noGrp="1"/>
          </p:cNvSpPr>
          <p:nvPr/>
        </p:nvSpPr>
        <p:spPr>
          <a:xfrm xmlns:a="http://schemas.openxmlformats.org/drawingml/2006/main">
            <a:off x="4362450"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1-comparison / n105 / text 1">
            <a:extLst xmlns:a="http://schemas.openxmlformats.org/drawingml/2006/main">
              <a:ext uri="{FF2B5EF4-FFF2-40B4-BE49-F238E27FC236}">
                <a16:creationId xmlns:a16="http://schemas.microsoft.com/office/drawing/2014/main" id="{C0C6E747-A187-43FA-8EEF-0AD5B2B1AC90}"/>
              </a:ext>
            </a:extLst>
          </p:cNvPr>
          <p:cNvSpPr>
            <a:spLocks xmlns:a="http://schemas.openxmlformats.org/drawingml/2006/main" noGrp="1"/>
          </p:cNvSpPr>
          <p:nvPr/>
        </p:nvSpPr>
        <p:spPr>
          <a:xfrm xmlns:a="http://schemas.openxmlformats.org/drawingml/2006/main">
            <a:off x="4448175"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93" name="dp41-comparison / n106 / path">
            <a:extLst xmlns:a="http://schemas.openxmlformats.org/drawingml/2006/main">
              <a:ext uri="{FF2B5EF4-FFF2-40B4-BE49-F238E27FC236}">
                <a16:creationId xmlns:a16="http://schemas.microsoft.com/office/drawing/2014/main" id="{34710075-7AC8-467E-B104-1811F4E18658}"/>
              </a:ext>
            </a:extLst>
          </p:cNvPr>
          <p:cNvSpPr>
            <a:spLocks xmlns:a="http://schemas.openxmlformats.org/drawingml/2006/main" noGrp="1"/>
          </p:cNvSpPr>
          <p:nvPr/>
        </p:nvSpPr>
        <p:spPr>
          <a:xfrm xmlns:a="http://schemas.openxmlformats.org/drawingml/2006/main">
            <a:off x="5457825" y="3771900"/>
            <a:ext cx="4010025" cy="2247900"/>
          </a:xfrm>
          <a:custGeom xmlns:a="http://schemas.openxmlformats.org/drawingml/2006/main">
            <a:pathLst>
              <a:path w="4010025" h="2247900">
                <a:moveTo>
                  <a:pt x="3781425" y="0"/>
                </a:moveTo>
                <a:lnTo>
                  <a:pt x="4010025" y="0"/>
                </a:lnTo>
                <a:lnTo>
                  <a:pt x="4010025" y="2105025"/>
                </a:lnTo>
                <a:lnTo>
                  <a:pt x="0" y="2105025"/>
                </a:lnTo>
                <a:lnTo>
                  <a:pt x="0" y="2247900"/>
                </a:lnTo>
              </a:path>
            </a:pathLst>
          </a:custGeom>
          <a:noFill xmlns:a="http://schemas.openxmlformats.org/drawingml/2006/main"/>
          <a:ln xmlns:a="http://schemas.openxmlformats.org/drawingml/2006/main" w="10478">
            <a:solidFill>
              <a:srgbClr val="000000"/>
            </a:solidFill>
            <a:prstDash val="solid"/>
          </a:ln>
        </p:spPr>
      </p:sp>
      <p:sp>
        <p:nvSpPr>
          <p:cNvPr id="94" name="dp41-comparison / n106 / arrow">
            <a:extLst xmlns:a="http://schemas.openxmlformats.org/drawingml/2006/main">
              <a:ext uri="{FF2B5EF4-FFF2-40B4-BE49-F238E27FC236}">
                <a16:creationId xmlns:a16="http://schemas.microsoft.com/office/drawing/2014/main" id="{41EEDD8D-360A-4EEF-830A-73EEA3224318}"/>
              </a:ext>
            </a:extLst>
          </p:cNvPr>
          <p:cNvSpPr>
            <a:spLocks xmlns:a="http://schemas.openxmlformats.org/drawingml/2006/main" noGrp="1"/>
          </p:cNvSpPr>
          <p:nvPr/>
        </p:nvSpPr>
        <p:spPr>
          <a:xfrm xmlns:a="http://schemas.openxmlformats.org/drawingml/2006/main">
            <a:off x="5424297"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5" name="dp41-comparison / n107 / path">
            <a:extLst xmlns:a="http://schemas.openxmlformats.org/drawingml/2006/main">
              <a:ext uri="{FF2B5EF4-FFF2-40B4-BE49-F238E27FC236}">
                <a16:creationId xmlns:a16="http://schemas.microsoft.com/office/drawing/2014/main" id="{AC3332A4-95D8-41E4-BACD-29CF37C65551}"/>
              </a:ext>
            </a:extLst>
          </p:cNvPr>
          <p:cNvSpPr>
            <a:spLocks xmlns:a="http://schemas.openxmlformats.org/drawingml/2006/main" noGrp="1"/>
          </p:cNvSpPr>
          <p:nvPr/>
        </p:nvSpPr>
        <p:spPr>
          <a:xfrm xmlns:a="http://schemas.openxmlformats.org/drawingml/2006/main">
            <a:off x="5543550" y="3914775"/>
            <a:ext cx="3848100" cy="2105025"/>
          </a:xfrm>
          <a:custGeom xmlns:a="http://schemas.openxmlformats.org/drawingml/2006/main">
            <a:pathLst>
              <a:path w="3848100" h="2105025">
                <a:moveTo>
                  <a:pt x="0" y="2105025"/>
                </a:moveTo>
                <a:lnTo>
                  <a:pt x="0" y="2000250"/>
                </a:lnTo>
                <a:lnTo>
                  <a:pt x="3848100" y="2000250"/>
                </a:lnTo>
                <a:lnTo>
                  <a:pt x="3848100" y="0"/>
                </a:lnTo>
                <a:lnTo>
                  <a:pt x="3695700" y="0"/>
                </a:lnTo>
              </a:path>
            </a:pathLst>
          </a:custGeom>
          <a:noFill xmlns:a="http://schemas.openxmlformats.org/drawingml/2006/main"/>
          <a:ln xmlns:a="http://schemas.openxmlformats.org/drawingml/2006/main" w="10478">
            <a:solidFill>
              <a:srgbClr val="000000"/>
            </a:solidFill>
            <a:prstDash val="dash"/>
          </a:ln>
        </p:spPr>
      </p:sp>
      <p:sp>
        <p:nvSpPr>
          <p:cNvPr id="96" name="dp41-comparison / n107 / arrow">
            <a:extLst xmlns:a="http://schemas.openxmlformats.org/drawingml/2006/main">
              <a:ext uri="{FF2B5EF4-FFF2-40B4-BE49-F238E27FC236}">
                <a16:creationId xmlns:a16="http://schemas.microsoft.com/office/drawing/2014/main" id="{12858CFA-CFF7-44A5-A97F-CFB4EAFEB85E}"/>
              </a:ext>
            </a:extLst>
          </p:cNvPr>
          <p:cNvSpPr>
            <a:spLocks xmlns:a="http://schemas.openxmlformats.org/drawingml/2006/main" noGrp="1"/>
          </p:cNvSpPr>
          <p:nvPr/>
        </p:nvSpPr>
        <p:spPr>
          <a:xfrm xmlns:a="http://schemas.openxmlformats.org/drawingml/2006/main">
            <a:off x="923925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7" name="dp41-comparison / n108">
            <a:extLst xmlns:a="http://schemas.openxmlformats.org/drawingml/2006/main">
              <a:ext uri="{FF2B5EF4-FFF2-40B4-BE49-F238E27FC236}">
                <a16:creationId xmlns:a16="http://schemas.microsoft.com/office/drawing/2014/main" id="{C4F6D2AD-7C87-4E32-A5F5-B45F12074C6E}"/>
              </a:ext>
            </a:extLst>
          </p:cNvPr>
          <p:cNvSpPr>
            <a:spLocks xmlns:a="http://schemas.openxmlformats.org/drawingml/2006/main" noGrp="1"/>
          </p:cNvSpPr>
          <p:nvPr/>
        </p:nvSpPr>
        <p:spPr>
          <a:xfrm xmlns:a="http://schemas.openxmlformats.org/drawingml/2006/main">
            <a:off x="7096125"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8" name="dp41-comparison / n109 / text 1">
            <a:extLst xmlns:a="http://schemas.openxmlformats.org/drawingml/2006/main">
              <a:ext uri="{FF2B5EF4-FFF2-40B4-BE49-F238E27FC236}">
                <a16:creationId xmlns:a16="http://schemas.microsoft.com/office/drawing/2014/main" id="{6952527C-92FB-4F4F-937F-E45AFCBCEA82}"/>
              </a:ext>
            </a:extLst>
          </p:cNvPr>
          <p:cNvSpPr>
            <a:spLocks xmlns:a="http://schemas.openxmlformats.org/drawingml/2006/main" noGrp="1"/>
          </p:cNvSpPr>
          <p:nvPr/>
        </p:nvSpPr>
        <p:spPr>
          <a:xfrm xmlns:a="http://schemas.openxmlformats.org/drawingml/2006/main">
            <a:off x="7181850"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99" name="dp41-comparison / n110 / path">
            <a:extLst xmlns:a="http://schemas.openxmlformats.org/drawingml/2006/main">
              <a:ext uri="{FF2B5EF4-FFF2-40B4-BE49-F238E27FC236}">
                <a16:creationId xmlns:a16="http://schemas.microsoft.com/office/drawing/2014/main" id="{E154A2A5-1E7A-41C1-AAE7-54D1A54ACA36}"/>
              </a:ext>
            </a:extLst>
          </p:cNvPr>
          <p:cNvSpPr>
            <a:spLocks xmlns:a="http://schemas.openxmlformats.org/drawingml/2006/main" noGrp="1"/>
          </p:cNvSpPr>
          <p:nvPr/>
        </p:nvSpPr>
        <p:spPr>
          <a:xfrm xmlns:a="http://schemas.openxmlformats.org/drawingml/2006/main">
            <a:off x="8191500" y="3771900"/>
            <a:ext cx="1276350" cy="2247900"/>
          </a:xfrm>
          <a:custGeom xmlns:a="http://schemas.openxmlformats.org/drawingml/2006/main">
            <a:pathLst>
              <a:path w="1276350" h="2247900">
                <a:moveTo>
                  <a:pt x="1047750" y="0"/>
                </a:moveTo>
                <a:lnTo>
                  <a:pt x="1276350" y="0"/>
                </a:lnTo>
                <a:lnTo>
                  <a:pt x="1276350" y="2152650"/>
                </a:lnTo>
                <a:lnTo>
                  <a:pt x="0" y="2152650"/>
                </a:lnTo>
                <a:lnTo>
                  <a:pt x="0" y="2247900"/>
                </a:lnTo>
              </a:path>
            </a:pathLst>
          </a:custGeom>
          <a:noFill xmlns:a="http://schemas.openxmlformats.org/drawingml/2006/main"/>
          <a:ln xmlns:a="http://schemas.openxmlformats.org/drawingml/2006/main" w="10478">
            <a:solidFill>
              <a:srgbClr val="000000"/>
            </a:solidFill>
            <a:prstDash val="solid"/>
          </a:ln>
        </p:spPr>
      </p:sp>
      <p:sp>
        <p:nvSpPr>
          <p:cNvPr id="100" name="dp41-comparison / n110 / arrow">
            <a:extLst xmlns:a="http://schemas.openxmlformats.org/drawingml/2006/main">
              <a:ext uri="{FF2B5EF4-FFF2-40B4-BE49-F238E27FC236}">
                <a16:creationId xmlns:a16="http://schemas.microsoft.com/office/drawing/2014/main" id="{E2B86888-410A-4478-B968-35463C93A7C2}"/>
              </a:ext>
            </a:extLst>
          </p:cNvPr>
          <p:cNvSpPr>
            <a:spLocks xmlns:a="http://schemas.openxmlformats.org/drawingml/2006/main" noGrp="1"/>
          </p:cNvSpPr>
          <p:nvPr/>
        </p:nvSpPr>
        <p:spPr>
          <a:xfrm xmlns:a="http://schemas.openxmlformats.org/drawingml/2006/main">
            <a:off x="8157972"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11 / path">
            <a:extLst xmlns:a="http://schemas.openxmlformats.org/drawingml/2006/main">
              <a:ext uri="{FF2B5EF4-FFF2-40B4-BE49-F238E27FC236}">
                <a16:creationId xmlns:a16="http://schemas.microsoft.com/office/drawing/2014/main" id="{2B9FAAEE-4A2A-4503-944C-6A2D949F6F5F}"/>
              </a:ext>
            </a:extLst>
          </p:cNvPr>
          <p:cNvSpPr>
            <a:spLocks xmlns:a="http://schemas.openxmlformats.org/drawingml/2006/main" noGrp="1"/>
          </p:cNvSpPr>
          <p:nvPr/>
        </p:nvSpPr>
        <p:spPr>
          <a:xfrm xmlns:a="http://schemas.openxmlformats.org/drawingml/2006/main">
            <a:off x="8277225" y="3914775"/>
            <a:ext cx="1114425" cy="2105025"/>
          </a:xfrm>
          <a:custGeom xmlns:a="http://schemas.openxmlformats.org/drawingml/2006/main">
            <a:pathLst>
              <a:path w="1114425" h="2105025">
                <a:moveTo>
                  <a:pt x="0" y="2105025"/>
                </a:moveTo>
                <a:lnTo>
                  <a:pt x="0" y="2047875"/>
                </a:lnTo>
                <a:lnTo>
                  <a:pt x="1114425" y="2047875"/>
                </a:lnTo>
                <a:lnTo>
                  <a:pt x="1114425" y="0"/>
                </a:lnTo>
                <a:lnTo>
                  <a:pt x="962025" y="0"/>
                </a:lnTo>
              </a:path>
            </a:pathLst>
          </a:custGeom>
          <a:noFill xmlns:a="http://schemas.openxmlformats.org/drawingml/2006/main"/>
          <a:ln xmlns:a="http://schemas.openxmlformats.org/drawingml/2006/main" w="10478">
            <a:solidFill>
              <a:srgbClr val="000000"/>
            </a:solidFill>
            <a:prstDash val="dash"/>
          </a:ln>
        </p:spPr>
      </p:sp>
      <p:sp>
        <p:nvSpPr>
          <p:cNvPr id="102" name="dp41-comparison / n111 / arrow">
            <a:extLst xmlns:a="http://schemas.openxmlformats.org/drawingml/2006/main">
              <a:ext uri="{FF2B5EF4-FFF2-40B4-BE49-F238E27FC236}">
                <a16:creationId xmlns:a16="http://schemas.microsoft.com/office/drawing/2014/main" id="{2D107DF3-ECC6-4DEF-893E-D0C20983F5B0}"/>
              </a:ext>
            </a:extLst>
          </p:cNvPr>
          <p:cNvSpPr>
            <a:spLocks xmlns:a="http://schemas.openxmlformats.org/drawingml/2006/main" noGrp="1"/>
          </p:cNvSpPr>
          <p:nvPr/>
        </p:nvSpPr>
        <p:spPr>
          <a:xfrm xmlns:a="http://schemas.openxmlformats.org/drawingml/2006/main">
            <a:off x="923925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3" name="dp41-comparison / n114 / path">
            <a:extLst xmlns:a="http://schemas.openxmlformats.org/drawingml/2006/main">
              <a:ext uri="{FF2B5EF4-FFF2-40B4-BE49-F238E27FC236}">
                <a16:creationId xmlns:a16="http://schemas.microsoft.com/office/drawing/2014/main" id="{097F23E0-BD86-46FE-A5D9-ACC09B9660FE}"/>
              </a:ext>
            </a:extLst>
          </p:cNvPr>
          <p:cNvSpPr>
            <a:spLocks xmlns:a="http://schemas.openxmlformats.org/drawingml/2006/main" noGrp="1"/>
          </p:cNvSpPr>
          <p:nvPr/>
        </p:nvSpPr>
        <p:spPr>
          <a:xfrm xmlns:a="http://schemas.openxmlformats.org/drawingml/2006/main">
            <a:off x="1524000" y="3019425"/>
            <a:ext cx="142875" cy="819150"/>
          </a:xfrm>
          <a:custGeom xmlns:a="http://schemas.openxmlformats.org/drawingml/2006/main">
            <a:pathLst>
              <a:path w="142875" h="819150">
                <a:moveTo>
                  <a:pt x="142875" y="819150"/>
                </a:moveTo>
                <a:lnTo>
                  <a:pt x="0" y="819150"/>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04" name="dp41-comparison / n114 / arrow">
            <a:extLst xmlns:a="http://schemas.openxmlformats.org/drawingml/2006/main">
              <a:ext uri="{FF2B5EF4-FFF2-40B4-BE49-F238E27FC236}">
                <a16:creationId xmlns:a16="http://schemas.microsoft.com/office/drawing/2014/main" id="{9CED5455-4B00-4119-994A-75D0E3C1E977}"/>
              </a:ext>
            </a:extLst>
          </p:cNvPr>
          <p:cNvSpPr>
            <a:spLocks xmlns:a="http://schemas.openxmlformats.org/drawingml/2006/main" noGrp="1"/>
          </p:cNvSpPr>
          <p:nvPr/>
        </p:nvSpPr>
        <p:spPr>
          <a:xfrm xmlns:a="http://schemas.openxmlformats.org/drawingml/2006/main">
            <a:off x="1599819" y="2985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5" name="dp41-comparison / n115 / path">
            <a:extLst xmlns:a="http://schemas.openxmlformats.org/drawingml/2006/main">
              <a:ext uri="{FF2B5EF4-FFF2-40B4-BE49-F238E27FC236}">
                <a16:creationId xmlns:a16="http://schemas.microsoft.com/office/drawing/2014/main" id="{C795FC44-269E-4040-B486-93FD6175BAD2}"/>
              </a:ext>
            </a:extLst>
          </p:cNvPr>
          <p:cNvSpPr>
            <a:spLocks xmlns:a="http://schemas.openxmlformats.org/drawingml/2006/main" noGrp="1"/>
          </p:cNvSpPr>
          <p:nvPr/>
        </p:nvSpPr>
        <p:spPr>
          <a:xfrm xmlns:a="http://schemas.openxmlformats.org/drawingml/2006/main">
            <a:off x="1428750" y="3019425"/>
            <a:ext cx="238125" cy="933450"/>
          </a:xfrm>
          <a:custGeom xmlns:a="http://schemas.openxmlformats.org/drawingml/2006/main">
            <a:pathLst>
              <a:path w="238125" h="933450">
                <a:moveTo>
                  <a:pt x="238125" y="0"/>
                </a:moveTo>
                <a:lnTo>
                  <a:pt x="0" y="0"/>
                </a:lnTo>
                <a:lnTo>
                  <a:pt x="0" y="933450"/>
                </a:lnTo>
                <a:lnTo>
                  <a:pt x="238125" y="933450"/>
                </a:lnTo>
              </a:path>
            </a:pathLst>
          </a:custGeom>
          <a:noFill xmlns:a="http://schemas.openxmlformats.org/drawingml/2006/main"/>
          <a:ln xmlns:a="http://schemas.openxmlformats.org/drawingml/2006/main" w="10478">
            <a:solidFill>
              <a:srgbClr val="000000"/>
            </a:solidFill>
            <a:prstDash val="dash"/>
          </a:ln>
        </p:spPr>
      </p:sp>
      <p:sp>
        <p:nvSpPr>
          <p:cNvPr id="106" name="dp41-comparison / n115 / arrow">
            <a:extLst xmlns:a="http://schemas.openxmlformats.org/drawingml/2006/main">
              <a:ext uri="{FF2B5EF4-FFF2-40B4-BE49-F238E27FC236}">
                <a16:creationId xmlns:a16="http://schemas.microsoft.com/office/drawing/2014/main" id="{8F7CE55A-1B9D-4295-9DE4-DF3D247990B5}"/>
              </a:ext>
            </a:extLst>
          </p:cNvPr>
          <p:cNvSpPr>
            <a:spLocks xmlns:a="http://schemas.openxmlformats.org/drawingml/2006/main" noGrp="1"/>
          </p:cNvSpPr>
          <p:nvPr/>
        </p:nvSpPr>
        <p:spPr>
          <a:xfrm xmlns:a="http://schemas.openxmlformats.org/drawingml/2006/main">
            <a:off x="1599819" y="3919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7" name="dp41-comparison / n116 / path">
            <a:extLst xmlns:a="http://schemas.openxmlformats.org/drawingml/2006/main">
              <a:ext uri="{FF2B5EF4-FFF2-40B4-BE49-F238E27FC236}">
                <a16:creationId xmlns:a16="http://schemas.microsoft.com/office/drawing/2014/main" id="{3532FFA9-7925-4DE3-A984-2BB3EC22BAEE}"/>
              </a:ext>
            </a:extLst>
          </p:cNvPr>
          <p:cNvSpPr>
            <a:spLocks xmlns:a="http://schemas.openxmlformats.org/drawingml/2006/main" noGrp="1"/>
          </p:cNvSpPr>
          <p:nvPr/>
        </p:nvSpPr>
        <p:spPr>
          <a:xfrm xmlns:a="http://schemas.openxmlformats.org/drawingml/2006/main">
            <a:off x="1476375" y="63436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08" name="dp41-comparison / n119">
            <a:extLst xmlns:a="http://schemas.openxmlformats.org/drawingml/2006/main">
              <a:ext uri="{FF2B5EF4-FFF2-40B4-BE49-F238E27FC236}">
                <a16:creationId xmlns:a16="http://schemas.microsoft.com/office/drawing/2014/main" id="{5AE71989-78F0-42B8-8C88-0C7A89ED0F10}"/>
              </a:ext>
            </a:extLst>
          </p:cNvPr>
          <p:cNvSpPr>
            <a:spLocks xmlns:a="http://schemas.openxmlformats.org/drawingml/2006/main" noGrp="1"/>
          </p:cNvSpPr>
          <p:nvPr/>
        </p:nvSpPr>
        <p:spPr>
          <a:xfrm xmlns:a="http://schemas.openxmlformats.org/drawingml/2006/main">
            <a:off x="1666875" y="66389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9" name="dp41-comparison / n120 / text 1">
            <a:extLst xmlns:a="http://schemas.openxmlformats.org/drawingml/2006/main">
              <a:ext uri="{FF2B5EF4-FFF2-40B4-BE49-F238E27FC236}">
                <a16:creationId xmlns:a16="http://schemas.microsoft.com/office/drawing/2014/main" id="{00D10E39-6868-4E8F-8BF3-67F9634B8C41}"/>
              </a:ext>
            </a:extLst>
          </p:cNvPr>
          <p:cNvSpPr>
            <a:spLocks xmlns:a="http://schemas.openxmlformats.org/drawingml/2006/main" noGrp="1"/>
          </p:cNvSpPr>
          <p:nvPr/>
        </p:nvSpPr>
        <p:spPr>
          <a:xfrm xmlns:a="http://schemas.openxmlformats.org/drawingml/2006/main">
            <a:off x="1752600" y="66794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0" name="dp41-comparison / n121">
            <a:extLst xmlns:a="http://schemas.openxmlformats.org/drawingml/2006/main">
              <a:ext uri="{FF2B5EF4-FFF2-40B4-BE49-F238E27FC236}">
                <a16:creationId xmlns:a16="http://schemas.microsoft.com/office/drawing/2014/main" id="{16E577E8-061F-4C00-A893-A47DA08AB79B}"/>
              </a:ext>
            </a:extLst>
          </p:cNvPr>
          <p:cNvSpPr>
            <a:spLocks xmlns:a="http://schemas.openxmlformats.org/drawingml/2006/main" noGrp="1"/>
          </p:cNvSpPr>
          <p:nvPr/>
        </p:nvSpPr>
        <p:spPr>
          <a:xfrm xmlns:a="http://schemas.openxmlformats.org/drawingml/2006/main">
            <a:off x="4048125" y="65722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1" name="dp41-comparison / n122 / text 1">
            <a:extLst xmlns:a="http://schemas.openxmlformats.org/drawingml/2006/main">
              <a:ext uri="{FF2B5EF4-FFF2-40B4-BE49-F238E27FC236}">
                <a16:creationId xmlns:a16="http://schemas.microsoft.com/office/drawing/2014/main" id="{75E16E91-3923-423D-B80F-5584A769BF8A}"/>
              </a:ext>
            </a:extLst>
          </p:cNvPr>
          <p:cNvSpPr>
            <a:spLocks xmlns:a="http://schemas.openxmlformats.org/drawingml/2006/main" noGrp="1"/>
          </p:cNvSpPr>
          <p:nvPr/>
        </p:nvSpPr>
        <p:spPr>
          <a:xfrm xmlns:a="http://schemas.openxmlformats.org/drawingml/2006/main">
            <a:off x="4133850" y="66794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2" name="dp41-comparison / n123">
            <a:extLst xmlns:a="http://schemas.openxmlformats.org/drawingml/2006/main">
              <a:ext uri="{FF2B5EF4-FFF2-40B4-BE49-F238E27FC236}">
                <a16:creationId xmlns:a16="http://schemas.microsoft.com/office/drawing/2014/main" id="{225A00BC-9525-44A8-A09C-C2C22FA321F7}"/>
              </a:ext>
            </a:extLst>
          </p:cNvPr>
          <p:cNvSpPr>
            <a:spLocks xmlns:a="http://schemas.openxmlformats.org/drawingml/2006/main" noGrp="1"/>
          </p:cNvSpPr>
          <p:nvPr/>
        </p:nvSpPr>
        <p:spPr>
          <a:xfrm xmlns:a="http://schemas.openxmlformats.org/drawingml/2006/main">
            <a:off x="6429375" y="66389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1-comparison / n124 / text 1">
            <a:extLst xmlns:a="http://schemas.openxmlformats.org/drawingml/2006/main">
              <a:ext uri="{FF2B5EF4-FFF2-40B4-BE49-F238E27FC236}">
                <a16:creationId xmlns:a16="http://schemas.microsoft.com/office/drawing/2014/main" id="{45FD93CF-F795-4200-89D1-09427B827DBE}"/>
              </a:ext>
            </a:extLst>
          </p:cNvPr>
          <p:cNvSpPr>
            <a:spLocks xmlns:a="http://schemas.openxmlformats.org/drawingml/2006/main" noGrp="1"/>
          </p:cNvSpPr>
          <p:nvPr/>
        </p:nvSpPr>
        <p:spPr>
          <a:xfrm xmlns:a="http://schemas.openxmlformats.org/drawingml/2006/main">
            <a:off x="6515100" y="66794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14" name="dp41-comparison / n125">
            <a:extLst xmlns:a="http://schemas.openxmlformats.org/drawingml/2006/main">
              <a:ext uri="{FF2B5EF4-FFF2-40B4-BE49-F238E27FC236}">
                <a16:creationId xmlns:a16="http://schemas.microsoft.com/office/drawing/2014/main" id="{44621FBA-CBEC-4150-A4E4-BDC5A3D0CB16}"/>
              </a:ext>
            </a:extLst>
          </p:cNvPr>
          <p:cNvSpPr>
            <a:spLocks xmlns:a="http://schemas.openxmlformats.org/drawingml/2006/main" noGrp="1"/>
          </p:cNvSpPr>
          <p:nvPr/>
        </p:nvSpPr>
        <p:spPr>
          <a:xfrm xmlns:a="http://schemas.openxmlformats.org/drawingml/2006/main">
            <a:off x="6953250" y="72294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26 / text 1">
            <a:extLst xmlns:a="http://schemas.openxmlformats.org/drawingml/2006/main">
              <a:ext uri="{FF2B5EF4-FFF2-40B4-BE49-F238E27FC236}">
                <a16:creationId xmlns:a16="http://schemas.microsoft.com/office/drawing/2014/main" id="{3B503696-AED4-4DEC-B010-F06E8800D765}"/>
              </a:ext>
            </a:extLst>
          </p:cNvPr>
          <p:cNvSpPr>
            <a:spLocks xmlns:a="http://schemas.openxmlformats.org/drawingml/2006/main" noGrp="1"/>
          </p:cNvSpPr>
          <p:nvPr/>
        </p:nvSpPr>
        <p:spPr>
          <a:xfrm xmlns:a="http://schemas.openxmlformats.org/drawingml/2006/main">
            <a:off x="7038975" y="72747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16" name="dp41-comparison / n127 / path">
            <a:extLst xmlns:a="http://schemas.openxmlformats.org/drawingml/2006/main">
              <a:ext uri="{FF2B5EF4-FFF2-40B4-BE49-F238E27FC236}">
                <a16:creationId xmlns:a16="http://schemas.microsoft.com/office/drawing/2014/main" id="{8709CDF4-91EC-409D-9452-5A3CAEBBDD60}"/>
              </a:ext>
            </a:extLst>
          </p:cNvPr>
          <p:cNvSpPr>
            <a:spLocks xmlns:a="http://schemas.openxmlformats.org/drawingml/2006/main" noGrp="1"/>
          </p:cNvSpPr>
          <p:nvPr/>
        </p:nvSpPr>
        <p:spPr>
          <a:xfrm xmlns:a="http://schemas.openxmlformats.org/drawingml/2006/main">
            <a:off x="3381375" y="67722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17" name="dp41-comparison / n127 / arrow">
            <a:extLst xmlns:a="http://schemas.openxmlformats.org/drawingml/2006/main">
              <a:ext uri="{FF2B5EF4-FFF2-40B4-BE49-F238E27FC236}">
                <a16:creationId xmlns:a16="http://schemas.microsoft.com/office/drawing/2014/main" id="{233F8632-D529-4385-8757-1D80F165C629}"/>
              </a:ext>
            </a:extLst>
          </p:cNvPr>
          <p:cNvSpPr>
            <a:spLocks xmlns:a="http://schemas.openxmlformats.org/drawingml/2006/main" noGrp="1"/>
          </p:cNvSpPr>
          <p:nvPr/>
        </p:nvSpPr>
        <p:spPr>
          <a:xfrm xmlns:a="http://schemas.openxmlformats.org/drawingml/2006/main">
            <a:off x="3981069"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8" name="dp41-comparison / n128 / path">
            <a:extLst xmlns:a="http://schemas.openxmlformats.org/drawingml/2006/main">
              <a:ext uri="{FF2B5EF4-FFF2-40B4-BE49-F238E27FC236}">
                <a16:creationId xmlns:a16="http://schemas.microsoft.com/office/drawing/2014/main" id="{77D0476E-7A29-4C80-8B88-11D790B455BD}"/>
              </a:ext>
            </a:extLst>
          </p:cNvPr>
          <p:cNvSpPr>
            <a:spLocks xmlns:a="http://schemas.openxmlformats.org/drawingml/2006/main" noGrp="1"/>
          </p:cNvSpPr>
          <p:nvPr/>
        </p:nvSpPr>
        <p:spPr>
          <a:xfrm xmlns:a="http://schemas.openxmlformats.org/drawingml/2006/main">
            <a:off x="5476875" y="67722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19" name="dp41-comparison / n128 / arrow">
            <a:extLst xmlns:a="http://schemas.openxmlformats.org/drawingml/2006/main">
              <a:ext uri="{FF2B5EF4-FFF2-40B4-BE49-F238E27FC236}">
                <a16:creationId xmlns:a16="http://schemas.microsoft.com/office/drawing/2014/main" id="{9153FBD9-210C-47E3-A169-F3DAB44B5C60}"/>
              </a:ext>
            </a:extLst>
          </p:cNvPr>
          <p:cNvSpPr>
            <a:spLocks xmlns:a="http://schemas.openxmlformats.org/drawingml/2006/main" noGrp="1"/>
          </p:cNvSpPr>
          <p:nvPr/>
        </p:nvSpPr>
        <p:spPr>
          <a:xfrm xmlns:a="http://schemas.openxmlformats.org/drawingml/2006/main">
            <a:off x="6362319"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0" name="dp41-comparison / n131 / path">
            <a:extLst xmlns:a="http://schemas.openxmlformats.org/drawingml/2006/main">
              <a:ext uri="{FF2B5EF4-FFF2-40B4-BE49-F238E27FC236}">
                <a16:creationId xmlns:a16="http://schemas.microsoft.com/office/drawing/2014/main" id="{750DFE64-D1C2-44CB-B822-43C545358644}"/>
              </a:ext>
            </a:extLst>
          </p:cNvPr>
          <p:cNvSpPr>
            <a:spLocks xmlns:a="http://schemas.openxmlformats.org/drawingml/2006/main" noGrp="1"/>
          </p:cNvSpPr>
          <p:nvPr/>
        </p:nvSpPr>
        <p:spPr>
          <a:xfrm xmlns:a="http://schemas.openxmlformats.org/drawingml/2006/main">
            <a:off x="2524125" y="69056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1" name="dp41-comparison / n131 / arrow">
            <a:extLst xmlns:a="http://schemas.openxmlformats.org/drawingml/2006/main">
              <a:ext uri="{FF2B5EF4-FFF2-40B4-BE49-F238E27FC236}">
                <a16:creationId xmlns:a16="http://schemas.microsoft.com/office/drawing/2014/main" id="{E5D34ED1-E032-4B6C-92BB-838DB3C9B39B}"/>
              </a:ext>
            </a:extLst>
          </p:cNvPr>
          <p:cNvSpPr>
            <a:spLocks xmlns:a="http://schemas.openxmlformats.org/drawingml/2006/main" noGrp="1"/>
          </p:cNvSpPr>
          <p:nvPr/>
        </p:nvSpPr>
        <p:spPr>
          <a:xfrm xmlns:a="http://schemas.openxmlformats.org/drawingml/2006/main">
            <a:off x="2490597" y="6905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2" name="dp41-comparison / n134 / path">
            <a:extLst xmlns:a="http://schemas.openxmlformats.org/drawingml/2006/main">
              <a:ext uri="{FF2B5EF4-FFF2-40B4-BE49-F238E27FC236}">
                <a16:creationId xmlns:a16="http://schemas.microsoft.com/office/drawing/2014/main" id="{5DB62F24-545B-4B42-B89C-B8857B337C7D}"/>
              </a:ext>
            </a:extLst>
          </p:cNvPr>
          <p:cNvSpPr>
            <a:spLocks xmlns:a="http://schemas.openxmlformats.org/drawingml/2006/main" noGrp="1"/>
          </p:cNvSpPr>
          <p:nvPr/>
        </p:nvSpPr>
        <p:spPr>
          <a:xfrm xmlns:a="http://schemas.openxmlformats.org/drawingml/2006/main">
            <a:off x="4762500" y="69723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3" name="dp41-comparison / n134 / arrow">
            <a:extLst xmlns:a="http://schemas.openxmlformats.org/drawingml/2006/main">
              <a:ext uri="{FF2B5EF4-FFF2-40B4-BE49-F238E27FC236}">
                <a16:creationId xmlns:a16="http://schemas.microsoft.com/office/drawing/2014/main" id="{48294FBE-8BA7-492E-A0F7-59EBC64D97EE}"/>
              </a:ext>
            </a:extLst>
          </p:cNvPr>
          <p:cNvSpPr>
            <a:spLocks xmlns:a="http://schemas.openxmlformats.org/drawingml/2006/main" noGrp="1"/>
          </p:cNvSpPr>
          <p:nvPr/>
        </p:nvSpPr>
        <p:spPr>
          <a:xfrm xmlns:a="http://schemas.openxmlformats.org/drawingml/2006/main">
            <a:off x="6886194" y="73340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62">
            <a:extLst xmlns:a="http://schemas.openxmlformats.org/drawingml/2006/main">
              <a:ext uri="{FF2B5EF4-FFF2-40B4-BE49-F238E27FC236}">
                <a16:creationId xmlns:a16="http://schemas.microsoft.com/office/drawing/2014/main" id="{63E045D7-2E46-4E1B-A57C-D507E8BB7BE9}"/>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25" name="dp41-comparison / n62 / fold">
            <a:extLst xmlns:a="http://schemas.openxmlformats.org/drawingml/2006/main">
              <a:ext uri="{FF2B5EF4-FFF2-40B4-BE49-F238E27FC236}">
                <a16:creationId xmlns:a16="http://schemas.microsoft.com/office/drawing/2014/main" id="{D13E9214-8815-4085-817D-6FD8E635D67B}"/>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26" name="dp41-comparison / n63 / text 1">
            <a:extLst xmlns:a="http://schemas.openxmlformats.org/drawingml/2006/main">
              <a:ext uri="{FF2B5EF4-FFF2-40B4-BE49-F238E27FC236}">
                <a16:creationId xmlns:a16="http://schemas.microsoft.com/office/drawing/2014/main" id="{D8F62592-2967-4FF7-829E-76EF9FFE5384}"/>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27" name="dp41-comparison / n72">
            <a:extLst xmlns:a="http://schemas.openxmlformats.org/drawingml/2006/main">
              <a:ext uri="{FF2B5EF4-FFF2-40B4-BE49-F238E27FC236}">
                <a16:creationId xmlns:a16="http://schemas.microsoft.com/office/drawing/2014/main" id="{BB97B239-E462-4447-B304-7E630D7D269A}"/>
              </a:ext>
            </a:extLst>
          </p:cNvPr>
          <p:cNvSpPr>
            <a:spLocks xmlns:a="http://schemas.openxmlformats.org/drawingml/2006/main" noGrp="1"/>
          </p:cNvSpPr>
          <p:nvPr/>
        </p:nvSpPr>
        <p:spPr>
          <a:xfrm xmlns:a="http://schemas.openxmlformats.org/drawingml/2006/main">
            <a:off x="7362825" y="3305175"/>
            <a:ext cx="10637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8" name="dp41-comparison / n73 / text 1">
            <a:extLst xmlns:a="http://schemas.openxmlformats.org/drawingml/2006/main">
              <a:ext uri="{FF2B5EF4-FFF2-40B4-BE49-F238E27FC236}">
                <a16:creationId xmlns:a16="http://schemas.microsoft.com/office/drawing/2014/main" id="{2E9B2F76-A409-4278-9289-3660AEE0C149}"/>
              </a:ext>
            </a:extLst>
          </p:cNvPr>
          <p:cNvSpPr>
            <a:spLocks xmlns:a="http://schemas.openxmlformats.org/drawingml/2006/main" noGrp="1"/>
          </p:cNvSpPr>
          <p:nvPr/>
        </p:nvSpPr>
        <p:spPr>
          <a:xfrm xmlns:a="http://schemas.openxmlformats.org/drawingml/2006/main">
            <a:off x="7381875" y="3314700"/>
            <a:ext cx="1762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Module 협력 구조</a:t>
            </a:r>
          </a:p>
        </p:txBody>
      </p:sp>
      <p:sp>
        <p:nvSpPr>
          <p:cNvPr id="129" name="dp41-comparison / n75">
            <a:extLst xmlns:a="http://schemas.openxmlformats.org/drawingml/2006/main">
              <a:ext uri="{FF2B5EF4-FFF2-40B4-BE49-F238E27FC236}">
                <a16:creationId xmlns:a16="http://schemas.microsoft.com/office/drawing/2014/main" id="{8855406F-290B-4FE2-B96E-7A6699D83E84}"/>
              </a:ext>
            </a:extLst>
          </p:cNvPr>
          <p:cNvSpPr>
            <a:spLocks xmlns:a="http://schemas.openxmlformats.org/drawingml/2006/main" noGrp="1"/>
          </p:cNvSpPr>
          <p:nvPr/>
        </p:nvSpPr>
        <p:spPr>
          <a:xfrm xmlns:a="http://schemas.openxmlformats.org/drawingml/2006/main">
            <a:off x="7410450" y="2943225"/>
            <a:ext cx="817817"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 name="dp41-comparison / n76 / text 1">
            <a:extLst xmlns:a="http://schemas.openxmlformats.org/drawingml/2006/main">
              <a:ext uri="{FF2B5EF4-FFF2-40B4-BE49-F238E27FC236}">
                <a16:creationId xmlns:a16="http://schemas.microsoft.com/office/drawing/2014/main" id="{00D43D0B-7645-45EE-B5CE-92DCA47D2B7E}"/>
              </a:ext>
            </a:extLst>
          </p:cNvPr>
          <p:cNvSpPr>
            <a:spLocks xmlns:a="http://schemas.openxmlformats.org/drawingml/2006/main" noGrp="1"/>
          </p:cNvSpPr>
          <p:nvPr/>
        </p:nvSpPr>
        <p:spPr>
          <a:xfrm xmlns:a="http://schemas.openxmlformats.org/drawingml/2006/main">
            <a:off x="7429500" y="2952750"/>
            <a:ext cx="16668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해석 시작</a:t>
            </a:r>
          </a:p>
        </p:txBody>
      </p:sp>
      <p:sp>
        <p:nvSpPr>
          <p:cNvPr id="131" name="dp41-comparison / n79">
            <a:extLst xmlns:a="http://schemas.openxmlformats.org/drawingml/2006/main">
              <a:ext uri="{FF2B5EF4-FFF2-40B4-BE49-F238E27FC236}">
                <a16:creationId xmlns:a16="http://schemas.microsoft.com/office/drawing/2014/main" id="{9F224368-44DC-43E6-8FB6-E049EEAD4531}"/>
              </a:ext>
            </a:extLst>
          </p:cNvPr>
          <p:cNvSpPr>
            <a:spLocks xmlns:a="http://schemas.openxmlformats.org/drawingml/2006/main" noGrp="1"/>
          </p:cNvSpPr>
          <p:nvPr/>
        </p:nvSpPr>
        <p:spPr>
          <a:xfrm xmlns:a="http://schemas.openxmlformats.org/drawingml/2006/main">
            <a:off x="4248150" y="2924175"/>
            <a:ext cx="2038731"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2" name="dp41-comparison / n80 / text 1">
            <a:extLst xmlns:a="http://schemas.openxmlformats.org/drawingml/2006/main">
              <a:ext uri="{FF2B5EF4-FFF2-40B4-BE49-F238E27FC236}">
                <a16:creationId xmlns:a16="http://schemas.microsoft.com/office/drawing/2014/main" id="{88175948-2449-494C-976A-3E962CC889D4}"/>
              </a:ext>
            </a:extLst>
          </p:cNvPr>
          <p:cNvSpPr>
            <a:spLocks xmlns:a="http://schemas.openxmlformats.org/drawingml/2006/main" noGrp="1"/>
          </p:cNvSpPr>
          <p:nvPr/>
        </p:nvSpPr>
        <p:spPr>
          <a:xfrm xmlns:a="http://schemas.openxmlformats.org/drawingml/2006/main">
            <a:off x="4267200" y="2933700"/>
            <a:ext cx="29051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Model Access 경유 호출</a:t>
            </a:r>
          </a:p>
        </p:txBody>
      </p:sp>
      <p:sp>
        <p:nvSpPr>
          <p:cNvPr id="133" name="dp41-comparison / n88">
            <a:extLst xmlns:a="http://schemas.openxmlformats.org/drawingml/2006/main">
              <a:ext uri="{FF2B5EF4-FFF2-40B4-BE49-F238E27FC236}">
                <a16:creationId xmlns:a16="http://schemas.microsoft.com/office/drawing/2014/main" id="{F8ACF62B-7854-4D72-A1C1-E07F557BA0E2}"/>
              </a:ext>
            </a:extLst>
          </p:cNvPr>
          <p:cNvSpPr>
            <a:spLocks xmlns:a="http://schemas.openxmlformats.org/drawingml/2006/main" noGrp="1"/>
          </p:cNvSpPr>
          <p:nvPr/>
        </p:nvSpPr>
        <p:spPr>
          <a:xfrm xmlns:a="http://schemas.openxmlformats.org/drawingml/2006/main">
            <a:off x="4267200" y="3562350"/>
            <a:ext cx="195910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89 / text 1">
            <a:extLst xmlns:a="http://schemas.openxmlformats.org/drawingml/2006/main">
              <a:ext uri="{FF2B5EF4-FFF2-40B4-BE49-F238E27FC236}">
                <a16:creationId xmlns:a16="http://schemas.microsoft.com/office/drawing/2014/main" id="{356561E4-95FC-42BD-B865-63690B40C1DA}"/>
              </a:ext>
            </a:extLst>
          </p:cNvPr>
          <p:cNvSpPr>
            <a:spLocks xmlns:a="http://schemas.openxmlformats.org/drawingml/2006/main" noGrp="1"/>
          </p:cNvSpPr>
          <p:nvPr/>
        </p:nvSpPr>
        <p:spPr>
          <a:xfrm xmlns:a="http://schemas.openxmlformats.org/drawingml/2006/main">
            <a:off x="4286250" y="3571875"/>
            <a:ext cx="3000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① 모델이 선택한 tool_calls</a:t>
            </a:r>
          </a:p>
        </p:txBody>
      </p:sp>
      <p:sp>
        <p:nvSpPr>
          <p:cNvPr id="135" name="dp41-comparison / n91">
            <a:extLst xmlns:a="http://schemas.openxmlformats.org/drawingml/2006/main">
              <a:ext uri="{FF2B5EF4-FFF2-40B4-BE49-F238E27FC236}">
                <a16:creationId xmlns:a16="http://schemas.microsoft.com/office/drawing/2014/main" id="{B2909077-DB27-4BD5-86FC-B233C4C376F7}"/>
              </a:ext>
            </a:extLst>
          </p:cNvPr>
          <p:cNvSpPr>
            <a:spLocks xmlns:a="http://schemas.openxmlformats.org/drawingml/2006/main" noGrp="1"/>
          </p:cNvSpPr>
          <p:nvPr/>
        </p:nvSpPr>
        <p:spPr>
          <a:xfrm xmlns:a="http://schemas.openxmlformats.org/drawingml/2006/main">
            <a:off x="4267200" y="3876675"/>
            <a:ext cx="224332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92 / text 1">
            <a:extLst xmlns:a="http://schemas.openxmlformats.org/drawingml/2006/main">
              <a:ext uri="{FF2B5EF4-FFF2-40B4-BE49-F238E27FC236}">
                <a16:creationId xmlns:a16="http://schemas.microsoft.com/office/drawing/2014/main" id="{A8F212C9-7A4F-4E8F-BD1A-0C48F22ABC2A}"/>
              </a:ext>
            </a:extLst>
          </p:cNvPr>
          <p:cNvSpPr>
            <a:spLocks xmlns:a="http://schemas.openxmlformats.org/drawingml/2006/main" noGrp="1"/>
          </p:cNvSpPr>
          <p:nvPr/>
        </p:nvSpPr>
        <p:spPr>
          <a:xfrm xmlns:a="http://schemas.openxmlformats.org/drawingml/2006/main">
            <a:off x="4286250" y="3886200"/>
            <a:ext cx="3143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근거로 모델 재호출 → 다시 ① (반복)</a:t>
            </a:r>
          </a:p>
        </p:txBody>
      </p:sp>
      <p:sp>
        <p:nvSpPr>
          <p:cNvPr id="137" name="dp41-comparison / n93">
            <a:extLst xmlns:a="http://schemas.openxmlformats.org/drawingml/2006/main">
              <a:ext uri="{FF2B5EF4-FFF2-40B4-BE49-F238E27FC236}">
                <a16:creationId xmlns:a16="http://schemas.microsoft.com/office/drawing/2014/main" id="{61AB9209-C30F-48AE-91D2-373A758D3DAD}"/>
              </a:ext>
            </a:extLst>
          </p:cNvPr>
          <p:cNvSpPr>
            <a:spLocks xmlns:a="http://schemas.openxmlformats.org/drawingml/2006/main" noGrp="1"/>
          </p:cNvSpPr>
          <p:nvPr/>
        </p:nvSpPr>
        <p:spPr>
          <a:xfrm xmlns:a="http://schemas.openxmlformats.org/drawingml/2006/main">
            <a:off x="1666875" y="4143375"/>
            <a:ext cx="5476875" cy="1219200"/>
          </a:xfrm>
          <a:custGeom xmlns:a="http://schemas.openxmlformats.org/drawingml/2006/main">
            <a:pathLst>
              <a:path w="5476875" h="1219200">
                <a:moveTo>
                  <a:pt x="0" y="0"/>
                </a:moveTo>
                <a:lnTo>
                  <a:pt x="5305425" y="0"/>
                </a:lnTo>
                <a:lnTo>
                  <a:pt x="5476875" y="171450"/>
                </a:lnTo>
                <a:lnTo>
                  <a:pt x="5476875" y="1219200"/>
                </a:lnTo>
                <a:lnTo>
                  <a:pt x="0" y="12192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8" name="dp41-comparison / n93 / fold">
            <a:extLst xmlns:a="http://schemas.openxmlformats.org/drawingml/2006/main">
              <a:ext uri="{FF2B5EF4-FFF2-40B4-BE49-F238E27FC236}">
                <a16:creationId xmlns:a16="http://schemas.microsoft.com/office/drawing/2014/main" id="{AF42A935-DCAC-4F1E-B833-19037AD552C0}"/>
              </a:ext>
            </a:extLst>
          </p:cNvPr>
          <p:cNvSpPr>
            <a:spLocks xmlns:a="http://schemas.openxmlformats.org/drawingml/2006/main" noGrp="1"/>
          </p:cNvSpPr>
          <p:nvPr/>
        </p:nvSpPr>
        <p:spPr>
          <a:xfrm xmlns:a="http://schemas.openxmlformats.org/drawingml/2006/main">
            <a:off x="697230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9" name="dp41-comparison / n94 / text 1">
            <a:extLst xmlns:a="http://schemas.openxmlformats.org/drawingml/2006/main">
              <a:ext uri="{FF2B5EF4-FFF2-40B4-BE49-F238E27FC236}">
                <a16:creationId xmlns:a16="http://schemas.microsoft.com/office/drawing/2014/main" id="{4A3A7FB8-3792-435A-AB41-C991FA68B7DC}"/>
              </a:ext>
            </a:extLst>
          </p:cNvPr>
          <p:cNvSpPr>
            <a:spLocks xmlns:a="http://schemas.openxmlformats.org/drawingml/2006/main" noGrp="1"/>
          </p:cNvSpPr>
          <p:nvPr/>
        </p:nvSpPr>
        <p:spPr>
          <a:xfrm xmlns:a="http://schemas.openxmlformats.org/drawingml/2006/main">
            <a:off x="1762125" y="420052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모델 출력: ReadRequest — 실제 tool call 예시</a:t>
            </a:r>
          </a:p>
        </p:txBody>
      </p:sp>
      <p:sp>
        <p:nvSpPr>
          <p:cNvPr id="140" name="dp41-comparison / n94 / text 2">
            <a:extLst xmlns:a="http://schemas.openxmlformats.org/drawingml/2006/main">
              <a:ext uri="{FF2B5EF4-FFF2-40B4-BE49-F238E27FC236}">
                <a16:creationId xmlns:a16="http://schemas.microsoft.com/office/drawing/2014/main" id="{E301F650-6BDB-4283-9413-0512F2D2FFC8}"/>
              </a:ext>
            </a:extLst>
          </p:cNvPr>
          <p:cNvSpPr>
            <a:spLocks xmlns:a="http://schemas.openxmlformats.org/drawingml/2006/main" noGrp="1"/>
          </p:cNvSpPr>
          <p:nvPr/>
        </p:nvSpPr>
        <p:spPr>
          <a:xfrm xmlns:a="http://schemas.openxmlformats.org/drawingml/2006/main">
            <a:off x="1762125" y="434911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tool_calls: [{name:"task_retrieve",</a:t>
            </a:r>
          </a:p>
        </p:txBody>
      </p:sp>
      <p:sp>
        <p:nvSpPr>
          <p:cNvPr id="141" name="dp41-comparison / n94 / text 3">
            <a:extLst xmlns:a="http://schemas.openxmlformats.org/drawingml/2006/main">
              <a:ext uri="{FF2B5EF4-FFF2-40B4-BE49-F238E27FC236}">
                <a16:creationId xmlns:a16="http://schemas.microsoft.com/office/drawing/2014/main" id="{BBC187DB-1914-477E-A99F-9CD6C2C48414}"/>
              </a:ext>
            </a:extLst>
          </p:cNvPr>
          <p:cNvSpPr>
            <a:spLocks xmlns:a="http://schemas.openxmlformats.org/drawingml/2006/main" noGrp="1"/>
          </p:cNvSpPr>
          <p:nvPr/>
        </p:nvSpPr>
        <p:spPr>
          <a:xfrm xmlns:a="http://schemas.openxmlformats.org/drawingml/2006/main">
            <a:off x="1762125" y="449770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  arguments:{query:"보고서", limit:5}},</a:t>
            </a:r>
          </a:p>
        </p:txBody>
      </p:sp>
      <p:sp>
        <p:nvSpPr>
          <p:cNvPr id="142" name="dp41-comparison / n94 / text 4">
            <a:extLst xmlns:a="http://schemas.openxmlformats.org/drawingml/2006/main">
              <a:ext uri="{FF2B5EF4-FFF2-40B4-BE49-F238E27FC236}">
                <a16:creationId xmlns:a16="http://schemas.microsoft.com/office/drawing/2014/main" id="{88CDE6D4-5BBD-4FBF-A2DB-ECC7A055FE2C}"/>
              </a:ext>
            </a:extLst>
          </p:cNvPr>
          <p:cNvSpPr>
            <a:spLocks xmlns:a="http://schemas.openxmlformats.org/drawingml/2006/main" noGrp="1"/>
          </p:cNvSpPr>
          <p:nvPr/>
        </p:nvSpPr>
        <p:spPr>
          <a:xfrm xmlns:a="http://schemas.openxmlformats.org/drawingml/2006/main">
            <a:off x="1762125" y="464629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 {name:"context_retrieve",</a:t>
            </a:r>
          </a:p>
        </p:txBody>
      </p:sp>
      <p:sp>
        <p:nvSpPr>
          <p:cNvPr id="143" name="dp41-comparison / n94 / text 5">
            <a:extLst xmlns:a="http://schemas.openxmlformats.org/drawingml/2006/main">
              <a:ext uri="{FF2B5EF4-FFF2-40B4-BE49-F238E27FC236}">
                <a16:creationId xmlns:a16="http://schemas.microsoft.com/office/drawing/2014/main" id="{E032A75A-EDA4-4F81-8514-08D5D43699C5}"/>
              </a:ext>
            </a:extLst>
          </p:cNvPr>
          <p:cNvSpPr>
            <a:spLocks xmlns:a="http://schemas.openxmlformats.org/drawingml/2006/main" noGrp="1"/>
          </p:cNvSpPr>
          <p:nvPr/>
        </p:nvSpPr>
        <p:spPr>
          <a:xfrm xmlns:a="http://schemas.openxmlformats.org/drawingml/2006/main">
            <a:off x="1762125" y="479488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  arguments:{selector:"INPUT_SELECTION"}}]</a:t>
            </a:r>
          </a:p>
        </p:txBody>
      </p:sp>
      <p:sp>
        <p:nvSpPr>
          <p:cNvPr id="144" name="dp41-comparison / n94 / text 6">
            <a:extLst xmlns:a="http://schemas.openxmlformats.org/drawingml/2006/main">
              <a:ext uri="{FF2B5EF4-FFF2-40B4-BE49-F238E27FC236}">
                <a16:creationId xmlns:a16="http://schemas.microsoft.com/office/drawing/2014/main" id="{BB431D57-B675-4E67-A493-2D41FDF8B664}"/>
              </a:ext>
            </a:extLst>
          </p:cNvPr>
          <p:cNvSpPr>
            <a:spLocks xmlns:a="http://schemas.openxmlformats.org/drawingml/2006/main" noGrp="1"/>
          </p:cNvSpPr>
          <p:nvPr/>
        </p:nvSpPr>
        <p:spPr>
          <a:xfrm xmlns:a="http://schemas.openxmlformats.org/drawingml/2006/main">
            <a:off x="1762125" y="494347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추가 근거가 필요하면 다음 모델 호출에서:</a:t>
            </a:r>
          </a:p>
        </p:txBody>
      </p:sp>
      <p:sp>
        <p:nvSpPr>
          <p:cNvPr id="145" name="dp41-comparison / n94 / text 7">
            <a:extLst xmlns:a="http://schemas.openxmlformats.org/drawingml/2006/main">
              <a:ext uri="{FF2B5EF4-FFF2-40B4-BE49-F238E27FC236}">
                <a16:creationId xmlns:a16="http://schemas.microsoft.com/office/drawing/2014/main" id="{7628BBBD-8302-468D-B1FA-BABB3F1AC73B}"/>
              </a:ext>
            </a:extLst>
          </p:cNvPr>
          <p:cNvSpPr>
            <a:spLocks xmlns:a="http://schemas.openxmlformats.org/drawingml/2006/main" noGrp="1"/>
          </p:cNvSpPr>
          <p:nvPr/>
        </p:nvSpPr>
        <p:spPr>
          <a:xfrm xmlns:a="http://schemas.openxmlformats.org/drawingml/2006/main">
            <a:off x="1762125" y="5092065"/>
            <a:ext cx="52101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interaction_retrieve(query="보고서", limit=5)</a:t>
            </a:r>
          </a:p>
        </p:txBody>
      </p:sp>
      <p:sp>
        <p:nvSpPr>
          <p:cNvPr id="146" name="dp41-comparison / n96">
            <a:extLst xmlns:a="http://schemas.openxmlformats.org/drawingml/2006/main">
              <a:ext uri="{FF2B5EF4-FFF2-40B4-BE49-F238E27FC236}">
                <a16:creationId xmlns:a16="http://schemas.microsoft.com/office/drawing/2014/main" id="{76BA1DB7-2CA9-4E7F-A355-EADE6DE7E589}"/>
              </a:ext>
            </a:extLst>
          </p:cNvPr>
          <p:cNvSpPr>
            <a:spLocks xmlns:a="http://schemas.openxmlformats.org/drawingml/2006/main" noGrp="1"/>
          </p:cNvSpPr>
          <p:nvPr/>
        </p:nvSpPr>
        <p:spPr>
          <a:xfrm xmlns:a="http://schemas.openxmlformats.org/drawingml/2006/main">
            <a:off x="7524750" y="4143375"/>
            <a:ext cx="1714500" cy="523875"/>
          </a:xfrm>
          <a:custGeom xmlns:a="http://schemas.openxmlformats.org/drawingml/2006/main">
            <a:pathLst>
              <a:path w="1714500" h="523875">
                <a:moveTo>
                  <a:pt x="0" y="0"/>
                </a:moveTo>
                <a:lnTo>
                  <a:pt x="1543050" y="0"/>
                </a:lnTo>
                <a:lnTo>
                  <a:pt x="1714500" y="171450"/>
                </a:lnTo>
                <a:lnTo>
                  <a:pt x="1714500" y="523875"/>
                </a:lnTo>
                <a:lnTo>
                  <a:pt x="0" y="5238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7" name="dp41-comparison / n96 / fold">
            <a:extLst xmlns:a="http://schemas.openxmlformats.org/drawingml/2006/main">
              <a:ext uri="{FF2B5EF4-FFF2-40B4-BE49-F238E27FC236}">
                <a16:creationId xmlns:a16="http://schemas.microsoft.com/office/drawing/2014/main" id="{A65D4DDD-6B43-4FE7-B9D7-EA86AF9F1D0A}"/>
              </a:ext>
            </a:extLst>
          </p:cNvPr>
          <p:cNvSpPr>
            <a:spLocks xmlns:a="http://schemas.openxmlformats.org/drawingml/2006/main" noGrp="1"/>
          </p:cNvSpPr>
          <p:nvPr/>
        </p:nvSpPr>
        <p:spPr>
          <a:xfrm xmlns:a="http://schemas.openxmlformats.org/drawingml/2006/main">
            <a:off x="906780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8" name="dp41-comparison / n97 / text 1">
            <a:extLst xmlns:a="http://schemas.openxmlformats.org/drawingml/2006/main">
              <a:ext uri="{FF2B5EF4-FFF2-40B4-BE49-F238E27FC236}">
                <a16:creationId xmlns:a16="http://schemas.microsoft.com/office/drawing/2014/main" id="{78470D59-32A8-4527-B8B0-C06F9663710C}"/>
              </a:ext>
            </a:extLst>
          </p:cNvPr>
          <p:cNvSpPr>
            <a:spLocks xmlns:a="http://schemas.openxmlformats.org/drawingml/2006/main" noGrp="1"/>
          </p:cNvSpPr>
          <p:nvPr/>
        </p:nvSpPr>
        <p:spPr>
          <a:xfrm xmlns:a="http://schemas.openxmlformats.org/drawingml/2006/main">
            <a:off x="7620000" y="420052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도구 조회 결과</a:t>
            </a:r>
          </a:p>
        </p:txBody>
      </p:sp>
      <p:sp>
        <p:nvSpPr>
          <p:cNvPr id="149" name="dp41-comparison / n97 / text 2">
            <a:extLst xmlns:a="http://schemas.openxmlformats.org/drawingml/2006/main">
              <a:ext uri="{FF2B5EF4-FFF2-40B4-BE49-F238E27FC236}">
                <a16:creationId xmlns:a16="http://schemas.microsoft.com/office/drawing/2014/main" id="{B44F155D-E26A-42BB-AAA5-5F8456CB5625}"/>
              </a:ext>
            </a:extLst>
          </p:cNvPr>
          <p:cNvSpPr>
            <a:spLocks xmlns:a="http://schemas.openxmlformats.org/drawingml/2006/main" noGrp="1"/>
          </p:cNvSpPr>
          <p:nvPr/>
        </p:nvSpPr>
        <p:spPr>
          <a:xfrm xmlns:a="http://schemas.openxmlformats.org/drawingml/2006/main">
            <a:off x="7620000" y="433768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Task1 / Task2</a:t>
            </a:r>
          </a:p>
        </p:txBody>
      </p:sp>
      <p:sp>
        <p:nvSpPr>
          <p:cNvPr id="150" name="dp41-comparison / n97 / text 3">
            <a:extLst xmlns:a="http://schemas.openxmlformats.org/drawingml/2006/main">
              <a:ext uri="{FF2B5EF4-FFF2-40B4-BE49-F238E27FC236}">
                <a16:creationId xmlns:a16="http://schemas.microsoft.com/office/drawing/2014/main" id="{B23F98C3-4260-484C-8360-258093B6DD5E}"/>
              </a:ext>
            </a:extLst>
          </p:cNvPr>
          <p:cNvSpPr>
            <a:spLocks xmlns:a="http://schemas.openxmlformats.org/drawingml/2006/main" noGrp="1"/>
          </p:cNvSpPr>
          <p:nvPr/>
        </p:nvSpPr>
        <p:spPr>
          <a:xfrm xmlns:a="http://schemas.openxmlformats.org/drawingml/2006/main">
            <a:off x="7620000" y="447484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표: 선택한 표</a:t>
            </a:r>
          </a:p>
        </p:txBody>
      </p:sp>
      <p:sp>
        <p:nvSpPr>
          <p:cNvPr id="151" name="dp41-comparison / n98">
            <a:extLst xmlns:a="http://schemas.openxmlformats.org/drawingml/2006/main">
              <a:ext uri="{FF2B5EF4-FFF2-40B4-BE49-F238E27FC236}">
                <a16:creationId xmlns:a16="http://schemas.microsoft.com/office/drawing/2014/main" id="{7A9FA23D-4D50-449E-AF8C-0190C30747E1}"/>
              </a:ext>
            </a:extLst>
          </p:cNvPr>
          <p:cNvSpPr>
            <a:spLocks xmlns:a="http://schemas.openxmlformats.org/drawingml/2006/main" noGrp="1"/>
          </p:cNvSpPr>
          <p:nvPr/>
        </p:nvSpPr>
        <p:spPr>
          <a:xfrm xmlns:a="http://schemas.openxmlformats.org/drawingml/2006/main">
            <a:off x="7505700" y="4724400"/>
            <a:ext cx="96088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99 / text 1">
            <a:extLst xmlns:a="http://schemas.openxmlformats.org/drawingml/2006/main">
              <a:ext uri="{FF2B5EF4-FFF2-40B4-BE49-F238E27FC236}">
                <a16:creationId xmlns:a16="http://schemas.microsoft.com/office/drawing/2014/main" id="{43E50768-DF99-4A02-A4B8-EF6E20792927}"/>
              </a:ext>
            </a:extLst>
          </p:cNvPr>
          <p:cNvSpPr>
            <a:spLocks xmlns:a="http://schemas.openxmlformats.org/drawingml/2006/main" noGrp="1"/>
          </p:cNvSpPr>
          <p:nvPr/>
        </p:nvSpPr>
        <p:spPr>
          <a:xfrm xmlns:a="http://schemas.openxmlformats.org/drawingml/2006/main">
            <a:off x="7524750" y="473392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반복 주체: 모델</a:t>
            </a:r>
          </a:p>
        </p:txBody>
      </p:sp>
      <p:sp>
        <p:nvSpPr>
          <p:cNvPr id="153" name="dp41-comparison / n100">
            <a:extLst xmlns:a="http://schemas.openxmlformats.org/drawingml/2006/main">
              <a:ext uri="{FF2B5EF4-FFF2-40B4-BE49-F238E27FC236}">
                <a16:creationId xmlns:a16="http://schemas.microsoft.com/office/drawing/2014/main" id="{A6BA9BC9-0D77-4377-A88B-51B93F7B800D}"/>
              </a:ext>
            </a:extLst>
          </p:cNvPr>
          <p:cNvSpPr>
            <a:spLocks xmlns:a="http://schemas.openxmlformats.org/drawingml/2006/main" noGrp="1"/>
          </p:cNvSpPr>
          <p:nvPr/>
        </p:nvSpPr>
        <p:spPr>
          <a:xfrm xmlns:a="http://schemas.openxmlformats.org/drawingml/2006/main">
            <a:off x="7505700" y="4933950"/>
            <a:ext cx="13220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1-comparison / n101 / text 1">
            <a:extLst xmlns:a="http://schemas.openxmlformats.org/drawingml/2006/main">
              <a:ext uri="{FF2B5EF4-FFF2-40B4-BE49-F238E27FC236}">
                <a16:creationId xmlns:a16="http://schemas.microsoft.com/office/drawing/2014/main" id="{8204F947-AC06-44E4-9DDA-A10378825F6B}"/>
              </a:ext>
            </a:extLst>
          </p:cNvPr>
          <p:cNvSpPr>
            <a:spLocks xmlns:a="http://schemas.openxmlformats.org/drawingml/2006/main" noGrp="1"/>
          </p:cNvSpPr>
          <p:nvPr/>
        </p:nvSpPr>
        <p:spPr>
          <a:xfrm xmlns:a="http://schemas.openxmlformats.org/drawingml/2006/main">
            <a:off x="7524750" y="494347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근거 반영 → 다음 조회</a:t>
            </a:r>
          </a:p>
        </p:txBody>
      </p:sp>
      <p:sp>
        <p:nvSpPr>
          <p:cNvPr id="155" name="dp41-comparison / n102">
            <a:extLst xmlns:a="http://schemas.openxmlformats.org/drawingml/2006/main">
              <a:ext uri="{FF2B5EF4-FFF2-40B4-BE49-F238E27FC236}">
                <a16:creationId xmlns:a16="http://schemas.microsoft.com/office/drawing/2014/main" id="{C78EE188-A80F-4124-A693-66D284564522}"/>
              </a:ext>
            </a:extLst>
          </p:cNvPr>
          <p:cNvSpPr>
            <a:spLocks xmlns:a="http://schemas.openxmlformats.org/drawingml/2006/main" noGrp="1"/>
          </p:cNvSpPr>
          <p:nvPr/>
        </p:nvSpPr>
        <p:spPr>
          <a:xfrm xmlns:a="http://schemas.openxmlformats.org/drawingml/2006/main">
            <a:off x="1666875" y="5419725"/>
            <a:ext cx="5476875" cy="352425"/>
          </a:xfrm>
          <a:custGeom xmlns:a="http://schemas.openxmlformats.org/drawingml/2006/main">
            <a:pathLst>
              <a:path w="5476875" h="352425">
                <a:moveTo>
                  <a:pt x="0" y="0"/>
                </a:moveTo>
                <a:lnTo>
                  <a:pt x="5305425" y="0"/>
                </a:lnTo>
                <a:lnTo>
                  <a:pt x="5476875" y="171450"/>
                </a:lnTo>
                <a:lnTo>
                  <a:pt x="5476875" y="352425"/>
                </a:lnTo>
                <a:lnTo>
                  <a:pt x="0" y="35242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6" name="dp41-comparison / n102 / fold">
            <a:extLst xmlns:a="http://schemas.openxmlformats.org/drawingml/2006/main">
              <a:ext uri="{FF2B5EF4-FFF2-40B4-BE49-F238E27FC236}">
                <a16:creationId xmlns:a16="http://schemas.microsoft.com/office/drawing/2014/main" id="{C0F3FA52-DC19-4E5E-B218-88069A76BC42}"/>
              </a:ext>
            </a:extLst>
          </p:cNvPr>
          <p:cNvSpPr>
            <a:spLocks xmlns:a="http://schemas.openxmlformats.org/drawingml/2006/main" noGrp="1"/>
          </p:cNvSpPr>
          <p:nvPr/>
        </p:nvSpPr>
        <p:spPr>
          <a:xfrm xmlns:a="http://schemas.openxmlformats.org/drawingml/2006/main">
            <a:off x="6972300" y="54197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7" name="dp41-comparison / n103 / text 1">
            <a:extLst xmlns:a="http://schemas.openxmlformats.org/drawingml/2006/main">
              <a:ext uri="{FF2B5EF4-FFF2-40B4-BE49-F238E27FC236}">
                <a16:creationId xmlns:a16="http://schemas.microsoft.com/office/drawing/2014/main" id="{563D5FBC-49A3-43DA-8196-CC005C605D99}"/>
              </a:ext>
            </a:extLst>
          </p:cNvPr>
          <p:cNvSpPr>
            <a:spLocks xmlns:a="http://schemas.openxmlformats.org/drawingml/2006/main" noGrp="1"/>
          </p:cNvSpPr>
          <p:nvPr/>
        </p:nvSpPr>
        <p:spPr>
          <a:xfrm xmlns:a="http://schemas.openxmlformats.org/drawingml/2006/main">
            <a:off x="1762125" y="547687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최종 MeaningProposal (사용자 확인 뒤): Task1 보고서에 표 추가</a:t>
            </a:r>
          </a:p>
        </p:txBody>
      </p:sp>
      <p:sp>
        <p:nvSpPr>
          <p:cNvPr id="158" name="dp41-comparison / n103 / text 2">
            <a:extLst xmlns:a="http://schemas.openxmlformats.org/drawingml/2006/main">
              <a:ext uri="{FF2B5EF4-FFF2-40B4-BE49-F238E27FC236}">
                <a16:creationId xmlns:a16="http://schemas.microsoft.com/office/drawing/2014/main" id="{0388BB11-0F41-42EB-8445-C8AEF541663B}"/>
              </a:ext>
            </a:extLst>
          </p:cNvPr>
          <p:cNvSpPr>
            <a:spLocks xmlns:a="http://schemas.openxmlformats.org/drawingml/2006/main" noGrp="1"/>
          </p:cNvSpPr>
          <p:nvPr/>
        </p:nvSpPr>
        <p:spPr>
          <a:xfrm xmlns:a="http://schemas.openxmlformats.org/drawingml/2006/main">
            <a:off x="1762125" y="561403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결과 → 메일 초안 / SEND 금지 유지</a:t>
            </a:r>
          </a:p>
        </p:txBody>
      </p:sp>
      <p:sp>
        <p:nvSpPr>
          <p:cNvPr id="159" name="dp41-comparison / n112">
            <a:extLst xmlns:a="http://schemas.openxmlformats.org/drawingml/2006/main">
              <a:ext uri="{FF2B5EF4-FFF2-40B4-BE49-F238E27FC236}">
                <a16:creationId xmlns:a16="http://schemas.microsoft.com/office/drawing/2014/main" id="{F7783B52-C765-4F21-AA3B-AFCF41BBCA3F}"/>
              </a:ext>
            </a:extLst>
          </p:cNvPr>
          <p:cNvSpPr>
            <a:spLocks xmlns:a="http://schemas.openxmlformats.org/drawingml/2006/main" noGrp="1"/>
          </p:cNvSpPr>
          <p:nvPr/>
        </p:nvSpPr>
        <p:spPr>
          <a:xfrm xmlns:a="http://schemas.openxmlformats.org/drawingml/2006/main">
            <a:off x="1647825" y="6038850"/>
            <a:ext cx="216789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1-comparison / n113 / text 1">
            <a:extLst xmlns:a="http://schemas.openxmlformats.org/drawingml/2006/main">
              <a:ext uri="{FF2B5EF4-FFF2-40B4-BE49-F238E27FC236}">
                <a16:creationId xmlns:a16="http://schemas.microsoft.com/office/drawing/2014/main" id="{9988E592-7337-49E9-80BB-254BF6E23C4F}"/>
              </a:ext>
            </a:extLst>
          </p:cNvPr>
          <p:cNvSpPr>
            <a:spLocks xmlns:a="http://schemas.openxmlformats.org/drawingml/2006/main" noGrp="1"/>
          </p:cNvSpPr>
          <p:nvPr/>
        </p:nvSpPr>
        <p:spPr>
          <a:xfrm xmlns:a="http://schemas.openxmlformats.org/drawingml/2006/main">
            <a:off x="1666875" y="6048375"/>
            <a:ext cx="24765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자료 / 대화 / 업무 기록 조회</a:t>
            </a:r>
          </a:p>
        </p:txBody>
      </p:sp>
      <p:sp>
        <p:nvSpPr>
          <p:cNvPr id="161" name="dp41-comparison / n117">
            <a:extLst xmlns:a="http://schemas.openxmlformats.org/drawingml/2006/main">
              <a:ext uri="{FF2B5EF4-FFF2-40B4-BE49-F238E27FC236}">
                <a16:creationId xmlns:a16="http://schemas.microsoft.com/office/drawing/2014/main" id="{D27D7F72-E061-45E0-9108-19057B8C9248}"/>
              </a:ext>
            </a:extLst>
          </p:cNvPr>
          <p:cNvSpPr>
            <a:spLocks xmlns:a="http://schemas.openxmlformats.org/drawingml/2006/main" noGrp="1"/>
          </p:cNvSpPr>
          <p:nvPr/>
        </p:nvSpPr>
        <p:spPr>
          <a:xfrm xmlns:a="http://schemas.openxmlformats.org/drawingml/2006/main">
            <a:off x="1647825" y="63627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1-comparison / n118 / text 1">
            <a:extLst xmlns:a="http://schemas.openxmlformats.org/drawingml/2006/main">
              <a:ext uri="{FF2B5EF4-FFF2-40B4-BE49-F238E27FC236}">
                <a16:creationId xmlns:a16="http://schemas.microsoft.com/office/drawing/2014/main" id="{D5082171-4D09-4020-8431-476F505B8A96}"/>
              </a:ext>
            </a:extLst>
          </p:cNvPr>
          <p:cNvSpPr>
            <a:spLocks xmlns:a="http://schemas.openxmlformats.org/drawingml/2006/main" noGrp="1"/>
          </p:cNvSpPr>
          <p:nvPr/>
        </p:nvSpPr>
        <p:spPr>
          <a:xfrm xmlns:a="http://schemas.openxmlformats.org/drawingml/2006/main">
            <a:off x="1666875" y="63722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63" name="dp41-comparison / n129">
            <a:extLst xmlns:a="http://schemas.openxmlformats.org/drawingml/2006/main">
              <a:ext uri="{FF2B5EF4-FFF2-40B4-BE49-F238E27FC236}">
                <a16:creationId xmlns:a16="http://schemas.microsoft.com/office/drawing/2014/main" id="{15DE7506-2E1C-483A-AC29-F927B62D032C}"/>
              </a:ext>
            </a:extLst>
          </p:cNvPr>
          <p:cNvSpPr>
            <a:spLocks xmlns:a="http://schemas.openxmlformats.org/drawingml/2006/main" noGrp="1"/>
          </p:cNvSpPr>
          <p:nvPr/>
        </p:nvSpPr>
        <p:spPr>
          <a:xfrm xmlns:a="http://schemas.openxmlformats.org/drawingml/2006/main">
            <a:off x="5600700" y="66008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1-comparison / n130 / text 1">
            <a:extLst xmlns:a="http://schemas.openxmlformats.org/drawingml/2006/main">
              <a:ext uri="{FF2B5EF4-FFF2-40B4-BE49-F238E27FC236}">
                <a16:creationId xmlns:a16="http://schemas.microsoft.com/office/drawing/2014/main" id="{2D17211B-3933-4BA9-92FD-25DB2E67AC1E}"/>
              </a:ext>
            </a:extLst>
          </p:cNvPr>
          <p:cNvSpPr>
            <a:spLocks xmlns:a="http://schemas.openxmlformats.org/drawingml/2006/main" noGrp="1"/>
          </p:cNvSpPr>
          <p:nvPr/>
        </p:nvSpPr>
        <p:spPr>
          <a:xfrm xmlns:a="http://schemas.openxmlformats.org/drawingml/2006/main">
            <a:off x="5619750" y="66103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65" name="dp41-comparison / n132">
            <a:extLst xmlns:a="http://schemas.openxmlformats.org/drawingml/2006/main">
              <a:ext uri="{FF2B5EF4-FFF2-40B4-BE49-F238E27FC236}">
                <a16:creationId xmlns:a16="http://schemas.microsoft.com/office/drawing/2014/main" id="{2A904BA9-D00F-4ED4-885A-BA558AA062E4}"/>
              </a:ext>
            </a:extLst>
          </p:cNvPr>
          <p:cNvSpPr>
            <a:spLocks xmlns:a="http://schemas.openxmlformats.org/drawingml/2006/main" noGrp="1"/>
          </p:cNvSpPr>
          <p:nvPr/>
        </p:nvSpPr>
        <p:spPr>
          <a:xfrm xmlns:a="http://schemas.openxmlformats.org/drawingml/2006/main">
            <a:off x="2962275" y="68675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6" name="dp41-comparison / n133 / text 1">
            <a:extLst xmlns:a="http://schemas.openxmlformats.org/drawingml/2006/main">
              <a:ext uri="{FF2B5EF4-FFF2-40B4-BE49-F238E27FC236}">
                <a16:creationId xmlns:a16="http://schemas.microsoft.com/office/drawing/2014/main" id="{36ED7DC5-E7E3-4568-9CBF-0A8983BD1CDC}"/>
              </a:ext>
            </a:extLst>
          </p:cNvPr>
          <p:cNvSpPr>
            <a:spLocks xmlns:a="http://schemas.openxmlformats.org/drawingml/2006/main" noGrp="1"/>
          </p:cNvSpPr>
          <p:nvPr/>
        </p:nvSpPr>
        <p:spPr>
          <a:xfrm xmlns:a="http://schemas.openxmlformats.org/drawingml/2006/main">
            <a:off x="2981325" y="68770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근거를 받아 모델 재호출 / 필요하면 반복</a:t>
            </a:r>
          </a:p>
        </p:txBody>
      </p:sp>
      <p:sp>
        <p:nvSpPr>
          <p:cNvPr id="167" name="dp41-comparison / n135">
            <a:extLst xmlns:a="http://schemas.openxmlformats.org/drawingml/2006/main">
              <a:ext uri="{FF2B5EF4-FFF2-40B4-BE49-F238E27FC236}">
                <a16:creationId xmlns:a16="http://schemas.microsoft.com/office/drawing/2014/main" id="{50168386-74CC-48E9-8BCB-2FB8F6C6AC08}"/>
              </a:ext>
            </a:extLst>
          </p:cNvPr>
          <p:cNvSpPr>
            <a:spLocks xmlns:a="http://schemas.openxmlformats.org/drawingml/2006/main" noGrp="1"/>
          </p:cNvSpPr>
          <p:nvPr/>
        </p:nvSpPr>
        <p:spPr>
          <a:xfrm xmlns:a="http://schemas.openxmlformats.org/drawingml/2006/main">
            <a:off x="4933950" y="71818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8" name="dp41-comparison / n136 / text 1">
            <a:extLst xmlns:a="http://schemas.openxmlformats.org/drawingml/2006/main">
              <a:ext uri="{FF2B5EF4-FFF2-40B4-BE49-F238E27FC236}">
                <a16:creationId xmlns:a16="http://schemas.microsoft.com/office/drawing/2014/main" id="{BC9D589B-B1A3-48D5-89E6-BF5BEFBE607C}"/>
              </a:ext>
            </a:extLst>
          </p:cNvPr>
          <p:cNvSpPr>
            <a:spLocks xmlns:a="http://schemas.openxmlformats.org/drawingml/2006/main" noGrp="1"/>
          </p:cNvSpPr>
          <p:nvPr/>
        </p:nvSpPr>
        <p:spPr>
          <a:xfrm xmlns:a="http://schemas.openxmlformats.org/drawingml/2006/main">
            <a:off x="4953000" y="71913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69" name="dp41-comparison / n139">
            <a:extLst xmlns:a="http://schemas.openxmlformats.org/drawingml/2006/main">
              <a:ext uri="{FF2B5EF4-FFF2-40B4-BE49-F238E27FC236}">
                <a16:creationId xmlns:a16="http://schemas.microsoft.com/office/drawing/2014/main" id="{73159142-6382-4FEA-AF38-CFFBD498DA80}"/>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1-comparison / n140 / text 1">
            <a:extLst xmlns:a="http://schemas.openxmlformats.org/drawingml/2006/main">
              <a:ext uri="{FF2B5EF4-FFF2-40B4-BE49-F238E27FC236}">
                <a16:creationId xmlns:a16="http://schemas.microsoft.com/office/drawing/2014/main" id="{0DA5384A-6A1D-48B0-AED9-D15387C577C6}"/>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71" name="dp41-comparison / n141">
            <a:extLst xmlns:a="http://schemas.openxmlformats.org/drawingml/2006/main">
              <a:ext uri="{FF2B5EF4-FFF2-40B4-BE49-F238E27FC236}">
                <a16:creationId xmlns:a16="http://schemas.microsoft.com/office/drawing/2014/main" id="{30281246-F3B1-455A-803C-7F107245CAE8}"/>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2" name="dp41-comparison / n142 / text 1">
            <a:extLst xmlns:a="http://schemas.openxmlformats.org/drawingml/2006/main">
              <a:ext uri="{FF2B5EF4-FFF2-40B4-BE49-F238E27FC236}">
                <a16:creationId xmlns:a16="http://schemas.microsoft.com/office/drawing/2014/main" id="{5B7D25C2-AAA9-4ED6-9460-C5A48D9AE6A4}"/>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73" name="dp41-comparison / n143 / path">
            <a:extLst xmlns:a="http://schemas.openxmlformats.org/drawingml/2006/main">
              <a:ext uri="{FF2B5EF4-FFF2-40B4-BE49-F238E27FC236}">
                <a16:creationId xmlns:a16="http://schemas.microsoft.com/office/drawing/2014/main" id="{008473BE-376E-4BDD-8F4B-ED4A004BB98A}"/>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74" name="dp41-comparison / n143 / arrow">
            <a:extLst xmlns:a="http://schemas.openxmlformats.org/drawingml/2006/main">
              <a:ext uri="{FF2B5EF4-FFF2-40B4-BE49-F238E27FC236}">
                <a16:creationId xmlns:a16="http://schemas.microsoft.com/office/drawing/2014/main" id="{9AA677FE-0F07-4740-8F67-E5BB8B423A4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5" name="dp41-comparison / n144 / path">
            <a:extLst xmlns:a="http://schemas.openxmlformats.org/drawingml/2006/main">
              <a:ext uri="{FF2B5EF4-FFF2-40B4-BE49-F238E27FC236}">
                <a16:creationId xmlns:a16="http://schemas.microsoft.com/office/drawing/2014/main" id="{C2F7389A-29D4-4929-A0F8-0FD9C44AB1E5}"/>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76" name="dp41-comparison / n144 / arrow">
            <a:extLst xmlns:a="http://schemas.openxmlformats.org/drawingml/2006/main">
              <a:ext uri="{FF2B5EF4-FFF2-40B4-BE49-F238E27FC236}">
                <a16:creationId xmlns:a16="http://schemas.microsoft.com/office/drawing/2014/main" id="{85E45EA8-55AA-49B2-902D-0D46422C4DC6}"/>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7" name="dp41-comparison / n145">
            <a:extLst xmlns:a="http://schemas.openxmlformats.org/drawingml/2006/main">
              <a:ext uri="{FF2B5EF4-FFF2-40B4-BE49-F238E27FC236}">
                <a16:creationId xmlns:a16="http://schemas.microsoft.com/office/drawing/2014/main" id="{CE4E1344-DB79-4F03-84FA-FF6F29BFFC9D}"/>
              </a:ext>
            </a:extLst>
          </p:cNvPr>
          <p:cNvSpPr>
            <a:spLocks xmlns:a="http://schemas.openxmlformats.org/drawingml/2006/main" noGrp="1"/>
          </p:cNvSpPr>
          <p:nvPr/>
        </p:nvSpPr>
        <p:spPr>
          <a:xfrm xmlns:a="http://schemas.openxmlformats.org/drawingml/2006/main">
            <a:off x="9763125" y="3257550"/>
            <a:ext cx="7953375"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8" name="dp41-comparison / n146 / text 1">
            <a:extLst xmlns:a="http://schemas.openxmlformats.org/drawingml/2006/main">
              <a:ext uri="{FF2B5EF4-FFF2-40B4-BE49-F238E27FC236}">
                <a16:creationId xmlns:a16="http://schemas.microsoft.com/office/drawing/2014/main" id="{1018AAB0-4288-4DF5-ADAC-DA33A7CFE1D2}"/>
              </a:ext>
            </a:extLst>
          </p:cNvPr>
          <p:cNvSpPr>
            <a:spLocks xmlns:a="http://schemas.openxmlformats.org/drawingml/2006/main" noGrp="1"/>
          </p:cNvSpPr>
          <p:nvPr/>
        </p:nvSpPr>
        <p:spPr>
          <a:xfrm xmlns:a="http://schemas.openxmlformats.org/drawingml/2006/main">
            <a:off x="9886950" y="335280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79" name="dp41-comparison / n149 / path">
            <a:extLst xmlns:a="http://schemas.openxmlformats.org/drawingml/2006/main">
              <a:ext uri="{FF2B5EF4-FFF2-40B4-BE49-F238E27FC236}">
                <a16:creationId xmlns:a16="http://schemas.microsoft.com/office/drawing/2014/main" id="{5DA68B80-AF4B-4A73-9EAD-670F46312669}"/>
              </a:ext>
            </a:extLst>
          </p:cNvPr>
          <p:cNvSpPr>
            <a:spLocks xmlns:a="http://schemas.openxmlformats.org/drawingml/2006/main" noGrp="1"/>
          </p:cNvSpPr>
          <p:nvPr/>
        </p:nvSpPr>
        <p:spPr>
          <a:xfrm xmlns:a="http://schemas.openxmlformats.org/drawingml/2006/main">
            <a:off x="15525750" y="2743200"/>
            <a:ext cx="23813" cy="514350"/>
          </a:xfrm>
          <a:custGeom xmlns:a="http://schemas.openxmlformats.org/drawingml/2006/main">
            <a:pathLst>
              <a:path w="23813" h="514350">
                <a:moveTo>
                  <a:pt x="0" y="0"/>
                </a:moveTo>
                <a:lnTo>
                  <a:pt x="0" y="447675"/>
                </a:lnTo>
                <a:lnTo>
                  <a:pt x="23813" y="447675"/>
                </a:lnTo>
                <a:lnTo>
                  <a:pt x="23813" y="514350"/>
                </a:lnTo>
              </a:path>
            </a:pathLst>
          </a:custGeom>
          <a:noFill xmlns:a="http://schemas.openxmlformats.org/drawingml/2006/main"/>
          <a:ln xmlns:a="http://schemas.openxmlformats.org/drawingml/2006/main" w="10478">
            <a:solidFill>
              <a:srgbClr val="000000"/>
            </a:solidFill>
            <a:prstDash val="solid"/>
          </a:ln>
        </p:spPr>
      </p:sp>
      <p:sp>
        <p:nvSpPr>
          <p:cNvPr id="180" name="dp41-comparison / n149 / arrow">
            <a:extLst xmlns:a="http://schemas.openxmlformats.org/drawingml/2006/main">
              <a:ext uri="{FF2B5EF4-FFF2-40B4-BE49-F238E27FC236}">
                <a16:creationId xmlns:a16="http://schemas.microsoft.com/office/drawing/2014/main" id="{1CF55FDB-E6CC-4DF0-8137-36908C44B3B5}"/>
              </a:ext>
            </a:extLst>
          </p:cNvPr>
          <p:cNvSpPr>
            <a:spLocks xmlns:a="http://schemas.openxmlformats.org/drawingml/2006/main" noGrp="1"/>
          </p:cNvSpPr>
          <p:nvPr/>
        </p:nvSpPr>
        <p:spPr>
          <a:xfrm xmlns:a="http://schemas.openxmlformats.org/drawingml/2006/main">
            <a:off x="15516035" y="3190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1-comparison / n152">
            <a:extLst xmlns:a="http://schemas.openxmlformats.org/drawingml/2006/main">
              <a:ext uri="{FF2B5EF4-FFF2-40B4-BE49-F238E27FC236}">
                <a16:creationId xmlns:a16="http://schemas.microsoft.com/office/drawing/2014/main" id="{A9D58508-BD5F-4D58-8397-9CF7F3BF9188}"/>
              </a:ext>
            </a:extLst>
          </p:cNvPr>
          <p:cNvSpPr>
            <a:spLocks xmlns:a="http://schemas.openxmlformats.org/drawingml/2006/main" noGrp="1"/>
          </p:cNvSpPr>
          <p:nvPr/>
        </p:nvSpPr>
        <p:spPr>
          <a:xfrm xmlns:a="http://schemas.openxmlformats.org/drawingml/2006/main">
            <a:off x="9953625" y="2867025"/>
            <a:ext cx="2381250"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3 / text 1">
            <a:extLst xmlns:a="http://schemas.openxmlformats.org/drawingml/2006/main">
              <a:ext uri="{FF2B5EF4-FFF2-40B4-BE49-F238E27FC236}">
                <a16:creationId xmlns:a16="http://schemas.microsoft.com/office/drawing/2014/main" id="{091240E7-FE5C-4EFA-8372-76CB839983F0}"/>
              </a:ext>
            </a:extLst>
          </p:cNvPr>
          <p:cNvSpPr>
            <a:spLocks xmlns:a="http://schemas.openxmlformats.org/drawingml/2006/main" noGrp="1"/>
          </p:cNvSpPr>
          <p:nvPr/>
        </p:nvSpPr>
        <p:spPr>
          <a:xfrm xmlns:a="http://schemas.openxmlformats.org/drawingml/2006/main">
            <a:off x="10039350" y="2895600"/>
            <a:ext cx="2209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83" name="dp41-comparison / n156">
            <a:extLst xmlns:a="http://schemas.openxmlformats.org/drawingml/2006/main">
              <a:ext uri="{FF2B5EF4-FFF2-40B4-BE49-F238E27FC236}">
                <a16:creationId xmlns:a16="http://schemas.microsoft.com/office/drawing/2014/main" id="{030B8B00-DE4B-40D5-AA04-F3DEE05D7B7F}"/>
              </a:ext>
            </a:extLst>
          </p:cNvPr>
          <p:cNvSpPr>
            <a:spLocks xmlns:a="http://schemas.openxmlformats.org/drawingml/2006/main" noGrp="1"/>
          </p:cNvSpPr>
          <p:nvPr/>
        </p:nvSpPr>
        <p:spPr>
          <a:xfrm xmlns:a="http://schemas.openxmlformats.org/drawingml/2006/main">
            <a:off x="9953625" y="3667125"/>
            <a:ext cx="2333625" cy="342900"/>
          </a:xfrm>
          <a:prstGeom xmlns:a="http://schemas.openxmlformats.org/drawingml/2006/main" prst="roundRect">
            <a:avLst>
              <a:gd name="adj" fmla="val 22222"/>
            </a:avLst>
          </a:prstGeom>
          <a:solidFill xmlns:a="http://schemas.openxmlformats.org/drawingml/2006/main">
            <a:srgbClr val="FFF0DD"/>
          </a:solidFill>
          <a:ln xmlns:a="http://schemas.openxmlformats.org/drawingml/2006/main" w="17145">
            <a:solidFill>
              <a:srgbClr val="B8753F"/>
            </a:solidFill>
            <a:prstDash val="solid"/>
          </a:ln>
        </p:spPr>
      </p:sp>
      <p:sp>
        <p:nvSpPr>
          <p:cNvPr id="184" name="dp41-comparison / n157 / text 1">
            <a:extLst xmlns:a="http://schemas.openxmlformats.org/drawingml/2006/main">
              <a:ext uri="{FF2B5EF4-FFF2-40B4-BE49-F238E27FC236}">
                <a16:creationId xmlns:a16="http://schemas.microsoft.com/office/drawing/2014/main" id="{5E240BA0-3847-4A6A-8D97-0AA15C0773A1}"/>
              </a:ext>
            </a:extLst>
          </p:cNvPr>
          <p:cNvSpPr>
            <a:spLocks xmlns:a="http://schemas.openxmlformats.org/drawingml/2006/main" noGrp="1"/>
          </p:cNvSpPr>
          <p:nvPr/>
        </p:nvSpPr>
        <p:spPr>
          <a:xfrm xmlns:a="http://schemas.openxmlformats.org/drawingml/2006/main">
            <a:off x="10039350" y="3727133"/>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85" name="dp41-comparison / n158">
            <a:extLst xmlns:a="http://schemas.openxmlformats.org/drawingml/2006/main">
              <a:ext uri="{FF2B5EF4-FFF2-40B4-BE49-F238E27FC236}">
                <a16:creationId xmlns:a16="http://schemas.microsoft.com/office/drawing/2014/main" id="{B0D176AA-E71C-42A7-8B19-4CAED6B944B5}"/>
              </a:ext>
            </a:extLst>
          </p:cNvPr>
          <p:cNvSpPr>
            <a:spLocks xmlns:a="http://schemas.openxmlformats.org/drawingml/2006/main" noGrp="1"/>
          </p:cNvSpPr>
          <p:nvPr/>
        </p:nvSpPr>
        <p:spPr>
          <a:xfrm xmlns:a="http://schemas.openxmlformats.org/drawingml/2006/main">
            <a:off x="15906750" y="3667125"/>
            <a:ext cx="1619250" cy="3429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000000"/>
            </a:solidFill>
            <a:prstDash val="solid"/>
          </a:ln>
        </p:spPr>
      </p:sp>
      <p:sp>
        <p:nvSpPr>
          <p:cNvPr id="186" name="dp41-comparison / n159 / text 1">
            <a:extLst xmlns:a="http://schemas.openxmlformats.org/drawingml/2006/main">
              <a:ext uri="{FF2B5EF4-FFF2-40B4-BE49-F238E27FC236}">
                <a16:creationId xmlns:a16="http://schemas.microsoft.com/office/drawing/2014/main" id="{E0D60B11-F85F-49D1-A736-63CF17339697}"/>
              </a:ext>
            </a:extLst>
          </p:cNvPr>
          <p:cNvSpPr>
            <a:spLocks xmlns:a="http://schemas.openxmlformats.org/drawingml/2006/main" noGrp="1"/>
          </p:cNvSpPr>
          <p:nvPr/>
        </p:nvSpPr>
        <p:spPr>
          <a:xfrm xmlns:a="http://schemas.openxmlformats.org/drawingml/2006/main">
            <a:off x="15992475" y="37457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읽기 도구 실행기</a:t>
            </a:r>
          </a:p>
        </p:txBody>
      </p:sp>
      <p:sp>
        <p:nvSpPr>
          <p:cNvPr id="187" name="dp41-comparison / n160">
            <a:extLst xmlns:a="http://schemas.openxmlformats.org/drawingml/2006/main">
              <a:ext uri="{FF2B5EF4-FFF2-40B4-BE49-F238E27FC236}">
                <a16:creationId xmlns:a16="http://schemas.microsoft.com/office/drawing/2014/main" id="{0BB6837E-4372-45C1-AA2E-6ECBF0BFDDEC}"/>
              </a:ext>
            </a:extLst>
          </p:cNvPr>
          <p:cNvSpPr>
            <a:spLocks xmlns:a="http://schemas.openxmlformats.org/drawingml/2006/main" noGrp="1"/>
          </p:cNvSpPr>
          <p:nvPr/>
        </p:nvSpPr>
        <p:spPr>
          <a:xfrm xmlns:a="http://schemas.openxmlformats.org/drawingml/2006/main">
            <a:off x="15621000" y="5429250"/>
            <a:ext cx="19050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188" name="dp41-comparison / n161 / text 1">
            <a:extLst xmlns:a="http://schemas.openxmlformats.org/drawingml/2006/main">
              <a:ext uri="{FF2B5EF4-FFF2-40B4-BE49-F238E27FC236}">
                <a16:creationId xmlns:a16="http://schemas.microsoft.com/office/drawing/2014/main" id="{CE774D25-1202-455A-A1E7-14A011075EC4}"/>
              </a:ext>
            </a:extLst>
          </p:cNvPr>
          <p:cNvSpPr>
            <a:spLocks xmlns:a="http://schemas.openxmlformats.org/drawingml/2006/main" noGrp="1"/>
          </p:cNvSpPr>
          <p:nvPr/>
        </p:nvSpPr>
        <p:spPr>
          <a:xfrm xmlns:a="http://schemas.openxmlformats.org/drawingml/2006/main">
            <a:off x="15706725" y="5476399"/>
            <a:ext cx="17335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189" name="dp41-comparison / n162">
            <a:extLst xmlns:a="http://schemas.openxmlformats.org/drawingml/2006/main">
              <a:ext uri="{FF2B5EF4-FFF2-40B4-BE49-F238E27FC236}">
                <a16:creationId xmlns:a16="http://schemas.microsoft.com/office/drawing/2014/main" id="{173EF771-360F-4C50-AA31-50DBDB275793}"/>
              </a:ext>
            </a:extLst>
          </p:cNvPr>
          <p:cNvSpPr>
            <a:spLocks xmlns:a="http://schemas.openxmlformats.org/drawingml/2006/main" noGrp="1"/>
          </p:cNvSpPr>
          <p:nvPr/>
        </p:nvSpPr>
        <p:spPr>
          <a:xfrm xmlns:a="http://schemas.openxmlformats.org/drawingml/2006/main">
            <a:off x="12715875" y="3667125"/>
            <a:ext cx="2857500" cy="342900"/>
          </a:xfrm>
          <a:prstGeom xmlns:a="http://schemas.openxmlformats.org/drawingml/2006/main" prst="roundRect">
            <a:avLst>
              <a:gd name="adj" fmla="val 22222"/>
            </a:avLst>
          </a:prstGeom>
          <a:solidFill xmlns:a="http://schemas.openxmlformats.org/drawingml/2006/main">
            <a:srgbClr val="FFF0DD"/>
          </a:solidFill>
          <a:ln xmlns:a="http://schemas.openxmlformats.org/drawingml/2006/main" w="17145">
            <a:solidFill>
              <a:srgbClr val="B8753F"/>
            </a:solidFill>
            <a:prstDash val="solid"/>
          </a:ln>
        </p:spPr>
      </p:sp>
      <p:sp>
        <p:nvSpPr>
          <p:cNvPr id="190" name="dp41-comparison / n163 / text 1">
            <a:extLst xmlns:a="http://schemas.openxmlformats.org/drawingml/2006/main">
              <a:ext uri="{FF2B5EF4-FFF2-40B4-BE49-F238E27FC236}">
                <a16:creationId xmlns:a16="http://schemas.microsoft.com/office/drawing/2014/main" id="{503A942B-F687-48A7-8576-A9BBF7541BE1}"/>
              </a:ext>
            </a:extLst>
          </p:cNvPr>
          <p:cNvSpPr>
            <a:spLocks xmlns:a="http://schemas.openxmlformats.org/drawingml/2006/main" noGrp="1"/>
          </p:cNvSpPr>
          <p:nvPr/>
        </p:nvSpPr>
        <p:spPr>
          <a:xfrm xmlns:a="http://schemas.openxmlformats.org/drawingml/2006/main">
            <a:off x="12801600" y="3733324"/>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Resolution Engine</a:t>
            </a:r>
          </a:p>
        </p:txBody>
      </p:sp>
      <p:sp>
        <p:nvSpPr>
          <p:cNvPr id="191" name="dp41-comparison / n164 / path">
            <a:extLst xmlns:a="http://schemas.openxmlformats.org/drawingml/2006/main">
              <a:ext uri="{FF2B5EF4-FFF2-40B4-BE49-F238E27FC236}">
                <a16:creationId xmlns:a16="http://schemas.microsoft.com/office/drawing/2014/main" id="{13086E60-BBBE-4F27-A996-B62FAC9F4DE0}"/>
              </a:ext>
            </a:extLst>
          </p:cNvPr>
          <p:cNvSpPr>
            <a:spLocks xmlns:a="http://schemas.openxmlformats.org/drawingml/2006/main" noGrp="1"/>
          </p:cNvSpPr>
          <p:nvPr/>
        </p:nvSpPr>
        <p:spPr>
          <a:xfrm xmlns:a="http://schemas.openxmlformats.org/drawingml/2006/main">
            <a:off x="12287250" y="37623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92" name="dp41-comparison / n164 / arrow">
            <a:extLst xmlns:a="http://schemas.openxmlformats.org/drawingml/2006/main">
              <a:ext uri="{FF2B5EF4-FFF2-40B4-BE49-F238E27FC236}">
                <a16:creationId xmlns:a16="http://schemas.microsoft.com/office/drawing/2014/main" id="{344E92DF-6687-434B-9DD8-892383E143BA}"/>
              </a:ext>
            </a:extLst>
          </p:cNvPr>
          <p:cNvSpPr>
            <a:spLocks xmlns:a="http://schemas.openxmlformats.org/drawingml/2006/main" noGrp="1"/>
          </p:cNvSpPr>
          <p:nvPr/>
        </p:nvSpPr>
        <p:spPr>
          <a:xfrm xmlns:a="http://schemas.openxmlformats.org/drawingml/2006/main">
            <a:off x="126488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3" name="dp41-comparison / n165 / path">
            <a:extLst xmlns:a="http://schemas.openxmlformats.org/drawingml/2006/main">
              <a:ext uri="{FF2B5EF4-FFF2-40B4-BE49-F238E27FC236}">
                <a16:creationId xmlns:a16="http://schemas.microsoft.com/office/drawing/2014/main" id="{0F983429-9841-49FB-A34D-FEE24E88BCB0}"/>
              </a:ext>
            </a:extLst>
          </p:cNvPr>
          <p:cNvSpPr>
            <a:spLocks xmlns:a="http://schemas.openxmlformats.org/drawingml/2006/main" noGrp="1"/>
          </p:cNvSpPr>
          <p:nvPr/>
        </p:nvSpPr>
        <p:spPr>
          <a:xfrm xmlns:a="http://schemas.openxmlformats.org/drawingml/2006/main">
            <a:off x="12287250" y="3914775"/>
            <a:ext cx="428625" cy="142875"/>
          </a:xfrm>
          <a:custGeom xmlns:a="http://schemas.openxmlformats.org/drawingml/2006/main">
            <a:pathLst>
              <a:path w="428625" h="142875">
                <a:moveTo>
                  <a:pt x="428625" y="0"/>
                </a:moveTo>
                <a:lnTo>
                  <a:pt x="285750" y="0"/>
                </a:lnTo>
                <a:lnTo>
                  <a:pt x="285750" y="142875"/>
                </a:lnTo>
                <a:lnTo>
                  <a:pt x="114300" y="142875"/>
                </a:lnTo>
                <a:lnTo>
                  <a:pt x="114300" y="0"/>
                </a:lnTo>
                <a:lnTo>
                  <a:pt x="0" y="0"/>
                </a:lnTo>
              </a:path>
            </a:pathLst>
          </a:custGeom>
          <a:noFill xmlns:a="http://schemas.openxmlformats.org/drawingml/2006/main"/>
          <a:ln xmlns:a="http://schemas.openxmlformats.org/drawingml/2006/main" w="10478">
            <a:solidFill>
              <a:srgbClr val="000000"/>
            </a:solidFill>
            <a:prstDash val="solid"/>
          </a:ln>
        </p:spPr>
      </p:sp>
      <p:sp>
        <p:nvSpPr>
          <p:cNvPr id="194" name="dp41-comparison / n165 / arrow">
            <a:extLst xmlns:a="http://schemas.openxmlformats.org/drawingml/2006/main">
              <a:ext uri="{FF2B5EF4-FFF2-40B4-BE49-F238E27FC236}">
                <a16:creationId xmlns:a16="http://schemas.microsoft.com/office/drawing/2014/main" id="{004FD70E-65AD-4B22-BB02-B1D3DCE3E2F6}"/>
              </a:ext>
            </a:extLst>
          </p:cNvPr>
          <p:cNvSpPr>
            <a:spLocks xmlns:a="http://schemas.openxmlformats.org/drawingml/2006/main" noGrp="1"/>
          </p:cNvSpPr>
          <p:nvPr/>
        </p:nvSpPr>
        <p:spPr>
          <a:xfrm xmlns:a="http://schemas.openxmlformats.org/drawingml/2006/main">
            <a:off x="1228725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95" name="dp41-comparison / n168 / path">
            <a:extLst xmlns:a="http://schemas.openxmlformats.org/drawingml/2006/main">
              <a:ext uri="{FF2B5EF4-FFF2-40B4-BE49-F238E27FC236}">
                <a16:creationId xmlns:a16="http://schemas.microsoft.com/office/drawing/2014/main" id="{044F7F09-AD49-441B-A3BB-7345BD37D860}"/>
              </a:ext>
            </a:extLst>
          </p:cNvPr>
          <p:cNvSpPr>
            <a:spLocks xmlns:a="http://schemas.openxmlformats.org/drawingml/2006/main" noGrp="1"/>
          </p:cNvSpPr>
          <p:nvPr/>
        </p:nvSpPr>
        <p:spPr>
          <a:xfrm xmlns:a="http://schemas.openxmlformats.org/drawingml/2006/main">
            <a:off x="15573375" y="376237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68 / arrow">
            <a:extLst xmlns:a="http://schemas.openxmlformats.org/drawingml/2006/main">
              <a:ext uri="{FF2B5EF4-FFF2-40B4-BE49-F238E27FC236}">
                <a16:creationId xmlns:a16="http://schemas.microsoft.com/office/drawing/2014/main" id="{B0FC1B09-77D4-4133-AEE6-3DB34333BBCD}"/>
              </a:ext>
            </a:extLst>
          </p:cNvPr>
          <p:cNvSpPr>
            <a:spLocks xmlns:a="http://schemas.openxmlformats.org/drawingml/2006/main" noGrp="1"/>
          </p:cNvSpPr>
          <p:nvPr/>
        </p:nvSpPr>
        <p:spPr>
          <a:xfrm xmlns:a="http://schemas.openxmlformats.org/drawingml/2006/main">
            <a:off x="15839694"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69 / path">
            <a:extLst xmlns:a="http://schemas.openxmlformats.org/drawingml/2006/main">
              <a:ext uri="{FF2B5EF4-FFF2-40B4-BE49-F238E27FC236}">
                <a16:creationId xmlns:a16="http://schemas.microsoft.com/office/drawing/2014/main" id="{A4CD0723-A106-4082-B8BA-EA9CB8A2E94F}"/>
              </a:ext>
            </a:extLst>
          </p:cNvPr>
          <p:cNvSpPr>
            <a:spLocks xmlns:a="http://schemas.openxmlformats.org/drawingml/2006/main" noGrp="1"/>
          </p:cNvSpPr>
          <p:nvPr/>
        </p:nvSpPr>
        <p:spPr>
          <a:xfrm xmlns:a="http://schemas.openxmlformats.org/drawingml/2006/main">
            <a:off x="14144625" y="4010025"/>
            <a:ext cx="2571750" cy="66675"/>
          </a:xfrm>
          <a:custGeom xmlns:a="http://schemas.openxmlformats.org/drawingml/2006/main">
            <a:pathLst>
              <a:path w="2571750" h="66675">
                <a:moveTo>
                  <a:pt x="2571750" y="0"/>
                </a:moveTo>
                <a:lnTo>
                  <a:pt x="2571750" y="66675"/>
                </a:lnTo>
                <a:lnTo>
                  <a:pt x="0" y="66675"/>
                </a:lnTo>
                <a:lnTo>
                  <a:pt x="0" y="0"/>
                </a:lnTo>
              </a:path>
            </a:pathLst>
          </a:custGeom>
          <a:noFill xmlns:a="http://schemas.openxmlformats.org/drawingml/2006/main"/>
          <a:ln xmlns:a="http://schemas.openxmlformats.org/drawingml/2006/main" w="10478">
            <a:solidFill>
              <a:srgbClr val="000000"/>
            </a:solidFill>
            <a:prstDash val="dash"/>
          </a:ln>
        </p:spPr>
      </p:sp>
      <p:sp>
        <p:nvSpPr>
          <p:cNvPr id="198" name="dp41-comparison / n169 / arrow">
            <a:extLst xmlns:a="http://schemas.openxmlformats.org/drawingml/2006/main">
              <a:ext uri="{FF2B5EF4-FFF2-40B4-BE49-F238E27FC236}">
                <a16:creationId xmlns:a16="http://schemas.microsoft.com/office/drawing/2014/main" id="{667DDFFB-E270-49BE-8AE1-CDE360D53DCB}"/>
              </a:ext>
            </a:extLst>
          </p:cNvPr>
          <p:cNvSpPr>
            <a:spLocks xmlns:a="http://schemas.openxmlformats.org/drawingml/2006/main" noGrp="1"/>
          </p:cNvSpPr>
          <p:nvPr/>
        </p:nvSpPr>
        <p:spPr>
          <a:xfrm xmlns:a="http://schemas.openxmlformats.org/drawingml/2006/main">
            <a:off x="14111097" y="40100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9" name="dp41-comparison / n174 / path">
            <a:extLst xmlns:a="http://schemas.openxmlformats.org/drawingml/2006/main">
              <a:ext uri="{FF2B5EF4-FFF2-40B4-BE49-F238E27FC236}">
                <a16:creationId xmlns:a16="http://schemas.microsoft.com/office/drawing/2014/main" id="{0DE7D442-E5CB-4435-8222-E1F2D460D408}"/>
              </a:ext>
            </a:extLst>
          </p:cNvPr>
          <p:cNvSpPr>
            <a:spLocks xmlns:a="http://schemas.openxmlformats.org/drawingml/2006/main" noGrp="1"/>
          </p:cNvSpPr>
          <p:nvPr/>
        </p:nvSpPr>
        <p:spPr>
          <a:xfrm xmlns:a="http://schemas.openxmlformats.org/drawingml/2006/main">
            <a:off x="14144625" y="4010025"/>
            <a:ext cx="2428875" cy="1419225"/>
          </a:xfrm>
          <a:custGeom xmlns:a="http://schemas.openxmlformats.org/drawingml/2006/main">
            <a:pathLst>
              <a:path w="2428875" h="1419225">
                <a:moveTo>
                  <a:pt x="0" y="0"/>
                </a:moveTo>
                <a:lnTo>
                  <a:pt x="0" y="19050"/>
                </a:lnTo>
                <a:lnTo>
                  <a:pt x="1524000" y="19050"/>
                </a:lnTo>
                <a:lnTo>
                  <a:pt x="1524000" y="1352550"/>
                </a:lnTo>
                <a:lnTo>
                  <a:pt x="2428875" y="1352550"/>
                </a:lnTo>
                <a:lnTo>
                  <a:pt x="2428875" y="1419225"/>
                </a:lnTo>
              </a:path>
            </a:pathLst>
          </a:custGeom>
          <a:noFill xmlns:a="http://schemas.openxmlformats.org/drawingml/2006/main"/>
          <a:ln xmlns:a="http://schemas.openxmlformats.org/drawingml/2006/main" w="10478">
            <a:solidFill>
              <a:srgbClr val="000000"/>
            </a:solidFill>
            <a:prstDash val="solid"/>
          </a:ln>
        </p:spPr>
      </p:sp>
      <p:sp>
        <p:nvSpPr>
          <p:cNvPr id="200" name="dp41-comparison / n174 / arrow">
            <a:extLst xmlns:a="http://schemas.openxmlformats.org/drawingml/2006/main">
              <a:ext uri="{FF2B5EF4-FFF2-40B4-BE49-F238E27FC236}">
                <a16:creationId xmlns:a16="http://schemas.microsoft.com/office/drawing/2014/main" id="{A8C354D6-22E0-4C9C-9277-D1DFCAE5B5E9}"/>
              </a:ext>
            </a:extLst>
          </p:cNvPr>
          <p:cNvSpPr>
            <a:spLocks xmlns:a="http://schemas.openxmlformats.org/drawingml/2006/main" noGrp="1"/>
          </p:cNvSpPr>
          <p:nvPr/>
        </p:nvSpPr>
        <p:spPr>
          <a:xfrm xmlns:a="http://schemas.openxmlformats.org/drawingml/2006/main">
            <a:off x="16539972" y="53621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1" name="dp41-comparison / n183">
            <a:extLst xmlns:a="http://schemas.openxmlformats.org/drawingml/2006/main">
              <a:ext uri="{FF2B5EF4-FFF2-40B4-BE49-F238E27FC236}">
                <a16:creationId xmlns:a16="http://schemas.microsoft.com/office/drawing/2014/main" id="{35355501-095A-41CA-ACF2-2736410DF8F5}"/>
              </a:ext>
            </a:extLst>
          </p:cNvPr>
          <p:cNvSpPr>
            <a:spLocks xmlns:a="http://schemas.openxmlformats.org/drawingml/2006/main" noGrp="1"/>
          </p:cNvSpPr>
          <p:nvPr/>
        </p:nvSpPr>
        <p:spPr>
          <a:xfrm xmlns:a="http://schemas.openxmlformats.org/drawingml/2006/main">
            <a:off x="12649200"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1-comparison / n184 / text 1">
            <a:extLst xmlns:a="http://schemas.openxmlformats.org/drawingml/2006/main">
              <a:ext uri="{FF2B5EF4-FFF2-40B4-BE49-F238E27FC236}">
                <a16:creationId xmlns:a16="http://schemas.microsoft.com/office/drawing/2014/main" id="{43C13E13-E7C9-48FE-8559-80776DC4A1CE}"/>
              </a:ext>
            </a:extLst>
          </p:cNvPr>
          <p:cNvSpPr>
            <a:spLocks xmlns:a="http://schemas.openxmlformats.org/drawingml/2006/main" noGrp="1"/>
          </p:cNvSpPr>
          <p:nvPr/>
        </p:nvSpPr>
        <p:spPr>
          <a:xfrm xmlns:a="http://schemas.openxmlformats.org/drawingml/2006/main">
            <a:off x="12734925"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03" name="dp41-comparison / n185 / path">
            <a:extLst xmlns:a="http://schemas.openxmlformats.org/drawingml/2006/main">
              <a:ext uri="{FF2B5EF4-FFF2-40B4-BE49-F238E27FC236}">
                <a16:creationId xmlns:a16="http://schemas.microsoft.com/office/drawing/2014/main" id="{9F552DB0-4FA1-428F-AD87-16B97F2C24AA}"/>
              </a:ext>
            </a:extLst>
          </p:cNvPr>
          <p:cNvSpPr>
            <a:spLocks xmlns:a="http://schemas.openxmlformats.org/drawingml/2006/main" noGrp="1"/>
          </p:cNvSpPr>
          <p:nvPr/>
        </p:nvSpPr>
        <p:spPr>
          <a:xfrm xmlns:a="http://schemas.openxmlformats.org/drawingml/2006/main">
            <a:off x="13744575" y="3771900"/>
            <a:ext cx="4010025" cy="2247900"/>
          </a:xfrm>
          <a:custGeom xmlns:a="http://schemas.openxmlformats.org/drawingml/2006/main">
            <a:pathLst>
              <a:path w="4010025" h="2247900">
                <a:moveTo>
                  <a:pt x="3781425" y="0"/>
                </a:moveTo>
                <a:lnTo>
                  <a:pt x="4010025" y="0"/>
                </a:lnTo>
                <a:lnTo>
                  <a:pt x="4010025" y="2105025"/>
                </a:lnTo>
                <a:lnTo>
                  <a:pt x="0" y="2105025"/>
                </a:lnTo>
                <a:lnTo>
                  <a:pt x="0" y="2247900"/>
                </a:lnTo>
              </a:path>
            </a:pathLst>
          </a:custGeom>
          <a:noFill xmlns:a="http://schemas.openxmlformats.org/drawingml/2006/main"/>
          <a:ln xmlns:a="http://schemas.openxmlformats.org/drawingml/2006/main" w="10478">
            <a:solidFill>
              <a:srgbClr val="000000"/>
            </a:solidFill>
            <a:prstDash val="solid"/>
          </a:ln>
        </p:spPr>
      </p:sp>
      <p:sp>
        <p:nvSpPr>
          <p:cNvPr id="204" name="dp41-comparison / n185 / arrow">
            <a:extLst xmlns:a="http://schemas.openxmlformats.org/drawingml/2006/main">
              <a:ext uri="{FF2B5EF4-FFF2-40B4-BE49-F238E27FC236}">
                <a16:creationId xmlns:a16="http://schemas.microsoft.com/office/drawing/2014/main" id="{4262CAD4-363F-43A3-B379-AE328B857CEC}"/>
              </a:ext>
            </a:extLst>
          </p:cNvPr>
          <p:cNvSpPr>
            <a:spLocks xmlns:a="http://schemas.openxmlformats.org/drawingml/2006/main" noGrp="1"/>
          </p:cNvSpPr>
          <p:nvPr/>
        </p:nvSpPr>
        <p:spPr>
          <a:xfrm xmlns:a="http://schemas.openxmlformats.org/drawingml/2006/main">
            <a:off x="13711047"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5" name="dp41-comparison / n186 / path">
            <a:extLst xmlns:a="http://schemas.openxmlformats.org/drawingml/2006/main">
              <a:ext uri="{FF2B5EF4-FFF2-40B4-BE49-F238E27FC236}">
                <a16:creationId xmlns:a16="http://schemas.microsoft.com/office/drawing/2014/main" id="{89D45628-BA6B-4701-A86D-F04F785A551A}"/>
              </a:ext>
            </a:extLst>
          </p:cNvPr>
          <p:cNvSpPr>
            <a:spLocks xmlns:a="http://schemas.openxmlformats.org/drawingml/2006/main" noGrp="1"/>
          </p:cNvSpPr>
          <p:nvPr/>
        </p:nvSpPr>
        <p:spPr>
          <a:xfrm xmlns:a="http://schemas.openxmlformats.org/drawingml/2006/main">
            <a:off x="13830300" y="3914775"/>
            <a:ext cx="3848100" cy="2105025"/>
          </a:xfrm>
          <a:custGeom xmlns:a="http://schemas.openxmlformats.org/drawingml/2006/main">
            <a:pathLst>
              <a:path w="3848100" h="2105025">
                <a:moveTo>
                  <a:pt x="0" y="2105025"/>
                </a:moveTo>
                <a:lnTo>
                  <a:pt x="0" y="2000250"/>
                </a:lnTo>
                <a:lnTo>
                  <a:pt x="3848100" y="2000250"/>
                </a:lnTo>
                <a:lnTo>
                  <a:pt x="3848100" y="0"/>
                </a:lnTo>
                <a:lnTo>
                  <a:pt x="3695700" y="0"/>
                </a:lnTo>
              </a:path>
            </a:pathLst>
          </a:custGeom>
          <a:noFill xmlns:a="http://schemas.openxmlformats.org/drawingml/2006/main"/>
          <a:ln xmlns:a="http://schemas.openxmlformats.org/drawingml/2006/main" w="10478">
            <a:solidFill>
              <a:srgbClr val="000000"/>
            </a:solidFill>
            <a:prstDash val="dash"/>
          </a:ln>
        </p:spPr>
      </p:sp>
      <p:sp>
        <p:nvSpPr>
          <p:cNvPr id="206" name="dp41-comparison / n186 / arrow">
            <a:extLst xmlns:a="http://schemas.openxmlformats.org/drawingml/2006/main">
              <a:ext uri="{FF2B5EF4-FFF2-40B4-BE49-F238E27FC236}">
                <a16:creationId xmlns:a16="http://schemas.microsoft.com/office/drawing/2014/main" id="{EEB9B874-BE34-4F68-9962-D49A96AD0C12}"/>
              </a:ext>
            </a:extLst>
          </p:cNvPr>
          <p:cNvSpPr>
            <a:spLocks xmlns:a="http://schemas.openxmlformats.org/drawingml/2006/main" noGrp="1"/>
          </p:cNvSpPr>
          <p:nvPr/>
        </p:nvSpPr>
        <p:spPr>
          <a:xfrm xmlns:a="http://schemas.openxmlformats.org/drawingml/2006/main">
            <a:off x="1752600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07" name="dp41-comparison / n187">
            <a:extLst xmlns:a="http://schemas.openxmlformats.org/drawingml/2006/main">
              <a:ext uri="{FF2B5EF4-FFF2-40B4-BE49-F238E27FC236}">
                <a16:creationId xmlns:a16="http://schemas.microsoft.com/office/drawing/2014/main" id="{BEA7D25A-0523-4B5F-A7B4-29A568986B2B}"/>
              </a:ext>
            </a:extLst>
          </p:cNvPr>
          <p:cNvSpPr>
            <a:spLocks xmlns:a="http://schemas.openxmlformats.org/drawingml/2006/main" noGrp="1"/>
          </p:cNvSpPr>
          <p:nvPr/>
        </p:nvSpPr>
        <p:spPr>
          <a:xfrm xmlns:a="http://schemas.openxmlformats.org/drawingml/2006/main">
            <a:off x="15382875" y="601980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8" name="dp41-comparison / n188 / text 1">
            <a:extLst xmlns:a="http://schemas.openxmlformats.org/drawingml/2006/main">
              <a:ext uri="{FF2B5EF4-FFF2-40B4-BE49-F238E27FC236}">
                <a16:creationId xmlns:a16="http://schemas.microsoft.com/office/drawing/2014/main" id="{6425947B-ACB7-4F8C-9D6A-ED3E5E0098C8}"/>
              </a:ext>
            </a:extLst>
          </p:cNvPr>
          <p:cNvSpPr>
            <a:spLocks xmlns:a="http://schemas.openxmlformats.org/drawingml/2006/main" noGrp="1"/>
          </p:cNvSpPr>
          <p:nvPr/>
        </p:nvSpPr>
        <p:spPr>
          <a:xfrm xmlns:a="http://schemas.openxmlformats.org/drawingml/2006/main">
            <a:off x="15468600" y="604313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09" name="dp41-comparison / n189 / path">
            <a:extLst xmlns:a="http://schemas.openxmlformats.org/drawingml/2006/main">
              <a:ext uri="{FF2B5EF4-FFF2-40B4-BE49-F238E27FC236}">
                <a16:creationId xmlns:a16="http://schemas.microsoft.com/office/drawing/2014/main" id="{A72A518C-DB06-4008-84AC-65AC5C1BBB00}"/>
              </a:ext>
            </a:extLst>
          </p:cNvPr>
          <p:cNvSpPr>
            <a:spLocks xmlns:a="http://schemas.openxmlformats.org/drawingml/2006/main" noGrp="1"/>
          </p:cNvSpPr>
          <p:nvPr/>
        </p:nvSpPr>
        <p:spPr>
          <a:xfrm xmlns:a="http://schemas.openxmlformats.org/drawingml/2006/main">
            <a:off x="16478250" y="3771900"/>
            <a:ext cx="1276350" cy="2247900"/>
          </a:xfrm>
          <a:custGeom xmlns:a="http://schemas.openxmlformats.org/drawingml/2006/main">
            <a:pathLst>
              <a:path w="1276350" h="2247900">
                <a:moveTo>
                  <a:pt x="1047750" y="0"/>
                </a:moveTo>
                <a:lnTo>
                  <a:pt x="1276350" y="0"/>
                </a:lnTo>
                <a:lnTo>
                  <a:pt x="1276350" y="2152650"/>
                </a:lnTo>
                <a:lnTo>
                  <a:pt x="0" y="2152650"/>
                </a:lnTo>
                <a:lnTo>
                  <a:pt x="0" y="2247900"/>
                </a:lnTo>
              </a:path>
            </a:pathLst>
          </a:custGeom>
          <a:noFill xmlns:a="http://schemas.openxmlformats.org/drawingml/2006/main"/>
          <a:ln xmlns:a="http://schemas.openxmlformats.org/drawingml/2006/main" w="10478">
            <a:solidFill>
              <a:srgbClr val="000000"/>
            </a:solidFill>
            <a:prstDash val="solid"/>
          </a:ln>
        </p:spPr>
      </p:sp>
      <p:sp>
        <p:nvSpPr>
          <p:cNvPr id="210" name="dp41-comparison / n189 / arrow">
            <a:extLst xmlns:a="http://schemas.openxmlformats.org/drawingml/2006/main">
              <a:ext uri="{FF2B5EF4-FFF2-40B4-BE49-F238E27FC236}">
                <a16:creationId xmlns:a16="http://schemas.microsoft.com/office/drawing/2014/main" id="{D8FE55AF-92AD-4E7B-BFF4-FCC77381E9EF}"/>
              </a:ext>
            </a:extLst>
          </p:cNvPr>
          <p:cNvSpPr>
            <a:spLocks xmlns:a="http://schemas.openxmlformats.org/drawingml/2006/main" noGrp="1"/>
          </p:cNvSpPr>
          <p:nvPr/>
        </p:nvSpPr>
        <p:spPr>
          <a:xfrm xmlns:a="http://schemas.openxmlformats.org/drawingml/2006/main">
            <a:off x="16444722"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1" name="dp41-comparison / n190 / path">
            <a:extLst xmlns:a="http://schemas.openxmlformats.org/drawingml/2006/main">
              <a:ext uri="{FF2B5EF4-FFF2-40B4-BE49-F238E27FC236}">
                <a16:creationId xmlns:a16="http://schemas.microsoft.com/office/drawing/2014/main" id="{E21B1EBE-6209-43A0-BF94-5E138962D672}"/>
              </a:ext>
            </a:extLst>
          </p:cNvPr>
          <p:cNvSpPr>
            <a:spLocks xmlns:a="http://schemas.openxmlformats.org/drawingml/2006/main" noGrp="1"/>
          </p:cNvSpPr>
          <p:nvPr/>
        </p:nvSpPr>
        <p:spPr>
          <a:xfrm xmlns:a="http://schemas.openxmlformats.org/drawingml/2006/main">
            <a:off x="16563975" y="3914775"/>
            <a:ext cx="1114425" cy="2105025"/>
          </a:xfrm>
          <a:custGeom xmlns:a="http://schemas.openxmlformats.org/drawingml/2006/main">
            <a:pathLst>
              <a:path w="1114425" h="2105025">
                <a:moveTo>
                  <a:pt x="0" y="2105025"/>
                </a:moveTo>
                <a:lnTo>
                  <a:pt x="0" y="2047875"/>
                </a:lnTo>
                <a:lnTo>
                  <a:pt x="1114425" y="2047875"/>
                </a:lnTo>
                <a:lnTo>
                  <a:pt x="1114425" y="0"/>
                </a:lnTo>
                <a:lnTo>
                  <a:pt x="962025" y="0"/>
                </a:lnTo>
              </a:path>
            </a:pathLst>
          </a:custGeom>
          <a:noFill xmlns:a="http://schemas.openxmlformats.org/drawingml/2006/main"/>
          <a:ln xmlns:a="http://schemas.openxmlformats.org/drawingml/2006/main" w="10478">
            <a:solidFill>
              <a:srgbClr val="000000"/>
            </a:solidFill>
            <a:prstDash val="dash"/>
          </a:ln>
        </p:spPr>
      </p:sp>
      <p:sp>
        <p:nvSpPr>
          <p:cNvPr id="212" name="dp41-comparison / n190 / arrow">
            <a:extLst xmlns:a="http://schemas.openxmlformats.org/drawingml/2006/main">
              <a:ext uri="{FF2B5EF4-FFF2-40B4-BE49-F238E27FC236}">
                <a16:creationId xmlns:a16="http://schemas.microsoft.com/office/drawing/2014/main" id="{17EBCD49-17C8-41FE-B712-E7DF24CD9249}"/>
              </a:ext>
            </a:extLst>
          </p:cNvPr>
          <p:cNvSpPr>
            <a:spLocks xmlns:a="http://schemas.openxmlformats.org/drawingml/2006/main" noGrp="1"/>
          </p:cNvSpPr>
          <p:nvPr/>
        </p:nvSpPr>
        <p:spPr>
          <a:xfrm xmlns:a="http://schemas.openxmlformats.org/drawingml/2006/main">
            <a:off x="17526000" y="3881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3" name="dp41-comparison / n193 / path">
            <a:extLst xmlns:a="http://schemas.openxmlformats.org/drawingml/2006/main">
              <a:ext uri="{FF2B5EF4-FFF2-40B4-BE49-F238E27FC236}">
                <a16:creationId xmlns:a16="http://schemas.microsoft.com/office/drawing/2014/main" id="{F56F581B-E9A4-4D2A-A1FC-561609D8F43A}"/>
              </a:ext>
            </a:extLst>
          </p:cNvPr>
          <p:cNvSpPr>
            <a:spLocks xmlns:a="http://schemas.openxmlformats.org/drawingml/2006/main" noGrp="1"/>
          </p:cNvSpPr>
          <p:nvPr/>
        </p:nvSpPr>
        <p:spPr>
          <a:xfrm xmlns:a="http://schemas.openxmlformats.org/drawingml/2006/main">
            <a:off x="9810750" y="3019425"/>
            <a:ext cx="142875" cy="819150"/>
          </a:xfrm>
          <a:custGeom xmlns:a="http://schemas.openxmlformats.org/drawingml/2006/main">
            <a:pathLst>
              <a:path w="142875" h="819150">
                <a:moveTo>
                  <a:pt x="142875" y="819150"/>
                </a:moveTo>
                <a:lnTo>
                  <a:pt x="0" y="819150"/>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214" name="dp41-comparison / n193 / arrow">
            <a:extLst xmlns:a="http://schemas.openxmlformats.org/drawingml/2006/main">
              <a:ext uri="{FF2B5EF4-FFF2-40B4-BE49-F238E27FC236}">
                <a16:creationId xmlns:a16="http://schemas.microsoft.com/office/drawing/2014/main" id="{91184975-D24E-44AE-B91B-8D21E2B9C964}"/>
              </a:ext>
            </a:extLst>
          </p:cNvPr>
          <p:cNvSpPr>
            <a:spLocks xmlns:a="http://schemas.openxmlformats.org/drawingml/2006/main" noGrp="1"/>
          </p:cNvSpPr>
          <p:nvPr/>
        </p:nvSpPr>
        <p:spPr>
          <a:xfrm xmlns:a="http://schemas.openxmlformats.org/drawingml/2006/main">
            <a:off x="9886569" y="2985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94 / path">
            <a:extLst xmlns:a="http://schemas.openxmlformats.org/drawingml/2006/main">
              <a:ext uri="{FF2B5EF4-FFF2-40B4-BE49-F238E27FC236}">
                <a16:creationId xmlns:a16="http://schemas.microsoft.com/office/drawing/2014/main" id="{B6E437F6-BA73-4E25-8C5A-4BE698954EA6}"/>
              </a:ext>
            </a:extLst>
          </p:cNvPr>
          <p:cNvSpPr>
            <a:spLocks xmlns:a="http://schemas.openxmlformats.org/drawingml/2006/main" noGrp="1"/>
          </p:cNvSpPr>
          <p:nvPr/>
        </p:nvSpPr>
        <p:spPr>
          <a:xfrm xmlns:a="http://schemas.openxmlformats.org/drawingml/2006/main">
            <a:off x="9715500" y="3019425"/>
            <a:ext cx="238125" cy="933450"/>
          </a:xfrm>
          <a:custGeom xmlns:a="http://schemas.openxmlformats.org/drawingml/2006/main">
            <a:pathLst>
              <a:path w="238125" h="933450">
                <a:moveTo>
                  <a:pt x="238125" y="0"/>
                </a:moveTo>
                <a:lnTo>
                  <a:pt x="0" y="0"/>
                </a:lnTo>
                <a:lnTo>
                  <a:pt x="0" y="933450"/>
                </a:lnTo>
                <a:lnTo>
                  <a:pt x="238125" y="933450"/>
                </a:lnTo>
              </a:path>
            </a:pathLst>
          </a:custGeom>
          <a:noFill xmlns:a="http://schemas.openxmlformats.org/drawingml/2006/main"/>
          <a:ln xmlns:a="http://schemas.openxmlformats.org/drawingml/2006/main" w="10478">
            <a:solidFill>
              <a:srgbClr val="000000"/>
            </a:solidFill>
            <a:prstDash val="dash"/>
          </a:ln>
        </p:spPr>
      </p:sp>
      <p:sp>
        <p:nvSpPr>
          <p:cNvPr id="216" name="dp41-comparison / n194 / arrow">
            <a:extLst xmlns:a="http://schemas.openxmlformats.org/drawingml/2006/main">
              <a:ext uri="{FF2B5EF4-FFF2-40B4-BE49-F238E27FC236}">
                <a16:creationId xmlns:a16="http://schemas.microsoft.com/office/drawing/2014/main" id="{8008180E-124F-4C81-85D3-5687C5829669}"/>
              </a:ext>
            </a:extLst>
          </p:cNvPr>
          <p:cNvSpPr>
            <a:spLocks xmlns:a="http://schemas.openxmlformats.org/drawingml/2006/main" noGrp="1"/>
          </p:cNvSpPr>
          <p:nvPr/>
        </p:nvSpPr>
        <p:spPr>
          <a:xfrm xmlns:a="http://schemas.openxmlformats.org/drawingml/2006/main">
            <a:off x="9886569" y="3919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7" name="dp41-comparison / n195 / path">
            <a:extLst xmlns:a="http://schemas.openxmlformats.org/drawingml/2006/main">
              <a:ext uri="{FF2B5EF4-FFF2-40B4-BE49-F238E27FC236}">
                <a16:creationId xmlns:a16="http://schemas.microsoft.com/office/drawing/2014/main" id="{BBC065B5-CA9D-42C8-8A36-7EE9C5ACDE76}"/>
              </a:ext>
            </a:extLst>
          </p:cNvPr>
          <p:cNvSpPr>
            <a:spLocks xmlns:a="http://schemas.openxmlformats.org/drawingml/2006/main" noGrp="1"/>
          </p:cNvSpPr>
          <p:nvPr/>
        </p:nvSpPr>
        <p:spPr>
          <a:xfrm xmlns:a="http://schemas.openxmlformats.org/drawingml/2006/main">
            <a:off x="9763125" y="63436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18" name="dp41-comparison / n198">
            <a:extLst xmlns:a="http://schemas.openxmlformats.org/drawingml/2006/main">
              <a:ext uri="{FF2B5EF4-FFF2-40B4-BE49-F238E27FC236}">
                <a16:creationId xmlns:a16="http://schemas.microsoft.com/office/drawing/2014/main" id="{C14EA5E9-E30A-48E2-BBB7-FC066492E8F9}"/>
              </a:ext>
            </a:extLst>
          </p:cNvPr>
          <p:cNvSpPr>
            <a:spLocks xmlns:a="http://schemas.openxmlformats.org/drawingml/2006/main" noGrp="1"/>
          </p:cNvSpPr>
          <p:nvPr/>
        </p:nvSpPr>
        <p:spPr>
          <a:xfrm xmlns:a="http://schemas.openxmlformats.org/drawingml/2006/main">
            <a:off x="9858375" y="66389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1-comparison / n199 / text 1">
            <a:extLst xmlns:a="http://schemas.openxmlformats.org/drawingml/2006/main">
              <a:ext uri="{FF2B5EF4-FFF2-40B4-BE49-F238E27FC236}">
                <a16:creationId xmlns:a16="http://schemas.microsoft.com/office/drawing/2014/main" id="{688BBE5C-25E7-4EBD-9E03-D40482AACE2E}"/>
              </a:ext>
            </a:extLst>
          </p:cNvPr>
          <p:cNvSpPr>
            <a:spLocks xmlns:a="http://schemas.openxmlformats.org/drawingml/2006/main" noGrp="1"/>
          </p:cNvSpPr>
          <p:nvPr/>
        </p:nvSpPr>
        <p:spPr>
          <a:xfrm xmlns:a="http://schemas.openxmlformats.org/drawingml/2006/main">
            <a:off x="9944100" y="66794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요청 틀 생산</a:t>
            </a:r>
          </a:p>
        </p:txBody>
      </p:sp>
      <p:sp>
        <p:nvSpPr>
          <p:cNvPr id="220" name="dp41-comparison / n200">
            <a:extLst xmlns:a="http://schemas.openxmlformats.org/drawingml/2006/main">
              <a:ext uri="{FF2B5EF4-FFF2-40B4-BE49-F238E27FC236}">
                <a16:creationId xmlns:a16="http://schemas.microsoft.com/office/drawing/2014/main" id="{A7A93BEF-3B0A-4681-A1B9-8F19DFD57AB7}"/>
              </a:ext>
            </a:extLst>
          </p:cNvPr>
          <p:cNvSpPr>
            <a:spLocks xmlns:a="http://schemas.openxmlformats.org/drawingml/2006/main" noGrp="1"/>
          </p:cNvSpPr>
          <p:nvPr/>
        </p:nvSpPr>
        <p:spPr>
          <a:xfrm xmlns:a="http://schemas.openxmlformats.org/drawingml/2006/main">
            <a:off x="11906250" y="66389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1" name="dp41-comparison / n201 / text 1">
            <a:extLst xmlns:a="http://schemas.openxmlformats.org/drawingml/2006/main">
              <a:ext uri="{FF2B5EF4-FFF2-40B4-BE49-F238E27FC236}">
                <a16:creationId xmlns:a16="http://schemas.microsoft.com/office/drawing/2014/main" id="{4FD124E7-8A3B-4BFB-A6C0-76FFD15A0397}"/>
              </a:ext>
            </a:extLst>
          </p:cNvPr>
          <p:cNvSpPr>
            <a:spLocks xmlns:a="http://schemas.openxmlformats.org/drawingml/2006/main" noGrp="1"/>
          </p:cNvSpPr>
          <p:nvPr/>
        </p:nvSpPr>
        <p:spPr>
          <a:xfrm xmlns:a="http://schemas.openxmlformats.org/drawingml/2006/main">
            <a:off x="11991975" y="66794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22" name="dp41-comparison / n202">
            <a:extLst xmlns:a="http://schemas.openxmlformats.org/drawingml/2006/main">
              <a:ext uri="{FF2B5EF4-FFF2-40B4-BE49-F238E27FC236}">
                <a16:creationId xmlns:a16="http://schemas.microsoft.com/office/drawing/2014/main" id="{D97C0DD1-E904-45E5-A4CF-C667A4665DF5}"/>
              </a:ext>
            </a:extLst>
          </p:cNvPr>
          <p:cNvSpPr>
            <a:spLocks xmlns:a="http://schemas.openxmlformats.org/drawingml/2006/main" noGrp="1"/>
          </p:cNvSpPr>
          <p:nvPr/>
        </p:nvSpPr>
        <p:spPr>
          <a:xfrm xmlns:a="http://schemas.openxmlformats.org/drawingml/2006/main">
            <a:off x="13811250" y="65722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23" name="dp41-comparison / n203 / text 1">
            <a:extLst xmlns:a="http://schemas.openxmlformats.org/drawingml/2006/main">
              <a:ext uri="{FF2B5EF4-FFF2-40B4-BE49-F238E27FC236}">
                <a16:creationId xmlns:a16="http://schemas.microsoft.com/office/drawing/2014/main" id="{87878C61-E977-418D-9245-DCA01F3CDA46}"/>
              </a:ext>
            </a:extLst>
          </p:cNvPr>
          <p:cNvSpPr>
            <a:spLocks xmlns:a="http://schemas.openxmlformats.org/drawingml/2006/main" noGrp="1"/>
          </p:cNvSpPr>
          <p:nvPr/>
        </p:nvSpPr>
        <p:spPr>
          <a:xfrm xmlns:a="http://schemas.openxmlformats.org/drawingml/2006/main">
            <a:off x="13896975" y="66794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24" name="dp41-comparison / n204">
            <a:extLst xmlns:a="http://schemas.openxmlformats.org/drawingml/2006/main">
              <a:ext uri="{FF2B5EF4-FFF2-40B4-BE49-F238E27FC236}">
                <a16:creationId xmlns:a16="http://schemas.microsoft.com/office/drawing/2014/main" id="{AE3DC6D3-ED72-4E9C-9B3B-0AD82F47E9D0}"/>
              </a:ext>
            </a:extLst>
          </p:cNvPr>
          <p:cNvSpPr>
            <a:spLocks xmlns:a="http://schemas.openxmlformats.org/drawingml/2006/main" noGrp="1"/>
          </p:cNvSpPr>
          <p:nvPr/>
        </p:nvSpPr>
        <p:spPr>
          <a:xfrm xmlns:a="http://schemas.openxmlformats.org/drawingml/2006/main">
            <a:off x="15811500" y="66389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5" name="dp41-comparison / n205 / text 1">
            <a:extLst xmlns:a="http://schemas.openxmlformats.org/drawingml/2006/main">
              <a:ext uri="{FF2B5EF4-FFF2-40B4-BE49-F238E27FC236}">
                <a16:creationId xmlns:a16="http://schemas.microsoft.com/office/drawing/2014/main" id="{5D57B96B-DD72-498E-96D8-8F249103B71D}"/>
              </a:ext>
            </a:extLst>
          </p:cNvPr>
          <p:cNvSpPr>
            <a:spLocks xmlns:a="http://schemas.openxmlformats.org/drawingml/2006/main" noGrp="1"/>
          </p:cNvSpPr>
          <p:nvPr/>
        </p:nvSpPr>
        <p:spPr>
          <a:xfrm xmlns:a="http://schemas.openxmlformats.org/drawingml/2006/main">
            <a:off x="15897225" y="66794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26" name="dp41-comparison / n206">
            <a:extLst xmlns:a="http://schemas.openxmlformats.org/drawingml/2006/main">
              <a:ext uri="{FF2B5EF4-FFF2-40B4-BE49-F238E27FC236}">
                <a16:creationId xmlns:a16="http://schemas.microsoft.com/office/drawing/2014/main" id="{70F5F1A4-EF9E-41A6-9994-F879A97299CB}"/>
              </a:ext>
            </a:extLst>
          </p:cNvPr>
          <p:cNvSpPr>
            <a:spLocks xmlns:a="http://schemas.openxmlformats.org/drawingml/2006/main" noGrp="1"/>
          </p:cNvSpPr>
          <p:nvPr/>
        </p:nvSpPr>
        <p:spPr>
          <a:xfrm xmlns:a="http://schemas.openxmlformats.org/drawingml/2006/main">
            <a:off x="9953625" y="72294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1-comparison / n207 / text 1">
            <a:extLst xmlns:a="http://schemas.openxmlformats.org/drawingml/2006/main">
              <a:ext uri="{FF2B5EF4-FFF2-40B4-BE49-F238E27FC236}">
                <a16:creationId xmlns:a16="http://schemas.microsoft.com/office/drawing/2014/main" id="{52051074-AF10-4FE8-B104-66288F52AFF6}"/>
              </a:ext>
            </a:extLst>
          </p:cNvPr>
          <p:cNvSpPr>
            <a:spLocks xmlns:a="http://schemas.openxmlformats.org/drawingml/2006/main" noGrp="1"/>
          </p:cNvSpPr>
          <p:nvPr/>
        </p:nvSpPr>
        <p:spPr>
          <a:xfrm xmlns:a="http://schemas.openxmlformats.org/drawingml/2006/main">
            <a:off x="10039350" y="72747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28" name="dp41-comparison / n208">
            <a:extLst xmlns:a="http://schemas.openxmlformats.org/drawingml/2006/main">
              <a:ext uri="{FF2B5EF4-FFF2-40B4-BE49-F238E27FC236}">
                <a16:creationId xmlns:a16="http://schemas.microsoft.com/office/drawing/2014/main" id="{1B284331-A6A7-42D5-B7F5-101E1CE084A6}"/>
              </a:ext>
            </a:extLst>
          </p:cNvPr>
          <p:cNvSpPr>
            <a:spLocks xmlns:a="http://schemas.openxmlformats.org/drawingml/2006/main" noGrp="1"/>
          </p:cNvSpPr>
          <p:nvPr/>
        </p:nvSpPr>
        <p:spPr>
          <a:xfrm xmlns:a="http://schemas.openxmlformats.org/drawingml/2006/main">
            <a:off x="15621000" y="72294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1-comparison / n209 / text 1">
            <a:extLst xmlns:a="http://schemas.openxmlformats.org/drawingml/2006/main">
              <a:ext uri="{FF2B5EF4-FFF2-40B4-BE49-F238E27FC236}">
                <a16:creationId xmlns:a16="http://schemas.microsoft.com/office/drawing/2014/main" id="{95625B07-8CF7-473C-A257-250A91673C61}"/>
              </a:ext>
            </a:extLst>
          </p:cNvPr>
          <p:cNvSpPr>
            <a:spLocks xmlns:a="http://schemas.openxmlformats.org/drawingml/2006/main" noGrp="1"/>
          </p:cNvSpPr>
          <p:nvPr/>
        </p:nvSpPr>
        <p:spPr>
          <a:xfrm xmlns:a="http://schemas.openxmlformats.org/drawingml/2006/main">
            <a:off x="15706725" y="72747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30" name="dp41-comparison / n210 / path">
            <a:extLst xmlns:a="http://schemas.openxmlformats.org/drawingml/2006/main">
              <a:ext uri="{FF2B5EF4-FFF2-40B4-BE49-F238E27FC236}">
                <a16:creationId xmlns:a16="http://schemas.microsoft.com/office/drawing/2014/main" id="{7B7CC84D-D298-455C-BFD3-72A3D68F46C7}"/>
              </a:ext>
            </a:extLst>
          </p:cNvPr>
          <p:cNvSpPr>
            <a:spLocks xmlns:a="http://schemas.openxmlformats.org/drawingml/2006/main" noGrp="1"/>
          </p:cNvSpPr>
          <p:nvPr/>
        </p:nvSpPr>
        <p:spPr>
          <a:xfrm xmlns:a="http://schemas.openxmlformats.org/drawingml/2006/main">
            <a:off x="11477625" y="67722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31" name="dp41-comparison / n210 / arrow">
            <a:extLst xmlns:a="http://schemas.openxmlformats.org/drawingml/2006/main">
              <a:ext uri="{FF2B5EF4-FFF2-40B4-BE49-F238E27FC236}">
                <a16:creationId xmlns:a16="http://schemas.microsoft.com/office/drawing/2014/main" id="{349FB1A6-BC4E-4796-9182-FF645FB01680}"/>
              </a:ext>
            </a:extLst>
          </p:cNvPr>
          <p:cNvSpPr>
            <a:spLocks xmlns:a="http://schemas.openxmlformats.org/drawingml/2006/main" noGrp="1"/>
          </p:cNvSpPr>
          <p:nvPr/>
        </p:nvSpPr>
        <p:spPr>
          <a:xfrm xmlns:a="http://schemas.openxmlformats.org/drawingml/2006/main">
            <a:off x="11839194"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2" name="dp41-comparison / n211 / path">
            <a:extLst xmlns:a="http://schemas.openxmlformats.org/drawingml/2006/main">
              <a:ext uri="{FF2B5EF4-FFF2-40B4-BE49-F238E27FC236}">
                <a16:creationId xmlns:a16="http://schemas.microsoft.com/office/drawing/2014/main" id="{8B43EE34-658B-4AB3-8345-55602D12CFEE}"/>
              </a:ext>
            </a:extLst>
          </p:cNvPr>
          <p:cNvSpPr>
            <a:spLocks xmlns:a="http://schemas.openxmlformats.org/drawingml/2006/main" noGrp="1"/>
          </p:cNvSpPr>
          <p:nvPr/>
        </p:nvSpPr>
        <p:spPr>
          <a:xfrm xmlns:a="http://schemas.openxmlformats.org/drawingml/2006/main">
            <a:off x="13382625" y="67722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33" name="dp41-comparison / n211 / arrow">
            <a:extLst xmlns:a="http://schemas.openxmlformats.org/drawingml/2006/main">
              <a:ext uri="{FF2B5EF4-FFF2-40B4-BE49-F238E27FC236}">
                <a16:creationId xmlns:a16="http://schemas.microsoft.com/office/drawing/2014/main" id="{453FF06D-D08D-42F7-86D8-F2FE6A816981}"/>
              </a:ext>
            </a:extLst>
          </p:cNvPr>
          <p:cNvSpPr>
            <a:spLocks xmlns:a="http://schemas.openxmlformats.org/drawingml/2006/main" noGrp="1"/>
          </p:cNvSpPr>
          <p:nvPr/>
        </p:nvSpPr>
        <p:spPr>
          <a:xfrm xmlns:a="http://schemas.openxmlformats.org/drawingml/2006/main">
            <a:off x="13744194"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2 / path">
            <a:extLst xmlns:a="http://schemas.openxmlformats.org/drawingml/2006/main">
              <a:ext uri="{FF2B5EF4-FFF2-40B4-BE49-F238E27FC236}">
                <a16:creationId xmlns:a16="http://schemas.microsoft.com/office/drawing/2014/main" id="{86465418-4FA5-4112-B2F3-CC52AC7C3B32}"/>
              </a:ext>
            </a:extLst>
          </p:cNvPr>
          <p:cNvSpPr>
            <a:spLocks xmlns:a="http://schemas.openxmlformats.org/drawingml/2006/main" noGrp="1"/>
          </p:cNvSpPr>
          <p:nvPr/>
        </p:nvSpPr>
        <p:spPr>
          <a:xfrm xmlns:a="http://schemas.openxmlformats.org/drawingml/2006/main">
            <a:off x="15144750" y="67722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35" name="dp41-comparison / n212 / arrow">
            <a:extLst xmlns:a="http://schemas.openxmlformats.org/drawingml/2006/main">
              <a:ext uri="{FF2B5EF4-FFF2-40B4-BE49-F238E27FC236}">
                <a16:creationId xmlns:a16="http://schemas.microsoft.com/office/drawing/2014/main" id="{4E6145E1-D664-47CC-A79A-86308F7E000D}"/>
              </a:ext>
            </a:extLst>
          </p:cNvPr>
          <p:cNvSpPr>
            <a:spLocks xmlns:a="http://schemas.openxmlformats.org/drawingml/2006/main" noGrp="1"/>
          </p:cNvSpPr>
          <p:nvPr/>
        </p:nvSpPr>
        <p:spPr>
          <a:xfrm xmlns:a="http://schemas.openxmlformats.org/drawingml/2006/main">
            <a:off x="15744444" y="67387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6" name="dp41-comparison / n215 / path">
            <a:extLst xmlns:a="http://schemas.openxmlformats.org/drawingml/2006/main">
              <a:ext uri="{FF2B5EF4-FFF2-40B4-BE49-F238E27FC236}">
                <a16:creationId xmlns:a16="http://schemas.microsoft.com/office/drawing/2014/main" id="{9610F539-E2AD-41E0-A466-C6ABA7DC7E73}"/>
              </a:ext>
            </a:extLst>
          </p:cNvPr>
          <p:cNvSpPr>
            <a:spLocks xmlns:a="http://schemas.openxmlformats.org/drawingml/2006/main" noGrp="1"/>
          </p:cNvSpPr>
          <p:nvPr/>
        </p:nvSpPr>
        <p:spPr>
          <a:xfrm xmlns:a="http://schemas.openxmlformats.org/drawingml/2006/main">
            <a:off x="12644438" y="69056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37" name="dp41-comparison / n215 / arrow">
            <a:extLst xmlns:a="http://schemas.openxmlformats.org/drawingml/2006/main">
              <a:ext uri="{FF2B5EF4-FFF2-40B4-BE49-F238E27FC236}">
                <a16:creationId xmlns:a16="http://schemas.microsoft.com/office/drawing/2014/main" id="{4B0C75C0-B77C-4BCC-8B17-23FE03478F7B}"/>
              </a:ext>
            </a:extLst>
          </p:cNvPr>
          <p:cNvSpPr>
            <a:spLocks xmlns:a="http://schemas.openxmlformats.org/drawingml/2006/main" noGrp="1"/>
          </p:cNvSpPr>
          <p:nvPr/>
        </p:nvSpPr>
        <p:spPr>
          <a:xfrm xmlns:a="http://schemas.openxmlformats.org/drawingml/2006/main">
            <a:off x="12610910" y="6905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38" name="dp41-comparison / n218 / path">
            <a:extLst xmlns:a="http://schemas.openxmlformats.org/drawingml/2006/main">
              <a:ext uri="{FF2B5EF4-FFF2-40B4-BE49-F238E27FC236}">
                <a16:creationId xmlns:a16="http://schemas.microsoft.com/office/drawing/2014/main" id="{783B8A53-8377-4E9A-A4C7-1DCBDEB7FADC}"/>
              </a:ext>
            </a:extLst>
          </p:cNvPr>
          <p:cNvSpPr>
            <a:spLocks xmlns:a="http://schemas.openxmlformats.org/drawingml/2006/main" noGrp="1"/>
          </p:cNvSpPr>
          <p:nvPr/>
        </p:nvSpPr>
        <p:spPr>
          <a:xfrm xmlns:a="http://schemas.openxmlformats.org/drawingml/2006/main">
            <a:off x="12049125" y="69723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39" name="dp41-comparison / n218 / arrow">
            <a:extLst xmlns:a="http://schemas.openxmlformats.org/drawingml/2006/main">
              <a:ext uri="{FF2B5EF4-FFF2-40B4-BE49-F238E27FC236}">
                <a16:creationId xmlns:a16="http://schemas.microsoft.com/office/drawing/2014/main" id="{82A998D7-BFD7-4460-A5A7-8F36D62B097E}"/>
              </a:ext>
            </a:extLst>
          </p:cNvPr>
          <p:cNvSpPr>
            <a:spLocks xmlns:a="http://schemas.openxmlformats.org/drawingml/2006/main" noGrp="1"/>
          </p:cNvSpPr>
          <p:nvPr/>
        </p:nvSpPr>
        <p:spPr>
          <a:xfrm xmlns:a="http://schemas.openxmlformats.org/drawingml/2006/main">
            <a:off x="12049125" y="73340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 path">
            <a:extLst xmlns:a="http://schemas.openxmlformats.org/drawingml/2006/main">
              <a:ext uri="{FF2B5EF4-FFF2-40B4-BE49-F238E27FC236}">
                <a16:creationId xmlns:a16="http://schemas.microsoft.com/office/drawing/2014/main" id="{ECABED5D-B16E-40BE-AE0A-8B1870547484}"/>
              </a:ext>
            </a:extLst>
          </p:cNvPr>
          <p:cNvSpPr>
            <a:spLocks xmlns:a="http://schemas.openxmlformats.org/drawingml/2006/main" noGrp="1"/>
          </p:cNvSpPr>
          <p:nvPr/>
        </p:nvSpPr>
        <p:spPr>
          <a:xfrm xmlns:a="http://schemas.openxmlformats.org/drawingml/2006/main">
            <a:off x="11001375" y="70580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41" name="dp41-comparison / n224 / path">
            <a:extLst xmlns:a="http://schemas.openxmlformats.org/drawingml/2006/main">
              <a:ext uri="{FF2B5EF4-FFF2-40B4-BE49-F238E27FC236}">
                <a16:creationId xmlns:a16="http://schemas.microsoft.com/office/drawing/2014/main" id="{D10BECBD-BFF2-42CF-94F9-3F33C6F0EEA1}"/>
              </a:ext>
            </a:extLst>
          </p:cNvPr>
          <p:cNvSpPr>
            <a:spLocks xmlns:a="http://schemas.openxmlformats.org/drawingml/2006/main" noGrp="1"/>
          </p:cNvSpPr>
          <p:nvPr/>
        </p:nvSpPr>
        <p:spPr>
          <a:xfrm xmlns:a="http://schemas.openxmlformats.org/drawingml/2006/main">
            <a:off x="14478000" y="69723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42" name="dp41-comparison / n224 / arrow">
            <a:extLst xmlns:a="http://schemas.openxmlformats.org/drawingml/2006/main">
              <a:ext uri="{FF2B5EF4-FFF2-40B4-BE49-F238E27FC236}">
                <a16:creationId xmlns:a16="http://schemas.microsoft.com/office/drawing/2014/main" id="{0004B26B-D50D-47C3-BC91-2DB6E348275A}"/>
              </a:ext>
            </a:extLst>
          </p:cNvPr>
          <p:cNvSpPr>
            <a:spLocks xmlns:a="http://schemas.openxmlformats.org/drawingml/2006/main" noGrp="1"/>
          </p:cNvSpPr>
          <p:nvPr/>
        </p:nvSpPr>
        <p:spPr>
          <a:xfrm xmlns:a="http://schemas.openxmlformats.org/drawingml/2006/main">
            <a:off x="15553944" y="73340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3" name="dp41-comparison / n137">
            <a:extLst xmlns:a="http://schemas.openxmlformats.org/drawingml/2006/main">
              <a:ext uri="{FF2B5EF4-FFF2-40B4-BE49-F238E27FC236}">
                <a16:creationId xmlns:a16="http://schemas.microsoft.com/office/drawing/2014/main" id="{4E30E79B-D031-4766-878D-966A94FBB758}"/>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44" name="dp41-comparison / n137 / fold">
            <a:extLst xmlns:a="http://schemas.openxmlformats.org/drawingml/2006/main">
              <a:ext uri="{FF2B5EF4-FFF2-40B4-BE49-F238E27FC236}">
                <a16:creationId xmlns:a16="http://schemas.microsoft.com/office/drawing/2014/main" id="{F21343D6-E8F1-4895-92F3-2B257A9C8F62}"/>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5" name="dp41-comparison / n138 / text 1">
            <a:extLst xmlns:a="http://schemas.openxmlformats.org/drawingml/2006/main">
              <a:ext uri="{FF2B5EF4-FFF2-40B4-BE49-F238E27FC236}">
                <a16:creationId xmlns:a16="http://schemas.microsoft.com/office/drawing/2014/main" id="{9CFFB1A8-155A-4B26-AA08-6DBE83B5F3F0}"/>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46" name="dp41-comparison / n147">
            <a:extLst xmlns:a="http://schemas.openxmlformats.org/drawingml/2006/main">
              <a:ext uri="{FF2B5EF4-FFF2-40B4-BE49-F238E27FC236}">
                <a16:creationId xmlns:a16="http://schemas.microsoft.com/office/drawing/2014/main" id="{A46648A5-7CF9-4A00-B88F-9E7216CBDBE8}"/>
              </a:ext>
            </a:extLst>
          </p:cNvPr>
          <p:cNvSpPr>
            <a:spLocks xmlns:a="http://schemas.openxmlformats.org/drawingml/2006/main" noGrp="1"/>
          </p:cNvSpPr>
          <p:nvPr/>
        </p:nvSpPr>
        <p:spPr>
          <a:xfrm xmlns:a="http://schemas.openxmlformats.org/drawingml/2006/main">
            <a:off x="15649575" y="3305175"/>
            <a:ext cx="10637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1-comparison / n148 / text 1">
            <a:extLst xmlns:a="http://schemas.openxmlformats.org/drawingml/2006/main">
              <a:ext uri="{FF2B5EF4-FFF2-40B4-BE49-F238E27FC236}">
                <a16:creationId xmlns:a16="http://schemas.microsoft.com/office/drawing/2014/main" id="{D73CABB7-5A22-41AA-B848-3DD1F3D3C65A}"/>
              </a:ext>
            </a:extLst>
          </p:cNvPr>
          <p:cNvSpPr>
            <a:spLocks xmlns:a="http://schemas.openxmlformats.org/drawingml/2006/main" noGrp="1"/>
          </p:cNvSpPr>
          <p:nvPr/>
        </p:nvSpPr>
        <p:spPr>
          <a:xfrm xmlns:a="http://schemas.openxmlformats.org/drawingml/2006/main">
            <a:off x="15668625" y="3314700"/>
            <a:ext cx="1762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Module 협력 구조</a:t>
            </a:r>
          </a:p>
        </p:txBody>
      </p:sp>
      <p:sp>
        <p:nvSpPr>
          <p:cNvPr id="248" name="dp41-comparison / n150">
            <a:extLst xmlns:a="http://schemas.openxmlformats.org/drawingml/2006/main">
              <a:ext uri="{FF2B5EF4-FFF2-40B4-BE49-F238E27FC236}">
                <a16:creationId xmlns:a16="http://schemas.microsoft.com/office/drawing/2014/main" id="{54181040-F264-4879-8CDB-CB4CF253B58C}"/>
              </a:ext>
            </a:extLst>
          </p:cNvPr>
          <p:cNvSpPr>
            <a:spLocks xmlns:a="http://schemas.openxmlformats.org/drawingml/2006/main" noGrp="1"/>
          </p:cNvSpPr>
          <p:nvPr/>
        </p:nvSpPr>
        <p:spPr>
          <a:xfrm xmlns:a="http://schemas.openxmlformats.org/drawingml/2006/main">
            <a:off x="15697200" y="2943225"/>
            <a:ext cx="817817"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1-comparison / n151 / text 1">
            <a:extLst xmlns:a="http://schemas.openxmlformats.org/drawingml/2006/main">
              <a:ext uri="{FF2B5EF4-FFF2-40B4-BE49-F238E27FC236}">
                <a16:creationId xmlns:a16="http://schemas.microsoft.com/office/drawing/2014/main" id="{84844043-B34B-4ACB-B7A6-F4E0D0D0D8E9}"/>
              </a:ext>
            </a:extLst>
          </p:cNvPr>
          <p:cNvSpPr>
            <a:spLocks xmlns:a="http://schemas.openxmlformats.org/drawingml/2006/main" noGrp="1"/>
          </p:cNvSpPr>
          <p:nvPr/>
        </p:nvSpPr>
        <p:spPr>
          <a:xfrm xmlns:a="http://schemas.openxmlformats.org/drawingml/2006/main">
            <a:off x="15716250" y="2952750"/>
            <a:ext cx="16668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해석 시작</a:t>
            </a:r>
          </a:p>
        </p:txBody>
      </p:sp>
      <p:sp>
        <p:nvSpPr>
          <p:cNvPr id="250" name="dp41-comparison / n154">
            <a:extLst xmlns:a="http://schemas.openxmlformats.org/drawingml/2006/main">
              <a:ext uri="{FF2B5EF4-FFF2-40B4-BE49-F238E27FC236}">
                <a16:creationId xmlns:a16="http://schemas.microsoft.com/office/drawing/2014/main" id="{3C643D83-69A0-48B0-9AAC-E7D58A30615F}"/>
              </a:ext>
            </a:extLst>
          </p:cNvPr>
          <p:cNvSpPr>
            <a:spLocks xmlns:a="http://schemas.openxmlformats.org/drawingml/2006/main" noGrp="1"/>
          </p:cNvSpPr>
          <p:nvPr/>
        </p:nvSpPr>
        <p:spPr>
          <a:xfrm xmlns:a="http://schemas.openxmlformats.org/drawingml/2006/main">
            <a:off x="12534900" y="2924175"/>
            <a:ext cx="2038731"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1" name="dp41-comparison / n155 / text 1">
            <a:extLst xmlns:a="http://schemas.openxmlformats.org/drawingml/2006/main">
              <a:ext uri="{FF2B5EF4-FFF2-40B4-BE49-F238E27FC236}">
                <a16:creationId xmlns:a16="http://schemas.microsoft.com/office/drawing/2014/main" id="{C5864417-8C3D-4AFE-A734-F007D8B5C25F}"/>
              </a:ext>
            </a:extLst>
          </p:cNvPr>
          <p:cNvSpPr>
            <a:spLocks xmlns:a="http://schemas.openxmlformats.org/drawingml/2006/main" noGrp="1"/>
          </p:cNvSpPr>
          <p:nvPr/>
        </p:nvSpPr>
        <p:spPr>
          <a:xfrm xmlns:a="http://schemas.openxmlformats.org/drawingml/2006/main">
            <a:off x="12553950" y="2933700"/>
            <a:ext cx="29051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Model Access 경유 호출</a:t>
            </a:r>
          </a:p>
        </p:txBody>
      </p:sp>
      <p:sp>
        <p:nvSpPr>
          <p:cNvPr id="252" name="dp41-comparison / n166">
            <a:extLst xmlns:a="http://schemas.openxmlformats.org/drawingml/2006/main">
              <a:ext uri="{FF2B5EF4-FFF2-40B4-BE49-F238E27FC236}">
                <a16:creationId xmlns:a16="http://schemas.microsoft.com/office/drawing/2014/main" id="{BDB51207-59B3-4590-A7FB-15DCC0703E50}"/>
              </a:ext>
            </a:extLst>
          </p:cNvPr>
          <p:cNvSpPr>
            <a:spLocks xmlns:a="http://schemas.openxmlformats.org/drawingml/2006/main" noGrp="1"/>
          </p:cNvSpPr>
          <p:nvPr/>
        </p:nvSpPr>
        <p:spPr>
          <a:xfrm xmlns:a="http://schemas.openxmlformats.org/drawingml/2006/main">
            <a:off x="12506325" y="3467100"/>
            <a:ext cx="204006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3" name="dp41-comparison / n167 / text 1">
            <a:extLst xmlns:a="http://schemas.openxmlformats.org/drawingml/2006/main">
              <a:ext uri="{FF2B5EF4-FFF2-40B4-BE49-F238E27FC236}">
                <a16:creationId xmlns:a16="http://schemas.microsoft.com/office/drawing/2014/main" id="{DB7FAE6B-5F1C-427B-9A61-6897E654CFEE}"/>
              </a:ext>
            </a:extLst>
          </p:cNvPr>
          <p:cNvSpPr>
            <a:spLocks xmlns:a="http://schemas.openxmlformats.org/drawingml/2006/main" noGrp="1"/>
          </p:cNvSpPr>
          <p:nvPr/>
        </p:nvSpPr>
        <p:spPr>
          <a:xfrm xmlns:a="http://schemas.openxmlformats.org/drawingml/2006/main">
            <a:off x="12525375" y="3476625"/>
            <a:ext cx="3190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RequestFrame / 부분 해석 결과</a:t>
            </a:r>
          </a:p>
        </p:txBody>
      </p:sp>
      <p:sp>
        <p:nvSpPr>
          <p:cNvPr id="254" name="dp41-comparison / n170">
            <a:extLst xmlns:a="http://schemas.openxmlformats.org/drawingml/2006/main">
              <a:ext uri="{FF2B5EF4-FFF2-40B4-BE49-F238E27FC236}">
                <a16:creationId xmlns:a16="http://schemas.microsoft.com/office/drawing/2014/main" id="{41E4E346-4EE1-4326-9E74-2AF29BA4F593}"/>
              </a:ext>
            </a:extLst>
          </p:cNvPr>
          <p:cNvSpPr>
            <a:spLocks xmlns:a="http://schemas.openxmlformats.org/drawingml/2006/main" noGrp="1"/>
          </p:cNvSpPr>
          <p:nvPr/>
        </p:nvSpPr>
        <p:spPr>
          <a:xfrm xmlns:a="http://schemas.openxmlformats.org/drawingml/2006/main">
            <a:off x="15716250" y="3467100"/>
            <a:ext cx="110642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5" name="dp41-comparison / n171 / text 1">
            <a:extLst xmlns:a="http://schemas.openxmlformats.org/drawingml/2006/main">
              <a:ext uri="{FF2B5EF4-FFF2-40B4-BE49-F238E27FC236}">
                <a16:creationId xmlns:a16="http://schemas.microsoft.com/office/drawing/2014/main" id="{82C7C78A-67C6-498E-8EDA-66BC3316D8B0}"/>
              </a:ext>
            </a:extLst>
          </p:cNvPr>
          <p:cNvSpPr>
            <a:spLocks xmlns:a="http://schemas.openxmlformats.org/drawingml/2006/main" noGrp="1"/>
          </p:cNvSpPr>
          <p:nvPr/>
        </p:nvSpPr>
        <p:spPr>
          <a:xfrm xmlns:a="http://schemas.openxmlformats.org/drawingml/2006/main">
            <a:off x="15735300" y="3476625"/>
            <a:ext cx="1857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 / 근거 반환</a:t>
            </a:r>
          </a:p>
        </p:txBody>
      </p:sp>
      <p:sp>
        <p:nvSpPr>
          <p:cNvPr id="256" name="dp41-comparison / n172">
            <a:extLst xmlns:a="http://schemas.openxmlformats.org/drawingml/2006/main">
              <a:ext uri="{FF2B5EF4-FFF2-40B4-BE49-F238E27FC236}">
                <a16:creationId xmlns:a16="http://schemas.microsoft.com/office/drawing/2014/main" id="{5340ED8F-6CC3-412C-8648-3883C3455BD6}"/>
              </a:ext>
            </a:extLst>
          </p:cNvPr>
          <p:cNvSpPr>
            <a:spLocks xmlns:a="http://schemas.openxmlformats.org/drawingml/2006/main" noGrp="1"/>
          </p:cNvSpPr>
          <p:nvPr/>
        </p:nvSpPr>
        <p:spPr>
          <a:xfrm xmlns:a="http://schemas.openxmlformats.org/drawingml/2006/main">
            <a:off x="9953625" y="4143375"/>
            <a:ext cx="5476875" cy="1219200"/>
          </a:xfrm>
          <a:custGeom xmlns:a="http://schemas.openxmlformats.org/drawingml/2006/main">
            <a:pathLst>
              <a:path w="5476875" h="1219200">
                <a:moveTo>
                  <a:pt x="0" y="0"/>
                </a:moveTo>
                <a:lnTo>
                  <a:pt x="5305425" y="0"/>
                </a:lnTo>
                <a:lnTo>
                  <a:pt x="5476875" y="171450"/>
                </a:lnTo>
                <a:lnTo>
                  <a:pt x="5476875" y="1219200"/>
                </a:lnTo>
                <a:lnTo>
                  <a:pt x="0" y="12192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7" name="dp41-comparison / n172 / fold">
            <a:extLst xmlns:a="http://schemas.openxmlformats.org/drawingml/2006/main">
              <a:ext uri="{FF2B5EF4-FFF2-40B4-BE49-F238E27FC236}">
                <a16:creationId xmlns:a16="http://schemas.microsoft.com/office/drawing/2014/main" id="{79AF3B00-0DDF-490E-9311-AC60EDAFB3BE}"/>
              </a:ext>
            </a:extLst>
          </p:cNvPr>
          <p:cNvSpPr>
            <a:spLocks xmlns:a="http://schemas.openxmlformats.org/drawingml/2006/main" noGrp="1"/>
          </p:cNvSpPr>
          <p:nvPr/>
        </p:nvSpPr>
        <p:spPr>
          <a:xfrm xmlns:a="http://schemas.openxmlformats.org/drawingml/2006/main">
            <a:off x="1525905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8" name="dp41-comparison / n173 / text 1">
            <a:extLst xmlns:a="http://schemas.openxmlformats.org/drawingml/2006/main">
              <a:ext uri="{FF2B5EF4-FFF2-40B4-BE49-F238E27FC236}">
                <a16:creationId xmlns:a16="http://schemas.microsoft.com/office/drawing/2014/main" id="{30AD34E9-B184-4F9C-841E-B7C47E4E67C4}"/>
              </a:ext>
            </a:extLst>
          </p:cNvPr>
          <p:cNvSpPr>
            <a:spLocks xmlns:a="http://schemas.openxmlformats.org/drawingml/2006/main" noGrp="1"/>
          </p:cNvSpPr>
          <p:nvPr/>
        </p:nvSpPr>
        <p:spPr>
          <a:xfrm xmlns:a="http://schemas.openxmlformats.org/drawingml/2006/main">
            <a:off x="10048875" y="420052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모델 출력: RequestFrame — 고정 필드 / 값 축약</a:t>
            </a:r>
          </a:p>
        </p:txBody>
      </p:sp>
      <p:sp>
        <p:nvSpPr>
          <p:cNvPr id="259" name="dp41-comparison / n173 / text 2">
            <a:extLst xmlns:a="http://schemas.openxmlformats.org/drawingml/2006/main">
              <a:ext uri="{FF2B5EF4-FFF2-40B4-BE49-F238E27FC236}">
                <a16:creationId xmlns:a16="http://schemas.microsoft.com/office/drawing/2014/main" id="{B51F32DF-AF24-4598-9002-F297A0FEED36}"/>
              </a:ext>
            </a:extLst>
          </p:cNvPr>
          <p:cNvSpPr>
            <a:spLocks xmlns:a="http://schemas.openxmlformats.org/drawingml/2006/main" noGrp="1"/>
          </p:cNvSpPr>
          <p:nvPr/>
        </p:nvSpPr>
        <p:spPr>
          <a:xfrm xmlns:a="http://schemas.openxmlformats.org/drawingml/2006/main">
            <a:off x="10048875" y="433197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schema_version:1, input_ref:Input1</a:t>
            </a:r>
          </a:p>
        </p:txBody>
      </p:sp>
      <p:sp>
        <p:nvSpPr>
          <p:cNvPr id="260" name="dp41-comparison / n173 / text 3">
            <a:extLst xmlns:a="http://schemas.openxmlformats.org/drawingml/2006/main">
              <a:ext uri="{FF2B5EF4-FFF2-40B4-BE49-F238E27FC236}">
                <a16:creationId xmlns:a16="http://schemas.microsoft.com/office/drawing/2014/main" id="{560C28C6-74BE-472D-AE42-CBE27E90B634}"/>
              </a:ext>
            </a:extLst>
          </p:cNvPr>
          <p:cNvSpPr>
            <a:spLocks xmlns:a="http://schemas.openxmlformats.org/drawingml/2006/main" noGrp="1"/>
          </p:cNvSpPr>
          <p:nvPr/>
        </p:nvSpPr>
        <p:spPr>
          <a:xfrm xmlns:a="http://schemas.openxmlformats.org/drawingml/2006/main">
            <a:off x="10048875" y="446341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goals: G1=UPDATE_TASK(report,table), G2=NEW_TASK(메일 초안)</a:t>
            </a:r>
          </a:p>
        </p:txBody>
      </p:sp>
      <p:sp>
        <p:nvSpPr>
          <p:cNvPr id="261" name="dp41-comparison / n173 / text 4">
            <a:extLst xmlns:a="http://schemas.openxmlformats.org/drawingml/2006/main">
              <a:ext uri="{FF2B5EF4-FFF2-40B4-BE49-F238E27FC236}">
                <a16:creationId xmlns:a16="http://schemas.microsoft.com/office/drawing/2014/main" id="{18D1F114-5A7F-43D4-A7C0-C5DBEF6789D4}"/>
              </a:ext>
            </a:extLst>
          </p:cNvPr>
          <p:cNvSpPr>
            <a:spLocks xmlns:a="http://schemas.openxmlformats.org/drawingml/2006/main" noGrp="1"/>
          </p:cNvSpPr>
          <p:nvPr/>
        </p:nvSpPr>
        <p:spPr>
          <a:xfrm xmlns:a="http://schemas.openxmlformats.org/drawingml/2006/main">
            <a:off x="10048875" y="459486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references: report=RECENT_TASK("보고서"), table=INPUT_SELECTION</a:t>
            </a:r>
          </a:p>
        </p:txBody>
      </p:sp>
      <p:sp>
        <p:nvSpPr>
          <p:cNvPr id="262" name="dp41-comparison / n173 / text 5">
            <a:extLst xmlns:a="http://schemas.openxmlformats.org/drawingml/2006/main">
              <a:ext uri="{FF2B5EF4-FFF2-40B4-BE49-F238E27FC236}">
                <a16:creationId xmlns:a16="http://schemas.microsoft.com/office/drawing/2014/main" id="{6D944190-3F71-4F5E-9A8E-C2E7BB3F671D}"/>
              </a:ext>
            </a:extLst>
          </p:cNvPr>
          <p:cNvSpPr>
            <a:spLocks xmlns:a="http://schemas.openxmlformats.org/drawingml/2006/main" noGrp="1"/>
          </p:cNvSpPr>
          <p:nvPr/>
        </p:nvSpPr>
        <p:spPr>
          <a:xfrm xmlns:a="http://schemas.openxmlformats.org/drawingml/2006/main">
            <a:off x="10048875" y="472630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relations: USE_RESULT(G1 → G2)</a:t>
            </a:r>
          </a:p>
        </p:txBody>
      </p:sp>
      <p:sp>
        <p:nvSpPr>
          <p:cNvPr id="263" name="dp41-comparison / n173 / text 6">
            <a:extLst xmlns:a="http://schemas.openxmlformats.org/drawingml/2006/main">
              <a:ext uri="{FF2B5EF4-FFF2-40B4-BE49-F238E27FC236}">
                <a16:creationId xmlns:a16="http://schemas.microsoft.com/office/drawing/2014/main" id="{0FFE173A-8621-4950-A6BE-8A725C59B32F}"/>
              </a:ext>
            </a:extLst>
          </p:cNvPr>
          <p:cNvSpPr>
            <a:spLocks xmlns:a="http://schemas.openxmlformats.org/drawingml/2006/main" noGrp="1"/>
          </p:cNvSpPr>
          <p:nvPr/>
        </p:nvSpPr>
        <p:spPr>
          <a:xfrm xmlns:a="http://schemas.openxmlformats.org/drawingml/2006/main">
            <a:off x="10048875" y="485775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constraints: FORBID_ACTION(scope=[G2], action=SEND)</a:t>
            </a:r>
          </a:p>
        </p:txBody>
      </p:sp>
      <p:sp>
        <p:nvSpPr>
          <p:cNvPr id="264" name="dp41-comparison / n173 / text 7">
            <a:extLst xmlns:a="http://schemas.openxmlformats.org/drawingml/2006/main">
              <a:ext uri="{FF2B5EF4-FFF2-40B4-BE49-F238E27FC236}">
                <a16:creationId xmlns:a16="http://schemas.microsoft.com/office/drawing/2014/main" id="{198FE77B-C569-4FAF-AE6B-6F9D1B65B09F}"/>
              </a:ext>
            </a:extLst>
          </p:cNvPr>
          <p:cNvSpPr>
            <a:spLocks xmlns:a="http://schemas.openxmlformats.org/drawingml/2006/main" noGrp="1"/>
          </p:cNvSpPr>
          <p:nvPr/>
        </p:nvSpPr>
        <p:spPr>
          <a:xfrm xmlns:a="http://schemas.openxmlformats.org/drawingml/2006/main">
            <a:off x="10048875" y="4989195"/>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unparsed_spans:[]  (미해석 구간)</a:t>
            </a:r>
          </a:p>
        </p:txBody>
      </p:sp>
      <p:sp>
        <p:nvSpPr>
          <p:cNvPr id="265" name="dp41-comparison / n173 / text 8">
            <a:extLst xmlns:a="http://schemas.openxmlformats.org/drawingml/2006/main">
              <a:ext uri="{FF2B5EF4-FFF2-40B4-BE49-F238E27FC236}">
                <a16:creationId xmlns:a16="http://schemas.microsoft.com/office/drawing/2014/main" id="{AD7C2118-09C6-4AEE-A6F0-C1DF149B33A7}"/>
              </a:ext>
            </a:extLst>
          </p:cNvPr>
          <p:cNvSpPr>
            <a:spLocks xmlns:a="http://schemas.openxmlformats.org/drawingml/2006/main" noGrp="1"/>
          </p:cNvSpPr>
          <p:nvPr/>
        </p:nvSpPr>
        <p:spPr>
          <a:xfrm xmlns:a="http://schemas.openxmlformats.org/drawingml/2006/main">
            <a:off x="10048875" y="5120640"/>
            <a:ext cx="5210175" cy="1588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63" b="0">
                <a:solidFill>
                  <a:srgbClr val="000000"/>
                </a:solidFill>
                <a:latin typeface="Apple SD Gothic Neo"/>
                <a:ea typeface="Apple SD Gothic Neo"/>
                <a:cs typeface="Apple SD Gothic Neo"/>
              </a:defRPr>
            </a:pPr>
            <a:r>
              <a:rPr sz="863" b="0">
                <a:solidFill>
                  <a:srgbClr val="000000"/>
                </a:solidFill>
                <a:latin typeface="Apple SD Gothic Neo"/>
                <a:ea typeface="Apple SD Gothic Neo"/>
                <a:cs typeface="Apple SD Gothic Neo"/>
              </a:rPr>
              <a:t>G1=보고서 수정 / G2=메일 초안; 실제 Task ID는 아직 미정</a:t>
            </a:r>
          </a:p>
        </p:txBody>
      </p:sp>
      <p:sp>
        <p:nvSpPr>
          <p:cNvPr id="266" name="dp41-comparison / n175">
            <a:extLst xmlns:a="http://schemas.openxmlformats.org/drawingml/2006/main">
              <a:ext uri="{FF2B5EF4-FFF2-40B4-BE49-F238E27FC236}">
                <a16:creationId xmlns:a16="http://schemas.microsoft.com/office/drawing/2014/main" id="{5198A0E9-1443-4083-B06E-C45591193705}"/>
              </a:ext>
            </a:extLst>
          </p:cNvPr>
          <p:cNvSpPr>
            <a:spLocks xmlns:a="http://schemas.openxmlformats.org/drawingml/2006/main" noGrp="1"/>
          </p:cNvSpPr>
          <p:nvPr/>
        </p:nvSpPr>
        <p:spPr>
          <a:xfrm xmlns:a="http://schemas.openxmlformats.org/drawingml/2006/main">
            <a:off x="15811500" y="4143375"/>
            <a:ext cx="1714500" cy="523875"/>
          </a:xfrm>
          <a:custGeom xmlns:a="http://schemas.openxmlformats.org/drawingml/2006/main">
            <a:pathLst>
              <a:path w="1714500" h="523875">
                <a:moveTo>
                  <a:pt x="0" y="0"/>
                </a:moveTo>
                <a:lnTo>
                  <a:pt x="1543050" y="0"/>
                </a:lnTo>
                <a:lnTo>
                  <a:pt x="1714500" y="171450"/>
                </a:lnTo>
                <a:lnTo>
                  <a:pt x="1714500" y="523875"/>
                </a:lnTo>
                <a:lnTo>
                  <a:pt x="0" y="5238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67" name="dp41-comparison / n175 / fold">
            <a:extLst xmlns:a="http://schemas.openxmlformats.org/drawingml/2006/main">
              <a:ext uri="{FF2B5EF4-FFF2-40B4-BE49-F238E27FC236}">
                <a16:creationId xmlns:a16="http://schemas.microsoft.com/office/drawing/2014/main" id="{A7E886F9-B5C5-4B33-8A8C-4E3831B7C025}"/>
              </a:ext>
            </a:extLst>
          </p:cNvPr>
          <p:cNvSpPr>
            <a:spLocks xmlns:a="http://schemas.openxmlformats.org/drawingml/2006/main" noGrp="1"/>
          </p:cNvSpPr>
          <p:nvPr/>
        </p:nvSpPr>
        <p:spPr>
          <a:xfrm xmlns:a="http://schemas.openxmlformats.org/drawingml/2006/main">
            <a:off x="17354550" y="4143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68" name="dp41-comparison / n176 / text 1">
            <a:extLst xmlns:a="http://schemas.openxmlformats.org/drawingml/2006/main">
              <a:ext uri="{FF2B5EF4-FFF2-40B4-BE49-F238E27FC236}">
                <a16:creationId xmlns:a16="http://schemas.microsoft.com/office/drawing/2014/main" id="{E6BC042B-0F15-42BE-93F8-FE4BD356E740}"/>
              </a:ext>
            </a:extLst>
          </p:cNvPr>
          <p:cNvSpPr>
            <a:spLocks xmlns:a="http://schemas.openxmlformats.org/drawingml/2006/main" noGrp="1"/>
          </p:cNvSpPr>
          <p:nvPr/>
        </p:nvSpPr>
        <p:spPr>
          <a:xfrm xmlns:a="http://schemas.openxmlformats.org/drawingml/2006/main">
            <a:off x="15906750" y="420052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도구 조회 결과</a:t>
            </a:r>
          </a:p>
        </p:txBody>
      </p:sp>
      <p:sp>
        <p:nvSpPr>
          <p:cNvPr id="269" name="dp41-comparison / n176 / text 2">
            <a:extLst xmlns:a="http://schemas.openxmlformats.org/drawingml/2006/main">
              <a:ext uri="{FF2B5EF4-FFF2-40B4-BE49-F238E27FC236}">
                <a16:creationId xmlns:a16="http://schemas.microsoft.com/office/drawing/2014/main" id="{C7E65A8F-D7FD-4985-A485-CEAC9ACA55B5}"/>
              </a:ext>
            </a:extLst>
          </p:cNvPr>
          <p:cNvSpPr>
            <a:spLocks xmlns:a="http://schemas.openxmlformats.org/drawingml/2006/main" noGrp="1"/>
          </p:cNvSpPr>
          <p:nvPr/>
        </p:nvSpPr>
        <p:spPr>
          <a:xfrm xmlns:a="http://schemas.openxmlformats.org/drawingml/2006/main">
            <a:off x="15906750" y="433768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Task1 / Task2</a:t>
            </a:r>
          </a:p>
        </p:txBody>
      </p:sp>
      <p:sp>
        <p:nvSpPr>
          <p:cNvPr id="270" name="dp41-comparison / n176 / text 3">
            <a:extLst xmlns:a="http://schemas.openxmlformats.org/drawingml/2006/main">
              <a:ext uri="{FF2B5EF4-FFF2-40B4-BE49-F238E27FC236}">
                <a16:creationId xmlns:a16="http://schemas.microsoft.com/office/drawing/2014/main" id="{BEDF18DD-4195-491F-9A60-CAE75AE353E0}"/>
              </a:ext>
            </a:extLst>
          </p:cNvPr>
          <p:cNvSpPr>
            <a:spLocks xmlns:a="http://schemas.openxmlformats.org/drawingml/2006/main" noGrp="1"/>
          </p:cNvSpPr>
          <p:nvPr/>
        </p:nvSpPr>
        <p:spPr>
          <a:xfrm xmlns:a="http://schemas.openxmlformats.org/drawingml/2006/main">
            <a:off x="15906750" y="4474845"/>
            <a:ext cx="1447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표: 선택한 표</a:t>
            </a:r>
          </a:p>
        </p:txBody>
      </p:sp>
      <p:sp>
        <p:nvSpPr>
          <p:cNvPr id="271" name="dp41-comparison / n177">
            <a:extLst xmlns:a="http://schemas.openxmlformats.org/drawingml/2006/main">
              <a:ext uri="{FF2B5EF4-FFF2-40B4-BE49-F238E27FC236}">
                <a16:creationId xmlns:a16="http://schemas.microsoft.com/office/drawing/2014/main" id="{0AC21907-AD6A-4FC4-8329-00714B41D24E}"/>
              </a:ext>
            </a:extLst>
          </p:cNvPr>
          <p:cNvSpPr>
            <a:spLocks xmlns:a="http://schemas.openxmlformats.org/drawingml/2006/main" noGrp="1"/>
          </p:cNvSpPr>
          <p:nvPr/>
        </p:nvSpPr>
        <p:spPr>
          <a:xfrm xmlns:a="http://schemas.openxmlformats.org/drawingml/2006/main">
            <a:off x="15792450" y="4724400"/>
            <a:ext cx="14249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1-comparison / n178 / text 1">
            <a:extLst xmlns:a="http://schemas.openxmlformats.org/drawingml/2006/main">
              <a:ext uri="{FF2B5EF4-FFF2-40B4-BE49-F238E27FC236}">
                <a16:creationId xmlns:a16="http://schemas.microsoft.com/office/drawing/2014/main" id="{846BD444-0F88-45E5-BDCD-B3FA0C8F2E37}"/>
              </a:ext>
            </a:extLst>
          </p:cNvPr>
          <p:cNvSpPr>
            <a:spLocks xmlns:a="http://schemas.openxmlformats.org/drawingml/2006/main" noGrp="1"/>
          </p:cNvSpPr>
          <p:nvPr/>
        </p:nvSpPr>
        <p:spPr>
          <a:xfrm xmlns:a="http://schemas.openxmlformats.org/drawingml/2006/main">
            <a:off x="15811500" y="473392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반복 주체: Engine 코드</a:t>
            </a:r>
          </a:p>
        </p:txBody>
      </p:sp>
      <p:sp>
        <p:nvSpPr>
          <p:cNvPr id="273" name="dp41-comparison / n179">
            <a:extLst xmlns:a="http://schemas.openxmlformats.org/drawingml/2006/main">
              <a:ext uri="{FF2B5EF4-FFF2-40B4-BE49-F238E27FC236}">
                <a16:creationId xmlns:a16="http://schemas.microsoft.com/office/drawing/2014/main" id="{6F43C12D-41E1-4AED-B61D-B85D2C90DF21}"/>
              </a:ext>
            </a:extLst>
          </p:cNvPr>
          <p:cNvSpPr>
            <a:spLocks xmlns:a="http://schemas.openxmlformats.org/drawingml/2006/main" noGrp="1"/>
          </p:cNvSpPr>
          <p:nvPr/>
        </p:nvSpPr>
        <p:spPr>
          <a:xfrm xmlns:a="http://schemas.openxmlformats.org/drawingml/2006/main">
            <a:off x="15792450" y="4933950"/>
            <a:ext cx="13220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1-comparison / n180 / text 1">
            <a:extLst xmlns:a="http://schemas.openxmlformats.org/drawingml/2006/main">
              <a:ext uri="{FF2B5EF4-FFF2-40B4-BE49-F238E27FC236}">
                <a16:creationId xmlns:a16="http://schemas.microsoft.com/office/drawing/2014/main" id="{4F443B98-E6DD-4072-9C48-02566B52A095}"/>
              </a:ext>
            </a:extLst>
          </p:cNvPr>
          <p:cNvSpPr>
            <a:spLocks xmlns:a="http://schemas.openxmlformats.org/drawingml/2006/main" noGrp="1"/>
          </p:cNvSpPr>
          <p:nvPr/>
        </p:nvSpPr>
        <p:spPr>
          <a:xfrm xmlns:a="http://schemas.openxmlformats.org/drawingml/2006/main">
            <a:off x="15811500" y="4943475"/>
            <a:ext cx="1714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근거 반영 → 다음 항목</a:t>
            </a:r>
          </a:p>
        </p:txBody>
      </p:sp>
      <p:sp>
        <p:nvSpPr>
          <p:cNvPr id="275" name="dp41-comparison / n181">
            <a:extLst xmlns:a="http://schemas.openxmlformats.org/drawingml/2006/main">
              <a:ext uri="{FF2B5EF4-FFF2-40B4-BE49-F238E27FC236}">
                <a16:creationId xmlns:a16="http://schemas.microsoft.com/office/drawing/2014/main" id="{F6A6CB6C-A92C-4922-9108-744F99BF195F}"/>
              </a:ext>
            </a:extLst>
          </p:cNvPr>
          <p:cNvSpPr>
            <a:spLocks xmlns:a="http://schemas.openxmlformats.org/drawingml/2006/main" noGrp="1"/>
          </p:cNvSpPr>
          <p:nvPr/>
        </p:nvSpPr>
        <p:spPr>
          <a:xfrm xmlns:a="http://schemas.openxmlformats.org/drawingml/2006/main">
            <a:off x="9953625" y="5419725"/>
            <a:ext cx="5476875" cy="352425"/>
          </a:xfrm>
          <a:custGeom xmlns:a="http://schemas.openxmlformats.org/drawingml/2006/main">
            <a:pathLst>
              <a:path w="5476875" h="352425">
                <a:moveTo>
                  <a:pt x="0" y="0"/>
                </a:moveTo>
                <a:lnTo>
                  <a:pt x="5305425" y="0"/>
                </a:lnTo>
                <a:lnTo>
                  <a:pt x="5476875" y="171450"/>
                </a:lnTo>
                <a:lnTo>
                  <a:pt x="5476875" y="352425"/>
                </a:lnTo>
                <a:lnTo>
                  <a:pt x="0" y="35242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6" name="dp41-comparison / n181 / fold">
            <a:extLst xmlns:a="http://schemas.openxmlformats.org/drawingml/2006/main">
              <a:ext uri="{FF2B5EF4-FFF2-40B4-BE49-F238E27FC236}">
                <a16:creationId xmlns:a16="http://schemas.microsoft.com/office/drawing/2014/main" id="{A0E89990-2D43-411A-BB09-F0F6D798347C}"/>
              </a:ext>
            </a:extLst>
          </p:cNvPr>
          <p:cNvSpPr>
            <a:spLocks xmlns:a="http://schemas.openxmlformats.org/drawingml/2006/main" noGrp="1"/>
          </p:cNvSpPr>
          <p:nvPr/>
        </p:nvSpPr>
        <p:spPr>
          <a:xfrm xmlns:a="http://schemas.openxmlformats.org/drawingml/2006/main">
            <a:off x="15259050" y="54197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7" name="dp41-comparison / n182 / text 1">
            <a:extLst xmlns:a="http://schemas.openxmlformats.org/drawingml/2006/main">
              <a:ext uri="{FF2B5EF4-FFF2-40B4-BE49-F238E27FC236}">
                <a16:creationId xmlns:a16="http://schemas.microsoft.com/office/drawing/2014/main" id="{CAAEC3B1-0FC6-44FA-B00E-48473E43AA83}"/>
              </a:ext>
            </a:extLst>
          </p:cNvPr>
          <p:cNvSpPr>
            <a:spLocks xmlns:a="http://schemas.openxmlformats.org/drawingml/2006/main" noGrp="1"/>
          </p:cNvSpPr>
          <p:nvPr/>
        </p:nvSpPr>
        <p:spPr>
          <a:xfrm xmlns:a="http://schemas.openxmlformats.org/drawingml/2006/main">
            <a:off x="10048875" y="547687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최종 MeaningProposal (사용자 확인 뒤): Task1 보고서에 표 추가</a:t>
            </a:r>
          </a:p>
        </p:txBody>
      </p:sp>
      <p:sp>
        <p:nvSpPr>
          <p:cNvPr id="278" name="dp41-comparison / n182 / text 2">
            <a:extLst xmlns:a="http://schemas.openxmlformats.org/drawingml/2006/main">
              <a:ext uri="{FF2B5EF4-FFF2-40B4-BE49-F238E27FC236}">
                <a16:creationId xmlns:a16="http://schemas.microsoft.com/office/drawing/2014/main" id="{34002BE9-491B-4236-BA2A-6BAC6AA43957}"/>
              </a:ext>
            </a:extLst>
          </p:cNvPr>
          <p:cNvSpPr>
            <a:spLocks xmlns:a="http://schemas.openxmlformats.org/drawingml/2006/main" noGrp="1"/>
          </p:cNvSpPr>
          <p:nvPr/>
        </p:nvSpPr>
        <p:spPr>
          <a:xfrm xmlns:a="http://schemas.openxmlformats.org/drawingml/2006/main">
            <a:off x="10048875" y="5614035"/>
            <a:ext cx="52101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보고서 결과 → 메일 초안 / SEND 금지 유지</a:t>
            </a:r>
          </a:p>
        </p:txBody>
      </p:sp>
      <p:sp>
        <p:nvSpPr>
          <p:cNvPr id="279" name="dp41-comparison / n191">
            <a:extLst xmlns:a="http://schemas.openxmlformats.org/drawingml/2006/main">
              <a:ext uri="{FF2B5EF4-FFF2-40B4-BE49-F238E27FC236}">
                <a16:creationId xmlns:a16="http://schemas.microsoft.com/office/drawing/2014/main" id="{EB4E4D17-96EE-4B8B-9577-FFC4AA0CA572}"/>
              </a:ext>
            </a:extLst>
          </p:cNvPr>
          <p:cNvSpPr>
            <a:spLocks xmlns:a="http://schemas.openxmlformats.org/drawingml/2006/main" noGrp="1"/>
          </p:cNvSpPr>
          <p:nvPr/>
        </p:nvSpPr>
        <p:spPr>
          <a:xfrm xmlns:a="http://schemas.openxmlformats.org/drawingml/2006/main">
            <a:off x="9934575" y="6038850"/>
            <a:ext cx="216789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92 / text 1">
            <a:extLst xmlns:a="http://schemas.openxmlformats.org/drawingml/2006/main">
              <a:ext uri="{FF2B5EF4-FFF2-40B4-BE49-F238E27FC236}">
                <a16:creationId xmlns:a16="http://schemas.microsoft.com/office/drawing/2014/main" id="{8237E76D-FC32-46A6-98EA-C6DD68328E60}"/>
              </a:ext>
            </a:extLst>
          </p:cNvPr>
          <p:cNvSpPr>
            <a:spLocks xmlns:a="http://schemas.openxmlformats.org/drawingml/2006/main" noGrp="1"/>
          </p:cNvSpPr>
          <p:nvPr/>
        </p:nvSpPr>
        <p:spPr>
          <a:xfrm xmlns:a="http://schemas.openxmlformats.org/drawingml/2006/main">
            <a:off x="9953625" y="6048375"/>
            <a:ext cx="24765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자료 / 대화 / 업무 기록 조회</a:t>
            </a:r>
          </a:p>
        </p:txBody>
      </p:sp>
      <p:sp>
        <p:nvSpPr>
          <p:cNvPr id="281" name="dp41-comparison / n196">
            <a:extLst xmlns:a="http://schemas.openxmlformats.org/drawingml/2006/main">
              <a:ext uri="{FF2B5EF4-FFF2-40B4-BE49-F238E27FC236}">
                <a16:creationId xmlns:a16="http://schemas.microsoft.com/office/drawing/2014/main" id="{F41620A7-5ACA-4D8F-934C-6AA414A889EB}"/>
              </a:ext>
            </a:extLst>
          </p:cNvPr>
          <p:cNvSpPr>
            <a:spLocks xmlns:a="http://schemas.openxmlformats.org/drawingml/2006/main" noGrp="1"/>
          </p:cNvSpPr>
          <p:nvPr/>
        </p:nvSpPr>
        <p:spPr>
          <a:xfrm xmlns:a="http://schemas.openxmlformats.org/drawingml/2006/main">
            <a:off x="9934575" y="63627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7 / text 1">
            <a:extLst xmlns:a="http://schemas.openxmlformats.org/drawingml/2006/main">
              <a:ext uri="{FF2B5EF4-FFF2-40B4-BE49-F238E27FC236}">
                <a16:creationId xmlns:a16="http://schemas.microsoft.com/office/drawing/2014/main" id="{05EB4BD1-31D6-4571-9D46-64F7DBC9960A}"/>
              </a:ext>
            </a:extLst>
          </p:cNvPr>
          <p:cNvSpPr>
            <a:spLocks xmlns:a="http://schemas.openxmlformats.org/drawingml/2006/main" noGrp="1"/>
          </p:cNvSpPr>
          <p:nvPr/>
        </p:nvSpPr>
        <p:spPr>
          <a:xfrm xmlns:a="http://schemas.openxmlformats.org/drawingml/2006/main">
            <a:off x="9953625" y="63722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283" name="dp41-comparison / n213">
            <a:extLst xmlns:a="http://schemas.openxmlformats.org/drawingml/2006/main">
              <a:ext uri="{FF2B5EF4-FFF2-40B4-BE49-F238E27FC236}">
                <a16:creationId xmlns:a16="http://schemas.microsoft.com/office/drawing/2014/main" id="{C60F83EC-731E-4B8F-BDAC-AADF9E515155}"/>
              </a:ext>
            </a:extLst>
          </p:cNvPr>
          <p:cNvSpPr>
            <a:spLocks xmlns:a="http://schemas.openxmlformats.org/drawingml/2006/main" noGrp="1"/>
          </p:cNvSpPr>
          <p:nvPr/>
        </p:nvSpPr>
        <p:spPr>
          <a:xfrm xmlns:a="http://schemas.openxmlformats.org/drawingml/2006/main">
            <a:off x="15230475" y="66008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214 / text 1">
            <a:extLst xmlns:a="http://schemas.openxmlformats.org/drawingml/2006/main">
              <a:ext uri="{FF2B5EF4-FFF2-40B4-BE49-F238E27FC236}">
                <a16:creationId xmlns:a16="http://schemas.microsoft.com/office/drawing/2014/main" id="{3DF37FFF-9629-479F-98BC-3F1DAEE2C711}"/>
              </a:ext>
            </a:extLst>
          </p:cNvPr>
          <p:cNvSpPr>
            <a:spLocks xmlns:a="http://schemas.openxmlformats.org/drawingml/2006/main" noGrp="1"/>
          </p:cNvSpPr>
          <p:nvPr/>
        </p:nvSpPr>
        <p:spPr>
          <a:xfrm xmlns:a="http://schemas.openxmlformats.org/drawingml/2006/main">
            <a:off x="15249525" y="66103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285" name="dp41-comparison / n216">
            <a:extLst xmlns:a="http://schemas.openxmlformats.org/drawingml/2006/main">
              <a:ext uri="{FF2B5EF4-FFF2-40B4-BE49-F238E27FC236}">
                <a16:creationId xmlns:a16="http://schemas.microsoft.com/office/drawing/2014/main" id="{6B710342-901F-4EC6-9250-5AA679B314C5}"/>
              </a:ext>
            </a:extLst>
          </p:cNvPr>
          <p:cNvSpPr>
            <a:spLocks xmlns:a="http://schemas.openxmlformats.org/drawingml/2006/main" noGrp="1"/>
          </p:cNvSpPr>
          <p:nvPr/>
        </p:nvSpPr>
        <p:spPr>
          <a:xfrm xmlns:a="http://schemas.openxmlformats.org/drawingml/2006/main">
            <a:off x="15316200" y="7067550"/>
            <a:ext cx="17131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17 / text 1">
            <a:extLst xmlns:a="http://schemas.openxmlformats.org/drawingml/2006/main">
              <a:ext uri="{FF2B5EF4-FFF2-40B4-BE49-F238E27FC236}">
                <a16:creationId xmlns:a16="http://schemas.microsoft.com/office/drawing/2014/main" id="{62C01E8D-2A8D-4F9B-9CDA-B6F7EB0DC6DF}"/>
              </a:ext>
            </a:extLst>
          </p:cNvPr>
          <p:cNvSpPr>
            <a:spLocks xmlns:a="http://schemas.openxmlformats.org/drawingml/2006/main" noGrp="1"/>
          </p:cNvSpPr>
          <p:nvPr/>
        </p:nvSpPr>
        <p:spPr>
          <a:xfrm xmlns:a="http://schemas.openxmlformats.org/drawingml/2006/main">
            <a:off x="15335250" y="70770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코드 검사 반복 (LLM 없이)</a:t>
            </a:r>
          </a:p>
        </p:txBody>
      </p:sp>
      <p:sp>
        <p:nvSpPr>
          <p:cNvPr id="287" name="dp41-comparison / n219">
            <a:extLst xmlns:a="http://schemas.openxmlformats.org/drawingml/2006/main">
              <a:ext uri="{FF2B5EF4-FFF2-40B4-BE49-F238E27FC236}">
                <a16:creationId xmlns:a16="http://schemas.microsoft.com/office/drawing/2014/main" id="{181FC0E3-1685-421C-88BD-63C45236DC86}"/>
              </a:ext>
            </a:extLst>
          </p:cNvPr>
          <p:cNvSpPr>
            <a:spLocks xmlns:a="http://schemas.openxmlformats.org/drawingml/2006/main" noGrp="1"/>
          </p:cNvSpPr>
          <p:nvPr/>
        </p:nvSpPr>
        <p:spPr>
          <a:xfrm xmlns:a="http://schemas.openxmlformats.org/drawingml/2006/main">
            <a:off x="12325350" y="71818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20 / text 1">
            <a:extLst xmlns:a="http://schemas.openxmlformats.org/drawingml/2006/main">
              <a:ext uri="{FF2B5EF4-FFF2-40B4-BE49-F238E27FC236}">
                <a16:creationId xmlns:a16="http://schemas.microsoft.com/office/drawing/2014/main" id="{603270DE-B8E3-453B-BB8D-12EE8AE799D1}"/>
              </a:ext>
            </a:extLst>
          </p:cNvPr>
          <p:cNvSpPr>
            <a:spLocks xmlns:a="http://schemas.openxmlformats.org/drawingml/2006/main" noGrp="1"/>
          </p:cNvSpPr>
          <p:nvPr/>
        </p:nvSpPr>
        <p:spPr>
          <a:xfrm xmlns:a="http://schemas.openxmlformats.org/drawingml/2006/main">
            <a:off x="12344400" y="71913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289" name="dp41-comparison / n222">
            <a:extLst xmlns:a="http://schemas.openxmlformats.org/drawingml/2006/main">
              <a:ext uri="{FF2B5EF4-FFF2-40B4-BE49-F238E27FC236}">
                <a16:creationId xmlns:a16="http://schemas.microsoft.com/office/drawing/2014/main" id="{044D00FE-1193-4CCB-BD71-BAE2A51D5B06}"/>
              </a:ext>
            </a:extLst>
          </p:cNvPr>
          <p:cNvSpPr>
            <a:spLocks xmlns:a="http://schemas.openxmlformats.org/drawingml/2006/main" noGrp="1"/>
          </p:cNvSpPr>
          <p:nvPr/>
        </p:nvSpPr>
        <p:spPr>
          <a:xfrm xmlns:a="http://schemas.openxmlformats.org/drawingml/2006/main">
            <a:off x="9934575" y="69437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0" name="dp41-comparison / n223 / text 1">
            <a:extLst xmlns:a="http://schemas.openxmlformats.org/drawingml/2006/main">
              <a:ext uri="{FF2B5EF4-FFF2-40B4-BE49-F238E27FC236}">
                <a16:creationId xmlns:a16="http://schemas.microsoft.com/office/drawing/2014/main" id="{0B06A49F-9C14-45AF-98FE-F8DB7747850B}"/>
              </a:ext>
            </a:extLst>
          </p:cNvPr>
          <p:cNvSpPr>
            <a:spLocks xmlns:a="http://schemas.openxmlformats.org/drawingml/2006/main" noGrp="1"/>
          </p:cNvSpPr>
          <p:nvPr/>
        </p:nvSpPr>
        <p:spPr>
          <a:xfrm xmlns:a="http://schemas.openxmlformats.org/drawingml/2006/main">
            <a:off x="9953625" y="69532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291" name="dp41-comparison / n225">
            <a:extLst xmlns:a="http://schemas.openxmlformats.org/drawingml/2006/main">
              <a:ext uri="{FF2B5EF4-FFF2-40B4-BE49-F238E27FC236}">
                <a16:creationId xmlns:a16="http://schemas.microsoft.com/office/drawing/2014/main" id="{9BE8C889-786B-40EA-8707-87CB49BC3353}"/>
              </a:ext>
            </a:extLst>
          </p:cNvPr>
          <p:cNvSpPr>
            <a:spLocks xmlns:a="http://schemas.openxmlformats.org/drawingml/2006/main" noGrp="1"/>
          </p:cNvSpPr>
          <p:nvPr/>
        </p:nvSpPr>
        <p:spPr>
          <a:xfrm xmlns:a="http://schemas.openxmlformats.org/drawingml/2006/main">
            <a:off x="14573250" y="71818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2" name="dp41-comparison / n226 / text 1">
            <a:extLst xmlns:a="http://schemas.openxmlformats.org/drawingml/2006/main">
              <a:ext uri="{FF2B5EF4-FFF2-40B4-BE49-F238E27FC236}">
                <a16:creationId xmlns:a16="http://schemas.microsoft.com/office/drawing/2014/main" id="{7E80DDC9-12F7-42D0-A980-C9DD0D95FE8E}"/>
              </a:ext>
            </a:extLst>
          </p:cNvPr>
          <p:cNvSpPr>
            <a:spLocks xmlns:a="http://schemas.openxmlformats.org/drawingml/2006/main" noGrp="1"/>
          </p:cNvSpPr>
          <p:nvPr/>
        </p:nvSpPr>
        <p:spPr>
          <a:xfrm xmlns:a="http://schemas.openxmlformats.org/drawingml/2006/main">
            <a:off x="14592300" y="71913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132176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2" name="dp42-comparison / n1">
            <a:extLst xmlns:a="http://schemas.openxmlformats.org/drawingml/2006/main">
              <a:ext uri="{FF2B5EF4-FFF2-40B4-BE49-F238E27FC236}">
                <a16:creationId xmlns:a16="http://schemas.microsoft.com/office/drawing/2014/main" id="{B143EC32-AD64-4941-A474-8967842CFEF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9E36D998-1A4D-44A2-96D5-A7671BC47540}"/>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52406263-D6F9-4132-A224-05956DEDA30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E67D9C56-DB30-42DA-8A78-4F78233E0DF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변경 용이성을 위한 VIA Conversation과 Task 관리 설계</a:t>
            </a:r>
          </a:p>
        </p:txBody>
      </p:sp>
      <p:sp>
        <p:nvSpPr>
          <p:cNvPr id="5" name="dp42-comparison / n5 / path">
            <a:extLst xmlns:a="http://schemas.openxmlformats.org/drawingml/2006/main">
              <a:ext uri="{FF2B5EF4-FFF2-40B4-BE49-F238E27FC236}">
                <a16:creationId xmlns:a16="http://schemas.microsoft.com/office/drawing/2014/main" id="{AC32A705-9070-4106-B605-4311A4D1F21C}"/>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E9E22C7D-6826-4D88-8C34-E46915B9D9C3}"/>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 질문 Q1을 실제 제시(P1) → “상반기로” 답변(u2) → 접수와 실제 전달 확인</a:t>
            </a:r>
          </a:p>
        </p:txBody>
      </p:sp>
      <p:sp>
        <p:nvSpPr>
          <p:cNvPr id="7" name="dp42-comparison / n7 / text 1">
            <a:extLst xmlns:a="http://schemas.openxmlformats.org/drawingml/2006/main">
              <a:ext uri="{FF2B5EF4-FFF2-40B4-BE49-F238E27FC236}">
                <a16:creationId xmlns:a16="http://schemas.microsoft.com/office/drawing/2014/main" id="{68ECB9BD-9C45-4AEE-ABA1-CEEB1041B030}"/>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2-comparison / n8">
            <a:extLst xmlns:a="http://schemas.openxmlformats.org/drawingml/2006/main">
              <a:ext uri="{FF2B5EF4-FFF2-40B4-BE49-F238E27FC236}">
                <a16:creationId xmlns:a16="http://schemas.microsoft.com/office/drawing/2014/main" id="{7ED127E5-C765-48A2-BBC6-EF5C84B92240}"/>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97575AFA-8EF6-4D1C-9863-0DC7420C8615}"/>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2-comparison / n10">
            <a:extLst xmlns:a="http://schemas.openxmlformats.org/drawingml/2006/main">
              <a:ext uri="{FF2B5EF4-FFF2-40B4-BE49-F238E27FC236}">
                <a16:creationId xmlns:a16="http://schemas.microsoft.com/office/drawing/2014/main" id="{5C2260E3-F02A-42E6-AA90-CC0DFD1CBCC4}"/>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2-comparison / n11 / text 1">
            <a:extLst xmlns:a="http://schemas.openxmlformats.org/drawingml/2006/main">
              <a:ext uri="{FF2B5EF4-FFF2-40B4-BE49-F238E27FC236}">
                <a16:creationId xmlns:a16="http://schemas.microsoft.com/office/drawing/2014/main" id="{11AD9089-4CF7-4047-999C-A8BC19FA235A}"/>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2-comparison / n12">
            <a:extLst xmlns:a="http://schemas.openxmlformats.org/drawingml/2006/main">
              <a:ext uri="{FF2B5EF4-FFF2-40B4-BE49-F238E27FC236}">
                <a16:creationId xmlns:a16="http://schemas.microsoft.com/office/drawing/2014/main" id="{9E51A6D6-ABE2-4F42-942A-D6B8271CB7E3}"/>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AFB8890B-79DE-4902-83EF-AD63CEAA2427}"/>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2-comparison / n14">
            <a:extLst xmlns:a="http://schemas.openxmlformats.org/drawingml/2006/main">
              <a:ext uri="{FF2B5EF4-FFF2-40B4-BE49-F238E27FC236}">
                <a16:creationId xmlns:a16="http://schemas.microsoft.com/office/drawing/2014/main" id="{5630FEE5-126C-440C-AD9E-A0B73278A726}"/>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2-comparison / n15 / text 1">
            <a:extLst xmlns:a="http://schemas.openxmlformats.org/drawingml/2006/main">
              <a:ext uri="{FF2B5EF4-FFF2-40B4-BE49-F238E27FC236}">
                <a16:creationId xmlns:a16="http://schemas.microsoft.com/office/drawing/2014/main" id="{20BD91F4-79EB-4AD8-AF41-8B50B0EA9989}"/>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2-comparison / n16">
            <a:extLst xmlns:a="http://schemas.openxmlformats.org/drawingml/2006/main">
              <a:ext uri="{FF2B5EF4-FFF2-40B4-BE49-F238E27FC236}">
                <a16:creationId xmlns:a16="http://schemas.microsoft.com/office/drawing/2014/main" id="{46030384-AFE6-44A4-BB45-92A45FC788B4}"/>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2-comparison / n17 / text 1">
            <a:extLst xmlns:a="http://schemas.openxmlformats.org/drawingml/2006/main">
              <a:ext uri="{FF2B5EF4-FFF2-40B4-BE49-F238E27FC236}">
                <a16:creationId xmlns:a16="http://schemas.microsoft.com/office/drawing/2014/main" id="{8BBC22ED-A910-45DE-A595-6608226055F3}"/>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2-comparison / n17 / text 2">
            <a:extLst xmlns:a="http://schemas.openxmlformats.org/drawingml/2006/main">
              <a:ext uri="{FF2B5EF4-FFF2-40B4-BE49-F238E27FC236}">
                <a16:creationId xmlns:a16="http://schemas.microsoft.com/office/drawing/2014/main" id="{5169599E-FA57-4616-927E-5900523C6F6B}"/>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2-comparison / n18 / path">
            <a:extLst xmlns:a="http://schemas.openxmlformats.org/drawingml/2006/main">
              <a:ext uri="{FF2B5EF4-FFF2-40B4-BE49-F238E27FC236}">
                <a16:creationId xmlns:a16="http://schemas.microsoft.com/office/drawing/2014/main" id="{2E007D6B-2D5C-4C7F-B214-9B0D6B863DDE}"/>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2-comparison / n19 / path">
            <a:extLst xmlns:a="http://schemas.openxmlformats.org/drawingml/2006/main">
              <a:ext uri="{FF2B5EF4-FFF2-40B4-BE49-F238E27FC236}">
                <a16:creationId xmlns:a16="http://schemas.microsoft.com/office/drawing/2014/main" id="{1B5EC84B-3282-4176-A374-1E4A85F27005}"/>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2-comparison / n20 / text 1">
            <a:extLst xmlns:a="http://schemas.openxmlformats.org/drawingml/2006/main">
              <a:ext uri="{FF2B5EF4-FFF2-40B4-BE49-F238E27FC236}">
                <a16:creationId xmlns:a16="http://schemas.microsoft.com/office/drawing/2014/main" id="{6B3BB866-3811-454D-8C8A-C1D869EC1E81}"/>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모듈형 통합 VIA Core</a:t>
            </a:r>
          </a:p>
        </p:txBody>
      </p:sp>
      <p:sp>
        <p:nvSpPr>
          <p:cNvPr id="22" name="dp42-comparison / n21 / text 1">
            <a:extLst xmlns:a="http://schemas.openxmlformats.org/drawingml/2006/main">
              <a:ext uri="{FF2B5EF4-FFF2-40B4-BE49-F238E27FC236}">
                <a16:creationId xmlns:a16="http://schemas.microsoft.com/office/drawing/2014/main" id="{B26D25E7-DD5F-4422-A6F6-CD3592ED3B57}"/>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상태의 공동 확정으로 평균 VIA 처리시간 3.2 s (요청 완료 신속성 ↑)</a:t>
            </a:r>
          </a:p>
        </p:txBody>
      </p:sp>
      <p:sp>
        <p:nvSpPr>
          <p:cNvPr id="23" name="dp42-comparison / n22 / text 1">
            <a:extLst xmlns:a="http://schemas.openxmlformats.org/drawingml/2006/main">
              <a:ext uri="{FF2B5EF4-FFF2-40B4-BE49-F238E27FC236}">
                <a16:creationId xmlns:a16="http://schemas.microsoft.com/office/drawing/2014/main" id="{3A398B2C-D144-48CC-B6BD-33530C59E638}"/>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추가 서비스 heap 축소로 전체 메모리 13.2 GB (메모리 효율성 ↑)</a:t>
            </a:r>
          </a:p>
        </p:txBody>
      </p:sp>
      <p:sp>
        <p:nvSpPr>
          <p:cNvPr id="24" name="dp42-comparison / n23 / text 1">
            <a:extLst xmlns:a="http://schemas.openxmlformats.org/drawingml/2006/main">
              <a:ext uri="{FF2B5EF4-FFF2-40B4-BE49-F238E27FC236}">
                <a16:creationId xmlns:a16="http://schemas.microsoft.com/office/drawing/2014/main" id="{53C9E903-46E6-4B68-8C9A-4A2A443EDB5E}"/>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공동 저장과 복구 경로의 변경 전파, 평균 4.0개 (변경 용이성 ↓)</a:t>
            </a:r>
          </a:p>
        </p:txBody>
      </p:sp>
      <p:sp>
        <p:nvSpPr>
          <p:cNvPr id="25" name="dp42-comparison / n24 / text 1">
            <a:extLst xmlns:a="http://schemas.openxmlformats.org/drawingml/2006/main">
              <a:ext uri="{FF2B5EF4-FFF2-40B4-BE49-F238E27FC236}">
                <a16:creationId xmlns:a16="http://schemas.microsoft.com/office/drawing/2014/main" id="{DBA9B1D4-0145-4DB4-A02C-34D4298832E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26" name="dp42-comparison / n25 / text 1">
            <a:extLst xmlns:a="http://schemas.openxmlformats.org/drawingml/2006/main">
              <a:ext uri="{FF2B5EF4-FFF2-40B4-BE49-F238E27FC236}">
                <a16:creationId xmlns:a16="http://schemas.microsoft.com/office/drawing/2014/main" id="{90DE9F6E-ED21-46D4-8721-FD655445C2DE}"/>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2-comparison / n26 / text 1">
            <a:extLst xmlns:a="http://schemas.openxmlformats.org/drawingml/2006/main">
              <a:ext uri="{FF2B5EF4-FFF2-40B4-BE49-F238E27FC236}">
                <a16:creationId xmlns:a16="http://schemas.microsoft.com/office/drawing/2014/main" id="{2D0577CD-E23C-4CA3-BC54-3120152A4A5A}"/>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3.2 s</a:t>
            </a:r>
          </a:p>
        </p:txBody>
      </p:sp>
      <p:sp>
        <p:nvSpPr>
          <p:cNvPr id="28" name="dp42-comparison / n27 / text 1">
            <a:extLst xmlns:a="http://schemas.openxmlformats.org/drawingml/2006/main">
              <a:ext uri="{FF2B5EF4-FFF2-40B4-BE49-F238E27FC236}">
                <a16:creationId xmlns:a16="http://schemas.microsoft.com/office/drawing/2014/main" id="{19E25904-EB0A-4ED3-BB79-4BBE86EC5684}"/>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29" name="dp42-comparison / n28 / text 1">
            <a:extLst xmlns:a="http://schemas.openxmlformats.org/drawingml/2006/main">
              <a:ext uri="{FF2B5EF4-FFF2-40B4-BE49-F238E27FC236}">
                <a16:creationId xmlns:a16="http://schemas.microsoft.com/office/drawing/2014/main" id="{E940D386-F35F-44BD-A358-8CCAC6B1B197}"/>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0" name="dp42-comparison / n29 / text 1">
            <a:extLst xmlns:a="http://schemas.openxmlformats.org/drawingml/2006/main">
              <a:ext uri="{FF2B5EF4-FFF2-40B4-BE49-F238E27FC236}">
                <a16:creationId xmlns:a16="http://schemas.microsoft.com/office/drawing/2014/main" id="{71FC680A-CA55-4538-A4E6-51D3D48BF57A}"/>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2-comparison / n30 / text 1">
            <a:extLst xmlns:a="http://schemas.openxmlformats.org/drawingml/2006/main">
              <a:ext uri="{FF2B5EF4-FFF2-40B4-BE49-F238E27FC236}">
                <a16:creationId xmlns:a16="http://schemas.microsoft.com/office/drawing/2014/main" id="{A6F4E3C1-EA53-4897-9070-ED2094F2AD15}"/>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2" name="dp42-comparison / n31 / text 1">
            <a:extLst xmlns:a="http://schemas.openxmlformats.org/drawingml/2006/main">
              <a:ext uri="{FF2B5EF4-FFF2-40B4-BE49-F238E27FC236}">
                <a16:creationId xmlns:a16="http://schemas.microsoft.com/office/drawing/2014/main" id="{4A5872E6-46D7-4E07-BC74-51E3764AE8B0}"/>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3" name="dp42-comparison / n32 / text 1">
            <a:extLst xmlns:a="http://schemas.openxmlformats.org/drawingml/2006/main">
              <a:ext uri="{FF2B5EF4-FFF2-40B4-BE49-F238E27FC236}">
                <a16:creationId xmlns:a16="http://schemas.microsoft.com/office/drawing/2014/main" id="{10B6BA80-5FA0-476A-9FF0-A3FFF827279F}"/>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V-06 메모리 효율성</a:t>
            </a:r>
          </a:p>
        </p:txBody>
      </p:sp>
      <p:sp>
        <p:nvSpPr>
          <p:cNvPr id="34" name="dp42-comparison / n33 / text 1">
            <a:extLst xmlns:a="http://schemas.openxmlformats.org/drawingml/2006/main">
              <a:ext uri="{FF2B5EF4-FFF2-40B4-BE49-F238E27FC236}">
                <a16:creationId xmlns:a16="http://schemas.microsoft.com/office/drawing/2014/main" id="{CB1458B9-0DB0-4ADB-BBC7-A022A08AD87A}"/>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2-comparison / n34 / text 1">
            <a:extLst xmlns:a="http://schemas.openxmlformats.org/drawingml/2006/main">
              <a:ext uri="{FF2B5EF4-FFF2-40B4-BE49-F238E27FC236}">
                <a16:creationId xmlns:a16="http://schemas.microsoft.com/office/drawing/2014/main" id="{9DCF37CA-9F6A-4D8F-9969-B917C68B93D0}"/>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13.2 GB</a:t>
            </a:r>
          </a:p>
        </p:txBody>
      </p:sp>
      <p:sp>
        <p:nvSpPr>
          <p:cNvPr id="36" name="dp42-comparison / n35 / text 1">
            <a:extLst xmlns:a="http://schemas.openxmlformats.org/drawingml/2006/main">
              <a:ext uri="{FF2B5EF4-FFF2-40B4-BE49-F238E27FC236}">
                <a16:creationId xmlns:a16="http://schemas.microsoft.com/office/drawing/2014/main" id="{F9AA5419-F53B-476B-955F-A353430183FB}"/>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최대 전체 메모리 ↓</a:t>
            </a:r>
          </a:p>
        </p:txBody>
      </p:sp>
      <p:sp>
        <p:nvSpPr>
          <p:cNvPr id="37" name="dp42-comparison / n36 / text 1">
            <a:extLst xmlns:a="http://schemas.openxmlformats.org/drawingml/2006/main">
              <a:ext uri="{FF2B5EF4-FFF2-40B4-BE49-F238E27FC236}">
                <a16:creationId xmlns:a16="http://schemas.microsoft.com/office/drawing/2014/main" id="{CD8AF13F-1662-4AC1-9FF9-0FB96DCA2918}"/>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B 독립 대화 서비스와 업무 서비스</a:t>
            </a:r>
          </a:p>
        </p:txBody>
      </p:sp>
      <p:sp>
        <p:nvSpPr>
          <p:cNvPr id="38" name="dp42-comparison / n37 / text 1">
            <a:extLst xmlns:a="http://schemas.openxmlformats.org/drawingml/2006/main">
              <a:ext uri="{FF2B5EF4-FFF2-40B4-BE49-F238E27FC236}">
                <a16:creationId xmlns:a16="http://schemas.microsoft.com/office/drawing/2014/main" id="{A783EB20-30CC-4B8F-A8EE-3D6FC51FDFE3}"/>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업무 상태와 실행 경계의 독립 변경, 평균 2.5개 (변경 용이성 ↑)</a:t>
            </a:r>
          </a:p>
        </p:txBody>
      </p:sp>
      <p:sp>
        <p:nvSpPr>
          <p:cNvPr id="39" name="dp42-comparison / n38 / text 1">
            <a:extLst xmlns:a="http://schemas.openxmlformats.org/drawingml/2006/main">
              <a:ext uri="{FF2B5EF4-FFF2-40B4-BE49-F238E27FC236}">
                <a16:creationId xmlns:a16="http://schemas.microsoft.com/office/drawing/2014/main" id="{DFFD015B-27FB-4E15-913A-9C4A3D70E533}"/>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명령 접수와 대화 반영의 왕복으로 평균 VIA 처리시간 3.8 s (요청 완료 신속성 ↓)</a:t>
            </a:r>
          </a:p>
        </p:txBody>
      </p:sp>
      <p:sp>
        <p:nvSpPr>
          <p:cNvPr id="40" name="dp42-comparison / n39 / text 1">
            <a:extLst xmlns:a="http://schemas.openxmlformats.org/drawingml/2006/main">
              <a:ext uri="{FF2B5EF4-FFF2-40B4-BE49-F238E27FC236}">
                <a16:creationId xmlns:a16="http://schemas.microsoft.com/office/drawing/2014/main" id="{BA332338-0015-4EF7-823B-BF9199EC13FB}"/>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별도 heap과 대기열로 전체 메모리 13.6 GB (메모리 효율성 ↓)</a:t>
            </a:r>
          </a:p>
        </p:txBody>
      </p:sp>
      <p:sp>
        <p:nvSpPr>
          <p:cNvPr id="41" name="dp42-comparison / n40 / text 1">
            <a:extLst xmlns:a="http://schemas.openxmlformats.org/drawingml/2006/main">
              <a:ext uri="{FF2B5EF4-FFF2-40B4-BE49-F238E27FC236}">
                <a16:creationId xmlns:a16="http://schemas.microsoft.com/office/drawing/2014/main" id="{799DF59C-4644-4CA9-AAB6-C678A6D48B63}"/>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2" name="dp42-comparison / n41 / text 1">
            <a:extLst xmlns:a="http://schemas.openxmlformats.org/drawingml/2006/main">
              <a:ext uri="{FF2B5EF4-FFF2-40B4-BE49-F238E27FC236}">
                <a16:creationId xmlns:a16="http://schemas.microsoft.com/office/drawing/2014/main" id="{434CC4EA-A9DF-4C4B-BA4B-411752CFE718}"/>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2-comparison / n42 / text 1">
            <a:extLst xmlns:a="http://schemas.openxmlformats.org/drawingml/2006/main">
              <a:ext uri="{FF2B5EF4-FFF2-40B4-BE49-F238E27FC236}">
                <a16:creationId xmlns:a16="http://schemas.microsoft.com/office/drawing/2014/main" id="{8E65CC1C-C885-44D4-A784-2982C1229DBC}"/>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3.8 s</a:t>
            </a:r>
          </a:p>
        </p:txBody>
      </p:sp>
      <p:sp>
        <p:nvSpPr>
          <p:cNvPr id="44" name="dp42-comparison / n43 / text 1">
            <a:extLst xmlns:a="http://schemas.openxmlformats.org/drawingml/2006/main">
              <a:ext uri="{FF2B5EF4-FFF2-40B4-BE49-F238E27FC236}">
                <a16:creationId xmlns:a16="http://schemas.microsoft.com/office/drawing/2014/main" id="{1EEDAEB5-8D7E-4A6E-A51A-4D579470D22E}"/>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5" name="dp42-comparison / n44 / text 1">
            <a:extLst xmlns:a="http://schemas.openxmlformats.org/drawingml/2006/main">
              <a:ext uri="{FF2B5EF4-FFF2-40B4-BE49-F238E27FC236}">
                <a16:creationId xmlns:a16="http://schemas.microsoft.com/office/drawing/2014/main" id="{F09CAF21-2DAA-4D9C-BB11-B34672683EA2}"/>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46" name="dp42-comparison / n45 / text 1">
            <a:extLst xmlns:a="http://schemas.openxmlformats.org/drawingml/2006/main">
              <a:ext uri="{FF2B5EF4-FFF2-40B4-BE49-F238E27FC236}">
                <a16:creationId xmlns:a16="http://schemas.microsoft.com/office/drawing/2014/main" id="{84A5BAD5-9F0D-4A9E-B5A1-45F585FAA788}"/>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2-comparison / n46 / text 1">
            <a:extLst xmlns:a="http://schemas.openxmlformats.org/drawingml/2006/main">
              <a:ext uri="{FF2B5EF4-FFF2-40B4-BE49-F238E27FC236}">
                <a16:creationId xmlns:a16="http://schemas.microsoft.com/office/drawing/2014/main" id="{72202D50-2E5A-4FE1-A2EB-8348AECA7711}"/>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2.5개</a:t>
            </a:r>
          </a:p>
        </p:txBody>
      </p:sp>
      <p:sp>
        <p:nvSpPr>
          <p:cNvPr id="48" name="dp42-comparison / n47 / text 1">
            <a:extLst xmlns:a="http://schemas.openxmlformats.org/drawingml/2006/main">
              <a:ext uri="{FF2B5EF4-FFF2-40B4-BE49-F238E27FC236}">
                <a16:creationId xmlns:a16="http://schemas.microsoft.com/office/drawing/2014/main" id="{493E14AE-F269-4006-B118-DA992C3DF4B4}"/>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49" name="dp42-comparison / n48 / text 1">
            <a:extLst xmlns:a="http://schemas.openxmlformats.org/drawingml/2006/main">
              <a:ext uri="{FF2B5EF4-FFF2-40B4-BE49-F238E27FC236}">
                <a16:creationId xmlns:a16="http://schemas.microsoft.com/office/drawing/2014/main" id="{7A723758-0658-4C0C-A767-3D94FBF64265}"/>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V-06 메모리 효율성</a:t>
            </a:r>
          </a:p>
        </p:txBody>
      </p:sp>
      <p:sp>
        <p:nvSpPr>
          <p:cNvPr id="50" name="dp42-comparison / n49 / text 1">
            <a:extLst xmlns:a="http://schemas.openxmlformats.org/drawingml/2006/main">
              <a:ext uri="{FF2B5EF4-FFF2-40B4-BE49-F238E27FC236}">
                <a16:creationId xmlns:a16="http://schemas.microsoft.com/office/drawing/2014/main" id="{56FC975B-2C52-413D-A5A3-BF1DFA89DD1B}"/>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2-comparison / n50 / text 1">
            <a:extLst xmlns:a="http://schemas.openxmlformats.org/drawingml/2006/main">
              <a:ext uri="{FF2B5EF4-FFF2-40B4-BE49-F238E27FC236}">
                <a16:creationId xmlns:a16="http://schemas.microsoft.com/office/drawing/2014/main" id="{F59B9EC7-E653-469C-80D8-30D1F20E7214}"/>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13.6 GB</a:t>
            </a:r>
          </a:p>
        </p:txBody>
      </p:sp>
      <p:sp>
        <p:nvSpPr>
          <p:cNvPr id="52" name="dp42-comparison / n51 / text 1">
            <a:extLst xmlns:a="http://schemas.openxmlformats.org/drawingml/2006/main">
              <a:ext uri="{FF2B5EF4-FFF2-40B4-BE49-F238E27FC236}">
                <a16:creationId xmlns:a16="http://schemas.microsoft.com/office/drawing/2014/main" id="{7F627B55-CC1F-4B22-8A61-6115807111C1}"/>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최대 전체 메모리 ↓</a:t>
            </a:r>
          </a:p>
        </p:txBody>
      </p:sp>
      <p:sp>
        <p:nvSpPr>
          <p:cNvPr id="53" name="dp42-comparison / n52 / text 1">
            <a:extLst xmlns:a="http://schemas.openxmlformats.org/drawingml/2006/main">
              <a:ext uri="{FF2B5EF4-FFF2-40B4-BE49-F238E27FC236}">
                <a16:creationId xmlns:a16="http://schemas.microsoft.com/office/drawing/2014/main" id="{3FB9D12E-EDC6-4909-864D-C73AFA123E82}"/>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업무 저장과 실행 수명의 독립 변경 / 일반 Agent adapter 변경은 제외</a:t>
            </a:r>
          </a:p>
        </p:txBody>
      </p:sp>
      <p:sp>
        <p:nvSpPr>
          <p:cNvPr id="54" name="dp42-comparison / n53 / text 1">
            <a:extLst xmlns:a="http://schemas.openxmlformats.org/drawingml/2006/main">
              <a:ext uri="{FF2B5EF4-FFF2-40B4-BE49-F238E27FC236}">
                <a16:creationId xmlns:a16="http://schemas.microsoft.com/office/drawing/2014/main" id="{5227BB83-3F22-413E-89E7-C69DCCC471B0}"/>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2-comparison / n54">
            <a:extLst xmlns:a="http://schemas.openxmlformats.org/drawingml/2006/main">
              <a:ext uri="{FF2B5EF4-FFF2-40B4-BE49-F238E27FC236}">
                <a16:creationId xmlns:a16="http://schemas.microsoft.com/office/drawing/2014/main" id="{2886DC95-3923-46E4-A352-3739AB9A20F8}"/>
              </a:ext>
            </a:extLst>
          </p:cNvPr>
          <p:cNvSpPr>
            <a:spLocks xmlns:a="http://schemas.openxmlformats.org/drawingml/2006/main" noGrp="1"/>
          </p:cNvSpPr>
          <p:nvPr/>
        </p:nvSpPr>
        <p:spPr>
          <a:xfrm xmlns:a="http://schemas.openxmlformats.org/drawingml/2006/main">
            <a:off x="447675" y="2638425"/>
            <a:ext cx="819150" cy="4876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6" name="dp42-comparison / n55 / text 1">
            <a:extLst xmlns:a="http://schemas.openxmlformats.org/drawingml/2006/main">
              <a:ext uri="{FF2B5EF4-FFF2-40B4-BE49-F238E27FC236}">
                <a16:creationId xmlns:a16="http://schemas.microsoft.com/office/drawing/2014/main" id="{CBAE31DE-EEC4-44F2-B7BD-45C8D5C0C1B8}"/>
              </a:ext>
            </a:extLst>
          </p:cNvPr>
          <p:cNvSpPr>
            <a:spLocks xmlns:a="http://schemas.openxmlformats.org/drawingml/2006/main" noGrp="1"/>
          </p:cNvSpPr>
          <p:nvPr/>
        </p:nvSpPr>
        <p:spPr>
          <a:xfrm xmlns:a="http://schemas.openxmlformats.org/drawingml/2006/main">
            <a:off x="466725" y="2781300"/>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57" name="dp42-comparison / n56">
            <a:extLst xmlns:a="http://schemas.openxmlformats.org/drawingml/2006/main">
              <a:ext uri="{FF2B5EF4-FFF2-40B4-BE49-F238E27FC236}">
                <a16:creationId xmlns:a16="http://schemas.microsoft.com/office/drawing/2014/main" id="{6681262B-3B30-4BD5-9D95-5A5D3794F2B3}"/>
              </a:ext>
            </a:extLst>
          </p:cNvPr>
          <p:cNvSpPr>
            <a:spLocks xmlns:a="http://schemas.openxmlformats.org/drawingml/2006/main" noGrp="1"/>
          </p:cNvSpPr>
          <p:nvPr/>
        </p:nvSpPr>
        <p:spPr>
          <a:xfrm xmlns:a="http://schemas.openxmlformats.org/drawingml/2006/main">
            <a:off x="504825" y="298132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8" name="dp42-comparison / n57 / text 1">
            <a:extLst xmlns:a="http://schemas.openxmlformats.org/drawingml/2006/main">
              <a:ext uri="{FF2B5EF4-FFF2-40B4-BE49-F238E27FC236}">
                <a16:creationId xmlns:a16="http://schemas.microsoft.com/office/drawing/2014/main" id="{206E935F-6FAF-4C5D-84A4-019559818FC5}"/>
              </a:ext>
            </a:extLst>
          </p:cNvPr>
          <p:cNvSpPr>
            <a:spLocks xmlns:a="http://schemas.openxmlformats.org/drawingml/2006/main" noGrp="1"/>
          </p:cNvSpPr>
          <p:nvPr/>
        </p:nvSpPr>
        <p:spPr>
          <a:xfrm xmlns:a="http://schemas.openxmlformats.org/drawingml/2006/main">
            <a:off x="590550" y="3048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59" name="dp42-comparison / n58 / text 1">
            <a:extLst xmlns:a="http://schemas.openxmlformats.org/drawingml/2006/main">
              <a:ext uri="{FF2B5EF4-FFF2-40B4-BE49-F238E27FC236}">
                <a16:creationId xmlns:a16="http://schemas.microsoft.com/office/drawing/2014/main" id="{6C8E4D3B-8707-4719-A98E-D805234F92A0}"/>
              </a:ext>
            </a:extLst>
          </p:cNvPr>
          <p:cNvSpPr>
            <a:spLocks xmlns:a="http://schemas.openxmlformats.org/drawingml/2006/main" noGrp="1"/>
          </p:cNvSpPr>
          <p:nvPr/>
        </p:nvSpPr>
        <p:spPr>
          <a:xfrm xmlns:a="http://schemas.openxmlformats.org/drawingml/2006/main">
            <a:off x="514350" y="329565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60" name="dp42-comparison / n59">
            <a:extLst xmlns:a="http://schemas.openxmlformats.org/drawingml/2006/main">
              <a:ext uri="{FF2B5EF4-FFF2-40B4-BE49-F238E27FC236}">
                <a16:creationId xmlns:a16="http://schemas.microsoft.com/office/drawing/2014/main" id="{CAAC3E57-380E-462A-8A8B-69F832E8890C}"/>
              </a:ext>
            </a:extLst>
          </p:cNvPr>
          <p:cNvSpPr>
            <a:spLocks xmlns:a="http://schemas.openxmlformats.org/drawingml/2006/main" noGrp="1"/>
          </p:cNvSpPr>
          <p:nvPr/>
        </p:nvSpPr>
        <p:spPr>
          <a:xfrm xmlns:a="http://schemas.openxmlformats.org/drawingml/2006/main">
            <a:off x="504825" y="35242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61" name="dp42-comparison / n60 / text 1">
            <a:extLst xmlns:a="http://schemas.openxmlformats.org/drawingml/2006/main">
              <a:ext uri="{FF2B5EF4-FFF2-40B4-BE49-F238E27FC236}">
                <a16:creationId xmlns:a16="http://schemas.microsoft.com/office/drawing/2014/main" id="{7C06E257-3096-4AAA-8DAC-78A2512E563E}"/>
              </a:ext>
            </a:extLst>
          </p:cNvPr>
          <p:cNvSpPr>
            <a:spLocks xmlns:a="http://schemas.openxmlformats.org/drawingml/2006/main" noGrp="1"/>
          </p:cNvSpPr>
          <p:nvPr/>
        </p:nvSpPr>
        <p:spPr>
          <a:xfrm xmlns:a="http://schemas.openxmlformats.org/drawingml/2006/main">
            <a:off x="590550" y="35909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62" name="dp42-comparison / n61 / text 1">
            <a:extLst xmlns:a="http://schemas.openxmlformats.org/drawingml/2006/main">
              <a:ext uri="{FF2B5EF4-FFF2-40B4-BE49-F238E27FC236}">
                <a16:creationId xmlns:a16="http://schemas.microsoft.com/office/drawing/2014/main" id="{4D057A58-0E05-41AC-A652-B2D935B74563}"/>
              </a:ext>
            </a:extLst>
          </p:cNvPr>
          <p:cNvSpPr>
            <a:spLocks xmlns:a="http://schemas.openxmlformats.org/drawingml/2006/main" noGrp="1"/>
          </p:cNvSpPr>
          <p:nvPr/>
        </p:nvSpPr>
        <p:spPr>
          <a:xfrm xmlns:a="http://schemas.openxmlformats.org/drawingml/2006/main">
            <a:off x="514350" y="38385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63" name="dp42-comparison / n62">
            <a:extLst xmlns:a="http://schemas.openxmlformats.org/drawingml/2006/main">
              <a:ext uri="{FF2B5EF4-FFF2-40B4-BE49-F238E27FC236}">
                <a16:creationId xmlns:a16="http://schemas.microsoft.com/office/drawing/2014/main" id="{8064AE38-01FB-478F-A0E4-113E61CCE33D}"/>
              </a:ext>
            </a:extLst>
          </p:cNvPr>
          <p:cNvSpPr>
            <a:spLocks xmlns:a="http://schemas.openxmlformats.org/drawingml/2006/main" noGrp="1"/>
          </p:cNvSpPr>
          <p:nvPr/>
        </p:nvSpPr>
        <p:spPr>
          <a:xfrm xmlns:a="http://schemas.openxmlformats.org/drawingml/2006/main">
            <a:off x="504825" y="4543425"/>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4" name="dp42-comparison / n63 / text 1">
            <a:extLst xmlns:a="http://schemas.openxmlformats.org/drawingml/2006/main">
              <a:ext uri="{FF2B5EF4-FFF2-40B4-BE49-F238E27FC236}">
                <a16:creationId xmlns:a16="http://schemas.microsoft.com/office/drawing/2014/main" id="{F1E1507F-8956-4806-97FD-37A80CD80959}"/>
              </a:ext>
            </a:extLst>
          </p:cNvPr>
          <p:cNvSpPr>
            <a:spLocks xmlns:a="http://schemas.openxmlformats.org/drawingml/2006/main" noGrp="1"/>
          </p:cNvSpPr>
          <p:nvPr/>
        </p:nvSpPr>
        <p:spPr>
          <a:xfrm xmlns:a="http://schemas.openxmlformats.org/drawingml/2006/main">
            <a:off x="590550" y="4629150"/>
            <a:ext cx="5334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State</a:t>
            </a:r>
          </a:p>
        </p:txBody>
      </p:sp>
      <p:sp>
        <p:nvSpPr>
          <p:cNvPr id="65" name="dp42-comparison / n64 / text 1">
            <a:extLst xmlns:a="http://schemas.openxmlformats.org/drawingml/2006/main">
              <a:ext uri="{FF2B5EF4-FFF2-40B4-BE49-F238E27FC236}">
                <a16:creationId xmlns:a16="http://schemas.microsoft.com/office/drawing/2014/main" id="{D9D2D01F-0799-4565-9BA7-6833A57BFF0F}"/>
              </a:ext>
            </a:extLst>
          </p:cNvPr>
          <p:cNvSpPr>
            <a:spLocks xmlns:a="http://schemas.openxmlformats.org/drawingml/2006/main" noGrp="1"/>
          </p:cNvSpPr>
          <p:nvPr/>
        </p:nvSpPr>
        <p:spPr>
          <a:xfrm xmlns:a="http://schemas.openxmlformats.org/drawingml/2006/main">
            <a:off x="514350" y="485775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저장 상태</a:t>
            </a:r>
          </a:p>
        </p:txBody>
      </p:sp>
      <p:sp>
        <p:nvSpPr>
          <p:cNvPr id="66" name="dp42-comparison / n65">
            <a:extLst xmlns:a="http://schemas.openxmlformats.org/drawingml/2006/main">
              <a:ext uri="{FF2B5EF4-FFF2-40B4-BE49-F238E27FC236}">
                <a16:creationId xmlns:a16="http://schemas.microsoft.com/office/drawing/2014/main" id="{D8929019-5CA7-4ED7-8E94-A0E2547F965C}"/>
              </a:ext>
            </a:extLst>
          </p:cNvPr>
          <p:cNvSpPr>
            <a:spLocks xmlns:a="http://schemas.openxmlformats.org/drawingml/2006/main" noGrp="1"/>
          </p:cNvSpPr>
          <p:nvPr/>
        </p:nvSpPr>
        <p:spPr>
          <a:xfrm xmlns:a="http://schemas.openxmlformats.org/drawingml/2006/main">
            <a:off x="504825" y="60102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7" name="dp42-comparison / n66 / text 1">
            <a:extLst xmlns:a="http://schemas.openxmlformats.org/drawingml/2006/main">
              <a:ext uri="{FF2B5EF4-FFF2-40B4-BE49-F238E27FC236}">
                <a16:creationId xmlns:a16="http://schemas.microsoft.com/office/drawing/2014/main" id="{0A0FB929-BBAA-4664-9366-7EA1A917A2BE}"/>
              </a:ext>
            </a:extLst>
          </p:cNvPr>
          <p:cNvSpPr>
            <a:spLocks xmlns:a="http://schemas.openxmlformats.org/drawingml/2006/main" noGrp="1"/>
          </p:cNvSpPr>
          <p:nvPr/>
        </p:nvSpPr>
        <p:spPr>
          <a:xfrm xmlns:a="http://schemas.openxmlformats.org/drawingml/2006/main">
            <a:off x="590550" y="60769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68" name="dp42-comparison / n67 / text 1">
            <a:extLst xmlns:a="http://schemas.openxmlformats.org/drawingml/2006/main">
              <a:ext uri="{FF2B5EF4-FFF2-40B4-BE49-F238E27FC236}">
                <a16:creationId xmlns:a16="http://schemas.microsoft.com/office/drawing/2014/main" id="{740574FF-EA53-4F0A-9C86-4E9B4B31C028}"/>
              </a:ext>
            </a:extLst>
          </p:cNvPr>
          <p:cNvSpPr>
            <a:spLocks xmlns:a="http://schemas.openxmlformats.org/drawingml/2006/main" noGrp="1"/>
          </p:cNvSpPr>
          <p:nvPr/>
        </p:nvSpPr>
        <p:spPr>
          <a:xfrm xmlns:a="http://schemas.openxmlformats.org/drawingml/2006/main">
            <a:off x="514350" y="63246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흰색 / 검정</a:t>
            </a:r>
          </a:p>
        </p:txBody>
      </p:sp>
      <p:sp>
        <p:nvSpPr>
          <p:cNvPr id="69" name="dp42-comparison / n68">
            <a:extLst xmlns:a="http://schemas.openxmlformats.org/drawingml/2006/main">
              <a:ext uri="{FF2B5EF4-FFF2-40B4-BE49-F238E27FC236}">
                <a16:creationId xmlns:a16="http://schemas.microsoft.com/office/drawing/2014/main" id="{B5D195DC-0BC9-4099-B658-A4D9B4485373}"/>
              </a:ext>
            </a:extLst>
          </p:cNvPr>
          <p:cNvSpPr>
            <a:spLocks xmlns:a="http://schemas.openxmlformats.org/drawingml/2006/main" noGrp="1"/>
          </p:cNvSpPr>
          <p:nvPr/>
        </p:nvSpPr>
        <p:spPr>
          <a:xfrm xmlns:a="http://schemas.openxmlformats.org/drawingml/2006/main">
            <a:off x="504825" y="6543675"/>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17145">
            <a:solidFill>
              <a:srgbClr val="B8753F"/>
            </a:solidFill>
            <a:prstDash val="solid"/>
          </a:ln>
        </p:spPr>
      </p:sp>
      <p:sp>
        <p:nvSpPr>
          <p:cNvPr id="70" name="dp42-comparison / n69 / text 1">
            <a:extLst xmlns:a="http://schemas.openxmlformats.org/drawingml/2006/main">
              <a:ext uri="{FF2B5EF4-FFF2-40B4-BE49-F238E27FC236}">
                <a16:creationId xmlns:a16="http://schemas.microsoft.com/office/drawing/2014/main" id="{470E8543-5078-4FA4-9115-3A54F9CA541C}"/>
              </a:ext>
            </a:extLst>
          </p:cNvPr>
          <p:cNvSpPr>
            <a:spLocks xmlns:a="http://schemas.openxmlformats.org/drawingml/2006/main" noGrp="1"/>
          </p:cNvSpPr>
          <p:nvPr/>
        </p:nvSpPr>
        <p:spPr>
          <a:xfrm xmlns:a="http://schemas.openxmlformats.org/drawingml/2006/main">
            <a:off x="590550" y="66103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71" name="dp42-comparison / n70 / text 1">
            <a:extLst xmlns:a="http://schemas.openxmlformats.org/drawingml/2006/main">
              <a:ext uri="{FF2B5EF4-FFF2-40B4-BE49-F238E27FC236}">
                <a16:creationId xmlns:a16="http://schemas.microsoft.com/office/drawing/2014/main" id="{10CF94C4-A731-44C4-9CA7-C38B360ACF62}"/>
              </a:ext>
            </a:extLst>
          </p:cNvPr>
          <p:cNvSpPr>
            <a:spLocks xmlns:a="http://schemas.openxmlformats.org/drawingml/2006/main" noGrp="1"/>
          </p:cNvSpPr>
          <p:nvPr/>
        </p:nvSpPr>
        <p:spPr>
          <a:xfrm xmlns:a="http://schemas.openxmlformats.org/drawingml/2006/main">
            <a:off x="514350" y="68580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72" name="dp42-comparison / n71">
            <a:extLst xmlns:a="http://schemas.openxmlformats.org/drawingml/2006/main">
              <a:ext uri="{FF2B5EF4-FFF2-40B4-BE49-F238E27FC236}">
                <a16:creationId xmlns:a16="http://schemas.microsoft.com/office/drawing/2014/main" id="{25E39C0E-1BB9-478A-952C-DFBAF10F71FA}"/>
              </a:ext>
            </a:extLst>
          </p:cNvPr>
          <p:cNvSpPr>
            <a:spLocks xmlns:a="http://schemas.openxmlformats.org/drawingml/2006/main" noGrp="1"/>
          </p:cNvSpPr>
          <p:nvPr/>
        </p:nvSpPr>
        <p:spPr>
          <a:xfrm xmlns:a="http://schemas.openxmlformats.org/drawingml/2006/main">
            <a:off x="504825" y="4057650"/>
            <a:ext cx="323850" cy="257175"/>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73" name="dp42-comparison / n72 / text 1">
            <a:extLst xmlns:a="http://schemas.openxmlformats.org/drawingml/2006/main">
              <a:ext uri="{FF2B5EF4-FFF2-40B4-BE49-F238E27FC236}">
                <a16:creationId xmlns:a16="http://schemas.microsoft.com/office/drawing/2014/main" id="{F163049A-0987-4D91-950A-B3BE28AECC58}"/>
              </a:ext>
            </a:extLst>
          </p:cNvPr>
          <p:cNvSpPr>
            <a:spLocks xmlns:a="http://schemas.openxmlformats.org/drawingml/2006/main" noGrp="1"/>
          </p:cNvSpPr>
          <p:nvPr/>
        </p:nvSpPr>
        <p:spPr>
          <a:xfrm xmlns:a="http://schemas.openxmlformats.org/drawingml/2006/main">
            <a:off x="523875" y="4105275"/>
            <a:ext cx="285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a:t>
            </a:r>
          </a:p>
        </p:txBody>
      </p:sp>
      <p:sp>
        <p:nvSpPr>
          <p:cNvPr id="74" name="dp42-comparison / n73">
            <a:extLst xmlns:a="http://schemas.openxmlformats.org/drawingml/2006/main">
              <a:ext uri="{FF2B5EF4-FFF2-40B4-BE49-F238E27FC236}">
                <a16:creationId xmlns:a16="http://schemas.microsoft.com/office/drawing/2014/main" id="{ED5118C3-26A3-4BFA-B22D-E4E5F366A81C}"/>
              </a:ext>
            </a:extLst>
          </p:cNvPr>
          <p:cNvSpPr>
            <a:spLocks xmlns:a="http://schemas.openxmlformats.org/drawingml/2006/main" noGrp="1"/>
          </p:cNvSpPr>
          <p:nvPr/>
        </p:nvSpPr>
        <p:spPr>
          <a:xfrm xmlns:a="http://schemas.openxmlformats.org/drawingml/2006/main">
            <a:off x="885825" y="4057650"/>
            <a:ext cx="323850" cy="257175"/>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75" name="dp42-comparison / n74 / text 1">
            <a:extLst xmlns:a="http://schemas.openxmlformats.org/drawingml/2006/main">
              <a:ext uri="{FF2B5EF4-FFF2-40B4-BE49-F238E27FC236}">
                <a16:creationId xmlns:a16="http://schemas.microsoft.com/office/drawing/2014/main" id="{63A732C3-AE6C-4BFF-AFE7-E0DDC427D119}"/>
              </a:ext>
            </a:extLst>
          </p:cNvPr>
          <p:cNvSpPr>
            <a:spLocks xmlns:a="http://schemas.openxmlformats.org/drawingml/2006/main" noGrp="1"/>
          </p:cNvSpPr>
          <p:nvPr/>
        </p:nvSpPr>
        <p:spPr>
          <a:xfrm xmlns:a="http://schemas.openxmlformats.org/drawingml/2006/main">
            <a:off x="904875" y="4105275"/>
            <a:ext cx="285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B</a:t>
            </a:r>
          </a:p>
        </p:txBody>
      </p:sp>
      <p:sp>
        <p:nvSpPr>
          <p:cNvPr id="76" name="dp42-comparison / n75 / text 1">
            <a:extLst xmlns:a="http://schemas.openxmlformats.org/drawingml/2006/main">
              <a:ext uri="{FF2B5EF4-FFF2-40B4-BE49-F238E27FC236}">
                <a16:creationId xmlns:a16="http://schemas.microsoft.com/office/drawing/2014/main" id="{31D27E3D-27CA-4370-8FE2-3EAE145CED66}"/>
              </a:ext>
            </a:extLst>
          </p:cNvPr>
          <p:cNvSpPr>
            <a:spLocks xmlns:a="http://schemas.openxmlformats.org/drawingml/2006/main" noGrp="1"/>
          </p:cNvSpPr>
          <p:nvPr/>
        </p:nvSpPr>
        <p:spPr>
          <a:xfrm xmlns:a="http://schemas.openxmlformats.org/drawingml/2006/main">
            <a:off x="514350" y="4371975"/>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실행 / 서비스</a:t>
            </a:r>
          </a:p>
        </p:txBody>
      </p:sp>
      <p:sp>
        <p:nvSpPr>
          <p:cNvPr id="77" name="dp42-comparison / n76 / path">
            <a:extLst xmlns:a="http://schemas.openxmlformats.org/drawingml/2006/main">
              <a:ext uri="{FF2B5EF4-FFF2-40B4-BE49-F238E27FC236}">
                <a16:creationId xmlns:a16="http://schemas.microsoft.com/office/drawing/2014/main" id="{A49F83FC-8653-47B1-A26C-3374A9A56BB5}"/>
              </a:ext>
            </a:extLst>
          </p:cNvPr>
          <p:cNvSpPr>
            <a:spLocks xmlns:a="http://schemas.openxmlformats.org/drawingml/2006/main" noGrp="1"/>
          </p:cNvSpPr>
          <p:nvPr/>
        </p:nvSpPr>
        <p:spPr>
          <a:xfrm xmlns:a="http://schemas.openxmlformats.org/drawingml/2006/main">
            <a:off x="514350" y="5219700"/>
            <a:ext cx="657225" cy="953"/>
          </a:xfrm>
          <a:custGeom xmlns:a="http://schemas.openxmlformats.org/drawingml/2006/main">
            <a:pathLst>
              <a:path w="657225" h="953">
                <a:moveTo>
                  <a:pt x="0" y="0"/>
                </a:moveTo>
                <a:lnTo>
                  <a:pt x="657225" y="0"/>
                </a:lnTo>
              </a:path>
            </a:pathLst>
          </a:custGeom>
          <a:noFill xmlns:a="http://schemas.openxmlformats.org/drawingml/2006/main"/>
          <a:ln xmlns:a="http://schemas.openxmlformats.org/drawingml/2006/main" w="10478">
            <a:solidFill>
              <a:srgbClr val="000000"/>
            </a:solidFill>
            <a:prstDash val="solid"/>
          </a:ln>
        </p:spPr>
      </p:sp>
      <p:sp>
        <p:nvSpPr>
          <p:cNvPr id="78" name="dp42-comparison / n76 / arrow">
            <a:extLst xmlns:a="http://schemas.openxmlformats.org/drawingml/2006/main">
              <a:ext uri="{FF2B5EF4-FFF2-40B4-BE49-F238E27FC236}">
                <a16:creationId xmlns:a16="http://schemas.microsoft.com/office/drawing/2014/main" id="{533296BC-B076-463D-BFA0-F2ED0A743573}"/>
              </a:ext>
            </a:extLst>
          </p:cNvPr>
          <p:cNvSpPr>
            <a:spLocks xmlns:a="http://schemas.openxmlformats.org/drawingml/2006/main" noGrp="1"/>
          </p:cNvSpPr>
          <p:nvPr/>
        </p:nvSpPr>
        <p:spPr>
          <a:xfrm xmlns:a="http://schemas.openxmlformats.org/drawingml/2006/main">
            <a:off x="1104519" y="51861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9" name="dp42-comparison / n77 / text 1">
            <a:extLst xmlns:a="http://schemas.openxmlformats.org/drawingml/2006/main">
              <a:ext uri="{FF2B5EF4-FFF2-40B4-BE49-F238E27FC236}">
                <a16:creationId xmlns:a16="http://schemas.microsoft.com/office/drawing/2014/main" id="{BE9FD488-B8B4-4998-9E40-91D5F5221F98}"/>
              </a:ext>
            </a:extLst>
          </p:cNvPr>
          <p:cNvSpPr>
            <a:spLocks xmlns:a="http://schemas.openxmlformats.org/drawingml/2006/main" noGrp="1"/>
          </p:cNvSpPr>
          <p:nvPr/>
        </p:nvSpPr>
        <p:spPr>
          <a:xfrm xmlns:a="http://schemas.openxmlformats.org/drawingml/2006/main">
            <a:off x="514350" y="53054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요청 / 전달</a:t>
            </a:r>
          </a:p>
        </p:txBody>
      </p:sp>
      <p:sp>
        <p:nvSpPr>
          <p:cNvPr id="80" name="dp42-comparison / n78 / path">
            <a:extLst xmlns:a="http://schemas.openxmlformats.org/drawingml/2006/main">
              <a:ext uri="{FF2B5EF4-FFF2-40B4-BE49-F238E27FC236}">
                <a16:creationId xmlns:a16="http://schemas.microsoft.com/office/drawing/2014/main" id="{AA905509-C95A-4428-83BE-80046B006326}"/>
              </a:ext>
            </a:extLst>
          </p:cNvPr>
          <p:cNvSpPr>
            <a:spLocks xmlns:a="http://schemas.openxmlformats.org/drawingml/2006/main" noGrp="1"/>
          </p:cNvSpPr>
          <p:nvPr/>
        </p:nvSpPr>
        <p:spPr>
          <a:xfrm xmlns:a="http://schemas.openxmlformats.org/drawingml/2006/main">
            <a:off x="514350" y="5619750"/>
            <a:ext cx="657225" cy="953"/>
          </a:xfrm>
          <a:custGeom xmlns:a="http://schemas.openxmlformats.org/drawingml/2006/main">
            <a:pathLst>
              <a:path w="657225" h="953">
                <a:moveTo>
                  <a:pt x="0" y="0"/>
                </a:moveTo>
                <a:lnTo>
                  <a:pt x="657225" y="0"/>
                </a:lnTo>
              </a:path>
            </a:pathLst>
          </a:custGeom>
          <a:noFill xmlns:a="http://schemas.openxmlformats.org/drawingml/2006/main"/>
          <a:ln xmlns:a="http://schemas.openxmlformats.org/drawingml/2006/main" w="10478">
            <a:solidFill>
              <a:srgbClr val="000000"/>
            </a:solidFill>
            <a:prstDash val="dash"/>
          </a:ln>
        </p:spPr>
      </p:sp>
      <p:sp>
        <p:nvSpPr>
          <p:cNvPr id="81" name="dp42-comparison / n78 / arrow">
            <a:extLst xmlns:a="http://schemas.openxmlformats.org/drawingml/2006/main">
              <a:ext uri="{FF2B5EF4-FFF2-40B4-BE49-F238E27FC236}">
                <a16:creationId xmlns:a16="http://schemas.microsoft.com/office/drawing/2014/main" id="{9F753D1C-CE5D-4A2F-97AE-57D656DDF6CF}"/>
              </a:ext>
            </a:extLst>
          </p:cNvPr>
          <p:cNvSpPr>
            <a:spLocks xmlns:a="http://schemas.openxmlformats.org/drawingml/2006/main" noGrp="1"/>
          </p:cNvSpPr>
          <p:nvPr/>
        </p:nvSpPr>
        <p:spPr>
          <a:xfrm xmlns:a="http://schemas.openxmlformats.org/drawingml/2006/main">
            <a:off x="1104519" y="55862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2" name="dp42-comparison / n79 / text 1">
            <a:extLst xmlns:a="http://schemas.openxmlformats.org/drawingml/2006/main">
              <a:ext uri="{FF2B5EF4-FFF2-40B4-BE49-F238E27FC236}">
                <a16:creationId xmlns:a16="http://schemas.microsoft.com/office/drawing/2014/main" id="{F24D9D15-51EA-4792-83C0-5968C4907C23}"/>
              </a:ext>
            </a:extLst>
          </p:cNvPr>
          <p:cNvSpPr>
            <a:spLocks xmlns:a="http://schemas.openxmlformats.org/drawingml/2006/main" noGrp="1"/>
          </p:cNvSpPr>
          <p:nvPr/>
        </p:nvSpPr>
        <p:spPr>
          <a:xfrm xmlns:a="http://schemas.openxmlformats.org/drawingml/2006/main">
            <a:off x="514350" y="57054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응답 / 반환</a:t>
            </a:r>
          </a:p>
        </p:txBody>
      </p:sp>
      <p:sp>
        <p:nvSpPr>
          <p:cNvPr id="83" name="dp42-comparison / n80 / text 1">
            <a:extLst xmlns:a="http://schemas.openxmlformats.org/drawingml/2006/main">
              <a:ext uri="{FF2B5EF4-FFF2-40B4-BE49-F238E27FC236}">
                <a16:creationId xmlns:a16="http://schemas.microsoft.com/office/drawing/2014/main" id="{F27B7845-2F01-4F66-AA34-AF193E59B096}"/>
              </a:ext>
            </a:extLst>
          </p:cNvPr>
          <p:cNvSpPr>
            <a:spLocks xmlns:a="http://schemas.openxmlformats.org/drawingml/2006/main" noGrp="1"/>
          </p:cNvSpPr>
          <p:nvPr/>
        </p:nvSpPr>
        <p:spPr>
          <a:xfrm xmlns:a="http://schemas.openxmlformats.org/drawingml/2006/main">
            <a:off x="514350" y="7077075"/>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경계 A: 실선</a:t>
            </a:r>
          </a:p>
        </p:txBody>
      </p:sp>
      <p:sp>
        <p:nvSpPr>
          <p:cNvPr id="84" name="dp42-comparison / n80 / text 2">
            <a:extLst xmlns:a="http://schemas.openxmlformats.org/drawingml/2006/main">
              <a:ext uri="{FF2B5EF4-FFF2-40B4-BE49-F238E27FC236}">
                <a16:creationId xmlns:a16="http://schemas.microsoft.com/office/drawing/2014/main" id="{CBD6AA07-1B7A-45BF-851F-7DEF4C94717F}"/>
              </a:ext>
            </a:extLst>
          </p:cNvPr>
          <p:cNvSpPr>
            <a:spLocks xmlns:a="http://schemas.openxmlformats.org/drawingml/2006/main" noGrp="1"/>
          </p:cNvSpPr>
          <p:nvPr/>
        </p:nvSpPr>
        <p:spPr>
          <a:xfrm xmlns:a="http://schemas.openxmlformats.org/drawingml/2006/main">
            <a:off x="514350" y="7202805"/>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경계 B: 점선</a:t>
            </a:r>
          </a:p>
        </p:txBody>
      </p:sp>
      <p:sp>
        <p:nvSpPr>
          <p:cNvPr id="85" name="dp42-comparison / n81 / text 1">
            <a:extLst xmlns:a="http://schemas.openxmlformats.org/drawingml/2006/main">
              <a:ext uri="{FF2B5EF4-FFF2-40B4-BE49-F238E27FC236}">
                <a16:creationId xmlns:a16="http://schemas.microsoft.com/office/drawing/2014/main" id="{55B71BFA-E395-4E63-B4D4-457559317F48}"/>
              </a:ext>
            </a:extLst>
          </p:cNvPr>
          <p:cNvSpPr>
            <a:spLocks xmlns:a="http://schemas.openxmlformats.org/drawingml/2006/main" noGrp="1"/>
          </p:cNvSpPr>
          <p:nvPr/>
        </p:nvSpPr>
        <p:spPr>
          <a:xfrm xmlns:a="http://schemas.openxmlformats.org/drawingml/2006/main">
            <a:off x="514350" y="737235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차이: 경계선</a:t>
            </a:r>
          </a:p>
        </p:txBody>
      </p:sp>
      <p:sp>
        <p:nvSpPr>
          <p:cNvPr id="86" name="dp42-comparison / n86 / path">
            <a:extLst xmlns:a="http://schemas.openxmlformats.org/drawingml/2006/main">
              <a:ext uri="{FF2B5EF4-FFF2-40B4-BE49-F238E27FC236}">
                <a16:creationId xmlns:a16="http://schemas.microsoft.com/office/drawing/2014/main" id="{17B00F1A-5B58-4029-82E7-4CD730204844}"/>
              </a:ext>
            </a:extLst>
          </p:cNvPr>
          <p:cNvSpPr>
            <a:spLocks xmlns:a="http://schemas.openxmlformats.org/drawingml/2006/main" noGrp="1"/>
          </p:cNvSpPr>
          <p:nvPr/>
        </p:nvSpPr>
        <p:spPr>
          <a:xfrm xmlns:a="http://schemas.openxmlformats.org/drawingml/2006/main">
            <a:off x="3886200" y="2800350"/>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0478">
            <a:solidFill>
              <a:srgbClr val="000000"/>
            </a:solidFill>
            <a:prstDash val="solid"/>
          </a:ln>
        </p:spPr>
      </p:sp>
      <p:sp>
        <p:nvSpPr>
          <p:cNvPr id="87" name="dp42-comparison / n91 / path">
            <a:extLst xmlns:a="http://schemas.openxmlformats.org/drawingml/2006/main">
              <a:ext uri="{FF2B5EF4-FFF2-40B4-BE49-F238E27FC236}">
                <a16:creationId xmlns:a16="http://schemas.microsoft.com/office/drawing/2014/main" id="{B5A9FC8A-258F-4765-BB3C-BE55C91FA9DB}"/>
              </a:ext>
            </a:extLst>
          </p:cNvPr>
          <p:cNvSpPr>
            <a:spLocks xmlns:a="http://schemas.openxmlformats.org/drawingml/2006/main" noGrp="1"/>
          </p:cNvSpPr>
          <p:nvPr/>
        </p:nvSpPr>
        <p:spPr>
          <a:xfrm xmlns:a="http://schemas.openxmlformats.org/drawingml/2006/main">
            <a:off x="3886200" y="2981325"/>
            <a:ext cx="4495800" cy="953"/>
          </a:xfrm>
          <a:custGeom xmlns:a="http://schemas.openxmlformats.org/drawingml/2006/main">
            <a:pathLst>
              <a:path w="4495800" h="953">
                <a:moveTo>
                  <a:pt x="0" y="0"/>
                </a:moveTo>
                <a:lnTo>
                  <a:pt x="4495800" y="0"/>
                </a:lnTo>
              </a:path>
            </a:pathLst>
          </a:custGeom>
          <a:noFill xmlns:a="http://schemas.openxmlformats.org/drawingml/2006/main"/>
          <a:ln xmlns:a="http://schemas.openxmlformats.org/drawingml/2006/main" w="10478">
            <a:solidFill>
              <a:srgbClr val="000000"/>
            </a:solidFill>
            <a:prstDash val="solid"/>
          </a:ln>
        </p:spPr>
      </p:sp>
      <p:sp>
        <p:nvSpPr>
          <p:cNvPr id="88" name="dp42-comparison / n96 / path">
            <a:extLst xmlns:a="http://schemas.openxmlformats.org/drawingml/2006/main">
              <a:ext uri="{FF2B5EF4-FFF2-40B4-BE49-F238E27FC236}">
                <a16:creationId xmlns:a16="http://schemas.microsoft.com/office/drawing/2014/main" id="{7C1CF949-287F-40CC-85A8-0AE8126C3F67}"/>
              </a:ext>
            </a:extLst>
          </p:cNvPr>
          <p:cNvSpPr>
            <a:spLocks xmlns:a="http://schemas.openxmlformats.org/drawingml/2006/main" noGrp="1"/>
          </p:cNvSpPr>
          <p:nvPr/>
        </p:nvSpPr>
        <p:spPr>
          <a:xfrm xmlns:a="http://schemas.openxmlformats.org/drawingml/2006/main">
            <a:off x="3886200" y="3162300"/>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0478">
            <a:solidFill>
              <a:srgbClr val="000000"/>
            </a:solidFill>
            <a:prstDash val="solid"/>
          </a:ln>
        </p:spPr>
      </p:sp>
      <p:sp>
        <p:nvSpPr>
          <p:cNvPr id="89" name="dp42-comparison / n101 / path">
            <a:extLst xmlns:a="http://schemas.openxmlformats.org/drawingml/2006/main">
              <a:ext uri="{FF2B5EF4-FFF2-40B4-BE49-F238E27FC236}">
                <a16:creationId xmlns:a16="http://schemas.microsoft.com/office/drawing/2014/main" id="{CD8CAB98-AC05-4E9A-A683-D037B68B620B}"/>
              </a:ext>
            </a:extLst>
          </p:cNvPr>
          <p:cNvSpPr>
            <a:spLocks xmlns:a="http://schemas.openxmlformats.org/drawingml/2006/main" noGrp="1"/>
          </p:cNvSpPr>
          <p:nvPr/>
        </p:nvSpPr>
        <p:spPr>
          <a:xfrm xmlns:a="http://schemas.openxmlformats.org/drawingml/2006/main">
            <a:off x="3886200" y="3343275"/>
            <a:ext cx="5210175" cy="953"/>
          </a:xfrm>
          <a:custGeom xmlns:a="http://schemas.openxmlformats.org/drawingml/2006/main">
            <a:pathLst>
              <a:path w="5210175" h="953">
                <a:moveTo>
                  <a:pt x="0" y="0"/>
                </a:moveTo>
                <a:lnTo>
                  <a:pt x="5210175" y="0"/>
                </a:lnTo>
              </a:path>
            </a:pathLst>
          </a:custGeom>
          <a:noFill xmlns:a="http://schemas.openxmlformats.org/drawingml/2006/main"/>
          <a:ln xmlns:a="http://schemas.openxmlformats.org/drawingml/2006/main" w="10478">
            <a:solidFill>
              <a:srgbClr val="000000"/>
            </a:solidFill>
            <a:prstDash val="solid"/>
          </a:ln>
        </p:spPr>
      </p:sp>
      <p:sp>
        <p:nvSpPr>
          <p:cNvPr id="90" name="dp42-comparison / n106">
            <a:extLst xmlns:a="http://schemas.openxmlformats.org/drawingml/2006/main">
              <a:ext uri="{FF2B5EF4-FFF2-40B4-BE49-F238E27FC236}">
                <a16:creationId xmlns:a16="http://schemas.microsoft.com/office/drawing/2014/main" id="{BFE779CE-2A9D-4108-8CDA-D609B68C9590}"/>
              </a:ext>
            </a:extLst>
          </p:cNvPr>
          <p:cNvSpPr>
            <a:spLocks xmlns:a="http://schemas.openxmlformats.org/drawingml/2006/main" noGrp="1"/>
          </p:cNvSpPr>
          <p:nvPr/>
        </p:nvSpPr>
        <p:spPr>
          <a:xfrm xmlns:a="http://schemas.openxmlformats.org/drawingml/2006/main">
            <a:off x="1524000" y="3495675"/>
            <a:ext cx="7858125" cy="32956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1" name="dp42-comparison / n107 / text 1">
            <a:extLst xmlns:a="http://schemas.openxmlformats.org/drawingml/2006/main">
              <a:ext uri="{FF2B5EF4-FFF2-40B4-BE49-F238E27FC236}">
                <a16:creationId xmlns:a16="http://schemas.microsoft.com/office/drawing/2014/main" id="{6BF6DFB3-2D5E-4CE4-9E27-A1BB473CB72F}"/>
              </a:ext>
            </a:extLst>
          </p:cNvPr>
          <p:cNvSpPr>
            <a:spLocks xmlns:a="http://schemas.openxmlformats.org/drawingml/2006/main" noGrp="1"/>
          </p:cNvSpPr>
          <p:nvPr/>
        </p:nvSpPr>
        <p:spPr>
          <a:xfrm xmlns:a="http://schemas.openxmlformats.org/drawingml/2006/main">
            <a:off x="1647825" y="3590925"/>
            <a:ext cx="761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a:t>
            </a:r>
          </a:p>
        </p:txBody>
      </p:sp>
      <p:sp>
        <p:nvSpPr>
          <p:cNvPr id="92" name="dp42-comparison / n110">
            <a:extLst xmlns:a="http://schemas.openxmlformats.org/drawingml/2006/main">
              <a:ext uri="{FF2B5EF4-FFF2-40B4-BE49-F238E27FC236}">
                <a16:creationId xmlns:a16="http://schemas.microsoft.com/office/drawing/2014/main" id="{AE5CAD22-E3DD-4A5F-ADD0-33FA991011BF}"/>
              </a:ext>
            </a:extLst>
          </p:cNvPr>
          <p:cNvSpPr>
            <a:spLocks xmlns:a="http://schemas.openxmlformats.org/drawingml/2006/main" noGrp="1"/>
          </p:cNvSpPr>
          <p:nvPr/>
        </p:nvSpPr>
        <p:spPr>
          <a:xfrm xmlns:a="http://schemas.openxmlformats.org/drawingml/2006/main">
            <a:off x="1714500" y="3914775"/>
            <a:ext cx="2238375"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3" name="dp42-comparison / n111 / text 1">
            <a:extLst xmlns:a="http://schemas.openxmlformats.org/drawingml/2006/main">
              <a:ext uri="{FF2B5EF4-FFF2-40B4-BE49-F238E27FC236}">
                <a16:creationId xmlns:a16="http://schemas.microsoft.com/office/drawing/2014/main" id="{B2B70610-AC8F-4F2D-A92D-0912418D446A}"/>
              </a:ext>
            </a:extLst>
          </p:cNvPr>
          <p:cNvSpPr>
            <a:spLocks xmlns:a="http://schemas.openxmlformats.org/drawingml/2006/main" noGrp="1"/>
          </p:cNvSpPr>
          <p:nvPr/>
        </p:nvSpPr>
        <p:spPr>
          <a:xfrm xmlns:a="http://schemas.openxmlformats.org/drawingml/2006/main">
            <a:off x="1800225" y="3974783"/>
            <a:ext cx="20669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94" name="dp42-comparison / n112">
            <a:extLst xmlns:a="http://schemas.openxmlformats.org/drawingml/2006/main">
              <a:ext uri="{FF2B5EF4-FFF2-40B4-BE49-F238E27FC236}">
                <a16:creationId xmlns:a16="http://schemas.microsoft.com/office/drawing/2014/main" id="{531FBE85-F19C-4320-BCD2-BFD17CDB5066}"/>
              </a:ext>
            </a:extLst>
          </p:cNvPr>
          <p:cNvSpPr>
            <a:spLocks xmlns:a="http://schemas.openxmlformats.org/drawingml/2006/main" noGrp="1"/>
          </p:cNvSpPr>
          <p:nvPr/>
        </p:nvSpPr>
        <p:spPr>
          <a:xfrm xmlns:a="http://schemas.openxmlformats.org/drawingml/2006/main">
            <a:off x="6619875" y="3914775"/>
            <a:ext cx="2571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5" name="dp42-comparison / n113 / text 1">
            <a:extLst xmlns:a="http://schemas.openxmlformats.org/drawingml/2006/main">
              <a:ext uri="{FF2B5EF4-FFF2-40B4-BE49-F238E27FC236}">
                <a16:creationId xmlns:a16="http://schemas.microsoft.com/office/drawing/2014/main" id="{3AD75FE7-3195-4C8E-9F0D-79FBCCC71477}"/>
              </a:ext>
            </a:extLst>
          </p:cNvPr>
          <p:cNvSpPr>
            <a:spLocks xmlns:a="http://schemas.openxmlformats.org/drawingml/2006/main" noGrp="1"/>
          </p:cNvSpPr>
          <p:nvPr/>
        </p:nvSpPr>
        <p:spPr>
          <a:xfrm xmlns:a="http://schemas.openxmlformats.org/drawingml/2006/main">
            <a:off x="6705600" y="3974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96" name="dp42-comparison / n114">
            <a:extLst xmlns:a="http://schemas.openxmlformats.org/drawingml/2006/main">
              <a:ext uri="{FF2B5EF4-FFF2-40B4-BE49-F238E27FC236}">
                <a16:creationId xmlns:a16="http://schemas.microsoft.com/office/drawing/2014/main" id="{D668A40A-0FD3-468F-8F53-99A2A068282E}"/>
              </a:ext>
            </a:extLst>
          </p:cNvPr>
          <p:cNvSpPr>
            <a:spLocks xmlns:a="http://schemas.openxmlformats.org/drawingml/2006/main" noGrp="1"/>
          </p:cNvSpPr>
          <p:nvPr/>
        </p:nvSpPr>
        <p:spPr>
          <a:xfrm xmlns:a="http://schemas.openxmlformats.org/drawingml/2006/main">
            <a:off x="1714500" y="4619625"/>
            <a:ext cx="2238375"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7" name="dp42-comparison / n115 / text 1">
            <a:extLst xmlns:a="http://schemas.openxmlformats.org/drawingml/2006/main">
              <a:ext uri="{FF2B5EF4-FFF2-40B4-BE49-F238E27FC236}">
                <a16:creationId xmlns:a16="http://schemas.microsoft.com/office/drawing/2014/main" id="{829468BF-488A-4021-BA35-67863EEB5583}"/>
              </a:ext>
            </a:extLst>
          </p:cNvPr>
          <p:cNvSpPr>
            <a:spLocks xmlns:a="http://schemas.openxmlformats.org/drawingml/2006/main" noGrp="1"/>
          </p:cNvSpPr>
          <p:nvPr/>
        </p:nvSpPr>
        <p:spPr>
          <a:xfrm xmlns:a="http://schemas.openxmlformats.org/drawingml/2006/main">
            <a:off x="1800225" y="46762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8" name="dp42-comparison / n116">
            <a:extLst xmlns:a="http://schemas.openxmlformats.org/drawingml/2006/main">
              <a:ext uri="{FF2B5EF4-FFF2-40B4-BE49-F238E27FC236}">
                <a16:creationId xmlns:a16="http://schemas.microsoft.com/office/drawing/2014/main" id="{5E56A0D3-04F2-4EAA-9DCD-8572C7C60E90}"/>
              </a:ext>
            </a:extLst>
          </p:cNvPr>
          <p:cNvSpPr>
            <a:spLocks xmlns:a="http://schemas.openxmlformats.org/drawingml/2006/main" noGrp="1"/>
          </p:cNvSpPr>
          <p:nvPr/>
        </p:nvSpPr>
        <p:spPr>
          <a:xfrm xmlns:a="http://schemas.openxmlformats.org/drawingml/2006/main">
            <a:off x="1714500" y="5324475"/>
            <a:ext cx="2238375"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9" name="dp42-comparison / n117 / text 1">
            <a:extLst xmlns:a="http://schemas.openxmlformats.org/drawingml/2006/main">
              <a:ext uri="{FF2B5EF4-FFF2-40B4-BE49-F238E27FC236}">
                <a16:creationId xmlns:a16="http://schemas.microsoft.com/office/drawing/2014/main" id="{B8AA7A3E-6E83-44B5-A2D3-F38887A3FCFD}"/>
              </a:ext>
            </a:extLst>
          </p:cNvPr>
          <p:cNvSpPr>
            <a:spLocks xmlns:a="http://schemas.openxmlformats.org/drawingml/2006/main" noGrp="1"/>
          </p:cNvSpPr>
          <p:nvPr/>
        </p:nvSpPr>
        <p:spPr>
          <a:xfrm xmlns:a="http://schemas.openxmlformats.org/drawingml/2006/main">
            <a:off x="1800225" y="5384483"/>
            <a:ext cx="20669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Response Manager</a:t>
            </a:r>
          </a:p>
        </p:txBody>
      </p:sp>
      <p:sp>
        <p:nvSpPr>
          <p:cNvPr id="100" name="dp42-comparison / n118">
            <a:extLst xmlns:a="http://schemas.openxmlformats.org/drawingml/2006/main">
              <a:ext uri="{FF2B5EF4-FFF2-40B4-BE49-F238E27FC236}">
                <a16:creationId xmlns:a16="http://schemas.microsoft.com/office/drawing/2014/main" id="{1BF445DC-8504-4972-8DF9-0CF79ADAD126}"/>
              </a:ext>
            </a:extLst>
          </p:cNvPr>
          <p:cNvSpPr>
            <a:spLocks xmlns:a="http://schemas.openxmlformats.org/drawingml/2006/main" noGrp="1"/>
          </p:cNvSpPr>
          <p:nvPr/>
        </p:nvSpPr>
        <p:spPr>
          <a:xfrm xmlns:a="http://schemas.openxmlformats.org/drawingml/2006/main">
            <a:off x="6619875" y="5324475"/>
            <a:ext cx="2571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1" name="dp42-comparison / n119 / text 1">
            <a:extLst xmlns:a="http://schemas.openxmlformats.org/drawingml/2006/main">
              <a:ext uri="{FF2B5EF4-FFF2-40B4-BE49-F238E27FC236}">
                <a16:creationId xmlns:a16="http://schemas.microsoft.com/office/drawing/2014/main" id="{22477326-9771-4524-B094-190ECA980E60}"/>
              </a:ext>
            </a:extLst>
          </p:cNvPr>
          <p:cNvSpPr>
            <a:spLocks xmlns:a="http://schemas.openxmlformats.org/drawingml/2006/main" noGrp="1"/>
          </p:cNvSpPr>
          <p:nvPr/>
        </p:nvSpPr>
        <p:spPr>
          <a:xfrm xmlns:a="http://schemas.openxmlformats.org/drawingml/2006/main">
            <a:off x="6705600" y="53844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2" name="dp42-comparison / n124 / path">
            <a:extLst xmlns:a="http://schemas.openxmlformats.org/drawingml/2006/main">
              <a:ext uri="{FF2B5EF4-FFF2-40B4-BE49-F238E27FC236}">
                <a16:creationId xmlns:a16="http://schemas.microsoft.com/office/drawing/2014/main" id="{AC1594ED-4614-4C4E-89B3-AF410F7A82D7}"/>
              </a:ext>
            </a:extLst>
          </p:cNvPr>
          <p:cNvSpPr>
            <a:spLocks xmlns:a="http://schemas.openxmlformats.org/drawingml/2006/main" noGrp="1"/>
          </p:cNvSpPr>
          <p:nvPr/>
        </p:nvSpPr>
        <p:spPr>
          <a:xfrm xmlns:a="http://schemas.openxmlformats.org/drawingml/2006/main">
            <a:off x="3952875" y="3819525"/>
            <a:ext cx="3000375" cy="180975"/>
          </a:xfrm>
          <a:custGeom xmlns:a="http://schemas.openxmlformats.org/drawingml/2006/main">
            <a:pathLst>
              <a:path w="3000375" h="180975">
                <a:moveTo>
                  <a:pt x="0" y="180975"/>
                </a:moveTo>
                <a:lnTo>
                  <a:pt x="190500" y="180975"/>
                </a:lnTo>
                <a:lnTo>
                  <a:pt x="190500" y="0"/>
                </a:lnTo>
                <a:lnTo>
                  <a:pt x="3000375" y="0"/>
                </a:lnTo>
                <a:lnTo>
                  <a:pt x="3000375" y="95250"/>
                </a:lnTo>
              </a:path>
            </a:pathLst>
          </a:custGeom>
          <a:noFill xmlns:a="http://schemas.openxmlformats.org/drawingml/2006/main"/>
          <a:ln xmlns:a="http://schemas.openxmlformats.org/drawingml/2006/main" w="10478">
            <a:solidFill>
              <a:srgbClr val="000000"/>
            </a:solidFill>
            <a:prstDash val="solid"/>
          </a:ln>
        </p:spPr>
      </p:sp>
      <p:sp>
        <p:nvSpPr>
          <p:cNvPr id="103" name="dp42-comparison / n124 / arrow">
            <a:extLst xmlns:a="http://schemas.openxmlformats.org/drawingml/2006/main">
              <a:ext uri="{FF2B5EF4-FFF2-40B4-BE49-F238E27FC236}">
                <a16:creationId xmlns:a16="http://schemas.microsoft.com/office/drawing/2014/main" id="{0DDE45D1-2DF6-40E9-8A9D-D35BBFD43757}"/>
              </a:ext>
            </a:extLst>
          </p:cNvPr>
          <p:cNvSpPr>
            <a:spLocks xmlns:a="http://schemas.openxmlformats.org/drawingml/2006/main" noGrp="1"/>
          </p:cNvSpPr>
          <p:nvPr/>
        </p:nvSpPr>
        <p:spPr>
          <a:xfrm xmlns:a="http://schemas.openxmlformats.org/drawingml/2006/main">
            <a:off x="6919722" y="38477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4" name="dp42-comparison / n125 / path">
            <a:extLst xmlns:a="http://schemas.openxmlformats.org/drawingml/2006/main">
              <a:ext uri="{FF2B5EF4-FFF2-40B4-BE49-F238E27FC236}">
                <a16:creationId xmlns:a16="http://schemas.microsoft.com/office/drawing/2014/main" id="{CC6E44A7-F69D-4321-AC9C-CF9474FADA92}"/>
              </a:ext>
            </a:extLst>
          </p:cNvPr>
          <p:cNvSpPr>
            <a:spLocks xmlns:a="http://schemas.openxmlformats.org/drawingml/2006/main" noGrp="1"/>
          </p:cNvSpPr>
          <p:nvPr/>
        </p:nvSpPr>
        <p:spPr>
          <a:xfrm xmlns:a="http://schemas.openxmlformats.org/drawingml/2006/main">
            <a:off x="3952875" y="3876675"/>
            <a:ext cx="3143250" cy="190500"/>
          </a:xfrm>
          <a:custGeom xmlns:a="http://schemas.openxmlformats.org/drawingml/2006/main">
            <a:pathLst>
              <a:path w="3143250" h="190500">
                <a:moveTo>
                  <a:pt x="3143250" y="38100"/>
                </a:moveTo>
                <a:lnTo>
                  <a:pt x="3143250" y="0"/>
                </a:lnTo>
                <a:lnTo>
                  <a:pt x="95250" y="0"/>
                </a:lnTo>
                <a:lnTo>
                  <a:pt x="95250" y="190500"/>
                </a:lnTo>
                <a:lnTo>
                  <a:pt x="0" y="190500"/>
                </a:lnTo>
              </a:path>
            </a:pathLst>
          </a:custGeom>
          <a:noFill xmlns:a="http://schemas.openxmlformats.org/drawingml/2006/main"/>
          <a:ln xmlns:a="http://schemas.openxmlformats.org/drawingml/2006/main" w="10478">
            <a:solidFill>
              <a:srgbClr val="000000"/>
            </a:solidFill>
            <a:prstDash val="dash"/>
          </a:ln>
        </p:spPr>
      </p:sp>
      <p:sp>
        <p:nvSpPr>
          <p:cNvPr id="105" name="dp42-comparison / n125 / arrow">
            <a:extLst xmlns:a="http://schemas.openxmlformats.org/drawingml/2006/main">
              <a:ext uri="{FF2B5EF4-FFF2-40B4-BE49-F238E27FC236}">
                <a16:creationId xmlns:a16="http://schemas.microsoft.com/office/drawing/2014/main" id="{73149F4D-D3A4-49D6-B0C5-139C575D805E}"/>
              </a:ext>
            </a:extLst>
          </p:cNvPr>
          <p:cNvSpPr>
            <a:spLocks xmlns:a="http://schemas.openxmlformats.org/drawingml/2006/main" noGrp="1"/>
          </p:cNvSpPr>
          <p:nvPr/>
        </p:nvSpPr>
        <p:spPr>
          <a:xfrm xmlns:a="http://schemas.openxmlformats.org/drawingml/2006/main">
            <a:off x="3952875" y="4033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6" name="dp42-comparison / n128 / path">
            <a:extLst xmlns:a="http://schemas.openxmlformats.org/drawingml/2006/main">
              <a:ext uri="{FF2B5EF4-FFF2-40B4-BE49-F238E27FC236}">
                <a16:creationId xmlns:a16="http://schemas.microsoft.com/office/drawing/2014/main" id="{213D002F-62CD-4454-8827-0545E9F1CD75}"/>
              </a:ext>
            </a:extLst>
          </p:cNvPr>
          <p:cNvSpPr>
            <a:spLocks xmlns:a="http://schemas.openxmlformats.org/drawingml/2006/main" noGrp="1"/>
          </p:cNvSpPr>
          <p:nvPr/>
        </p:nvSpPr>
        <p:spPr>
          <a:xfrm xmlns:a="http://schemas.openxmlformats.org/drawingml/2006/main">
            <a:off x="3952875" y="4181475"/>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10478">
            <a:solidFill>
              <a:srgbClr val="000000"/>
            </a:solidFill>
            <a:prstDash val="solid"/>
          </a:ln>
        </p:spPr>
      </p:sp>
      <p:sp>
        <p:nvSpPr>
          <p:cNvPr id="107" name="dp42-comparison / n128 / arrow">
            <a:extLst xmlns:a="http://schemas.openxmlformats.org/drawingml/2006/main">
              <a:ext uri="{FF2B5EF4-FFF2-40B4-BE49-F238E27FC236}">
                <a16:creationId xmlns:a16="http://schemas.microsoft.com/office/drawing/2014/main" id="{66A79044-4054-4E58-B088-3336DE78BAD6}"/>
              </a:ext>
            </a:extLst>
          </p:cNvPr>
          <p:cNvSpPr>
            <a:spLocks xmlns:a="http://schemas.openxmlformats.org/drawingml/2006/main" noGrp="1"/>
          </p:cNvSpPr>
          <p:nvPr/>
        </p:nvSpPr>
        <p:spPr>
          <a:xfrm xmlns:a="http://schemas.openxmlformats.org/drawingml/2006/main">
            <a:off x="6552819" y="4147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8" name="dp42-comparison / n131 / path">
            <a:extLst xmlns:a="http://schemas.openxmlformats.org/drawingml/2006/main">
              <a:ext uri="{FF2B5EF4-FFF2-40B4-BE49-F238E27FC236}">
                <a16:creationId xmlns:a16="http://schemas.microsoft.com/office/drawing/2014/main" id="{D5285251-B001-4554-8808-C4F7C6128C6C}"/>
              </a:ext>
            </a:extLst>
          </p:cNvPr>
          <p:cNvSpPr>
            <a:spLocks xmlns:a="http://schemas.openxmlformats.org/drawingml/2006/main" noGrp="1"/>
          </p:cNvSpPr>
          <p:nvPr/>
        </p:nvSpPr>
        <p:spPr>
          <a:xfrm xmlns:a="http://schemas.openxmlformats.org/drawingml/2006/main">
            <a:off x="3952875" y="4000500"/>
            <a:ext cx="2667000" cy="495300"/>
          </a:xfrm>
          <a:custGeom xmlns:a="http://schemas.openxmlformats.org/drawingml/2006/main">
            <a:pathLst>
              <a:path w="2667000" h="495300">
                <a:moveTo>
                  <a:pt x="2667000" y="0"/>
                </a:moveTo>
                <a:lnTo>
                  <a:pt x="2457450" y="0"/>
                </a:lnTo>
                <a:lnTo>
                  <a:pt x="2457450" y="495300"/>
                </a:lnTo>
                <a:lnTo>
                  <a:pt x="161925" y="495300"/>
                </a:lnTo>
                <a:lnTo>
                  <a:pt x="161925" y="0"/>
                </a:lnTo>
                <a:lnTo>
                  <a:pt x="0" y="0"/>
                </a:lnTo>
              </a:path>
            </a:pathLst>
          </a:custGeom>
          <a:noFill xmlns:a="http://schemas.openxmlformats.org/drawingml/2006/main"/>
          <a:ln xmlns:a="http://schemas.openxmlformats.org/drawingml/2006/main" w="10478">
            <a:solidFill>
              <a:srgbClr val="000000"/>
            </a:solidFill>
            <a:prstDash val="dash"/>
          </a:ln>
        </p:spPr>
      </p:sp>
      <p:sp>
        <p:nvSpPr>
          <p:cNvPr id="109" name="dp42-comparison / n131 / arrow">
            <a:extLst xmlns:a="http://schemas.openxmlformats.org/drawingml/2006/main">
              <a:ext uri="{FF2B5EF4-FFF2-40B4-BE49-F238E27FC236}">
                <a16:creationId xmlns:a16="http://schemas.microsoft.com/office/drawing/2014/main" id="{8DB908D6-8159-4A97-ABE1-789F4059C07A}"/>
              </a:ext>
            </a:extLst>
          </p:cNvPr>
          <p:cNvSpPr>
            <a:spLocks xmlns:a="http://schemas.openxmlformats.org/drawingml/2006/main" noGrp="1"/>
          </p:cNvSpPr>
          <p:nvPr/>
        </p:nvSpPr>
        <p:spPr>
          <a:xfrm xmlns:a="http://schemas.openxmlformats.org/drawingml/2006/main">
            <a:off x="3952875" y="3966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0" name="dp42-comparison / n134 / path">
            <a:extLst xmlns:a="http://schemas.openxmlformats.org/drawingml/2006/main">
              <a:ext uri="{FF2B5EF4-FFF2-40B4-BE49-F238E27FC236}">
                <a16:creationId xmlns:a16="http://schemas.microsoft.com/office/drawing/2014/main" id="{BBCC4902-8440-4E13-A04B-0D8DFE31CE8C}"/>
              </a:ext>
            </a:extLst>
          </p:cNvPr>
          <p:cNvSpPr>
            <a:spLocks xmlns:a="http://schemas.openxmlformats.org/drawingml/2006/main" noGrp="1"/>
          </p:cNvSpPr>
          <p:nvPr/>
        </p:nvSpPr>
        <p:spPr>
          <a:xfrm xmlns:a="http://schemas.openxmlformats.org/drawingml/2006/main">
            <a:off x="2405063" y="4257675"/>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0478">
            <a:solidFill>
              <a:srgbClr val="000000"/>
            </a:solidFill>
            <a:prstDash val="solid"/>
          </a:ln>
        </p:spPr>
      </p:sp>
      <p:sp>
        <p:nvSpPr>
          <p:cNvPr id="111" name="dp42-comparison / n134 / arrow">
            <a:extLst xmlns:a="http://schemas.openxmlformats.org/drawingml/2006/main">
              <a:ext uri="{FF2B5EF4-FFF2-40B4-BE49-F238E27FC236}">
                <a16:creationId xmlns:a16="http://schemas.microsoft.com/office/drawing/2014/main" id="{4B0D0D99-A261-4225-AF57-638D6D8AE1BC}"/>
              </a:ext>
            </a:extLst>
          </p:cNvPr>
          <p:cNvSpPr>
            <a:spLocks xmlns:a="http://schemas.openxmlformats.org/drawingml/2006/main" noGrp="1"/>
          </p:cNvSpPr>
          <p:nvPr/>
        </p:nvSpPr>
        <p:spPr>
          <a:xfrm xmlns:a="http://schemas.openxmlformats.org/drawingml/2006/main">
            <a:off x="2371535" y="4552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2" name="dp42-comparison / n135 / path">
            <a:extLst xmlns:a="http://schemas.openxmlformats.org/drawingml/2006/main">
              <a:ext uri="{FF2B5EF4-FFF2-40B4-BE49-F238E27FC236}">
                <a16:creationId xmlns:a16="http://schemas.microsoft.com/office/drawing/2014/main" id="{79B69C20-A9DD-4A86-97A6-575C4B64E016}"/>
              </a:ext>
            </a:extLst>
          </p:cNvPr>
          <p:cNvSpPr>
            <a:spLocks xmlns:a="http://schemas.openxmlformats.org/drawingml/2006/main" noGrp="1"/>
          </p:cNvSpPr>
          <p:nvPr/>
        </p:nvSpPr>
        <p:spPr>
          <a:xfrm xmlns:a="http://schemas.openxmlformats.org/drawingml/2006/main">
            <a:off x="3262313" y="3914775"/>
            <a:ext cx="953" cy="1028700"/>
          </a:xfrm>
          <a:custGeom xmlns:a="http://schemas.openxmlformats.org/drawingml/2006/main">
            <a:pathLst>
              <a:path w="953" h="1028700">
                <a:moveTo>
                  <a:pt x="0" y="1028700"/>
                </a:moveTo>
                <a:lnTo>
                  <a:pt x="0" y="0"/>
                </a:lnTo>
              </a:path>
            </a:pathLst>
          </a:custGeom>
          <a:noFill xmlns:a="http://schemas.openxmlformats.org/drawingml/2006/main"/>
          <a:ln xmlns:a="http://schemas.openxmlformats.org/drawingml/2006/main" w="10478">
            <a:solidFill>
              <a:srgbClr val="000000"/>
            </a:solidFill>
            <a:prstDash val="dash"/>
          </a:ln>
        </p:spPr>
      </p:sp>
      <p:sp>
        <p:nvSpPr>
          <p:cNvPr id="113" name="dp42-comparison / n135 / arrow">
            <a:extLst xmlns:a="http://schemas.openxmlformats.org/drawingml/2006/main">
              <a:ext uri="{FF2B5EF4-FFF2-40B4-BE49-F238E27FC236}">
                <a16:creationId xmlns:a16="http://schemas.microsoft.com/office/drawing/2014/main" id="{16167E2F-81BC-4189-A2FF-6E7D58787D86}"/>
              </a:ext>
            </a:extLst>
          </p:cNvPr>
          <p:cNvSpPr>
            <a:spLocks xmlns:a="http://schemas.openxmlformats.org/drawingml/2006/main" noGrp="1"/>
          </p:cNvSpPr>
          <p:nvPr/>
        </p:nvSpPr>
        <p:spPr>
          <a:xfrm xmlns:a="http://schemas.openxmlformats.org/drawingml/2006/main">
            <a:off x="3228785" y="39147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14" name="dp42-comparison / n138 / path">
            <a:extLst xmlns:a="http://schemas.openxmlformats.org/drawingml/2006/main">
              <a:ext uri="{FF2B5EF4-FFF2-40B4-BE49-F238E27FC236}">
                <a16:creationId xmlns:a16="http://schemas.microsoft.com/office/drawing/2014/main" id="{E2F665DF-DD60-478D-94EF-2C58AD4D7361}"/>
              </a:ext>
            </a:extLst>
          </p:cNvPr>
          <p:cNvSpPr>
            <a:spLocks xmlns:a="http://schemas.openxmlformats.org/drawingml/2006/main" noGrp="1"/>
          </p:cNvSpPr>
          <p:nvPr/>
        </p:nvSpPr>
        <p:spPr>
          <a:xfrm xmlns:a="http://schemas.openxmlformats.org/drawingml/2006/main">
            <a:off x="1619250" y="4086225"/>
            <a:ext cx="642938" cy="1238250"/>
          </a:xfrm>
          <a:custGeom xmlns:a="http://schemas.openxmlformats.org/drawingml/2006/main">
            <a:pathLst>
              <a:path w="642938" h="1238250">
                <a:moveTo>
                  <a:pt x="95250" y="0"/>
                </a:moveTo>
                <a:lnTo>
                  <a:pt x="0" y="0"/>
                </a:lnTo>
                <a:lnTo>
                  <a:pt x="0" y="1152525"/>
                </a:lnTo>
                <a:lnTo>
                  <a:pt x="642938" y="1152525"/>
                </a:lnTo>
                <a:lnTo>
                  <a:pt x="642938" y="1238250"/>
                </a:lnTo>
              </a:path>
            </a:pathLst>
          </a:custGeom>
          <a:noFill xmlns:a="http://schemas.openxmlformats.org/drawingml/2006/main"/>
          <a:ln xmlns:a="http://schemas.openxmlformats.org/drawingml/2006/main" w="10478">
            <a:solidFill>
              <a:srgbClr val="000000"/>
            </a:solidFill>
            <a:prstDash val="solid"/>
          </a:ln>
        </p:spPr>
      </p:sp>
      <p:sp>
        <p:nvSpPr>
          <p:cNvPr id="115" name="dp42-comparison / n138 / arrow">
            <a:extLst xmlns:a="http://schemas.openxmlformats.org/drawingml/2006/main">
              <a:ext uri="{FF2B5EF4-FFF2-40B4-BE49-F238E27FC236}">
                <a16:creationId xmlns:a16="http://schemas.microsoft.com/office/drawing/2014/main" id="{CE7F9269-1122-4D0D-94B4-33F64D6C2525}"/>
              </a:ext>
            </a:extLst>
          </p:cNvPr>
          <p:cNvSpPr>
            <a:spLocks xmlns:a="http://schemas.openxmlformats.org/drawingml/2006/main" noGrp="1"/>
          </p:cNvSpPr>
          <p:nvPr/>
        </p:nvSpPr>
        <p:spPr>
          <a:xfrm xmlns:a="http://schemas.openxmlformats.org/drawingml/2006/main">
            <a:off x="2228660" y="52574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6" name="dp42-comparison / n139 / path">
            <a:extLst xmlns:a="http://schemas.openxmlformats.org/drawingml/2006/main">
              <a:ext uri="{FF2B5EF4-FFF2-40B4-BE49-F238E27FC236}">
                <a16:creationId xmlns:a16="http://schemas.microsoft.com/office/drawing/2014/main" id="{FB17F07F-120D-4A08-9305-F3FF3C00B5F6}"/>
              </a:ext>
            </a:extLst>
          </p:cNvPr>
          <p:cNvSpPr>
            <a:spLocks xmlns:a="http://schemas.openxmlformats.org/drawingml/2006/main" noGrp="1"/>
          </p:cNvSpPr>
          <p:nvPr/>
        </p:nvSpPr>
        <p:spPr>
          <a:xfrm xmlns:a="http://schemas.openxmlformats.org/drawingml/2006/main">
            <a:off x="3952875" y="4105275"/>
            <a:ext cx="381000" cy="1295400"/>
          </a:xfrm>
          <a:custGeom xmlns:a="http://schemas.openxmlformats.org/drawingml/2006/main">
            <a:pathLst>
              <a:path w="381000" h="1295400">
                <a:moveTo>
                  <a:pt x="0" y="1295400"/>
                </a:moveTo>
                <a:lnTo>
                  <a:pt x="381000" y="1295400"/>
                </a:lnTo>
                <a:lnTo>
                  <a:pt x="381000" y="0"/>
                </a:lnTo>
                <a:lnTo>
                  <a:pt x="0" y="0"/>
                </a:lnTo>
              </a:path>
            </a:pathLst>
          </a:custGeom>
          <a:noFill xmlns:a="http://schemas.openxmlformats.org/drawingml/2006/main"/>
          <a:ln xmlns:a="http://schemas.openxmlformats.org/drawingml/2006/main" w="10478">
            <a:solidFill>
              <a:srgbClr val="000000"/>
            </a:solidFill>
            <a:prstDash val="dash"/>
          </a:ln>
        </p:spPr>
      </p:sp>
      <p:sp>
        <p:nvSpPr>
          <p:cNvPr id="117" name="dp42-comparison / n139 / arrow">
            <a:extLst xmlns:a="http://schemas.openxmlformats.org/drawingml/2006/main">
              <a:ext uri="{FF2B5EF4-FFF2-40B4-BE49-F238E27FC236}">
                <a16:creationId xmlns:a16="http://schemas.microsoft.com/office/drawing/2014/main" id="{15E1EF48-E8BD-4A8C-94BA-BA5705B6F041}"/>
              </a:ext>
            </a:extLst>
          </p:cNvPr>
          <p:cNvSpPr>
            <a:spLocks xmlns:a="http://schemas.openxmlformats.org/drawingml/2006/main" noGrp="1"/>
          </p:cNvSpPr>
          <p:nvPr/>
        </p:nvSpPr>
        <p:spPr>
          <a:xfrm xmlns:a="http://schemas.openxmlformats.org/drawingml/2006/main">
            <a:off x="3952875" y="40717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8" name="dp42-comparison / n144 / path">
            <a:extLst xmlns:a="http://schemas.openxmlformats.org/drawingml/2006/main">
              <a:ext uri="{FF2B5EF4-FFF2-40B4-BE49-F238E27FC236}">
                <a16:creationId xmlns:a16="http://schemas.microsoft.com/office/drawing/2014/main" id="{4A0789E7-3FEA-453D-AEBD-1E512B815D37}"/>
              </a:ext>
            </a:extLst>
          </p:cNvPr>
          <p:cNvSpPr>
            <a:spLocks xmlns:a="http://schemas.openxmlformats.org/drawingml/2006/main" noGrp="1"/>
          </p:cNvSpPr>
          <p:nvPr/>
        </p:nvSpPr>
        <p:spPr>
          <a:xfrm xmlns:a="http://schemas.openxmlformats.org/drawingml/2006/main">
            <a:off x="7905750" y="4257675"/>
            <a:ext cx="953" cy="1066800"/>
          </a:xfrm>
          <a:custGeom xmlns:a="http://schemas.openxmlformats.org/drawingml/2006/main">
            <a:pathLst>
              <a:path w="953" h="1066800">
                <a:moveTo>
                  <a:pt x="0" y="0"/>
                </a:moveTo>
                <a:lnTo>
                  <a:pt x="0" y="1066800"/>
                </a:lnTo>
              </a:path>
            </a:pathLst>
          </a:custGeom>
          <a:noFill xmlns:a="http://schemas.openxmlformats.org/drawingml/2006/main"/>
          <a:ln xmlns:a="http://schemas.openxmlformats.org/drawingml/2006/main" w="10478">
            <a:solidFill>
              <a:srgbClr val="000000"/>
            </a:solidFill>
            <a:prstDash val="solid"/>
          </a:ln>
        </p:spPr>
      </p:sp>
      <p:sp>
        <p:nvSpPr>
          <p:cNvPr id="119" name="dp42-comparison / n144 / arrow">
            <a:extLst xmlns:a="http://schemas.openxmlformats.org/drawingml/2006/main">
              <a:ext uri="{FF2B5EF4-FFF2-40B4-BE49-F238E27FC236}">
                <a16:creationId xmlns:a16="http://schemas.microsoft.com/office/drawing/2014/main" id="{F413C9BA-031B-4C08-AA4B-29C3DEBC12A0}"/>
              </a:ext>
            </a:extLst>
          </p:cNvPr>
          <p:cNvSpPr>
            <a:spLocks xmlns:a="http://schemas.openxmlformats.org/drawingml/2006/main" noGrp="1"/>
          </p:cNvSpPr>
          <p:nvPr/>
        </p:nvSpPr>
        <p:spPr>
          <a:xfrm xmlns:a="http://schemas.openxmlformats.org/drawingml/2006/main">
            <a:off x="7872222" y="52574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0" name="dp42-comparison / n145 / path">
            <a:extLst xmlns:a="http://schemas.openxmlformats.org/drawingml/2006/main">
              <a:ext uri="{FF2B5EF4-FFF2-40B4-BE49-F238E27FC236}">
                <a16:creationId xmlns:a16="http://schemas.microsoft.com/office/drawing/2014/main" id="{5EF5852D-9D4A-400B-B9E5-3AEAC0B1D5C6}"/>
              </a:ext>
            </a:extLst>
          </p:cNvPr>
          <p:cNvSpPr>
            <a:spLocks xmlns:a="http://schemas.openxmlformats.org/drawingml/2006/main" noGrp="1"/>
          </p:cNvSpPr>
          <p:nvPr/>
        </p:nvSpPr>
        <p:spPr>
          <a:xfrm xmlns:a="http://schemas.openxmlformats.org/drawingml/2006/main">
            <a:off x="6496050" y="4086225"/>
            <a:ext cx="123825" cy="1409700"/>
          </a:xfrm>
          <a:custGeom xmlns:a="http://schemas.openxmlformats.org/drawingml/2006/main">
            <a:pathLst>
              <a:path w="123825" h="1409700">
                <a:moveTo>
                  <a:pt x="123825" y="1409700"/>
                </a:moveTo>
                <a:lnTo>
                  <a:pt x="0" y="1409700"/>
                </a:lnTo>
                <a:lnTo>
                  <a:pt x="0" y="0"/>
                </a:lnTo>
                <a:lnTo>
                  <a:pt x="123825" y="0"/>
                </a:lnTo>
              </a:path>
            </a:pathLst>
          </a:custGeom>
          <a:noFill xmlns:a="http://schemas.openxmlformats.org/drawingml/2006/main"/>
          <a:ln xmlns:a="http://schemas.openxmlformats.org/drawingml/2006/main" w="10478">
            <a:solidFill>
              <a:srgbClr val="000000"/>
            </a:solidFill>
            <a:prstDash val="dash"/>
          </a:ln>
        </p:spPr>
      </p:sp>
      <p:sp>
        <p:nvSpPr>
          <p:cNvPr id="121" name="dp42-comparison / n145 / arrow">
            <a:extLst xmlns:a="http://schemas.openxmlformats.org/drawingml/2006/main">
              <a:ext uri="{FF2B5EF4-FFF2-40B4-BE49-F238E27FC236}">
                <a16:creationId xmlns:a16="http://schemas.microsoft.com/office/drawing/2014/main" id="{9BB2AB62-EE78-49CD-9BAB-DBB01BA7354F}"/>
              </a:ext>
            </a:extLst>
          </p:cNvPr>
          <p:cNvSpPr>
            <a:spLocks xmlns:a="http://schemas.openxmlformats.org/drawingml/2006/main" noGrp="1"/>
          </p:cNvSpPr>
          <p:nvPr/>
        </p:nvSpPr>
        <p:spPr>
          <a:xfrm xmlns:a="http://schemas.openxmlformats.org/drawingml/2006/main">
            <a:off x="6552819" y="4052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2" name="dp42-comparison / n150">
            <a:extLst xmlns:a="http://schemas.openxmlformats.org/drawingml/2006/main">
              <a:ext uri="{FF2B5EF4-FFF2-40B4-BE49-F238E27FC236}">
                <a16:creationId xmlns:a16="http://schemas.microsoft.com/office/drawing/2014/main" id="{21EAB680-012C-4341-81D8-C7FA315B6A7C}"/>
              </a:ext>
            </a:extLst>
          </p:cNvPr>
          <p:cNvSpPr>
            <a:spLocks xmlns:a="http://schemas.openxmlformats.org/drawingml/2006/main" noGrp="1"/>
          </p:cNvSpPr>
          <p:nvPr/>
        </p:nvSpPr>
        <p:spPr>
          <a:xfrm xmlns:a="http://schemas.openxmlformats.org/drawingml/2006/main">
            <a:off x="4429125" y="5915025"/>
            <a:ext cx="2095500" cy="295275"/>
          </a:xfrm>
          <a:prstGeom xmlns:a="http://schemas.openxmlformats.org/drawingml/2006/main" prst="roundRect">
            <a:avLst>
              <a:gd name="adj" fmla="val 25806"/>
            </a:avLst>
          </a:prstGeom>
          <a:solidFill xmlns:a="http://schemas.openxmlformats.org/drawingml/2006/main">
            <a:srgbClr val="FFF0DD"/>
          </a:solidFill>
          <a:ln xmlns:a="http://schemas.openxmlformats.org/drawingml/2006/main" w="17145">
            <a:solidFill>
              <a:srgbClr val="B8753F"/>
            </a:solidFill>
            <a:prstDash val="solid"/>
          </a:ln>
        </p:spPr>
      </p:sp>
      <p:sp>
        <p:nvSpPr>
          <p:cNvPr id="123" name="dp42-comparison / n151 / text 1">
            <a:extLst xmlns:a="http://schemas.openxmlformats.org/drawingml/2006/main">
              <a:ext uri="{FF2B5EF4-FFF2-40B4-BE49-F238E27FC236}">
                <a16:creationId xmlns:a16="http://schemas.microsoft.com/office/drawing/2014/main" id="{E98CDF94-4781-4046-B05B-1BD662D5BC04}"/>
              </a:ext>
            </a:extLst>
          </p:cNvPr>
          <p:cNvSpPr>
            <a:spLocks xmlns:a="http://schemas.openxmlformats.org/drawingml/2006/main" noGrp="1"/>
          </p:cNvSpPr>
          <p:nvPr/>
        </p:nvSpPr>
        <p:spPr>
          <a:xfrm xmlns:a="http://schemas.openxmlformats.org/drawingml/2006/main">
            <a:off x="4514850" y="5957411"/>
            <a:ext cx="1924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트랜잭션 관리자</a:t>
            </a:r>
          </a:p>
        </p:txBody>
      </p:sp>
      <p:sp>
        <p:nvSpPr>
          <p:cNvPr id="124" name="dp42-comparison / n152">
            <a:extLst xmlns:a="http://schemas.openxmlformats.org/drawingml/2006/main">
              <a:ext uri="{FF2B5EF4-FFF2-40B4-BE49-F238E27FC236}">
                <a16:creationId xmlns:a16="http://schemas.microsoft.com/office/drawing/2014/main" id="{F96FEBB6-D9AE-4025-AF12-04134CB2D3AA}"/>
              </a:ext>
            </a:extLst>
          </p:cNvPr>
          <p:cNvSpPr>
            <a:spLocks xmlns:a="http://schemas.openxmlformats.org/drawingml/2006/main" noGrp="1"/>
          </p:cNvSpPr>
          <p:nvPr/>
        </p:nvSpPr>
        <p:spPr>
          <a:xfrm xmlns:a="http://schemas.openxmlformats.org/drawingml/2006/main">
            <a:off x="4619625" y="6400800"/>
            <a:ext cx="1905000" cy="2857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53 / text 1">
            <a:extLst xmlns:a="http://schemas.openxmlformats.org/drawingml/2006/main">
              <a:ext uri="{FF2B5EF4-FFF2-40B4-BE49-F238E27FC236}">
                <a16:creationId xmlns:a16="http://schemas.microsoft.com/office/drawing/2014/main" id="{C546EFAB-E575-4BC7-A170-7515967170BB}"/>
              </a:ext>
            </a:extLst>
          </p:cNvPr>
          <p:cNvSpPr>
            <a:spLocks xmlns:a="http://schemas.openxmlformats.org/drawingml/2006/main" noGrp="1"/>
          </p:cNvSpPr>
          <p:nvPr/>
        </p:nvSpPr>
        <p:spPr>
          <a:xfrm xmlns:a="http://schemas.openxmlformats.org/drawingml/2006/main">
            <a:off x="4705350" y="6515100"/>
            <a:ext cx="1733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State Store</a:t>
            </a:r>
          </a:p>
        </p:txBody>
      </p:sp>
      <p:sp>
        <p:nvSpPr>
          <p:cNvPr id="126" name="dp42-comparison / n154 / path">
            <a:extLst xmlns:a="http://schemas.openxmlformats.org/drawingml/2006/main">
              <a:ext uri="{FF2B5EF4-FFF2-40B4-BE49-F238E27FC236}">
                <a16:creationId xmlns:a16="http://schemas.microsoft.com/office/drawing/2014/main" id="{98ED2E92-A769-408E-8BCD-24560F97C066}"/>
              </a:ext>
            </a:extLst>
          </p:cNvPr>
          <p:cNvSpPr>
            <a:spLocks xmlns:a="http://schemas.openxmlformats.org/drawingml/2006/main" noGrp="1"/>
          </p:cNvSpPr>
          <p:nvPr/>
        </p:nvSpPr>
        <p:spPr>
          <a:xfrm xmlns:a="http://schemas.openxmlformats.org/drawingml/2006/main">
            <a:off x="3952875" y="4238625"/>
            <a:ext cx="1000125" cy="1676400"/>
          </a:xfrm>
          <a:custGeom xmlns:a="http://schemas.openxmlformats.org/drawingml/2006/main">
            <a:pathLst>
              <a:path w="1000125" h="1676400">
                <a:moveTo>
                  <a:pt x="0" y="0"/>
                </a:moveTo>
                <a:lnTo>
                  <a:pt x="285750" y="0"/>
                </a:lnTo>
                <a:lnTo>
                  <a:pt x="285750" y="1600200"/>
                </a:lnTo>
                <a:lnTo>
                  <a:pt x="1000125" y="1600200"/>
                </a:lnTo>
                <a:lnTo>
                  <a:pt x="1000125" y="1676400"/>
                </a:lnTo>
              </a:path>
            </a:pathLst>
          </a:custGeom>
          <a:noFill xmlns:a="http://schemas.openxmlformats.org/drawingml/2006/main"/>
          <a:ln xmlns:a="http://schemas.openxmlformats.org/drawingml/2006/main" w="10478">
            <a:solidFill>
              <a:srgbClr val="000000"/>
            </a:solidFill>
            <a:prstDash val="solid"/>
          </a:ln>
        </p:spPr>
      </p:sp>
      <p:sp>
        <p:nvSpPr>
          <p:cNvPr id="127" name="dp42-comparison / n154 / arrow">
            <a:extLst xmlns:a="http://schemas.openxmlformats.org/drawingml/2006/main">
              <a:ext uri="{FF2B5EF4-FFF2-40B4-BE49-F238E27FC236}">
                <a16:creationId xmlns:a16="http://schemas.microsoft.com/office/drawing/2014/main" id="{2FFD3503-A000-4CC6-9CC8-CC8CF661BD99}"/>
              </a:ext>
            </a:extLst>
          </p:cNvPr>
          <p:cNvSpPr>
            <a:spLocks xmlns:a="http://schemas.openxmlformats.org/drawingml/2006/main" noGrp="1"/>
          </p:cNvSpPr>
          <p:nvPr/>
        </p:nvSpPr>
        <p:spPr>
          <a:xfrm xmlns:a="http://schemas.openxmlformats.org/drawingml/2006/main">
            <a:off x="4919472" y="5847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8" name="dp42-comparison / n155 / path">
            <a:extLst xmlns:a="http://schemas.openxmlformats.org/drawingml/2006/main">
              <a:ext uri="{FF2B5EF4-FFF2-40B4-BE49-F238E27FC236}">
                <a16:creationId xmlns:a16="http://schemas.microsoft.com/office/drawing/2014/main" id="{54B5B510-F066-4426-B0D7-75F14B54C160}"/>
              </a:ext>
            </a:extLst>
          </p:cNvPr>
          <p:cNvSpPr>
            <a:spLocks xmlns:a="http://schemas.openxmlformats.org/drawingml/2006/main" noGrp="1"/>
          </p:cNvSpPr>
          <p:nvPr/>
        </p:nvSpPr>
        <p:spPr>
          <a:xfrm xmlns:a="http://schemas.openxmlformats.org/drawingml/2006/main">
            <a:off x="6000750" y="4238625"/>
            <a:ext cx="619125" cy="1676400"/>
          </a:xfrm>
          <a:custGeom xmlns:a="http://schemas.openxmlformats.org/drawingml/2006/main">
            <a:pathLst>
              <a:path w="619125" h="1676400">
                <a:moveTo>
                  <a:pt x="619125" y="0"/>
                </a:moveTo>
                <a:lnTo>
                  <a:pt x="571500" y="0"/>
                </a:lnTo>
                <a:lnTo>
                  <a:pt x="571500" y="1600200"/>
                </a:lnTo>
                <a:lnTo>
                  <a:pt x="0" y="1600200"/>
                </a:lnTo>
                <a:lnTo>
                  <a:pt x="0" y="1676400"/>
                </a:lnTo>
              </a:path>
            </a:pathLst>
          </a:custGeom>
          <a:noFill xmlns:a="http://schemas.openxmlformats.org/drawingml/2006/main"/>
          <a:ln xmlns:a="http://schemas.openxmlformats.org/drawingml/2006/main" w="10478">
            <a:solidFill>
              <a:srgbClr val="000000"/>
            </a:solidFill>
            <a:prstDash val="solid"/>
          </a:ln>
        </p:spPr>
      </p:sp>
      <p:sp>
        <p:nvSpPr>
          <p:cNvPr id="129" name="dp42-comparison / n155 / arrow">
            <a:extLst xmlns:a="http://schemas.openxmlformats.org/drawingml/2006/main">
              <a:ext uri="{FF2B5EF4-FFF2-40B4-BE49-F238E27FC236}">
                <a16:creationId xmlns:a16="http://schemas.microsoft.com/office/drawing/2014/main" id="{D4B7E691-1031-49CE-9BA5-307F104245F7}"/>
              </a:ext>
            </a:extLst>
          </p:cNvPr>
          <p:cNvSpPr>
            <a:spLocks xmlns:a="http://schemas.openxmlformats.org/drawingml/2006/main" noGrp="1"/>
          </p:cNvSpPr>
          <p:nvPr/>
        </p:nvSpPr>
        <p:spPr>
          <a:xfrm xmlns:a="http://schemas.openxmlformats.org/drawingml/2006/main">
            <a:off x="5967222" y="5847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0" name="dp42-comparison / n156 / path">
            <a:extLst xmlns:a="http://schemas.openxmlformats.org/drawingml/2006/main">
              <a:ext uri="{FF2B5EF4-FFF2-40B4-BE49-F238E27FC236}">
                <a16:creationId xmlns:a16="http://schemas.microsoft.com/office/drawing/2014/main" id="{FDCA0C2F-EF8F-4418-8661-DFA60B9EFA0D}"/>
              </a:ext>
            </a:extLst>
          </p:cNvPr>
          <p:cNvSpPr>
            <a:spLocks xmlns:a="http://schemas.openxmlformats.org/drawingml/2006/main" noGrp="1"/>
          </p:cNvSpPr>
          <p:nvPr/>
        </p:nvSpPr>
        <p:spPr>
          <a:xfrm xmlns:a="http://schemas.openxmlformats.org/drawingml/2006/main">
            <a:off x="5476875" y="6210300"/>
            <a:ext cx="95250" cy="190500"/>
          </a:xfrm>
          <a:custGeom xmlns:a="http://schemas.openxmlformats.org/drawingml/2006/main">
            <a:pathLst>
              <a:path w="95250" h="190500">
                <a:moveTo>
                  <a:pt x="0" y="0"/>
                </a:moveTo>
                <a:lnTo>
                  <a:pt x="0" y="85725"/>
                </a:lnTo>
                <a:lnTo>
                  <a:pt x="95250" y="85725"/>
                </a:lnTo>
                <a:lnTo>
                  <a:pt x="95250" y="190500"/>
                </a:lnTo>
              </a:path>
            </a:pathLst>
          </a:custGeom>
          <a:noFill xmlns:a="http://schemas.openxmlformats.org/drawingml/2006/main"/>
          <a:ln xmlns:a="http://schemas.openxmlformats.org/drawingml/2006/main" w="10478">
            <a:solidFill>
              <a:srgbClr val="000000"/>
            </a:solidFill>
            <a:prstDash val="solid"/>
          </a:ln>
        </p:spPr>
      </p:sp>
      <p:sp>
        <p:nvSpPr>
          <p:cNvPr id="131" name="dp42-comparison / n156 / arrow">
            <a:extLst xmlns:a="http://schemas.openxmlformats.org/drawingml/2006/main">
              <a:ext uri="{FF2B5EF4-FFF2-40B4-BE49-F238E27FC236}">
                <a16:creationId xmlns:a16="http://schemas.microsoft.com/office/drawing/2014/main" id="{9859A4CE-33FA-4478-9F80-C38FD1665420}"/>
              </a:ext>
            </a:extLst>
          </p:cNvPr>
          <p:cNvSpPr>
            <a:spLocks xmlns:a="http://schemas.openxmlformats.org/drawingml/2006/main" noGrp="1"/>
          </p:cNvSpPr>
          <p:nvPr/>
        </p:nvSpPr>
        <p:spPr>
          <a:xfrm xmlns:a="http://schemas.openxmlformats.org/drawingml/2006/main">
            <a:off x="5538597" y="6333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2" name="dp42-comparison / n157 / path">
            <a:extLst xmlns:a="http://schemas.openxmlformats.org/drawingml/2006/main">
              <a:ext uri="{FF2B5EF4-FFF2-40B4-BE49-F238E27FC236}">
                <a16:creationId xmlns:a16="http://schemas.microsoft.com/office/drawing/2014/main" id="{1371C358-D615-4999-8B57-1375CFD7F06D}"/>
              </a:ext>
            </a:extLst>
          </p:cNvPr>
          <p:cNvSpPr>
            <a:spLocks xmlns:a="http://schemas.openxmlformats.org/drawingml/2006/main" noGrp="1"/>
          </p:cNvSpPr>
          <p:nvPr/>
        </p:nvSpPr>
        <p:spPr>
          <a:xfrm xmlns:a="http://schemas.openxmlformats.org/drawingml/2006/main">
            <a:off x="6000750" y="5915025"/>
            <a:ext cx="95250" cy="771525"/>
          </a:xfrm>
          <a:custGeom xmlns:a="http://schemas.openxmlformats.org/drawingml/2006/main">
            <a:pathLst>
              <a:path w="95250" h="771525">
                <a:moveTo>
                  <a:pt x="95250" y="771525"/>
                </a:moveTo>
                <a:lnTo>
                  <a:pt x="95250" y="400050"/>
                </a:lnTo>
                <a:lnTo>
                  <a:pt x="0" y="400050"/>
                </a:lnTo>
                <a:lnTo>
                  <a:pt x="0" y="0"/>
                </a:lnTo>
              </a:path>
            </a:pathLst>
          </a:custGeom>
          <a:noFill xmlns:a="http://schemas.openxmlformats.org/drawingml/2006/main"/>
          <a:ln xmlns:a="http://schemas.openxmlformats.org/drawingml/2006/main" w="10478">
            <a:solidFill>
              <a:srgbClr val="000000"/>
            </a:solidFill>
            <a:prstDash val="dash"/>
          </a:ln>
        </p:spPr>
      </p:sp>
      <p:sp>
        <p:nvSpPr>
          <p:cNvPr id="133" name="dp42-comparison / n157 / arrow">
            <a:extLst xmlns:a="http://schemas.openxmlformats.org/drawingml/2006/main">
              <a:ext uri="{FF2B5EF4-FFF2-40B4-BE49-F238E27FC236}">
                <a16:creationId xmlns:a16="http://schemas.microsoft.com/office/drawing/2014/main" id="{36D7F67D-B619-4DBC-B088-1C45639D132C}"/>
              </a:ext>
            </a:extLst>
          </p:cNvPr>
          <p:cNvSpPr>
            <a:spLocks xmlns:a="http://schemas.openxmlformats.org/drawingml/2006/main" noGrp="1"/>
          </p:cNvSpPr>
          <p:nvPr/>
        </p:nvSpPr>
        <p:spPr>
          <a:xfrm xmlns:a="http://schemas.openxmlformats.org/drawingml/2006/main">
            <a:off x="5967222" y="59150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34" name="dp42-comparison / n162 / path">
            <a:extLst xmlns:a="http://schemas.openxmlformats.org/drawingml/2006/main">
              <a:ext uri="{FF2B5EF4-FFF2-40B4-BE49-F238E27FC236}">
                <a16:creationId xmlns:a16="http://schemas.microsoft.com/office/drawing/2014/main" id="{6CE28A6B-68E4-4BF3-90D8-BE7F1DF1F1D6}"/>
              </a:ext>
            </a:extLst>
          </p:cNvPr>
          <p:cNvSpPr>
            <a:spLocks xmlns:a="http://schemas.openxmlformats.org/drawingml/2006/main" noGrp="1"/>
          </p:cNvSpPr>
          <p:nvPr/>
        </p:nvSpPr>
        <p:spPr>
          <a:xfrm xmlns:a="http://schemas.openxmlformats.org/drawingml/2006/main">
            <a:off x="3952875" y="4229100"/>
            <a:ext cx="476250" cy="1833563"/>
          </a:xfrm>
          <a:custGeom xmlns:a="http://schemas.openxmlformats.org/drawingml/2006/main">
            <a:pathLst>
              <a:path w="476250" h="1833563">
                <a:moveTo>
                  <a:pt x="476250" y="1833563"/>
                </a:moveTo>
                <a:lnTo>
                  <a:pt x="228600" y="1833563"/>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35" name="dp42-comparison / n162 / arrow">
            <a:extLst xmlns:a="http://schemas.openxmlformats.org/drawingml/2006/main">
              <a:ext uri="{FF2B5EF4-FFF2-40B4-BE49-F238E27FC236}">
                <a16:creationId xmlns:a16="http://schemas.microsoft.com/office/drawing/2014/main" id="{39D34E8E-4E80-4896-A975-3159A20FBC73}"/>
              </a:ext>
            </a:extLst>
          </p:cNvPr>
          <p:cNvSpPr>
            <a:spLocks xmlns:a="http://schemas.openxmlformats.org/drawingml/2006/main" noGrp="1"/>
          </p:cNvSpPr>
          <p:nvPr/>
        </p:nvSpPr>
        <p:spPr>
          <a:xfrm xmlns:a="http://schemas.openxmlformats.org/drawingml/2006/main">
            <a:off x="3952875" y="41955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36" name="dp42-comparison / n163 / path">
            <a:extLst xmlns:a="http://schemas.openxmlformats.org/drawingml/2006/main">
              <a:ext uri="{FF2B5EF4-FFF2-40B4-BE49-F238E27FC236}">
                <a16:creationId xmlns:a16="http://schemas.microsoft.com/office/drawing/2014/main" id="{461B67F6-DADC-4436-ACE1-D2906FC96112}"/>
              </a:ext>
            </a:extLst>
          </p:cNvPr>
          <p:cNvSpPr>
            <a:spLocks xmlns:a="http://schemas.openxmlformats.org/drawingml/2006/main" noGrp="1"/>
          </p:cNvSpPr>
          <p:nvPr/>
        </p:nvSpPr>
        <p:spPr>
          <a:xfrm xmlns:a="http://schemas.openxmlformats.org/drawingml/2006/main">
            <a:off x="6524625" y="4229100"/>
            <a:ext cx="95250" cy="1833563"/>
          </a:xfrm>
          <a:custGeom xmlns:a="http://schemas.openxmlformats.org/drawingml/2006/main">
            <a:pathLst>
              <a:path w="95250" h="1833563">
                <a:moveTo>
                  <a:pt x="0" y="1833563"/>
                </a:moveTo>
                <a:lnTo>
                  <a:pt x="66675" y="1833563"/>
                </a:lnTo>
                <a:lnTo>
                  <a:pt x="66675" y="0"/>
                </a:lnTo>
                <a:lnTo>
                  <a:pt x="95250" y="0"/>
                </a:lnTo>
              </a:path>
            </a:pathLst>
          </a:custGeom>
          <a:noFill xmlns:a="http://schemas.openxmlformats.org/drawingml/2006/main"/>
          <a:ln xmlns:a="http://schemas.openxmlformats.org/drawingml/2006/main" w="10478">
            <a:solidFill>
              <a:srgbClr val="000000"/>
            </a:solidFill>
            <a:prstDash val="dash"/>
          </a:ln>
        </p:spPr>
      </p:sp>
      <p:sp>
        <p:nvSpPr>
          <p:cNvPr id="137" name="dp42-comparison / n163 / arrow">
            <a:extLst xmlns:a="http://schemas.openxmlformats.org/drawingml/2006/main">
              <a:ext uri="{FF2B5EF4-FFF2-40B4-BE49-F238E27FC236}">
                <a16:creationId xmlns:a16="http://schemas.microsoft.com/office/drawing/2014/main" id="{9E1F0C48-9FE9-4AB4-A9EF-70005774944C}"/>
              </a:ext>
            </a:extLst>
          </p:cNvPr>
          <p:cNvSpPr>
            <a:spLocks xmlns:a="http://schemas.openxmlformats.org/drawingml/2006/main" noGrp="1"/>
          </p:cNvSpPr>
          <p:nvPr/>
        </p:nvSpPr>
        <p:spPr>
          <a:xfrm xmlns:a="http://schemas.openxmlformats.org/drawingml/2006/main">
            <a:off x="6552819" y="41955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8" name="dp42-comparison / n164 / path">
            <a:extLst xmlns:a="http://schemas.openxmlformats.org/drawingml/2006/main">
              <a:ext uri="{FF2B5EF4-FFF2-40B4-BE49-F238E27FC236}">
                <a16:creationId xmlns:a16="http://schemas.microsoft.com/office/drawing/2014/main" id="{F186BF05-59B2-4496-B52A-68855AFA5D6A}"/>
              </a:ext>
            </a:extLst>
          </p:cNvPr>
          <p:cNvSpPr>
            <a:spLocks xmlns:a="http://schemas.openxmlformats.org/drawingml/2006/main" noGrp="1"/>
          </p:cNvSpPr>
          <p:nvPr/>
        </p:nvSpPr>
        <p:spPr>
          <a:xfrm xmlns:a="http://schemas.openxmlformats.org/drawingml/2006/main">
            <a:off x="1657350" y="5495925"/>
            <a:ext cx="2962275" cy="904875"/>
          </a:xfrm>
          <a:custGeom xmlns:a="http://schemas.openxmlformats.org/drawingml/2006/main">
            <a:pathLst>
              <a:path w="2962275" h="904875">
                <a:moveTo>
                  <a:pt x="57150" y="0"/>
                </a:moveTo>
                <a:lnTo>
                  <a:pt x="0" y="0"/>
                </a:lnTo>
                <a:lnTo>
                  <a:pt x="0" y="762000"/>
                </a:lnTo>
                <a:lnTo>
                  <a:pt x="2962275" y="762000"/>
                </a:lnTo>
                <a:lnTo>
                  <a:pt x="2962275" y="904875"/>
                </a:lnTo>
              </a:path>
            </a:pathLst>
          </a:custGeom>
          <a:noFill xmlns:a="http://schemas.openxmlformats.org/drawingml/2006/main"/>
          <a:ln xmlns:a="http://schemas.openxmlformats.org/drawingml/2006/main" w="10478">
            <a:solidFill>
              <a:srgbClr val="000000"/>
            </a:solidFill>
            <a:prstDash val="solid"/>
          </a:ln>
        </p:spPr>
      </p:sp>
      <p:sp>
        <p:nvSpPr>
          <p:cNvPr id="139" name="dp42-comparison / n164 / arrow">
            <a:extLst xmlns:a="http://schemas.openxmlformats.org/drawingml/2006/main">
              <a:ext uri="{FF2B5EF4-FFF2-40B4-BE49-F238E27FC236}">
                <a16:creationId xmlns:a16="http://schemas.microsoft.com/office/drawing/2014/main" id="{9B12CEA2-AC8D-47E6-9227-AE11E4CD2968}"/>
              </a:ext>
            </a:extLst>
          </p:cNvPr>
          <p:cNvSpPr>
            <a:spLocks xmlns:a="http://schemas.openxmlformats.org/drawingml/2006/main" noGrp="1"/>
          </p:cNvSpPr>
          <p:nvPr/>
        </p:nvSpPr>
        <p:spPr>
          <a:xfrm xmlns:a="http://schemas.openxmlformats.org/drawingml/2006/main">
            <a:off x="4586097" y="6333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40" name="dp42-comparison / n165">
            <a:extLst xmlns:a="http://schemas.openxmlformats.org/drawingml/2006/main">
              <a:ext uri="{FF2B5EF4-FFF2-40B4-BE49-F238E27FC236}">
                <a16:creationId xmlns:a16="http://schemas.microsoft.com/office/drawing/2014/main" id="{F8B43D2C-70FF-4E4C-A99D-5CF6CCA3AE0C}"/>
              </a:ext>
            </a:extLst>
          </p:cNvPr>
          <p:cNvSpPr>
            <a:spLocks xmlns:a="http://schemas.openxmlformats.org/drawingml/2006/main" noGrp="1"/>
          </p:cNvSpPr>
          <p:nvPr/>
        </p:nvSpPr>
        <p:spPr>
          <a:xfrm xmlns:a="http://schemas.openxmlformats.org/drawingml/2006/main">
            <a:off x="1714500" y="70199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1" name="dp42-comparison / n166 / text 1">
            <a:extLst xmlns:a="http://schemas.openxmlformats.org/drawingml/2006/main">
              <a:ext uri="{FF2B5EF4-FFF2-40B4-BE49-F238E27FC236}">
                <a16:creationId xmlns:a16="http://schemas.microsoft.com/office/drawing/2014/main" id="{E4C19EDB-B54A-4D81-9CF4-3CB5AA8562AB}"/>
              </a:ext>
            </a:extLst>
          </p:cNvPr>
          <p:cNvSpPr>
            <a:spLocks xmlns:a="http://schemas.openxmlformats.org/drawingml/2006/main" noGrp="1"/>
          </p:cNvSpPr>
          <p:nvPr/>
        </p:nvSpPr>
        <p:spPr>
          <a:xfrm xmlns:a="http://schemas.openxmlformats.org/drawingml/2006/main">
            <a:off x="1800225" y="70670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Interaction Manager</a:t>
            </a:r>
          </a:p>
        </p:txBody>
      </p:sp>
      <p:sp>
        <p:nvSpPr>
          <p:cNvPr id="142" name="dp42-comparison / n167">
            <a:extLst xmlns:a="http://schemas.openxmlformats.org/drawingml/2006/main">
              <a:ext uri="{FF2B5EF4-FFF2-40B4-BE49-F238E27FC236}">
                <a16:creationId xmlns:a16="http://schemas.microsoft.com/office/drawing/2014/main" id="{B1294CC1-B966-4B1F-ABE7-FADD4E9D3053}"/>
              </a:ext>
            </a:extLst>
          </p:cNvPr>
          <p:cNvSpPr>
            <a:spLocks xmlns:a="http://schemas.openxmlformats.org/drawingml/2006/main" noGrp="1"/>
          </p:cNvSpPr>
          <p:nvPr/>
        </p:nvSpPr>
        <p:spPr>
          <a:xfrm xmlns:a="http://schemas.openxmlformats.org/drawingml/2006/main">
            <a:off x="4619625" y="70199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3" name="dp42-comparison / n168 / text 1">
            <a:extLst xmlns:a="http://schemas.openxmlformats.org/drawingml/2006/main">
              <a:ext uri="{FF2B5EF4-FFF2-40B4-BE49-F238E27FC236}">
                <a16:creationId xmlns:a16="http://schemas.microsoft.com/office/drawing/2014/main" id="{21F686BB-61A5-4182-8780-48F805C5A51C}"/>
              </a:ext>
            </a:extLst>
          </p:cNvPr>
          <p:cNvSpPr>
            <a:spLocks xmlns:a="http://schemas.openxmlformats.org/drawingml/2006/main" noGrp="1"/>
          </p:cNvSpPr>
          <p:nvPr/>
        </p:nvSpPr>
        <p:spPr>
          <a:xfrm xmlns:a="http://schemas.openxmlformats.org/drawingml/2006/main">
            <a:off x="4705350" y="7067074"/>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Model Access</a:t>
            </a:r>
          </a:p>
        </p:txBody>
      </p:sp>
      <p:sp>
        <p:nvSpPr>
          <p:cNvPr id="144" name="dp42-comparison / n169">
            <a:extLst xmlns:a="http://schemas.openxmlformats.org/drawingml/2006/main">
              <a:ext uri="{FF2B5EF4-FFF2-40B4-BE49-F238E27FC236}">
                <a16:creationId xmlns:a16="http://schemas.microsoft.com/office/drawing/2014/main" id="{3E0BA7A9-9794-4537-BCF5-5FCF8A8B538C}"/>
              </a:ext>
            </a:extLst>
          </p:cNvPr>
          <p:cNvSpPr>
            <a:spLocks xmlns:a="http://schemas.openxmlformats.org/drawingml/2006/main" noGrp="1"/>
          </p:cNvSpPr>
          <p:nvPr/>
        </p:nvSpPr>
        <p:spPr>
          <a:xfrm xmlns:a="http://schemas.openxmlformats.org/drawingml/2006/main">
            <a:off x="7048500" y="7019925"/>
            <a:ext cx="233362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5" name="dp42-comparison / n170 / text 1">
            <a:extLst xmlns:a="http://schemas.openxmlformats.org/drawingml/2006/main">
              <a:ext uri="{FF2B5EF4-FFF2-40B4-BE49-F238E27FC236}">
                <a16:creationId xmlns:a16="http://schemas.microsoft.com/office/drawing/2014/main" id="{250497F5-4296-4B08-894C-089638F432BF}"/>
              </a:ext>
            </a:extLst>
          </p:cNvPr>
          <p:cNvSpPr>
            <a:spLocks xmlns:a="http://schemas.openxmlformats.org/drawingml/2006/main" noGrp="1"/>
          </p:cNvSpPr>
          <p:nvPr/>
        </p:nvSpPr>
        <p:spPr>
          <a:xfrm xmlns:a="http://schemas.openxmlformats.org/drawingml/2006/main">
            <a:off x="7134225" y="7067074"/>
            <a:ext cx="2162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Downstream Agent</a:t>
            </a:r>
          </a:p>
        </p:txBody>
      </p:sp>
      <p:sp>
        <p:nvSpPr>
          <p:cNvPr id="146" name="dp42-comparison / n171 / path">
            <a:extLst xmlns:a="http://schemas.openxmlformats.org/drawingml/2006/main">
              <a:ext uri="{FF2B5EF4-FFF2-40B4-BE49-F238E27FC236}">
                <a16:creationId xmlns:a16="http://schemas.microsoft.com/office/drawing/2014/main" id="{F0BD5C3D-0C35-41CE-8A6D-964D331BBCF3}"/>
              </a:ext>
            </a:extLst>
          </p:cNvPr>
          <p:cNvSpPr>
            <a:spLocks xmlns:a="http://schemas.openxmlformats.org/drawingml/2006/main" noGrp="1"/>
          </p:cNvSpPr>
          <p:nvPr/>
        </p:nvSpPr>
        <p:spPr>
          <a:xfrm xmlns:a="http://schemas.openxmlformats.org/drawingml/2006/main">
            <a:off x="1428750" y="4086225"/>
            <a:ext cx="285750" cy="3086100"/>
          </a:xfrm>
          <a:custGeom xmlns:a="http://schemas.openxmlformats.org/drawingml/2006/main">
            <a:pathLst>
              <a:path w="285750" h="3086100">
                <a:moveTo>
                  <a:pt x="285750" y="3086100"/>
                </a:moveTo>
                <a:lnTo>
                  <a:pt x="0" y="3086100"/>
                </a:lnTo>
                <a:lnTo>
                  <a:pt x="0" y="0"/>
                </a:lnTo>
                <a:lnTo>
                  <a:pt x="285750" y="0"/>
                </a:lnTo>
              </a:path>
            </a:pathLst>
          </a:custGeom>
          <a:noFill xmlns:a="http://schemas.openxmlformats.org/drawingml/2006/main"/>
          <a:ln xmlns:a="http://schemas.openxmlformats.org/drawingml/2006/main" w="10478">
            <a:solidFill>
              <a:srgbClr val="000000"/>
            </a:solidFill>
            <a:prstDash val="solid"/>
          </a:ln>
        </p:spPr>
      </p:sp>
      <p:sp>
        <p:nvSpPr>
          <p:cNvPr id="147" name="dp42-comparison / n171 / arrow">
            <a:extLst xmlns:a="http://schemas.openxmlformats.org/drawingml/2006/main">
              <a:ext uri="{FF2B5EF4-FFF2-40B4-BE49-F238E27FC236}">
                <a16:creationId xmlns:a16="http://schemas.microsoft.com/office/drawing/2014/main" id="{0E868C58-235E-4374-B6C4-EEA57B0FA6DF}"/>
              </a:ext>
            </a:extLst>
          </p:cNvPr>
          <p:cNvSpPr>
            <a:spLocks xmlns:a="http://schemas.openxmlformats.org/drawingml/2006/main" noGrp="1"/>
          </p:cNvSpPr>
          <p:nvPr/>
        </p:nvSpPr>
        <p:spPr>
          <a:xfrm xmlns:a="http://schemas.openxmlformats.org/drawingml/2006/main">
            <a:off x="1647444" y="4052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48" name="dp42-comparison / n172 / path">
            <a:extLst xmlns:a="http://schemas.openxmlformats.org/drawingml/2006/main">
              <a:ext uri="{FF2B5EF4-FFF2-40B4-BE49-F238E27FC236}">
                <a16:creationId xmlns:a16="http://schemas.microsoft.com/office/drawing/2014/main" id="{3204BC84-92FA-43D0-A803-B84386FE8797}"/>
              </a:ext>
            </a:extLst>
          </p:cNvPr>
          <p:cNvSpPr>
            <a:spLocks xmlns:a="http://schemas.openxmlformats.org/drawingml/2006/main" noGrp="1"/>
          </p:cNvSpPr>
          <p:nvPr/>
        </p:nvSpPr>
        <p:spPr>
          <a:xfrm xmlns:a="http://schemas.openxmlformats.org/drawingml/2006/main">
            <a:off x="1562100" y="5591175"/>
            <a:ext cx="985838" cy="1428750"/>
          </a:xfrm>
          <a:custGeom xmlns:a="http://schemas.openxmlformats.org/drawingml/2006/main">
            <a:pathLst>
              <a:path w="985838" h="1428750">
                <a:moveTo>
                  <a:pt x="152400" y="0"/>
                </a:moveTo>
                <a:lnTo>
                  <a:pt x="0" y="0"/>
                </a:lnTo>
                <a:lnTo>
                  <a:pt x="0" y="1304925"/>
                </a:lnTo>
                <a:lnTo>
                  <a:pt x="985838" y="1304925"/>
                </a:lnTo>
                <a:lnTo>
                  <a:pt x="985838" y="1428750"/>
                </a:lnTo>
              </a:path>
            </a:pathLst>
          </a:custGeom>
          <a:noFill xmlns:a="http://schemas.openxmlformats.org/drawingml/2006/main"/>
          <a:ln xmlns:a="http://schemas.openxmlformats.org/drawingml/2006/main" w="10478">
            <a:solidFill>
              <a:srgbClr val="000000"/>
            </a:solidFill>
            <a:prstDash val="solid"/>
          </a:ln>
        </p:spPr>
      </p:sp>
      <p:sp>
        <p:nvSpPr>
          <p:cNvPr id="149" name="dp42-comparison / n172 / arrow">
            <a:extLst xmlns:a="http://schemas.openxmlformats.org/drawingml/2006/main">
              <a:ext uri="{FF2B5EF4-FFF2-40B4-BE49-F238E27FC236}">
                <a16:creationId xmlns:a16="http://schemas.microsoft.com/office/drawing/2014/main" id="{AE1A4C7B-7315-4DB6-AB91-7BA8DD3FC286}"/>
              </a:ext>
            </a:extLst>
          </p:cNvPr>
          <p:cNvSpPr>
            <a:spLocks xmlns:a="http://schemas.openxmlformats.org/drawingml/2006/main" noGrp="1"/>
          </p:cNvSpPr>
          <p:nvPr/>
        </p:nvSpPr>
        <p:spPr>
          <a:xfrm xmlns:a="http://schemas.openxmlformats.org/drawingml/2006/main">
            <a:off x="2514410"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0" name="dp42-comparison / n173 / path">
            <a:extLst xmlns:a="http://schemas.openxmlformats.org/drawingml/2006/main">
              <a:ext uri="{FF2B5EF4-FFF2-40B4-BE49-F238E27FC236}">
                <a16:creationId xmlns:a16="http://schemas.microsoft.com/office/drawing/2014/main" id="{4777A328-024D-4FDA-BF1A-DC2339821313}"/>
              </a:ext>
            </a:extLst>
          </p:cNvPr>
          <p:cNvSpPr>
            <a:spLocks xmlns:a="http://schemas.openxmlformats.org/drawingml/2006/main" noGrp="1"/>
          </p:cNvSpPr>
          <p:nvPr/>
        </p:nvSpPr>
        <p:spPr>
          <a:xfrm xmlns:a="http://schemas.openxmlformats.org/drawingml/2006/main">
            <a:off x="3952875" y="5591175"/>
            <a:ext cx="85725" cy="1647825"/>
          </a:xfrm>
          <a:custGeom xmlns:a="http://schemas.openxmlformats.org/drawingml/2006/main">
            <a:pathLst>
              <a:path w="85725" h="1647825">
                <a:moveTo>
                  <a:pt x="0" y="1647825"/>
                </a:moveTo>
                <a:lnTo>
                  <a:pt x="85725" y="1647825"/>
                </a:lnTo>
                <a:lnTo>
                  <a:pt x="85725" y="0"/>
                </a:lnTo>
                <a:lnTo>
                  <a:pt x="0" y="0"/>
                </a:lnTo>
              </a:path>
            </a:pathLst>
          </a:custGeom>
          <a:noFill xmlns:a="http://schemas.openxmlformats.org/drawingml/2006/main"/>
          <a:ln xmlns:a="http://schemas.openxmlformats.org/drawingml/2006/main" w="10478">
            <a:solidFill>
              <a:srgbClr val="000000"/>
            </a:solidFill>
            <a:prstDash val="dash"/>
          </a:ln>
        </p:spPr>
      </p:sp>
      <p:sp>
        <p:nvSpPr>
          <p:cNvPr id="151" name="dp42-comparison / n173 / arrow">
            <a:extLst xmlns:a="http://schemas.openxmlformats.org/drawingml/2006/main">
              <a:ext uri="{FF2B5EF4-FFF2-40B4-BE49-F238E27FC236}">
                <a16:creationId xmlns:a16="http://schemas.microsoft.com/office/drawing/2014/main" id="{07AF640A-198A-4DA5-A6DE-B3B56862005F}"/>
              </a:ext>
            </a:extLst>
          </p:cNvPr>
          <p:cNvSpPr>
            <a:spLocks xmlns:a="http://schemas.openxmlformats.org/drawingml/2006/main" noGrp="1"/>
          </p:cNvSpPr>
          <p:nvPr/>
        </p:nvSpPr>
        <p:spPr>
          <a:xfrm xmlns:a="http://schemas.openxmlformats.org/drawingml/2006/main">
            <a:off x="3952875" y="5557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52" name="dp42-comparison / n176 / path">
            <a:extLst xmlns:a="http://schemas.openxmlformats.org/drawingml/2006/main">
              <a:ext uri="{FF2B5EF4-FFF2-40B4-BE49-F238E27FC236}">
                <a16:creationId xmlns:a16="http://schemas.microsoft.com/office/drawing/2014/main" id="{94B324C9-EA11-47B1-9420-09A2FBA7CBD3}"/>
              </a:ext>
            </a:extLst>
          </p:cNvPr>
          <p:cNvSpPr>
            <a:spLocks xmlns:a="http://schemas.openxmlformats.org/drawingml/2006/main" noGrp="1"/>
          </p:cNvSpPr>
          <p:nvPr/>
        </p:nvSpPr>
        <p:spPr>
          <a:xfrm xmlns:a="http://schemas.openxmlformats.org/drawingml/2006/main">
            <a:off x="3952875" y="4781550"/>
            <a:ext cx="1095375" cy="2238375"/>
          </a:xfrm>
          <a:custGeom xmlns:a="http://schemas.openxmlformats.org/drawingml/2006/main">
            <a:pathLst>
              <a:path w="1095375" h="2238375">
                <a:moveTo>
                  <a:pt x="0" y="0"/>
                </a:moveTo>
                <a:lnTo>
                  <a:pt x="409575" y="0"/>
                </a:lnTo>
                <a:lnTo>
                  <a:pt x="409575" y="2124075"/>
                </a:lnTo>
                <a:lnTo>
                  <a:pt x="1095375" y="2124075"/>
                </a:lnTo>
                <a:lnTo>
                  <a:pt x="1095375" y="2238375"/>
                </a:lnTo>
              </a:path>
            </a:pathLst>
          </a:custGeom>
          <a:noFill xmlns:a="http://schemas.openxmlformats.org/drawingml/2006/main"/>
          <a:ln xmlns:a="http://schemas.openxmlformats.org/drawingml/2006/main" w="10478">
            <a:solidFill>
              <a:srgbClr val="000000"/>
            </a:solidFill>
            <a:prstDash val="solid"/>
          </a:ln>
        </p:spPr>
      </p:sp>
      <p:sp>
        <p:nvSpPr>
          <p:cNvPr id="153" name="dp42-comparison / n176 / arrow">
            <a:extLst xmlns:a="http://schemas.openxmlformats.org/drawingml/2006/main">
              <a:ext uri="{FF2B5EF4-FFF2-40B4-BE49-F238E27FC236}">
                <a16:creationId xmlns:a16="http://schemas.microsoft.com/office/drawing/2014/main" id="{F12D8C0E-259C-4442-AFB9-7385775E4B27}"/>
              </a:ext>
            </a:extLst>
          </p:cNvPr>
          <p:cNvSpPr>
            <a:spLocks xmlns:a="http://schemas.openxmlformats.org/drawingml/2006/main" noGrp="1"/>
          </p:cNvSpPr>
          <p:nvPr/>
        </p:nvSpPr>
        <p:spPr>
          <a:xfrm xmlns:a="http://schemas.openxmlformats.org/drawingml/2006/main">
            <a:off x="5014722"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4" name="dp42-comparison / n177 / path">
            <a:extLst xmlns:a="http://schemas.openxmlformats.org/drawingml/2006/main">
              <a:ext uri="{FF2B5EF4-FFF2-40B4-BE49-F238E27FC236}">
                <a16:creationId xmlns:a16="http://schemas.microsoft.com/office/drawing/2014/main" id="{4A8A6B08-0D68-4307-9F34-D10CC529DCC6}"/>
              </a:ext>
            </a:extLst>
          </p:cNvPr>
          <p:cNvSpPr>
            <a:spLocks xmlns:a="http://schemas.openxmlformats.org/drawingml/2006/main" noGrp="1"/>
          </p:cNvSpPr>
          <p:nvPr/>
        </p:nvSpPr>
        <p:spPr>
          <a:xfrm xmlns:a="http://schemas.openxmlformats.org/drawingml/2006/main">
            <a:off x="3952875" y="4876800"/>
            <a:ext cx="1285875" cy="2143125"/>
          </a:xfrm>
          <a:custGeom xmlns:a="http://schemas.openxmlformats.org/drawingml/2006/main">
            <a:pathLst>
              <a:path w="1285875" h="2143125">
                <a:moveTo>
                  <a:pt x="1285875" y="2143125"/>
                </a:moveTo>
                <a:lnTo>
                  <a:pt x="1285875" y="2066925"/>
                </a:lnTo>
                <a:lnTo>
                  <a:pt x="457200" y="2066925"/>
                </a:lnTo>
                <a:lnTo>
                  <a:pt x="457200" y="0"/>
                </a:lnTo>
                <a:lnTo>
                  <a:pt x="0" y="0"/>
                </a:lnTo>
              </a:path>
            </a:pathLst>
          </a:custGeom>
          <a:noFill xmlns:a="http://schemas.openxmlformats.org/drawingml/2006/main"/>
          <a:ln xmlns:a="http://schemas.openxmlformats.org/drawingml/2006/main" w="10478">
            <a:solidFill>
              <a:srgbClr val="000000"/>
            </a:solidFill>
            <a:prstDash val="dash"/>
          </a:ln>
        </p:spPr>
      </p:sp>
      <p:sp>
        <p:nvSpPr>
          <p:cNvPr id="155" name="dp42-comparison / n177 / arrow">
            <a:extLst xmlns:a="http://schemas.openxmlformats.org/drawingml/2006/main">
              <a:ext uri="{FF2B5EF4-FFF2-40B4-BE49-F238E27FC236}">
                <a16:creationId xmlns:a16="http://schemas.microsoft.com/office/drawing/2014/main" id="{9CDBC0C3-3064-48FD-9CA4-6130CEF35BC1}"/>
              </a:ext>
            </a:extLst>
          </p:cNvPr>
          <p:cNvSpPr>
            <a:spLocks xmlns:a="http://schemas.openxmlformats.org/drawingml/2006/main" noGrp="1"/>
          </p:cNvSpPr>
          <p:nvPr/>
        </p:nvSpPr>
        <p:spPr>
          <a:xfrm xmlns:a="http://schemas.openxmlformats.org/drawingml/2006/main">
            <a:off x="3952875" y="48432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56" name="dp42-comparison / n178 / path">
            <a:extLst xmlns:a="http://schemas.openxmlformats.org/drawingml/2006/main">
              <a:ext uri="{FF2B5EF4-FFF2-40B4-BE49-F238E27FC236}">
                <a16:creationId xmlns:a16="http://schemas.microsoft.com/office/drawing/2014/main" id="{98288FBA-2D00-41F7-B1B0-E053A3CD7714}"/>
              </a:ext>
            </a:extLst>
          </p:cNvPr>
          <p:cNvSpPr>
            <a:spLocks xmlns:a="http://schemas.openxmlformats.org/drawingml/2006/main" noGrp="1"/>
          </p:cNvSpPr>
          <p:nvPr/>
        </p:nvSpPr>
        <p:spPr>
          <a:xfrm xmlns:a="http://schemas.openxmlformats.org/drawingml/2006/main">
            <a:off x="3952875" y="5534025"/>
            <a:ext cx="2047875" cy="1485900"/>
          </a:xfrm>
          <a:custGeom xmlns:a="http://schemas.openxmlformats.org/drawingml/2006/main">
            <a:pathLst>
              <a:path w="2047875" h="1485900">
                <a:moveTo>
                  <a:pt x="0" y="0"/>
                </a:moveTo>
                <a:lnTo>
                  <a:pt x="333375" y="0"/>
                </a:lnTo>
                <a:lnTo>
                  <a:pt x="333375" y="1314450"/>
                </a:lnTo>
                <a:lnTo>
                  <a:pt x="2047875" y="1314450"/>
                </a:lnTo>
                <a:lnTo>
                  <a:pt x="2047875" y="1485900"/>
                </a:lnTo>
              </a:path>
            </a:pathLst>
          </a:custGeom>
          <a:noFill xmlns:a="http://schemas.openxmlformats.org/drawingml/2006/main"/>
          <a:ln xmlns:a="http://schemas.openxmlformats.org/drawingml/2006/main" w="10478">
            <a:solidFill>
              <a:srgbClr val="000000"/>
            </a:solidFill>
            <a:prstDash val="solid"/>
          </a:ln>
        </p:spPr>
      </p:sp>
      <p:sp>
        <p:nvSpPr>
          <p:cNvPr id="157" name="dp42-comparison / n178 / arrow">
            <a:extLst xmlns:a="http://schemas.openxmlformats.org/drawingml/2006/main">
              <a:ext uri="{FF2B5EF4-FFF2-40B4-BE49-F238E27FC236}">
                <a16:creationId xmlns:a16="http://schemas.microsoft.com/office/drawing/2014/main" id="{77A7151F-CAF2-4776-A59B-2DDF8AD554B1}"/>
              </a:ext>
            </a:extLst>
          </p:cNvPr>
          <p:cNvSpPr>
            <a:spLocks xmlns:a="http://schemas.openxmlformats.org/drawingml/2006/main" noGrp="1"/>
          </p:cNvSpPr>
          <p:nvPr/>
        </p:nvSpPr>
        <p:spPr>
          <a:xfrm xmlns:a="http://schemas.openxmlformats.org/drawingml/2006/main">
            <a:off x="5967222"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8" name="dp42-comparison / n179 / path">
            <a:extLst xmlns:a="http://schemas.openxmlformats.org/drawingml/2006/main">
              <a:ext uri="{FF2B5EF4-FFF2-40B4-BE49-F238E27FC236}">
                <a16:creationId xmlns:a16="http://schemas.microsoft.com/office/drawing/2014/main" id="{95A11A73-99A8-4C52-B720-CA32A2383DC1}"/>
              </a:ext>
            </a:extLst>
          </p:cNvPr>
          <p:cNvSpPr>
            <a:spLocks xmlns:a="http://schemas.openxmlformats.org/drawingml/2006/main" noGrp="1"/>
          </p:cNvSpPr>
          <p:nvPr/>
        </p:nvSpPr>
        <p:spPr>
          <a:xfrm xmlns:a="http://schemas.openxmlformats.org/drawingml/2006/main">
            <a:off x="3952875" y="5591175"/>
            <a:ext cx="2238375" cy="1428750"/>
          </a:xfrm>
          <a:custGeom xmlns:a="http://schemas.openxmlformats.org/drawingml/2006/main">
            <a:pathLst>
              <a:path w="2238375" h="1428750">
                <a:moveTo>
                  <a:pt x="2238375" y="1428750"/>
                </a:moveTo>
                <a:lnTo>
                  <a:pt x="2238375" y="1295400"/>
                </a:lnTo>
                <a:lnTo>
                  <a:pt x="352425" y="1295400"/>
                </a:lnTo>
                <a:lnTo>
                  <a:pt x="352425" y="0"/>
                </a:lnTo>
                <a:lnTo>
                  <a:pt x="0" y="0"/>
                </a:lnTo>
              </a:path>
            </a:pathLst>
          </a:custGeom>
          <a:noFill xmlns:a="http://schemas.openxmlformats.org/drawingml/2006/main"/>
          <a:ln xmlns:a="http://schemas.openxmlformats.org/drawingml/2006/main" w="10478">
            <a:solidFill>
              <a:srgbClr val="000000"/>
            </a:solidFill>
            <a:prstDash val="dash"/>
          </a:ln>
        </p:spPr>
      </p:sp>
      <p:sp>
        <p:nvSpPr>
          <p:cNvPr id="159" name="dp42-comparison / n179 / arrow">
            <a:extLst xmlns:a="http://schemas.openxmlformats.org/drawingml/2006/main">
              <a:ext uri="{FF2B5EF4-FFF2-40B4-BE49-F238E27FC236}">
                <a16:creationId xmlns:a16="http://schemas.microsoft.com/office/drawing/2014/main" id="{39D83879-8E1F-4B52-8C3A-53F6D3EF27C0}"/>
              </a:ext>
            </a:extLst>
          </p:cNvPr>
          <p:cNvSpPr>
            <a:spLocks xmlns:a="http://schemas.openxmlformats.org/drawingml/2006/main" noGrp="1"/>
          </p:cNvSpPr>
          <p:nvPr/>
        </p:nvSpPr>
        <p:spPr>
          <a:xfrm xmlns:a="http://schemas.openxmlformats.org/drawingml/2006/main">
            <a:off x="3952875" y="5557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60" name="dp42-comparison / n180 / path">
            <a:extLst xmlns:a="http://schemas.openxmlformats.org/drawingml/2006/main">
              <a:ext uri="{FF2B5EF4-FFF2-40B4-BE49-F238E27FC236}">
                <a16:creationId xmlns:a16="http://schemas.microsoft.com/office/drawing/2014/main" id="{2A24CF2F-4AAA-445F-A67C-F59430182975}"/>
              </a:ext>
            </a:extLst>
          </p:cNvPr>
          <p:cNvSpPr>
            <a:spLocks xmlns:a="http://schemas.openxmlformats.org/drawingml/2006/main" noGrp="1"/>
          </p:cNvSpPr>
          <p:nvPr/>
        </p:nvSpPr>
        <p:spPr>
          <a:xfrm xmlns:a="http://schemas.openxmlformats.org/drawingml/2006/main">
            <a:off x="7977188" y="5495925"/>
            <a:ext cx="1462088" cy="1524000"/>
          </a:xfrm>
          <a:custGeom xmlns:a="http://schemas.openxmlformats.org/drawingml/2006/main">
            <a:pathLst>
              <a:path w="1462088" h="1524000">
                <a:moveTo>
                  <a:pt x="1214438" y="0"/>
                </a:moveTo>
                <a:lnTo>
                  <a:pt x="1462088" y="0"/>
                </a:lnTo>
                <a:lnTo>
                  <a:pt x="1462088" y="1352550"/>
                </a:lnTo>
                <a:lnTo>
                  <a:pt x="0" y="1352550"/>
                </a:lnTo>
                <a:lnTo>
                  <a:pt x="0" y="1524000"/>
                </a:lnTo>
              </a:path>
            </a:pathLst>
          </a:custGeom>
          <a:noFill xmlns:a="http://schemas.openxmlformats.org/drawingml/2006/main"/>
          <a:ln xmlns:a="http://schemas.openxmlformats.org/drawingml/2006/main" w="10478">
            <a:solidFill>
              <a:srgbClr val="000000"/>
            </a:solidFill>
            <a:prstDash val="solid"/>
          </a:ln>
        </p:spPr>
      </p:sp>
      <p:sp>
        <p:nvSpPr>
          <p:cNvPr id="161" name="dp42-comparison / n180 / arrow">
            <a:extLst xmlns:a="http://schemas.openxmlformats.org/drawingml/2006/main">
              <a:ext uri="{FF2B5EF4-FFF2-40B4-BE49-F238E27FC236}">
                <a16:creationId xmlns:a16="http://schemas.microsoft.com/office/drawing/2014/main" id="{5232D74C-0B67-4AD0-96F7-1C79085977D9}"/>
              </a:ext>
            </a:extLst>
          </p:cNvPr>
          <p:cNvSpPr>
            <a:spLocks xmlns:a="http://schemas.openxmlformats.org/drawingml/2006/main" noGrp="1"/>
          </p:cNvSpPr>
          <p:nvPr/>
        </p:nvSpPr>
        <p:spPr>
          <a:xfrm xmlns:a="http://schemas.openxmlformats.org/drawingml/2006/main">
            <a:off x="7943660"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2" name="dp42-comparison / n181 / path">
            <a:extLst xmlns:a="http://schemas.openxmlformats.org/drawingml/2006/main">
              <a:ext uri="{FF2B5EF4-FFF2-40B4-BE49-F238E27FC236}">
                <a16:creationId xmlns:a16="http://schemas.microsoft.com/office/drawing/2014/main" id="{EA987D2C-7001-40C9-A211-B41AEC07DF81}"/>
              </a:ext>
            </a:extLst>
          </p:cNvPr>
          <p:cNvSpPr>
            <a:spLocks xmlns:a="http://schemas.openxmlformats.org/drawingml/2006/main" noGrp="1"/>
          </p:cNvSpPr>
          <p:nvPr/>
        </p:nvSpPr>
        <p:spPr>
          <a:xfrm xmlns:a="http://schemas.openxmlformats.org/drawingml/2006/main">
            <a:off x="8453438" y="5591175"/>
            <a:ext cx="1052513" cy="1428750"/>
          </a:xfrm>
          <a:custGeom xmlns:a="http://schemas.openxmlformats.org/drawingml/2006/main">
            <a:pathLst>
              <a:path w="1052513" h="1428750">
                <a:moveTo>
                  <a:pt x="0" y="1428750"/>
                </a:moveTo>
                <a:lnTo>
                  <a:pt x="0" y="1323975"/>
                </a:lnTo>
                <a:lnTo>
                  <a:pt x="1052513" y="1323975"/>
                </a:lnTo>
                <a:lnTo>
                  <a:pt x="1052513" y="0"/>
                </a:lnTo>
                <a:lnTo>
                  <a:pt x="738188" y="0"/>
                </a:lnTo>
              </a:path>
            </a:pathLst>
          </a:custGeom>
          <a:noFill xmlns:a="http://schemas.openxmlformats.org/drawingml/2006/main"/>
          <a:ln xmlns:a="http://schemas.openxmlformats.org/drawingml/2006/main" w="10478">
            <a:solidFill>
              <a:srgbClr val="000000"/>
            </a:solidFill>
            <a:prstDash val="dash"/>
          </a:ln>
        </p:spPr>
      </p:sp>
      <p:sp>
        <p:nvSpPr>
          <p:cNvPr id="163" name="dp42-comparison / n181 / arrow">
            <a:extLst xmlns:a="http://schemas.openxmlformats.org/drawingml/2006/main">
              <a:ext uri="{FF2B5EF4-FFF2-40B4-BE49-F238E27FC236}">
                <a16:creationId xmlns:a16="http://schemas.microsoft.com/office/drawing/2014/main" id="{DFFF034D-C189-4463-8ADC-077D028E53EA}"/>
              </a:ext>
            </a:extLst>
          </p:cNvPr>
          <p:cNvSpPr>
            <a:spLocks xmlns:a="http://schemas.openxmlformats.org/drawingml/2006/main" noGrp="1"/>
          </p:cNvSpPr>
          <p:nvPr/>
        </p:nvSpPr>
        <p:spPr>
          <a:xfrm xmlns:a="http://schemas.openxmlformats.org/drawingml/2006/main">
            <a:off x="9191625" y="5557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64" name="dp42-comparison / n82">
            <a:extLst xmlns:a="http://schemas.openxmlformats.org/drawingml/2006/main">
              <a:ext uri="{FF2B5EF4-FFF2-40B4-BE49-F238E27FC236}">
                <a16:creationId xmlns:a16="http://schemas.microsoft.com/office/drawing/2014/main" id="{5F202542-ABB7-4746-AC7B-EB2ED450B0E2}"/>
              </a:ext>
            </a:extLst>
          </p:cNvPr>
          <p:cNvSpPr>
            <a:spLocks xmlns:a="http://schemas.openxmlformats.org/drawingml/2006/main" noGrp="1"/>
          </p:cNvSpPr>
          <p:nvPr/>
        </p:nvSpPr>
        <p:spPr>
          <a:xfrm xmlns:a="http://schemas.openxmlformats.org/drawingml/2006/main">
            <a:off x="1543050" y="2381250"/>
            <a:ext cx="4370832"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5" name="dp42-comparison / n83 / text 1">
            <a:extLst xmlns:a="http://schemas.openxmlformats.org/drawingml/2006/main">
              <a:ext uri="{FF2B5EF4-FFF2-40B4-BE49-F238E27FC236}">
                <a16:creationId xmlns:a16="http://schemas.microsoft.com/office/drawing/2014/main" id="{4AE34D87-BDC0-4773-9729-4E095E5DC145}"/>
              </a:ext>
            </a:extLst>
          </p:cNvPr>
          <p:cNvSpPr>
            <a:spLocks xmlns:a="http://schemas.openxmlformats.org/drawingml/2006/main" noGrp="1"/>
          </p:cNvSpPr>
          <p:nvPr/>
        </p:nvSpPr>
        <p:spPr>
          <a:xfrm xmlns:a="http://schemas.openxmlformats.org/drawingml/2006/main">
            <a:off x="1562100" y="23907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Q1 “상반기로 할까요?”를 P1로 제시 → u2 “응, 상반기로”</a:t>
            </a:r>
          </a:p>
        </p:txBody>
      </p:sp>
      <p:sp>
        <p:nvSpPr>
          <p:cNvPr id="166" name="dp42-comparison / n84">
            <a:extLst xmlns:a="http://schemas.openxmlformats.org/drawingml/2006/main">
              <a:ext uri="{FF2B5EF4-FFF2-40B4-BE49-F238E27FC236}">
                <a16:creationId xmlns:a16="http://schemas.microsoft.com/office/drawing/2014/main" id="{B10342CB-4690-460A-8F99-4A0FBAA28CE7}"/>
              </a:ext>
            </a:extLst>
          </p:cNvPr>
          <p:cNvSpPr>
            <a:spLocks xmlns:a="http://schemas.openxmlformats.org/drawingml/2006/main" noGrp="1"/>
          </p:cNvSpPr>
          <p:nvPr/>
        </p:nvSpPr>
        <p:spPr>
          <a:xfrm xmlns:a="http://schemas.openxmlformats.org/drawingml/2006/main">
            <a:off x="1543050" y="2638425"/>
            <a:ext cx="131921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2-comparison / n85 / text 1">
            <a:extLst xmlns:a="http://schemas.openxmlformats.org/drawingml/2006/main">
              <a:ext uri="{FF2B5EF4-FFF2-40B4-BE49-F238E27FC236}">
                <a16:creationId xmlns:a16="http://schemas.microsoft.com/office/drawing/2014/main" id="{DD9F41F8-7C35-4464-83A9-C3FF6637A719}"/>
              </a:ext>
            </a:extLst>
          </p:cNvPr>
          <p:cNvSpPr>
            <a:spLocks xmlns:a="http://schemas.openxmlformats.org/drawingml/2006/main" noGrp="1"/>
          </p:cNvSpPr>
          <p:nvPr/>
        </p:nvSpPr>
        <p:spPr>
          <a:xfrm xmlns:a="http://schemas.openxmlformats.org/drawingml/2006/main">
            <a:off x="1562100" y="2647950"/>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Conversation C1</a:t>
            </a:r>
          </a:p>
        </p:txBody>
      </p:sp>
      <p:sp>
        <p:nvSpPr>
          <p:cNvPr id="168" name="dp42-comparison / n87">
            <a:extLst xmlns:a="http://schemas.openxmlformats.org/drawingml/2006/main">
              <a:ext uri="{FF2B5EF4-FFF2-40B4-BE49-F238E27FC236}">
                <a16:creationId xmlns:a16="http://schemas.microsoft.com/office/drawing/2014/main" id="{94C0E1DD-134C-447C-855F-ABF4FA1888EE}"/>
              </a:ext>
            </a:extLst>
          </p:cNvPr>
          <p:cNvSpPr>
            <a:spLocks xmlns:a="http://schemas.openxmlformats.org/drawingml/2006/main" noGrp="1"/>
          </p:cNvSpPr>
          <p:nvPr/>
        </p:nvSpPr>
        <p:spPr>
          <a:xfrm xmlns:a="http://schemas.openxmlformats.org/drawingml/2006/main">
            <a:off x="3990975" y="2628900"/>
            <a:ext cx="19857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2-comparison / n88 / text 1">
            <a:extLst xmlns:a="http://schemas.openxmlformats.org/drawingml/2006/main">
              <a:ext uri="{FF2B5EF4-FFF2-40B4-BE49-F238E27FC236}">
                <a16:creationId xmlns:a16="http://schemas.microsoft.com/office/drawing/2014/main" id="{4EFCB5A5-848D-47D7-BE6D-D8FDCC6C2DAA}"/>
              </a:ext>
            </a:extLst>
          </p:cNvPr>
          <p:cNvSpPr>
            <a:spLocks xmlns:a="http://schemas.openxmlformats.org/drawingml/2006/main" noGrp="1"/>
          </p:cNvSpPr>
          <p:nvPr/>
        </p:nvSpPr>
        <p:spPr>
          <a:xfrm xmlns:a="http://schemas.openxmlformats.org/drawingml/2006/main">
            <a:off x="4010025" y="2638425"/>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입력과 실제 응답의 연결 유지</a:t>
            </a:r>
          </a:p>
        </p:txBody>
      </p:sp>
      <p:sp>
        <p:nvSpPr>
          <p:cNvPr id="170" name="dp42-comparison / n89">
            <a:extLst xmlns:a="http://schemas.openxmlformats.org/drawingml/2006/main">
              <a:ext uri="{FF2B5EF4-FFF2-40B4-BE49-F238E27FC236}">
                <a16:creationId xmlns:a16="http://schemas.microsoft.com/office/drawing/2014/main" id="{2D544C2B-856C-4B4A-813E-16FF677B7962}"/>
              </a:ext>
            </a:extLst>
          </p:cNvPr>
          <p:cNvSpPr>
            <a:spLocks xmlns:a="http://schemas.openxmlformats.org/drawingml/2006/main" noGrp="1"/>
          </p:cNvSpPr>
          <p:nvPr/>
        </p:nvSpPr>
        <p:spPr>
          <a:xfrm xmlns:a="http://schemas.openxmlformats.org/drawingml/2006/main">
            <a:off x="1543050" y="2819400"/>
            <a:ext cx="173355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2-comparison / n90 / text 1">
            <a:extLst xmlns:a="http://schemas.openxmlformats.org/drawingml/2006/main">
              <a:ext uri="{FF2B5EF4-FFF2-40B4-BE49-F238E27FC236}">
                <a16:creationId xmlns:a16="http://schemas.microsoft.com/office/drawing/2014/main" id="{DECA6CC7-D5D6-48F2-B59B-4BD0DB0EE068}"/>
              </a:ext>
            </a:extLst>
          </p:cNvPr>
          <p:cNvSpPr>
            <a:spLocks xmlns:a="http://schemas.openxmlformats.org/drawingml/2006/main" noGrp="1"/>
          </p:cNvSpPr>
          <p:nvPr/>
        </p:nvSpPr>
        <p:spPr>
          <a:xfrm xmlns:a="http://schemas.openxmlformats.org/drawingml/2006/main">
            <a:off x="1562100" y="2828925"/>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Request R1 / R2 / R3</a:t>
            </a:r>
          </a:p>
        </p:txBody>
      </p:sp>
      <p:sp>
        <p:nvSpPr>
          <p:cNvPr id="172" name="dp42-comparison / n92">
            <a:extLst xmlns:a="http://schemas.openxmlformats.org/drawingml/2006/main">
              <a:ext uri="{FF2B5EF4-FFF2-40B4-BE49-F238E27FC236}">
                <a16:creationId xmlns:a16="http://schemas.microsoft.com/office/drawing/2014/main" id="{9A96E83D-562B-4495-87C1-23D73AD4AB46}"/>
              </a:ext>
            </a:extLst>
          </p:cNvPr>
          <p:cNvSpPr>
            <a:spLocks xmlns:a="http://schemas.openxmlformats.org/drawingml/2006/main" noGrp="1"/>
          </p:cNvSpPr>
          <p:nvPr/>
        </p:nvSpPr>
        <p:spPr>
          <a:xfrm xmlns:a="http://schemas.openxmlformats.org/drawingml/2006/main">
            <a:off x="3990975" y="2809875"/>
            <a:ext cx="226047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2-comparison / n93 / text 1">
            <a:extLst xmlns:a="http://schemas.openxmlformats.org/drawingml/2006/main">
              <a:ext uri="{FF2B5EF4-FFF2-40B4-BE49-F238E27FC236}">
                <a16:creationId xmlns:a16="http://schemas.microsoft.com/office/drawing/2014/main" id="{71E4BA42-0BC0-4FBD-A7EB-A5E6271CCDB4}"/>
              </a:ext>
            </a:extLst>
          </p:cNvPr>
          <p:cNvSpPr>
            <a:spLocks xmlns:a="http://schemas.openxmlformats.org/drawingml/2006/main" noGrp="1"/>
          </p:cNvSpPr>
          <p:nvPr/>
        </p:nvSpPr>
        <p:spPr>
          <a:xfrm xmlns:a="http://schemas.openxmlformats.org/drawingml/2006/main">
            <a:off x="4010025" y="2819400"/>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최초 위임 / Q1 답변 / 결과 수정</a:t>
            </a:r>
          </a:p>
        </p:txBody>
      </p:sp>
      <p:sp>
        <p:nvSpPr>
          <p:cNvPr id="174" name="dp42-comparison / n94">
            <a:extLst xmlns:a="http://schemas.openxmlformats.org/drawingml/2006/main">
              <a:ext uri="{FF2B5EF4-FFF2-40B4-BE49-F238E27FC236}">
                <a16:creationId xmlns:a16="http://schemas.microsoft.com/office/drawing/2014/main" id="{B6D79FEB-0CA3-4D1F-9D76-CEF4145B57AD}"/>
              </a:ext>
            </a:extLst>
          </p:cNvPr>
          <p:cNvSpPr>
            <a:spLocks xmlns:a="http://schemas.openxmlformats.org/drawingml/2006/main" noGrp="1"/>
          </p:cNvSpPr>
          <p:nvPr/>
        </p:nvSpPr>
        <p:spPr>
          <a:xfrm xmlns:a="http://schemas.openxmlformats.org/drawingml/2006/main">
            <a:off x="1543050" y="3000375"/>
            <a:ext cx="656272"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2-comparison / n95 / text 1">
            <a:extLst xmlns:a="http://schemas.openxmlformats.org/drawingml/2006/main">
              <a:ext uri="{FF2B5EF4-FFF2-40B4-BE49-F238E27FC236}">
                <a16:creationId xmlns:a16="http://schemas.microsoft.com/office/drawing/2014/main" id="{AF78BD25-E63E-4AA0-9D57-2BA165E357F4}"/>
              </a:ext>
            </a:extLst>
          </p:cNvPr>
          <p:cNvSpPr>
            <a:spLocks xmlns:a="http://schemas.openxmlformats.org/drawingml/2006/main" noGrp="1"/>
          </p:cNvSpPr>
          <p:nvPr/>
        </p:nvSpPr>
        <p:spPr>
          <a:xfrm xmlns:a="http://schemas.openxmlformats.org/drawingml/2006/main">
            <a:off x="1562100" y="3009900"/>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Task T1</a:t>
            </a:r>
          </a:p>
        </p:txBody>
      </p:sp>
      <p:sp>
        <p:nvSpPr>
          <p:cNvPr id="176" name="dp42-comparison / n97">
            <a:extLst xmlns:a="http://schemas.openxmlformats.org/drawingml/2006/main">
              <a:ext uri="{FF2B5EF4-FFF2-40B4-BE49-F238E27FC236}">
                <a16:creationId xmlns:a16="http://schemas.microsoft.com/office/drawing/2014/main" id="{6FE09DE4-D0D7-4062-9FE2-A76012809E44}"/>
              </a:ext>
            </a:extLst>
          </p:cNvPr>
          <p:cNvSpPr>
            <a:spLocks xmlns:a="http://schemas.openxmlformats.org/drawingml/2006/main" noGrp="1"/>
          </p:cNvSpPr>
          <p:nvPr/>
        </p:nvSpPr>
        <p:spPr>
          <a:xfrm xmlns:a="http://schemas.openxmlformats.org/drawingml/2006/main">
            <a:off x="3990975" y="2990850"/>
            <a:ext cx="164172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2-comparison / n98 / text 1">
            <a:extLst xmlns:a="http://schemas.openxmlformats.org/drawingml/2006/main">
              <a:ext uri="{FF2B5EF4-FFF2-40B4-BE49-F238E27FC236}">
                <a16:creationId xmlns:a16="http://schemas.microsoft.com/office/drawing/2014/main" id="{98188DE1-C282-47E5-A154-503AA4A71226}"/>
              </a:ext>
            </a:extLst>
          </p:cNvPr>
          <p:cNvSpPr>
            <a:spLocks xmlns:a="http://schemas.openxmlformats.org/drawingml/2006/main" noGrp="1"/>
          </p:cNvSpPr>
          <p:nvPr/>
        </p:nvSpPr>
        <p:spPr>
          <a:xfrm xmlns:a="http://schemas.openxmlformats.org/drawingml/2006/main">
            <a:off x="4010025" y="3000375"/>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보고서 업무와 결과 유지</a:t>
            </a:r>
          </a:p>
        </p:txBody>
      </p:sp>
      <p:sp>
        <p:nvSpPr>
          <p:cNvPr id="178" name="dp42-comparison / n99">
            <a:extLst xmlns:a="http://schemas.openxmlformats.org/drawingml/2006/main">
              <a:ext uri="{FF2B5EF4-FFF2-40B4-BE49-F238E27FC236}">
                <a16:creationId xmlns:a16="http://schemas.microsoft.com/office/drawing/2014/main" id="{6330F931-F081-4EEF-B267-570C0ACB58C5}"/>
              </a:ext>
            </a:extLst>
          </p:cNvPr>
          <p:cNvSpPr>
            <a:spLocks xmlns:a="http://schemas.openxmlformats.org/drawingml/2006/main" noGrp="1"/>
          </p:cNvSpPr>
          <p:nvPr/>
        </p:nvSpPr>
        <p:spPr>
          <a:xfrm xmlns:a="http://schemas.openxmlformats.org/drawingml/2006/main">
            <a:off x="1543050" y="3181350"/>
            <a:ext cx="173355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9" name="dp42-comparison / n100 / text 1">
            <a:extLst xmlns:a="http://schemas.openxmlformats.org/drawingml/2006/main">
              <a:ext uri="{FF2B5EF4-FFF2-40B4-BE49-F238E27FC236}">
                <a16:creationId xmlns:a16="http://schemas.microsoft.com/office/drawing/2014/main" id="{023F15B6-5EAB-4CFA-9377-07055077FF69}"/>
              </a:ext>
            </a:extLst>
          </p:cNvPr>
          <p:cNvSpPr>
            <a:spLocks xmlns:a="http://schemas.openxmlformats.org/drawingml/2006/main" noGrp="1"/>
          </p:cNvSpPr>
          <p:nvPr/>
        </p:nvSpPr>
        <p:spPr>
          <a:xfrm xmlns:a="http://schemas.openxmlformats.org/drawingml/2006/main">
            <a:off x="1562100" y="3190875"/>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Execution / Question</a:t>
            </a:r>
          </a:p>
        </p:txBody>
      </p:sp>
      <p:sp>
        <p:nvSpPr>
          <p:cNvPr id="180" name="dp42-comparison / n102">
            <a:extLst xmlns:a="http://schemas.openxmlformats.org/drawingml/2006/main">
              <a:ext uri="{FF2B5EF4-FFF2-40B4-BE49-F238E27FC236}">
                <a16:creationId xmlns:a16="http://schemas.microsoft.com/office/drawing/2014/main" id="{0D6C306B-C544-4D25-A288-7198CFC1CE17}"/>
              </a:ext>
            </a:extLst>
          </p:cNvPr>
          <p:cNvSpPr>
            <a:spLocks xmlns:a="http://schemas.openxmlformats.org/drawingml/2006/main" noGrp="1"/>
          </p:cNvSpPr>
          <p:nvPr/>
        </p:nvSpPr>
        <p:spPr>
          <a:xfrm xmlns:a="http://schemas.openxmlformats.org/drawingml/2006/main">
            <a:off x="3990975" y="3171825"/>
            <a:ext cx="219113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1" name="dp42-comparison / n103 / text 1">
            <a:extLst xmlns:a="http://schemas.openxmlformats.org/drawingml/2006/main">
              <a:ext uri="{FF2B5EF4-FFF2-40B4-BE49-F238E27FC236}">
                <a16:creationId xmlns:a16="http://schemas.microsoft.com/office/drawing/2014/main" id="{8375D869-265D-43C6-9617-6A63551C3150}"/>
              </a:ext>
            </a:extLst>
          </p:cNvPr>
          <p:cNvSpPr>
            <a:spLocks xmlns:a="http://schemas.openxmlformats.org/drawingml/2006/main" noGrp="1"/>
          </p:cNvSpPr>
          <p:nvPr/>
        </p:nvSpPr>
        <p:spPr>
          <a:xfrm xmlns:a="http://schemas.openxmlformats.org/drawingml/2006/main">
            <a:off x="4010025" y="3181350"/>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X1 완료 → X2 / Q1 제시 → 답변</a:t>
            </a:r>
          </a:p>
        </p:txBody>
      </p:sp>
      <p:sp>
        <p:nvSpPr>
          <p:cNvPr id="182" name="dp42-comparison / n104">
            <a:extLst xmlns:a="http://schemas.openxmlformats.org/drawingml/2006/main">
              <a:ext uri="{FF2B5EF4-FFF2-40B4-BE49-F238E27FC236}">
                <a16:creationId xmlns:a16="http://schemas.microsoft.com/office/drawing/2014/main" id="{7444E1B6-FC0F-4F74-8D6B-800CB245D69F}"/>
              </a:ext>
            </a:extLst>
          </p:cNvPr>
          <p:cNvSpPr>
            <a:spLocks xmlns:a="http://schemas.openxmlformats.org/drawingml/2006/main" noGrp="1"/>
          </p:cNvSpPr>
          <p:nvPr/>
        </p:nvSpPr>
        <p:spPr>
          <a:xfrm xmlns:a="http://schemas.openxmlformats.org/drawingml/2006/main">
            <a:off x="3990975" y="3352800"/>
            <a:ext cx="344805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3" name="dp42-comparison / n105 / text 1">
            <a:extLst xmlns:a="http://schemas.openxmlformats.org/drawingml/2006/main">
              <a:ext uri="{FF2B5EF4-FFF2-40B4-BE49-F238E27FC236}">
                <a16:creationId xmlns:a16="http://schemas.microsoft.com/office/drawing/2014/main" id="{8078AEBF-3E51-49AF-A8E9-C2E5569D2F8B}"/>
              </a:ext>
            </a:extLst>
          </p:cNvPr>
          <p:cNvSpPr>
            <a:spLocks xmlns:a="http://schemas.openxmlformats.org/drawingml/2006/main" noGrp="1"/>
          </p:cNvSpPr>
          <p:nvPr/>
        </p:nvSpPr>
        <p:spPr>
          <a:xfrm xmlns:a="http://schemas.openxmlformats.org/drawingml/2006/main">
            <a:off x="4010025" y="3362325"/>
            <a:ext cx="5286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강조 경계: Core/서비스 실행 영역 / 박스: 논리 Component</a:t>
            </a:r>
          </a:p>
        </p:txBody>
      </p:sp>
      <p:sp>
        <p:nvSpPr>
          <p:cNvPr id="184" name="dp42-comparison / n108">
            <a:extLst xmlns:a="http://schemas.openxmlformats.org/drawingml/2006/main">
              <a:ext uri="{FF2B5EF4-FFF2-40B4-BE49-F238E27FC236}">
                <a16:creationId xmlns:a16="http://schemas.microsoft.com/office/drawing/2014/main" id="{8E2938F2-4E3D-426A-A6F5-515D512F12AB}"/>
              </a:ext>
            </a:extLst>
          </p:cNvPr>
          <p:cNvSpPr>
            <a:spLocks xmlns:a="http://schemas.openxmlformats.org/drawingml/2006/main" noGrp="1"/>
          </p:cNvSpPr>
          <p:nvPr/>
        </p:nvSpPr>
        <p:spPr>
          <a:xfrm xmlns:a="http://schemas.openxmlformats.org/drawingml/2006/main">
            <a:off x="4095750" y="3571875"/>
            <a:ext cx="288226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5" name="dp42-comparison / n109 / text 1">
            <a:extLst xmlns:a="http://schemas.openxmlformats.org/drawingml/2006/main">
              <a:ext uri="{FF2B5EF4-FFF2-40B4-BE49-F238E27FC236}">
                <a16:creationId xmlns:a16="http://schemas.microsoft.com/office/drawing/2014/main" id="{31FD2BAE-7CD4-4438-B7F2-89E8301F1D87}"/>
              </a:ext>
            </a:extLst>
          </p:cNvPr>
          <p:cNvSpPr>
            <a:spLocks xmlns:a="http://schemas.openxmlformats.org/drawingml/2006/main" noGrp="1"/>
          </p:cNvSpPr>
          <p:nvPr/>
        </p:nvSpPr>
        <p:spPr>
          <a:xfrm xmlns:a="http://schemas.openxmlformats.org/drawingml/2006/main">
            <a:off x="4114800" y="3581400"/>
            <a:ext cx="51435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같은 실행 경계 / 관련 변경의 공동 확정</a:t>
            </a:r>
          </a:p>
        </p:txBody>
      </p:sp>
      <p:sp>
        <p:nvSpPr>
          <p:cNvPr id="186" name="dp42-comparison / n120">
            <a:extLst xmlns:a="http://schemas.openxmlformats.org/drawingml/2006/main">
              <a:ext uri="{FF2B5EF4-FFF2-40B4-BE49-F238E27FC236}">
                <a16:creationId xmlns:a16="http://schemas.microsoft.com/office/drawing/2014/main" id="{65882898-E3D0-49CD-9304-2236008074DC}"/>
              </a:ext>
            </a:extLst>
          </p:cNvPr>
          <p:cNvSpPr>
            <a:spLocks xmlns:a="http://schemas.openxmlformats.org/drawingml/2006/main" noGrp="1"/>
          </p:cNvSpPr>
          <p:nvPr/>
        </p:nvSpPr>
        <p:spPr>
          <a:xfrm xmlns:a="http://schemas.openxmlformats.org/drawingml/2006/main">
            <a:off x="1724025" y="4276725"/>
            <a:ext cx="250850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7" name="dp42-comparison / n121 / text 1">
            <a:extLst xmlns:a="http://schemas.openxmlformats.org/drawingml/2006/main">
              <a:ext uri="{FF2B5EF4-FFF2-40B4-BE49-F238E27FC236}">
                <a16:creationId xmlns:a16="http://schemas.microsoft.com/office/drawing/2014/main" id="{EAC30F14-D575-4EC6-A77F-823BBB666548}"/>
              </a:ext>
            </a:extLst>
          </p:cNvPr>
          <p:cNvSpPr>
            <a:spLocks xmlns:a="http://schemas.openxmlformats.org/drawingml/2006/main" noGrp="1"/>
          </p:cNvSpPr>
          <p:nvPr/>
        </p:nvSpPr>
        <p:spPr>
          <a:xfrm xmlns:a="http://schemas.openxmlformats.org/drawingml/2006/main">
            <a:off x="1743075" y="4286250"/>
            <a:ext cx="2857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C1 / R2 / u2 → Q1 → T1 / P1 참조</a:t>
            </a:r>
          </a:p>
        </p:txBody>
      </p:sp>
      <p:sp>
        <p:nvSpPr>
          <p:cNvPr id="188" name="dp42-comparison / n122">
            <a:extLst xmlns:a="http://schemas.openxmlformats.org/drawingml/2006/main">
              <a:ext uri="{FF2B5EF4-FFF2-40B4-BE49-F238E27FC236}">
                <a16:creationId xmlns:a16="http://schemas.microsoft.com/office/drawing/2014/main" id="{642DCB4D-E4AA-4BFD-8601-61321A7EB6E1}"/>
              </a:ext>
            </a:extLst>
          </p:cNvPr>
          <p:cNvSpPr>
            <a:spLocks xmlns:a="http://schemas.openxmlformats.org/drawingml/2006/main" noGrp="1"/>
          </p:cNvSpPr>
          <p:nvPr/>
        </p:nvSpPr>
        <p:spPr>
          <a:xfrm xmlns:a="http://schemas.openxmlformats.org/drawingml/2006/main">
            <a:off x="6629400" y="4295775"/>
            <a:ext cx="204444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9" name="dp42-comparison / n123 / text 1">
            <a:extLst xmlns:a="http://schemas.openxmlformats.org/drawingml/2006/main">
              <a:ext uri="{FF2B5EF4-FFF2-40B4-BE49-F238E27FC236}">
                <a16:creationId xmlns:a16="http://schemas.microsoft.com/office/drawing/2014/main" id="{022AAB66-B406-4A61-85F6-E24ADEAF86A2}"/>
              </a:ext>
            </a:extLst>
          </p:cNvPr>
          <p:cNvSpPr>
            <a:spLocks xmlns:a="http://schemas.openxmlformats.org/drawingml/2006/main" noGrp="1"/>
          </p:cNvSpPr>
          <p:nvPr/>
        </p:nvSpPr>
        <p:spPr>
          <a:xfrm xmlns:a="http://schemas.openxmlformats.org/drawingml/2006/main">
            <a:off x="6648450" y="4305300"/>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T1 / X1 / Q1=OPEN,v7</a:t>
            </a:r>
          </a:p>
        </p:txBody>
      </p:sp>
      <p:sp>
        <p:nvSpPr>
          <p:cNvPr id="190" name="dp42-comparison / n126">
            <a:extLst xmlns:a="http://schemas.openxmlformats.org/drawingml/2006/main">
              <a:ext uri="{FF2B5EF4-FFF2-40B4-BE49-F238E27FC236}">
                <a16:creationId xmlns:a16="http://schemas.microsoft.com/office/drawing/2014/main" id="{707EA460-5CA3-4F06-898C-8177D8DDC808}"/>
              </a:ext>
            </a:extLst>
          </p:cNvPr>
          <p:cNvSpPr>
            <a:spLocks xmlns:a="http://schemas.openxmlformats.org/drawingml/2006/main" noGrp="1"/>
          </p:cNvSpPr>
          <p:nvPr/>
        </p:nvSpPr>
        <p:spPr>
          <a:xfrm xmlns:a="http://schemas.openxmlformats.org/drawingml/2006/main">
            <a:off x="4181475" y="3800475"/>
            <a:ext cx="150514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1" name="dp42-comparison / n127 / text 1">
            <a:extLst xmlns:a="http://schemas.openxmlformats.org/drawingml/2006/main">
              <a:ext uri="{FF2B5EF4-FFF2-40B4-BE49-F238E27FC236}">
                <a16:creationId xmlns:a16="http://schemas.microsoft.com/office/drawing/2014/main" id="{4BDF73B9-7EA7-4FFB-AA38-532B4BAA2685}"/>
              </a:ext>
            </a:extLst>
          </p:cNvPr>
          <p:cNvSpPr>
            <a:spLocks xmlns:a="http://schemas.openxmlformats.org/drawingml/2006/main" noGrp="1"/>
          </p:cNvSpPr>
          <p:nvPr/>
        </p:nvSpPr>
        <p:spPr>
          <a:xfrm xmlns:a="http://schemas.openxmlformats.org/drawingml/2006/main">
            <a:off x="4200525" y="3810000"/>
            <a:ext cx="22669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질문 조회 → / ← Q1,v7</a:t>
            </a:r>
          </a:p>
        </p:txBody>
      </p:sp>
      <p:sp>
        <p:nvSpPr>
          <p:cNvPr id="192" name="dp42-comparison / n129">
            <a:extLst xmlns:a="http://schemas.openxmlformats.org/drawingml/2006/main">
              <a:ext uri="{FF2B5EF4-FFF2-40B4-BE49-F238E27FC236}">
                <a16:creationId xmlns:a16="http://schemas.microsoft.com/office/drawing/2014/main" id="{23C22CD1-2C38-4534-A8E7-6BD4B7F14612}"/>
              </a:ext>
            </a:extLst>
          </p:cNvPr>
          <p:cNvSpPr>
            <a:spLocks xmlns:a="http://schemas.openxmlformats.org/drawingml/2006/main" noGrp="1"/>
          </p:cNvSpPr>
          <p:nvPr/>
        </p:nvSpPr>
        <p:spPr>
          <a:xfrm xmlns:a="http://schemas.openxmlformats.org/drawingml/2006/main">
            <a:off x="4191000" y="4067175"/>
            <a:ext cx="162896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3" name="dp42-comparison / n130 / text 1">
            <a:extLst xmlns:a="http://schemas.openxmlformats.org/drawingml/2006/main">
              <a:ext uri="{FF2B5EF4-FFF2-40B4-BE49-F238E27FC236}">
                <a16:creationId xmlns:a16="http://schemas.microsoft.com/office/drawing/2014/main" id="{82AA9CCC-FB62-4B2E-BFE0-C179C5BC20BA}"/>
              </a:ext>
            </a:extLst>
          </p:cNvPr>
          <p:cNvSpPr>
            <a:spLocks xmlns:a="http://schemas.openxmlformats.org/drawingml/2006/main" noGrp="1"/>
          </p:cNvSpPr>
          <p:nvPr/>
        </p:nvSpPr>
        <p:spPr>
          <a:xfrm xmlns:a="http://schemas.openxmlformats.org/drawingml/2006/main">
            <a:off x="4210050" y="4076700"/>
            <a:ext cx="2286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K1: Q1 답변=상반기 / v7</a:t>
            </a:r>
          </a:p>
        </p:txBody>
      </p:sp>
      <p:sp>
        <p:nvSpPr>
          <p:cNvPr id="194" name="dp42-comparison / n132">
            <a:extLst xmlns:a="http://schemas.openxmlformats.org/drawingml/2006/main">
              <a:ext uri="{FF2B5EF4-FFF2-40B4-BE49-F238E27FC236}">
                <a16:creationId xmlns:a16="http://schemas.microsoft.com/office/drawing/2014/main" id="{C259F416-030E-46B0-B25E-7429A9D94107}"/>
              </a:ext>
            </a:extLst>
          </p:cNvPr>
          <p:cNvSpPr>
            <a:spLocks xmlns:a="http://schemas.openxmlformats.org/drawingml/2006/main" noGrp="1"/>
          </p:cNvSpPr>
          <p:nvPr/>
        </p:nvSpPr>
        <p:spPr>
          <a:xfrm xmlns:a="http://schemas.openxmlformats.org/drawingml/2006/main">
            <a:off x="4191000" y="4314825"/>
            <a:ext cx="16844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5" name="dp42-comparison / n133 / text 1">
            <a:extLst xmlns:a="http://schemas.openxmlformats.org/drawingml/2006/main">
              <a:ext uri="{FF2B5EF4-FFF2-40B4-BE49-F238E27FC236}">
                <a16:creationId xmlns:a16="http://schemas.microsoft.com/office/drawing/2014/main" id="{FF5C686E-3DE0-493F-AB15-0EE056F88500}"/>
              </a:ext>
            </a:extLst>
          </p:cNvPr>
          <p:cNvSpPr>
            <a:spLocks xmlns:a="http://schemas.openxmlformats.org/drawingml/2006/main" noGrp="1"/>
          </p:cNvSpPr>
          <p:nvPr/>
        </p:nvSpPr>
        <p:spPr>
          <a:xfrm xmlns:a="http://schemas.openxmlformats.org/drawingml/2006/main">
            <a:off x="4210050" y="4324350"/>
            <a:ext cx="228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외부 접수 / 질문 / 결과</a:t>
            </a:r>
          </a:p>
        </p:txBody>
      </p:sp>
      <p:sp>
        <p:nvSpPr>
          <p:cNvPr id="196" name="dp42-comparison / n136">
            <a:extLst xmlns:a="http://schemas.openxmlformats.org/drawingml/2006/main">
              <a:ext uri="{FF2B5EF4-FFF2-40B4-BE49-F238E27FC236}">
                <a16:creationId xmlns:a16="http://schemas.microsoft.com/office/drawing/2014/main" id="{4F4A3803-89CC-432D-B420-39FC23376DE8}"/>
              </a:ext>
            </a:extLst>
          </p:cNvPr>
          <p:cNvSpPr>
            <a:spLocks xmlns:a="http://schemas.openxmlformats.org/drawingml/2006/main" noGrp="1"/>
          </p:cNvSpPr>
          <p:nvPr/>
        </p:nvSpPr>
        <p:spPr>
          <a:xfrm xmlns:a="http://schemas.openxmlformats.org/drawingml/2006/main">
            <a:off x="1724025" y="4962525"/>
            <a:ext cx="23199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7" name="dp42-comparison / n137 / text 1">
            <a:extLst xmlns:a="http://schemas.openxmlformats.org/drawingml/2006/main">
              <a:ext uri="{FF2B5EF4-FFF2-40B4-BE49-F238E27FC236}">
                <a16:creationId xmlns:a16="http://schemas.microsoft.com/office/drawing/2014/main" id="{444CD893-28B1-41F0-BD37-A5F6812A2069}"/>
              </a:ext>
            </a:extLst>
          </p:cNvPr>
          <p:cNvSpPr>
            <a:spLocks xmlns:a="http://schemas.openxmlformats.org/drawingml/2006/main" noGrp="1"/>
          </p:cNvSpPr>
          <p:nvPr/>
        </p:nvSpPr>
        <p:spPr>
          <a:xfrm xmlns:a="http://schemas.openxmlformats.org/drawingml/2006/main">
            <a:off x="1743075" y="4972050"/>
            <a:ext cx="2571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u2 + 실제 제시 P1 → 답변 의미 제안</a:t>
            </a:r>
          </a:p>
        </p:txBody>
      </p:sp>
      <p:sp>
        <p:nvSpPr>
          <p:cNvPr id="198" name="dp42-comparison / n140">
            <a:extLst xmlns:a="http://schemas.openxmlformats.org/drawingml/2006/main">
              <a:ext uri="{FF2B5EF4-FFF2-40B4-BE49-F238E27FC236}">
                <a16:creationId xmlns:a16="http://schemas.microsoft.com/office/drawing/2014/main" id="{08086C3C-D049-4739-977F-466E63C52C5D}"/>
              </a:ext>
            </a:extLst>
          </p:cNvPr>
          <p:cNvSpPr>
            <a:spLocks xmlns:a="http://schemas.openxmlformats.org/drawingml/2006/main" noGrp="1"/>
          </p:cNvSpPr>
          <p:nvPr/>
        </p:nvSpPr>
        <p:spPr>
          <a:xfrm xmlns:a="http://schemas.openxmlformats.org/drawingml/2006/main">
            <a:off x="4371975" y="4810125"/>
            <a:ext cx="1616964" cy="2933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9" name="dp42-comparison / n141 / text 1">
            <a:extLst xmlns:a="http://schemas.openxmlformats.org/drawingml/2006/main">
              <a:ext uri="{FF2B5EF4-FFF2-40B4-BE49-F238E27FC236}">
                <a16:creationId xmlns:a16="http://schemas.microsoft.com/office/drawing/2014/main" id="{25C30DC2-801E-4C72-9D66-FDC0411B8511}"/>
              </a:ext>
            </a:extLst>
          </p:cNvPr>
          <p:cNvSpPr>
            <a:spLocks xmlns:a="http://schemas.openxmlformats.org/drawingml/2006/main" noGrp="1"/>
          </p:cNvSpPr>
          <p:nvPr/>
        </p:nvSpPr>
        <p:spPr>
          <a:xfrm xmlns:a="http://schemas.openxmlformats.org/drawingml/2006/main">
            <a:off x="4391025" y="4819650"/>
            <a:ext cx="20764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P2: 상반기 전달 확인</a:t>
            </a:r>
          </a:p>
        </p:txBody>
      </p:sp>
      <p:sp>
        <p:nvSpPr>
          <p:cNvPr id="200" name="dp42-comparison / n141 / text 2">
            <a:extLst xmlns:a="http://schemas.openxmlformats.org/drawingml/2006/main">
              <a:ext uri="{FF2B5EF4-FFF2-40B4-BE49-F238E27FC236}">
                <a16:creationId xmlns:a16="http://schemas.microsoft.com/office/drawing/2014/main" id="{B8A6B422-9702-420B-889C-9381874BD9F8}"/>
              </a:ext>
            </a:extLst>
          </p:cNvPr>
          <p:cNvSpPr>
            <a:spLocks xmlns:a="http://schemas.openxmlformats.org/drawingml/2006/main" noGrp="1"/>
          </p:cNvSpPr>
          <p:nvPr/>
        </p:nvSpPr>
        <p:spPr>
          <a:xfrm xmlns:a="http://schemas.openxmlformats.org/drawingml/2006/main">
            <a:off x="4391025" y="4956810"/>
            <a:ext cx="20764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게시 허용 / 실제 제시 반환</a:t>
            </a:r>
          </a:p>
        </p:txBody>
      </p:sp>
      <p:sp>
        <p:nvSpPr>
          <p:cNvPr id="201" name="dp42-comparison / n142">
            <a:extLst xmlns:a="http://schemas.openxmlformats.org/drawingml/2006/main">
              <a:ext uri="{FF2B5EF4-FFF2-40B4-BE49-F238E27FC236}">
                <a16:creationId xmlns:a16="http://schemas.microsoft.com/office/drawing/2014/main" id="{BCFB18B0-8F6B-4467-8757-CAC6FF243415}"/>
              </a:ext>
            </a:extLst>
          </p:cNvPr>
          <p:cNvSpPr>
            <a:spLocks xmlns:a="http://schemas.openxmlformats.org/drawingml/2006/main" noGrp="1"/>
          </p:cNvSpPr>
          <p:nvPr/>
        </p:nvSpPr>
        <p:spPr>
          <a:xfrm xmlns:a="http://schemas.openxmlformats.org/drawingml/2006/main">
            <a:off x="1733550" y="5705475"/>
            <a:ext cx="222580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2-comparison / n143 / text 1">
            <a:extLst xmlns:a="http://schemas.openxmlformats.org/drawingml/2006/main">
              <a:ext uri="{FF2B5EF4-FFF2-40B4-BE49-F238E27FC236}">
                <a16:creationId xmlns:a16="http://schemas.microsoft.com/office/drawing/2014/main" id="{2C451257-82FC-40BB-AB1D-5211F6CA759D}"/>
              </a:ext>
            </a:extLst>
          </p:cNvPr>
          <p:cNvSpPr>
            <a:spLocks xmlns:a="http://schemas.openxmlformats.org/drawingml/2006/main" noGrp="1"/>
          </p:cNvSpPr>
          <p:nvPr/>
        </p:nvSpPr>
        <p:spPr>
          <a:xfrm xmlns:a="http://schemas.openxmlformats.org/drawingml/2006/main">
            <a:off x="1752600" y="5715000"/>
            <a:ext cx="2762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P1→Q1 실제 제시 / P2 전달 원장</a:t>
            </a:r>
          </a:p>
        </p:txBody>
      </p:sp>
      <p:sp>
        <p:nvSpPr>
          <p:cNvPr id="203" name="dp42-comparison / n146">
            <a:extLst xmlns:a="http://schemas.openxmlformats.org/drawingml/2006/main">
              <a:ext uri="{FF2B5EF4-FFF2-40B4-BE49-F238E27FC236}">
                <a16:creationId xmlns:a16="http://schemas.microsoft.com/office/drawing/2014/main" id="{8808D14E-12CF-4FB9-A9B4-AD921E8D8628}"/>
              </a:ext>
            </a:extLst>
          </p:cNvPr>
          <p:cNvSpPr>
            <a:spLocks xmlns:a="http://schemas.openxmlformats.org/drawingml/2006/main" noGrp="1"/>
          </p:cNvSpPr>
          <p:nvPr/>
        </p:nvSpPr>
        <p:spPr>
          <a:xfrm xmlns:a="http://schemas.openxmlformats.org/drawingml/2006/main">
            <a:off x="6629400" y="4657725"/>
            <a:ext cx="1580388" cy="339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2-comparison / n147 / text 1">
            <a:extLst xmlns:a="http://schemas.openxmlformats.org/drawingml/2006/main">
              <a:ext uri="{FF2B5EF4-FFF2-40B4-BE49-F238E27FC236}">
                <a16:creationId xmlns:a16="http://schemas.microsoft.com/office/drawing/2014/main" id="{4A0D4586-4471-40D6-A114-AE34566CA7FB}"/>
              </a:ext>
            </a:extLst>
          </p:cNvPr>
          <p:cNvSpPr>
            <a:spLocks xmlns:a="http://schemas.openxmlformats.org/drawingml/2006/main" noGrp="1"/>
          </p:cNvSpPr>
          <p:nvPr/>
        </p:nvSpPr>
        <p:spPr>
          <a:xfrm xmlns:a="http://schemas.openxmlformats.org/drawingml/2006/main">
            <a:off x="6648450" y="4667250"/>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접수: Q1=ANSWERED,v8</a:t>
            </a:r>
          </a:p>
        </p:txBody>
      </p:sp>
      <p:sp>
        <p:nvSpPr>
          <p:cNvPr id="205" name="dp42-comparison / n147 / text 2">
            <a:extLst xmlns:a="http://schemas.openxmlformats.org/drawingml/2006/main">
              <a:ext uri="{FF2B5EF4-FFF2-40B4-BE49-F238E27FC236}">
                <a16:creationId xmlns:a16="http://schemas.microsoft.com/office/drawing/2014/main" id="{7A101F8E-F346-4494-B176-A8BB530E561C}"/>
              </a:ext>
            </a:extLst>
          </p:cNvPr>
          <p:cNvSpPr>
            <a:spLocks xmlns:a="http://schemas.openxmlformats.org/drawingml/2006/main" noGrp="1"/>
          </p:cNvSpPr>
          <p:nvPr/>
        </p:nvSpPr>
        <p:spPr>
          <a:xfrm xmlns:a="http://schemas.openxmlformats.org/drawingml/2006/main">
            <a:off x="6648450" y="4827270"/>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K1=전송 대기</a:t>
            </a:r>
          </a:p>
        </p:txBody>
      </p:sp>
      <p:sp>
        <p:nvSpPr>
          <p:cNvPr id="206" name="dp42-comparison / n148">
            <a:extLst xmlns:a="http://schemas.openxmlformats.org/drawingml/2006/main">
              <a:ext uri="{FF2B5EF4-FFF2-40B4-BE49-F238E27FC236}">
                <a16:creationId xmlns:a16="http://schemas.microsoft.com/office/drawing/2014/main" id="{980BB521-9AA6-416A-94DB-BF6D463BD823}"/>
              </a:ext>
            </a:extLst>
          </p:cNvPr>
          <p:cNvSpPr>
            <a:spLocks xmlns:a="http://schemas.openxmlformats.org/drawingml/2006/main" noGrp="1"/>
          </p:cNvSpPr>
          <p:nvPr/>
        </p:nvSpPr>
        <p:spPr>
          <a:xfrm xmlns:a="http://schemas.openxmlformats.org/drawingml/2006/main">
            <a:off x="6629400" y="5705475"/>
            <a:ext cx="199377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7" name="dp42-comparison / n149 / text 1">
            <a:extLst xmlns:a="http://schemas.openxmlformats.org/drawingml/2006/main">
              <a:ext uri="{FF2B5EF4-FFF2-40B4-BE49-F238E27FC236}">
                <a16:creationId xmlns:a16="http://schemas.microsoft.com/office/drawing/2014/main" id="{FAD477FA-B87A-43B5-9FEF-03FF11B555C0}"/>
              </a:ext>
            </a:extLst>
          </p:cNvPr>
          <p:cNvSpPr>
            <a:spLocks xmlns:a="http://schemas.openxmlformats.org/drawingml/2006/main" noGrp="1"/>
          </p:cNvSpPr>
          <p:nvPr/>
        </p:nvSpPr>
        <p:spPr>
          <a:xfrm xmlns:a="http://schemas.openxmlformats.org/drawingml/2006/main">
            <a:off x="6648450" y="5715000"/>
            <a:ext cx="25812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K1 외부 접수 / X1 관측 상태</a:t>
            </a:r>
          </a:p>
        </p:txBody>
      </p:sp>
      <p:sp>
        <p:nvSpPr>
          <p:cNvPr id="208" name="dp42-comparison / n158">
            <a:extLst xmlns:a="http://schemas.openxmlformats.org/drawingml/2006/main">
              <a:ext uri="{FF2B5EF4-FFF2-40B4-BE49-F238E27FC236}">
                <a16:creationId xmlns:a16="http://schemas.microsoft.com/office/drawing/2014/main" id="{A53CF666-DD5E-440F-B58F-D3406283909D}"/>
              </a:ext>
            </a:extLst>
          </p:cNvPr>
          <p:cNvSpPr>
            <a:spLocks xmlns:a="http://schemas.openxmlformats.org/drawingml/2006/main" noGrp="1"/>
          </p:cNvSpPr>
          <p:nvPr/>
        </p:nvSpPr>
        <p:spPr>
          <a:xfrm xmlns:a="http://schemas.openxmlformats.org/drawingml/2006/main">
            <a:off x="1724025" y="6000750"/>
            <a:ext cx="2105787" cy="339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9" name="dp42-comparison / n159 / text 1">
            <a:extLst xmlns:a="http://schemas.openxmlformats.org/drawingml/2006/main">
              <a:ext uri="{FF2B5EF4-FFF2-40B4-BE49-F238E27FC236}">
                <a16:creationId xmlns:a16="http://schemas.microsoft.com/office/drawing/2014/main" id="{8210AD02-0568-43D8-BFFB-B36AAEF70D6B}"/>
              </a:ext>
            </a:extLst>
          </p:cNvPr>
          <p:cNvSpPr>
            <a:spLocks xmlns:a="http://schemas.openxmlformats.org/drawingml/2006/main" noGrp="1"/>
          </p:cNvSpPr>
          <p:nvPr/>
        </p:nvSpPr>
        <p:spPr>
          <a:xfrm xmlns:a="http://schemas.openxmlformats.org/drawingml/2006/main">
            <a:off x="1743075" y="6010275"/>
            <a:ext cx="2619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R2↔Q1↔T1 연결과 K1을</a:t>
            </a:r>
          </a:p>
        </p:txBody>
      </p:sp>
      <p:sp>
        <p:nvSpPr>
          <p:cNvPr id="210" name="dp42-comparison / n159 / text 2">
            <a:extLst xmlns:a="http://schemas.openxmlformats.org/drawingml/2006/main">
              <a:ext uri="{FF2B5EF4-FFF2-40B4-BE49-F238E27FC236}">
                <a16:creationId xmlns:a16="http://schemas.microsoft.com/office/drawing/2014/main" id="{FE68136E-3C7E-4B38-B5A5-9BE76AFADFA4}"/>
              </a:ext>
            </a:extLst>
          </p:cNvPr>
          <p:cNvSpPr>
            <a:spLocks xmlns:a="http://schemas.openxmlformats.org/drawingml/2006/main" noGrp="1"/>
          </p:cNvSpPr>
          <p:nvPr/>
        </p:nvSpPr>
        <p:spPr>
          <a:xfrm xmlns:a="http://schemas.openxmlformats.org/drawingml/2006/main">
            <a:off x="1743075" y="6170295"/>
            <a:ext cx="2619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관련 owner 변경으로 함께 확정</a:t>
            </a:r>
          </a:p>
        </p:txBody>
      </p:sp>
      <p:sp>
        <p:nvSpPr>
          <p:cNvPr id="211" name="dp42-comparison / n160">
            <a:extLst xmlns:a="http://schemas.openxmlformats.org/drawingml/2006/main">
              <a:ext uri="{FF2B5EF4-FFF2-40B4-BE49-F238E27FC236}">
                <a16:creationId xmlns:a16="http://schemas.microsoft.com/office/drawing/2014/main" id="{FBEB1105-2848-4DA5-936F-8EF100C4FC16}"/>
              </a:ext>
            </a:extLst>
          </p:cNvPr>
          <p:cNvSpPr>
            <a:spLocks xmlns:a="http://schemas.openxmlformats.org/drawingml/2006/main" noGrp="1"/>
          </p:cNvSpPr>
          <p:nvPr/>
        </p:nvSpPr>
        <p:spPr>
          <a:xfrm xmlns:a="http://schemas.openxmlformats.org/drawingml/2006/main">
            <a:off x="6629400" y="6000750"/>
            <a:ext cx="1817751" cy="339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2-comparison / n161 / text 1">
            <a:extLst xmlns:a="http://schemas.openxmlformats.org/drawingml/2006/main">
              <a:ext uri="{FF2B5EF4-FFF2-40B4-BE49-F238E27FC236}">
                <a16:creationId xmlns:a16="http://schemas.microsoft.com/office/drawing/2014/main" id="{FEB7F151-8168-442B-8DCA-97E77BB357A4}"/>
              </a:ext>
            </a:extLst>
          </p:cNvPr>
          <p:cNvSpPr>
            <a:spLocks xmlns:a="http://schemas.openxmlformats.org/drawingml/2006/main" noGrp="1"/>
          </p:cNvSpPr>
          <p:nvPr/>
        </p:nvSpPr>
        <p:spPr>
          <a:xfrm xmlns:a="http://schemas.openxmlformats.org/drawingml/2006/main">
            <a:off x="6648450" y="6010275"/>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성공: 둘 다 반영</a:t>
            </a:r>
          </a:p>
        </p:txBody>
      </p:sp>
      <p:sp>
        <p:nvSpPr>
          <p:cNvPr id="213" name="dp42-comparison / n161 / text 2">
            <a:extLst xmlns:a="http://schemas.openxmlformats.org/drawingml/2006/main">
              <a:ext uri="{FF2B5EF4-FFF2-40B4-BE49-F238E27FC236}">
                <a16:creationId xmlns:a16="http://schemas.microsoft.com/office/drawing/2014/main" id="{79E0E574-394D-4BC2-AAEF-A9CAD2D2FF5D}"/>
              </a:ext>
            </a:extLst>
          </p:cNvPr>
          <p:cNvSpPr>
            <a:spLocks xmlns:a="http://schemas.openxmlformats.org/drawingml/2006/main" noGrp="1"/>
          </p:cNvSpPr>
          <p:nvPr/>
        </p:nvSpPr>
        <p:spPr>
          <a:xfrm xmlns:a="http://schemas.openxmlformats.org/drawingml/2006/main">
            <a:off x="6648450" y="6170295"/>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충돌 / 실패: 둘 다 미반영</a:t>
            </a:r>
          </a:p>
        </p:txBody>
      </p:sp>
      <p:sp>
        <p:nvSpPr>
          <p:cNvPr id="214" name="dp42-comparison / n174">
            <a:extLst xmlns:a="http://schemas.openxmlformats.org/drawingml/2006/main">
              <a:ext uri="{FF2B5EF4-FFF2-40B4-BE49-F238E27FC236}">
                <a16:creationId xmlns:a16="http://schemas.microsoft.com/office/drawing/2014/main" id="{17726239-3C69-4483-B76F-21EF9E629F98}"/>
              </a:ext>
            </a:extLst>
          </p:cNvPr>
          <p:cNvSpPr>
            <a:spLocks xmlns:a="http://schemas.openxmlformats.org/drawingml/2006/main" noGrp="1"/>
          </p:cNvSpPr>
          <p:nvPr/>
        </p:nvSpPr>
        <p:spPr>
          <a:xfrm xmlns:a="http://schemas.openxmlformats.org/drawingml/2006/main">
            <a:off x="4191000" y="6705600"/>
            <a:ext cx="326097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5" name="dp42-comparison / n175 / text 1">
            <a:extLst xmlns:a="http://schemas.openxmlformats.org/drawingml/2006/main">
              <a:ext uri="{FF2B5EF4-FFF2-40B4-BE49-F238E27FC236}">
                <a16:creationId xmlns:a16="http://schemas.microsoft.com/office/drawing/2014/main" id="{A2458767-0C65-4B4F-9EA2-B7D7ACC1A6BA}"/>
              </a:ext>
            </a:extLst>
          </p:cNvPr>
          <p:cNvSpPr>
            <a:spLocks xmlns:a="http://schemas.openxmlformats.org/drawingml/2006/main" noGrp="1"/>
          </p:cNvSpPr>
          <p:nvPr/>
        </p:nvSpPr>
        <p:spPr>
          <a:xfrm xmlns:a="http://schemas.openxmlformats.org/drawingml/2006/main">
            <a:off x="4210050" y="6715125"/>
            <a:ext cx="50863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release(P2,epoch) / receipt(P2,실제 전달 범위)</a:t>
            </a:r>
          </a:p>
        </p:txBody>
      </p:sp>
      <p:sp>
        <p:nvSpPr>
          <p:cNvPr id="216" name="dp42-comparison / n182">
            <a:extLst xmlns:a="http://schemas.openxmlformats.org/drawingml/2006/main">
              <a:ext uri="{FF2B5EF4-FFF2-40B4-BE49-F238E27FC236}">
                <a16:creationId xmlns:a16="http://schemas.microsoft.com/office/drawing/2014/main" id="{FD5802D9-010B-48BE-9FF2-461373CED761}"/>
              </a:ext>
            </a:extLst>
          </p:cNvPr>
          <p:cNvSpPr>
            <a:spLocks xmlns:a="http://schemas.openxmlformats.org/drawingml/2006/main" noGrp="1"/>
          </p:cNvSpPr>
          <p:nvPr/>
        </p:nvSpPr>
        <p:spPr>
          <a:xfrm xmlns:a="http://schemas.openxmlformats.org/drawingml/2006/main">
            <a:off x="1724025" y="6810375"/>
            <a:ext cx="223837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7" name="dp42-comparison / n183 / text 1">
            <a:extLst xmlns:a="http://schemas.openxmlformats.org/drawingml/2006/main">
              <a:ext uri="{FF2B5EF4-FFF2-40B4-BE49-F238E27FC236}">
                <a16:creationId xmlns:a16="http://schemas.microsoft.com/office/drawing/2014/main" id="{DBC8E095-CC97-4FE3-B72B-7AC359A90BD8}"/>
              </a:ext>
            </a:extLst>
          </p:cNvPr>
          <p:cNvSpPr>
            <a:spLocks xmlns:a="http://schemas.openxmlformats.org/drawingml/2006/main" noGrp="1"/>
          </p:cNvSpPr>
          <p:nvPr/>
        </p:nvSpPr>
        <p:spPr>
          <a:xfrm xmlns:a="http://schemas.openxmlformats.org/drawingml/2006/main">
            <a:off x="1743075" y="6819900"/>
            <a:ext cx="22002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u2 입력 / Text / Voice 실제 전달</a:t>
            </a:r>
          </a:p>
        </p:txBody>
      </p:sp>
      <p:sp>
        <p:nvSpPr>
          <p:cNvPr id="218" name="dp42-comparison / n184">
            <a:extLst xmlns:a="http://schemas.openxmlformats.org/drawingml/2006/main">
              <a:ext uri="{FF2B5EF4-FFF2-40B4-BE49-F238E27FC236}">
                <a16:creationId xmlns:a16="http://schemas.microsoft.com/office/drawing/2014/main" id="{3E7222EB-47B2-4C23-8575-2505B645BB3C}"/>
              </a:ext>
            </a:extLst>
          </p:cNvPr>
          <p:cNvSpPr>
            <a:spLocks xmlns:a="http://schemas.openxmlformats.org/drawingml/2006/main" noGrp="1"/>
          </p:cNvSpPr>
          <p:nvPr/>
        </p:nvSpPr>
        <p:spPr>
          <a:xfrm xmlns:a="http://schemas.openxmlformats.org/drawingml/2006/main">
            <a:off x="4619625" y="7343775"/>
            <a:ext cx="173297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9" name="dp42-comparison / n185 / text 1">
            <a:extLst xmlns:a="http://schemas.openxmlformats.org/drawingml/2006/main">
              <a:ext uri="{FF2B5EF4-FFF2-40B4-BE49-F238E27FC236}">
                <a16:creationId xmlns:a16="http://schemas.microsoft.com/office/drawing/2014/main" id="{9CA55841-EBA9-4AF2-B9A6-E0ED76191D95}"/>
              </a:ext>
            </a:extLst>
          </p:cNvPr>
          <p:cNvSpPr>
            <a:spLocks xmlns:a="http://schemas.openxmlformats.org/drawingml/2006/main" noGrp="1"/>
          </p:cNvSpPr>
          <p:nvPr/>
        </p:nvSpPr>
        <p:spPr>
          <a:xfrm xmlns:a="http://schemas.openxmlformats.org/drawingml/2006/main">
            <a:off x="4638675" y="7353300"/>
            <a:ext cx="2190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공유 Omni 1벌 / 같은 해석</a:t>
            </a:r>
          </a:p>
        </p:txBody>
      </p:sp>
      <p:sp>
        <p:nvSpPr>
          <p:cNvPr id="220" name="dp42-comparison / n186">
            <a:extLst xmlns:a="http://schemas.openxmlformats.org/drawingml/2006/main">
              <a:ext uri="{FF2B5EF4-FFF2-40B4-BE49-F238E27FC236}">
                <a16:creationId xmlns:a16="http://schemas.microsoft.com/office/drawing/2014/main" id="{586D99D2-A2F1-4D40-8A5E-84EB091B8174}"/>
              </a:ext>
            </a:extLst>
          </p:cNvPr>
          <p:cNvSpPr>
            <a:spLocks xmlns:a="http://schemas.openxmlformats.org/drawingml/2006/main" noGrp="1"/>
          </p:cNvSpPr>
          <p:nvPr/>
        </p:nvSpPr>
        <p:spPr>
          <a:xfrm xmlns:a="http://schemas.openxmlformats.org/drawingml/2006/main">
            <a:off x="7058025" y="7343775"/>
            <a:ext cx="1641348"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1" name="dp42-comparison / n187 / text 1">
            <a:extLst xmlns:a="http://schemas.openxmlformats.org/drawingml/2006/main">
              <a:ext uri="{FF2B5EF4-FFF2-40B4-BE49-F238E27FC236}">
                <a16:creationId xmlns:a16="http://schemas.microsoft.com/office/drawing/2014/main" id="{CAC1B347-8CBC-48C5-8BAC-1D42D012BEED}"/>
              </a:ext>
            </a:extLst>
          </p:cNvPr>
          <p:cNvSpPr>
            <a:spLocks xmlns:a="http://schemas.openxmlformats.org/drawingml/2006/main" noGrp="1"/>
          </p:cNvSpPr>
          <p:nvPr/>
        </p:nvSpPr>
        <p:spPr>
          <a:xfrm xmlns:a="http://schemas.openxmlformats.org/drawingml/2006/main">
            <a:off x="7077075" y="7353300"/>
            <a:ext cx="23336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K1 전송 / 외부 접수 확인</a:t>
            </a:r>
          </a:p>
        </p:txBody>
      </p:sp>
      <p:sp>
        <p:nvSpPr>
          <p:cNvPr id="222" name="dp42-comparison / n188">
            <a:extLst xmlns:a="http://schemas.openxmlformats.org/drawingml/2006/main">
              <a:ext uri="{FF2B5EF4-FFF2-40B4-BE49-F238E27FC236}">
                <a16:creationId xmlns:a16="http://schemas.microsoft.com/office/drawing/2014/main" id="{667AA353-2936-439E-ADC0-F6CB2919C101}"/>
              </a:ext>
            </a:extLst>
          </p:cNvPr>
          <p:cNvSpPr>
            <a:spLocks xmlns:a="http://schemas.openxmlformats.org/drawingml/2006/main" noGrp="1"/>
          </p:cNvSpPr>
          <p:nvPr/>
        </p:nvSpPr>
        <p:spPr>
          <a:xfrm xmlns:a="http://schemas.openxmlformats.org/drawingml/2006/main">
            <a:off x="1724025" y="7343775"/>
            <a:ext cx="185928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3" name="dp42-comparison / n189 / text 1">
            <a:extLst xmlns:a="http://schemas.openxmlformats.org/drawingml/2006/main">
              <a:ext uri="{FF2B5EF4-FFF2-40B4-BE49-F238E27FC236}">
                <a16:creationId xmlns:a16="http://schemas.microsoft.com/office/drawing/2014/main" id="{1157B158-DC8D-4BFE-A48C-BA5E5B31EBAC}"/>
              </a:ext>
            </a:extLst>
          </p:cNvPr>
          <p:cNvSpPr>
            <a:spLocks xmlns:a="http://schemas.openxmlformats.org/drawingml/2006/main" noGrp="1"/>
          </p:cNvSpPr>
          <p:nvPr/>
        </p:nvSpPr>
        <p:spPr>
          <a:xfrm xmlns:a="http://schemas.openxmlformats.org/drawingml/2006/main">
            <a:off x="1743075" y="735330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Voice Runtime: 음성 I/O 구현</a:t>
            </a:r>
          </a:p>
        </p:txBody>
      </p:sp>
      <p:sp>
        <p:nvSpPr>
          <p:cNvPr id="224" name="dp42-comparison / n194 / path">
            <a:extLst xmlns:a="http://schemas.openxmlformats.org/drawingml/2006/main">
              <a:ext uri="{FF2B5EF4-FFF2-40B4-BE49-F238E27FC236}">
                <a16:creationId xmlns:a16="http://schemas.microsoft.com/office/drawing/2014/main" id="{4DC61382-96DB-431D-BE82-4C8DF1B65CD0}"/>
              </a:ext>
            </a:extLst>
          </p:cNvPr>
          <p:cNvSpPr>
            <a:spLocks xmlns:a="http://schemas.openxmlformats.org/drawingml/2006/main" noGrp="1"/>
          </p:cNvSpPr>
          <p:nvPr/>
        </p:nvSpPr>
        <p:spPr>
          <a:xfrm xmlns:a="http://schemas.openxmlformats.org/drawingml/2006/main">
            <a:off x="12172950" y="2800350"/>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0478">
            <a:solidFill>
              <a:srgbClr val="000000"/>
            </a:solidFill>
            <a:prstDash val="solid"/>
          </a:ln>
        </p:spPr>
      </p:sp>
      <p:sp>
        <p:nvSpPr>
          <p:cNvPr id="225" name="dp42-comparison / n199 / path">
            <a:extLst xmlns:a="http://schemas.openxmlformats.org/drawingml/2006/main">
              <a:ext uri="{FF2B5EF4-FFF2-40B4-BE49-F238E27FC236}">
                <a16:creationId xmlns:a16="http://schemas.microsoft.com/office/drawing/2014/main" id="{3E51BCBE-8AD7-491F-A148-7311CC5CFE94}"/>
              </a:ext>
            </a:extLst>
          </p:cNvPr>
          <p:cNvSpPr>
            <a:spLocks xmlns:a="http://schemas.openxmlformats.org/drawingml/2006/main" noGrp="1"/>
          </p:cNvSpPr>
          <p:nvPr/>
        </p:nvSpPr>
        <p:spPr>
          <a:xfrm xmlns:a="http://schemas.openxmlformats.org/drawingml/2006/main">
            <a:off x="12172950" y="2981325"/>
            <a:ext cx="4495800" cy="953"/>
          </a:xfrm>
          <a:custGeom xmlns:a="http://schemas.openxmlformats.org/drawingml/2006/main">
            <a:pathLst>
              <a:path w="4495800" h="953">
                <a:moveTo>
                  <a:pt x="0" y="0"/>
                </a:moveTo>
                <a:lnTo>
                  <a:pt x="4495800" y="0"/>
                </a:lnTo>
              </a:path>
            </a:pathLst>
          </a:custGeom>
          <a:noFill xmlns:a="http://schemas.openxmlformats.org/drawingml/2006/main"/>
          <a:ln xmlns:a="http://schemas.openxmlformats.org/drawingml/2006/main" w="10478">
            <a:solidFill>
              <a:srgbClr val="000000"/>
            </a:solidFill>
            <a:prstDash val="solid"/>
          </a:ln>
        </p:spPr>
      </p:sp>
      <p:sp>
        <p:nvSpPr>
          <p:cNvPr id="226" name="dp42-comparison / n204 / path">
            <a:extLst xmlns:a="http://schemas.openxmlformats.org/drawingml/2006/main">
              <a:ext uri="{FF2B5EF4-FFF2-40B4-BE49-F238E27FC236}">
                <a16:creationId xmlns:a16="http://schemas.microsoft.com/office/drawing/2014/main" id="{75164268-4625-4090-9646-32D64A8B1206}"/>
              </a:ext>
            </a:extLst>
          </p:cNvPr>
          <p:cNvSpPr>
            <a:spLocks xmlns:a="http://schemas.openxmlformats.org/drawingml/2006/main" noGrp="1"/>
          </p:cNvSpPr>
          <p:nvPr/>
        </p:nvSpPr>
        <p:spPr>
          <a:xfrm xmlns:a="http://schemas.openxmlformats.org/drawingml/2006/main">
            <a:off x="12172950" y="3162300"/>
            <a:ext cx="5381625" cy="953"/>
          </a:xfrm>
          <a:custGeom xmlns:a="http://schemas.openxmlformats.org/drawingml/2006/main">
            <a:pathLst>
              <a:path w="5381625" h="953">
                <a:moveTo>
                  <a:pt x="0" y="0"/>
                </a:moveTo>
                <a:lnTo>
                  <a:pt x="5381625" y="0"/>
                </a:lnTo>
              </a:path>
            </a:pathLst>
          </a:custGeom>
          <a:noFill xmlns:a="http://schemas.openxmlformats.org/drawingml/2006/main"/>
          <a:ln xmlns:a="http://schemas.openxmlformats.org/drawingml/2006/main" w="10478">
            <a:solidFill>
              <a:srgbClr val="000000"/>
            </a:solidFill>
            <a:prstDash val="solid"/>
          </a:ln>
        </p:spPr>
      </p:sp>
      <p:sp>
        <p:nvSpPr>
          <p:cNvPr id="227" name="dp42-comparison / n209 / path">
            <a:extLst xmlns:a="http://schemas.openxmlformats.org/drawingml/2006/main">
              <a:ext uri="{FF2B5EF4-FFF2-40B4-BE49-F238E27FC236}">
                <a16:creationId xmlns:a16="http://schemas.microsoft.com/office/drawing/2014/main" id="{05C917F9-DF30-44E0-8B20-103D1E9E8E36}"/>
              </a:ext>
            </a:extLst>
          </p:cNvPr>
          <p:cNvSpPr>
            <a:spLocks xmlns:a="http://schemas.openxmlformats.org/drawingml/2006/main" noGrp="1"/>
          </p:cNvSpPr>
          <p:nvPr/>
        </p:nvSpPr>
        <p:spPr>
          <a:xfrm xmlns:a="http://schemas.openxmlformats.org/drawingml/2006/main">
            <a:off x="12172950" y="3343275"/>
            <a:ext cx="5210175" cy="953"/>
          </a:xfrm>
          <a:custGeom xmlns:a="http://schemas.openxmlformats.org/drawingml/2006/main">
            <a:pathLst>
              <a:path w="5210175" h="953">
                <a:moveTo>
                  <a:pt x="0" y="0"/>
                </a:moveTo>
                <a:lnTo>
                  <a:pt x="5210175" y="0"/>
                </a:lnTo>
              </a:path>
            </a:pathLst>
          </a:custGeom>
          <a:noFill xmlns:a="http://schemas.openxmlformats.org/drawingml/2006/main"/>
          <a:ln xmlns:a="http://schemas.openxmlformats.org/drawingml/2006/main" w="10478">
            <a:solidFill>
              <a:srgbClr val="000000"/>
            </a:solidFill>
            <a:prstDash val="solid"/>
          </a:ln>
        </p:spPr>
      </p:sp>
      <p:sp>
        <p:nvSpPr>
          <p:cNvPr id="228" name="dp42-comparison / n214">
            <a:extLst xmlns:a="http://schemas.openxmlformats.org/drawingml/2006/main">
              <a:ext uri="{FF2B5EF4-FFF2-40B4-BE49-F238E27FC236}">
                <a16:creationId xmlns:a16="http://schemas.microsoft.com/office/drawing/2014/main" id="{7442C0FE-9F85-427B-816A-0D1160701176}"/>
              </a:ext>
            </a:extLst>
          </p:cNvPr>
          <p:cNvSpPr>
            <a:spLocks xmlns:a="http://schemas.openxmlformats.org/drawingml/2006/main" noGrp="1"/>
          </p:cNvSpPr>
          <p:nvPr/>
        </p:nvSpPr>
        <p:spPr>
          <a:xfrm xmlns:a="http://schemas.openxmlformats.org/drawingml/2006/main">
            <a:off x="9810750" y="3495675"/>
            <a:ext cx="4000500" cy="32956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229" name="dp42-comparison / n215 / text 1">
            <a:extLst xmlns:a="http://schemas.openxmlformats.org/drawingml/2006/main">
              <a:ext uri="{FF2B5EF4-FFF2-40B4-BE49-F238E27FC236}">
                <a16:creationId xmlns:a16="http://schemas.microsoft.com/office/drawing/2014/main" id="{A6F1C4FA-AD64-4882-B10A-1738259E5D94}"/>
              </a:ext>
            </a:extLst>
          </p:cNvPr>
          <p:cNvSpPr>
            <a:spLocks xmlns:a="http://schemas.openxmlformats.org/drawingml/2006/main" noGrp="1"/>
          </p:cNvSpPr>
          <p:nvPr/>
        </p:nvSpPr>
        <p:spPr>
          <a:xfrm xmlns:a="http://schemas.openxmlformats.org/drawingml/2006/main">
            <a:off x="9934575" y="3590925"/>
            <a:ext cx="3752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a:t>
            </a:r>
          </a:p>
        </p:txBody>
      </p:sp>
      <p:sp>
        <p:nvSpPr>
          <p:cNvPr id="230" name="dp42-comparison / n216">
            <a:extLst xmlns:a="http://schemas.openxmlformats.org/drawingml/2006/main">
              <a:ext uri="{FF2B5EF4-FFF2-40B4-BE49-F238E27FC236}">
                <a16:creationId xmlns:a16="http://schemas.microsoft.com/office/drawing/2014/main" id="{81CA7E09-EC59-45AE-B628-B97C2B9A7086}"/>
              </a:ext>
            </a:extLst>
          </p:cNvPr>
          <p:cNvSpPr>
            <a:spLocks xmlns:a="http://schemas.openxmlformats.org/drawingml/2006/main" noGrp="1"/>
          </p:cNvSpPr>
          <p:nvPr/>
        </p:nvSpPr>
        <p:spPr>
          <a:xfrm xmlns:a="http://schemas.openxmlformats.org/drawingml/2006/main">
            <a:off x="14287500" y="3495675"/>
            <a:ext cx="3381375" cy="32956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231" name="dp42-comparison / n217 / text 1">
            <a:extLst xmlns:a="http://schemas.openxmlformats.org/drawingml/2006/main">
              <a:ext uri="{FF2B5EF4-FFF2-40B4-BE49-F238E27FC236}">
                <a16:creationId xmlns:a16="http://schemas.microsoft.com/office/drawing/2014/main" id="{23F7EDE0-7283-4D19-86AF-25982E4927BA}"/>
              </a:ext>
            </a:extLst>
          </p:cNvPr>
          <p:cNvSpPr>
            <a:spLocks xmlns:a="http://schemas.openxmlformats.org/drawingml/2006/main" noGrp="1"/>
          </p:cNvSpPr>
          <p:nvPr/>
        </p:nvSpPr>
        <p:spPr>
          <a:xfrm xmlns:a="http://schemas.openxmlformats.org/drawingml/2006/main">
            <a:off x="14411325" y="3590925"/>
            <a:ext cx="3133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업무 서비스</a:t>
            </a:r>
          </a:p>
        </p:txBody>
      </p:sp>
      <p:sp>
        <p:nvSpPr>
          <p:cNvPr id="232" name="dp42-comparison / n222">
            <a:extLst xmlns:a="http://schemas.openxmlformats.org/drawingml/2006/main">
              <a:ext uri="{FF2B5EF4-FFF2-40B4-BE49-F238E27FC236}">
                <a16:creationId xmlns:a16="http://schemas.microsoft.com/office/drawing/2014/main" id="{3D83B371-1618-4A94-86D7-F5D98EA237CB}"/>
              </a:ext>
            </a:extLst>
          </p:cNvPr>
          <p:cNvSpPr>
            <a:spLocks xmlns:a="http://schemas.openxmlformats.org/drawingml/2006/main" noGrp="1"/>
          </p:cNvSpPr>
          <p:nvPr/>
        </p:nvSpPr>
        <p:spPr>
          <a:xfrm xmlns:a="http://schemas.openxmlformats.org/drawingml/2006/main">
            <a:off x="10001250" y="3914775"/>
            <a:ext cx="2238375"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2-comparison / n223 / text 1">
            <a:extLst xmlns:a="http://schemas.openxmlformats.org/drawingml/2006/main">
              <a:ext uri="{FF2B5EF4-FFF2-40B4-BE49-F238E27FC236}">
                <a16:creationId xmlns:a16="http://schemas.microsoft.com/office/drawing/2014/main" id="{A987977C-31FC-4972-8C43-61D93D24B559}"/>
              </a:ext>
            </a:extLst>
          </p:cNvPr>
          <p:cNvSpPr>
            <a:spLocks xmlns:a="http://schemas.openxmlformats.org/drawingml/2006/main" noGrp="1"/>
          </p:cNvSpPr>
          <p:nvPr/>
        </p:nvSpPr>
        <p:spPr>
          <a:xfrm xmlns:a="http://schemas.openxmlformats.org/drawingml/2006/main">
            <a:off x="10086975" y="3974783"/>
            <a:ext cx="20669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234" name="dp42-comparison / n224">
            <a:extLst xmlns:a="http://schemas.openxmlformats.org/drawingml/2006/main">
              <a:ext uri="{FF2B5EF4-FFF2-40B4-BE49-F238E27FC236}">
                <a16:creationId xmlns:a16="http://schemas.microsoft.com/office/drawing/2014/main" id="{83B6CD42-04E7-4FCF-BB85-6C6FBC7D9628}"/>
              </a:ext>
            </a:extLst>
          </p:cNvPr>
          <p:cNvSpPr>
            <a:spLocks xmlns:a="http://schemas.openxmlformats.org/drawingml/2006/main" noGrp="1"/>
          </p:cNvSpPr>
          <p:nvPr/>
        </p:nvSpPr>
        <p:spPr>
          <a:xfrm xmlns:a="http://schemas.openxmlformats.org/drawingml/2006/main">
            <a:off x="14906625" y="3914775"/>
            <a:ext cx="2571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25 / text 1">
            <a:extLst xmlns:a="http://schemas.openxmlformats.org/drawingml/2006/main">
              <a:ext uri="{FF2B5EF4-FFF2-40B4-BE49-F238E27FC236}">
                <a16:creationId xmlns:a16="http://schemas.microsoft.com/office/drawing/2014/main" id="{72F2242F-FE03-4EEB-9647-C3FF1148CE5D}"/>
              </a:ext>
            </a:extLst>
          </p:cNvPr>
          <p:cNvSpPr>
            <a:spLocks xmlns:a="http://schemas.openxmlformats.org/drawingml/2006/main" noGrp="1"/>
          </p:cNvSpPr>
          <p:nvPr/>
        </p:nvSpPr>
        <p:spPr>
          <a:xfrm xmlns:a="http://schemas.openxmlformats.org/drawingml/2006/main">
            <a:off x="14992350" y="3974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236" name="dp42-comparison / n226">
            <a:extLst xmlns:a="http://schemas.openxmlformats.org/drawingml/2006/main">
              <a:ext uri="{FF2B5EF4-FFF2-40B4-BE49-F238E27FC236}">
                <a16:creationId xmlns:a16="http://schemas.microsoft.com/office/drawing/2014/main" id="{93B1DD07-2CAF-48AF-9C6F-9B5072E2F588}"/>
              </a:ext>
            </a:extLst>
          </p:cNvPr>
          <p:cNvSpPr>
            <a:spLocks xmlns:a="http://schemas.openxmlformats.org/drawingml/2006/main" noGrp="1"/>
          </p:cNvSpPr>
          <p:nvPr/>
        </p:nvSpPr>
        <p:spPr>
          <a:xfrm xmlns:a="http://schemas.openxmlformats.org/drawingml/2006/main">
            <a:off x="10001250" y="4619625"/>
            <a:ext cx="2238375"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7" name="dp42-comparison / n227 / text 1">
            <a:extLst xmlns:a="http://schemas.openxmlformats.org/drawingml/2006/main">
              <a:ext uri="{FF2B5EF4-FFF2-40B4-BE49-F238E27FC236}">
                <a16:creationId xmlns:a16="http://schemas.microsoft.com/office/drawing/2014/main" id="{F8293A97-944C-4B32-BA50-0FAC8770E7C7}"/>
              </a:ext>
            </a:extLst>
          </p:cNvPr>
          <p:cNvSpPr>
            <a:spLocks xmlns:a="http://schemas.openxmlformats.org/drawingml/2006/main" noGrp="1"/>
          </p:cNvSpPr>
          <p:nvPr/>
        </p:nvSpPr>
        <p:spPr>
          <a:xfrm xmlns:a="http://schemas.openxmlformats.org/drawingml/2006/main">
            <a:off x="10086975" y="46762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238" name="dp42-comparison / n228">
            <a:extLst xmlns:a="http://schemas.openxmlformats.org/drawingml/2006/main">
              <a:ext uri="{FF2B5EF4-FFF2-40B4-BE49-F238E27FC236}">
                <a16:creationId xmlns:a16="http://schemas.microsoft.com/office/drawing/2014/main" id="{DCA8F35B-EA56-4783-99F7-18499255747C}"/>
              </a:ext>
            </a:extLst>
          </p:cNvPr>
          <p:cNvSpPr>
            <a:spLocks xmlns:a="http://schemas.openxmlformats.org/drawingml/2006/main" noGrp="1"/>
          </p:cNvSpPr>
          <p:nvPr/>
        </p:nvSpPr>
        <p:spPr>
          <a:xfrm xmlns:a="http://schemas.openxmlformats.org/drawingml/2006/main">
            <a:off x="10001250" y="5324475"/>
            <a:ext cx="2238375"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229 / text 1">
            <a:extLst xmlns:a="http://schemas.openxmlformats.org/drawingml/2006/main">
              <a:ext uri="{FF2B5EF4-FFF2-40B4-BE49-F238E27FC236}">
                <a16:creationId xmlns:a16="http://schemas.microsoft.com/office/drawing/2014/main" id="{052B26CF-A5FD-456D-9C0F-593CD2C9FEB1}"/>
              </a:ext>
            </a:extLst>
          </p:cNvPr>
          <p:cNvSpPr>
            <a:spLocks xmlns:a="http://schemas.openxmlformats.org/drawingml/2006/main" noGrp="1"/>
          </p:cNvSpPr>
          <p:nvPr/>
        </p:nvSpPr>
        <p:spPr>
          <a:xfrm xmlns:a="http://schemas.openxmlformats.org/drawingml/2006/main">
            <a:off x="10086975" y="5384483"/>
            <a:ext cx="20669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Response Manager</a:t>
            </a:r>
          </a:p>
        </p:txBody>
      </p:sp>
      <p:sp>
        <p:nvSpPr>
          <p:cNvPr id="240" name="dp42-comparison / n230">
            <a:extLst xmlns:a="http://schemas.openxmlformats.org/drawingml/2006/main">
              <a:ext uri="{FF2B5EF4-FFF2-40B4-BE49-F238E27FC236}">
                <a16:creationId xmlns:a16="http://schemas.microsoft.com/office/drawing/2014/main" id="{2D6837B5-F321-4A38-9D99-68A72929F71C}"/>
              </a:ext>
            </a:extLst>
          </p:cNvPr>
          <p:cNvSpPr>
            <a:spLocks xmlns:a="http://schemas.openxmlformats.org/drawingml/2006/main" noGrp="1"/>
          </p:cNvSpPr>
          <p:nvPr/>
        </p:nvSpPr>
        <p:spPr>
          <a:xfrm xmlns:a="http://schemas.openxmlformats.org/drawingml/2006/main">
            <a:off x="14906625" y="5324475"/>
            <a:ext cx="2571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2-comparison / n231 / text 1">
            <a:extLst xmlns:a="http://schemas.openxmlformats.org/drawingml/2006/main">
              <a:ext uri="{FF2B5EF4-FFF2-40B4-BE49-F238E27FC236}">
                <a16:creationId xmlns:a16="http://schemas.microsoft.com/office/drawing/2014/main" id="{1DC58A84-C96D-4876-9108-C18196313747}"/>
              </a:ext>
            </a:extLst>
          </p:cNvPr>
          <p:cNvSpPr>
            <a:spLocks xmlns:a="http://schemas.openxmlformats.org/drawingml/2006/main" noGrp="1"/>
          </p:cNvSpPr>
          <p:nvPr/>
        </p:nvSpPr>
        <p:spPr>
          <a:xfrm xmlns:a="http://schemas.openxmlformats.org/drawingml/2006/main">
            <a:off x="14992350" y="53844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42" name="dp42-comparison / n236 / path">
            <a:extLst xmlns:a="http://schemas.openxmlformats.org/drawingml/2006/main">
              <a:ext uri="{FF2B5EF4-FFF2-40B4-BE49-F238E27FC236}">
                <a16:creationId xmlns:a16="http://schemas.microsoft.com/office/drawing/2014/main" id="{A4F16F62-F8CC-4C07-AED0-3218D42FE7CB}"/>
              </a:ext>
            </a:extLst>
          </p:cNvPr>
          <p:cNvSpPr>
            <a:spLocks xmlns:a="http://schemas.openxmlformats.org/drawingml/2006/main" noGrp="1"/>
          </p:cNvSpPr>
          <p:nvPr/>
        </p:nvSpPr>
        <p:spPr>
          <a:xfrm xmlns:a="http://schemas.openxmlformats.org/drawingml/2006/main">
            <a:off x="12239625" y="3819525"/>
            <a:ext cx="3000375" cy="180975"/>
          </a:xfrm>
          <a:custGeom xmlns:a="http://schemas.openxmlformats.org/drawingml/2006/main">
            <a:pathLst>
              <a:path w="3000375" h="180975">
                <a:moveTo>
                  <a:pt x="0" y="180975"/>
                </a:moveTo>
                <a:lnTo>
                  <a:pt x="190500" y="180975"/>
                </a:lnTo>
                <a:lnTo>
                  <a:pt x="190500" y="0"/>
                </a:lnTo>
                <a:lnTo>
                  <a:pt x="3000375" y="0"/>
                </a:lnTo>
                <a:lnTo>
                  <a:pt x="3000375" y="95250"/>
                </a:lnTo>
              </a:path>
            </a:pathLst>
          </a:custGeom>
          <a:noFill xmlns:a="http://schemas.openxmlformats.org/drawingml/2006/main"/>
          <a:ln xmlns:a="http://schemas.openxmlformats.org/drawingml/2006/main" w="10478">
            <a:solidFill>
              <a:srgbClr val="000000"/>
            </a:solidFill>
            <a:prstDash val="solid"/>
          </a:ln>
        </p:spPr>
      </p:sp>
      <p:sp>
        <p:nvSpPr>
          <p:cNvPr id="243" name="dp42-comparison / n236 / arrow">
            <a:extLst xmlns:a="http://schemas.openxmlformats.org/drawingml/2006/main">
              <a:ext uri="{FF2B5EF4-FFF2-40B4-BE49-F238E27FC236}">
                <a16:creationId xmlns:a16="http://schemas.microsoft.com/office/drawing/2014/main" id="{63B34B41-57F7-4E3A-8212-E186C035C175}"/>
              </a:ext>
            </a:extLst>
          </p:cNvPr>
          <p:cNvSpPr>
            <a:spLocks xmlns:a="http://schemas.openxmlformats.org/drawingml/2006/main" noGrp="1"/>
          </p:cNvSpPr>
          <p:nvPr/>
        </p:nvSpPr>
        <p:spPr>
          <a:xfrm xmlns:a="http://schemas.openxmlformats.org/drawingml/2006/main">
            <a:off x="15206472" y="38477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2-comparison / n237 / path">
            <a:extLst xmlns:a="http://schemas.openxmlformats.org/drawingml/2006/main">
              <a:ext uri="{FF2B5EF4-FFF2-40B4-BE49-F238E27FC236}">
                <a16:creationId xmlns:a16="http://schemas.microsoft.com/office/drawing/2014/main" id="{30F19E79-F8A3-4C7B-AFFA-CA53A99467EA}"/>
              </a:ext>
            </a:extLst>
          </p:cNvPr>
          <p:cNvSpPr>
            <a:spLocks xmlns:a="http://schemas.openxmlformats.org/drawingml/2006/main" noGrp="1"/>
          </p:cNvSpPr>
          <p:nvPr/>
        </p:nvSpPr>
        <p:spPr>
          <a:xfrm xmlns:a="http://schemas.openxmlformats.org/drawingml/2006/main">
            <a:off x="12239625" y="3876675"/>
            <a:ext cx="3143250" cy="190500"/>
          </a:xfrm>
          <a:custGeom xmlns:a="http://schemas.openxmlformats.org/drawingml/2006/main">
            <a:pathLst>
              <a:path w="3143250" h="190500">
                <a:moveTo>
                  <a:pt x="3143250" y="38100"/>
                </a:moveTo>
                <a:lnTo>
                  <a:pt x="3143250" y="0"/>
                </a:lnTo>
                <a:lnTo>
                  <a:pt x="95250" y="0"/>
                </a:lnTo>
                <a:lnTo>
                  <a:pt x="95250" y="190500"/>
                </a:lnTo>
                <a:lnTo>
                  <a:pt x="0" y="190500"/>
                </a:lnTo>
              </a:path>
            </a:pathLst>
          </a:custGeom>
          <a:noFill xmlns:a="http://schemas.openxmlformats.org/drawingml/2006/main"/>
          <a:ln xmlns:a="http://schemas.openxmlformats.org/drawingml/2006/main" w="10478">
            <a:solidFill>
              <a:srgbClr val="000000"/>
            </a:solidFill>
            <a:prstDash val="dash"/>
          </a:ln>
        </p:spPr>
      </p:sp>
      <p:sp>
        <p:nvSpPr>
          <p:cNvPr id="245" name="dp42-comparison / n237 / arrow">
            <a:extLst xmlns:a="http://schemas.openxmlformats.org/drawingml/2006/main">
              <a:ext uri="{FF2B5EF4-FFF2-40B4-BE49-F238E27FC236}">
                <a16:creationId xmlns:a16="http://schemas.microsoft.com/office/drawing/2014/main" id="{319C4B1D-C363-4B54-9572-3C69C1DA04E2}"/>
              </a:ext>
            </a:extLst>
          </p:cNvPr>
          <p:cNvSpPr>
            <a:spLocks xmlns:a="http://schemas.openxmlformats.org/drawingml/2006/main" noGrp="1"/>
          </p:cNvSpPr>
          <p:nvPr/>
        </p:nvSpPr>
        <p:spPr>
          <a:xfrm xmlns:a="http://schemas.openxmlformats.org/drawingml/2006/main">
            <a:off x="12239625" y="4033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2-comparison / n240 / path">
            <a:extLst xmlns:a="http://schemas.openxmlformats.org/drawingml/2006/main">
              <a:ext uri="{FF2B5EF4-FFF2-40B4-BE49-F238E27FC236}">
                <a16:creationId xmlns:a16="http://schemas.microsoft.com/office/drawing/2014/main" id="{EE31F695-845F-4582-9513-236611FD6127}"/>
              </a:ext>
            </a:extLst>
          </p:cNvPr>
          <p:cNvSpPr>
            <a:spLocks xmlns:a="http://schemas.openxmlformats.org/drawingml/2006/main" noGrp="1"/>
          </p:cNvSpPr>
          <p:nvPr/>
        </p:nvSpPr>
        <p:spPr>
          <a:xfrm xmlns:a="http://schemas.openxmlformats.org/drawingml/2006/main">
            <a:off x="12239625" y="4181475"/>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10478">
            <a:solidFill>
              <a:srgbClr val="000000"/>
            </a:solidFill>
            <a:prstDash val="solid"/>
          </a:ln>
        </p:spPr>
      </p:sp>
      <p:sp>
        <p:nvSpPr>
          <p:cNvPr id="247" name="dp42-comparison / n240 / arrow">
            <a:extLst xmlns:a="http://schemas.openxmlformats.org/drawingml/2006/main">
              <a:ext uri="{FF2B5EF4-FFF2-40B4-BE49-F238E27FC236}">
                <a16:creationId xmlns:a16="http://schemas.microsoft.com/office/drawing/2014/main" id="{A8FA4D4E-DABE-4E23-9064-9F0AE845F7A5}"/>
              </a:ext>
            </a:extLst>
          </p:cNvPr>
          <p:cNvSpPr>
            <a:spLocks xmlns:a="http://schemas.openxmlformats.org/drawingml/2006/main" noGrp="1"/>
          </p:cNvSpPr>
          <p:nvPr/>
        </p:nvSpPr>
        <p:spPr>
          <a:xfrm xmlns:a="http://schemas.openxmlformats.org/drawingml/2006/main">
            <a:off x="14839569" y="4147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8" name="dp42-comparison / n243 / path">
            <a:extLst xmlns:a="http://schemas.openxmlformats.org/drawingml/2006/main">
              <a:ext uri="{FF2B5EF4-FFF2-40B4-BE49-F238E27FC236}">
                <a16:creationId xmlns:a16="http://schemas.microsoft.com/office/drawing/2014/main" id="{EC2D4EA9-F53F-48C4-8376-E8E86A7E72C6}"/>
              </a:ext>
            </a:extLst>
          </p:cNvPr>
          <p:cNvSpPr>
            <a:spLocks xmlns:a="http://schemas.openxmlformats.org/drawingml/2006/main" noGrp="1"/>
          </p:cNvSpPr>
          <p:nvPr/>
        </p:nvSpPr>
        <p:spPr>
          <a:xfrm xmlns:a="http://schemas.openxmlformats.org/drawingml/2006/main">
            <a:off x="12239625" y="4000500"/>
            <a:ext cx="2667000" cy="495300"/>
          </a:xfrm>
          <a:custGeom xmlns:a="http://schemas.openxmlformats.org/drawingml/2006/main">
            <a:pathLst>
              <a:path w="2667000" h="495300">
                <a:moveTo>
                  <a:pt x="2667000" y="0"/>
                </a:moveTo>
                <a:lnTo>
                  <a:pt x="2457450" y="0"/>
                </a:lnTo>
                <a:lnTo>
                  <a:pt x="2457450" y="495300"/>
                </a:lnTo>
                <a:lnTo>
                  <a:pt x="161925" y="495300"/>
                </a:lnTo>
                <a:lnTo>
                  <a:pt x="161925" y="0"/>
                </a:lnTo>
                <a:lnTo>
                  <a:pt x="0" y="0"/>
                </a:lnTo>
              </a:path>
            </a:pathLst>
          </a:custGeom>
          <a:noFill xmlns:a="http://schemas.openxmlformats.org/drawingml/2006/main"/>
          <a:ln xmlns:a="http://schemas.openxmlformats.org/drawingml/2006/main" w="10478">
            <a:solidFill>
              <a:srgbClr val="000000"/>
            </a:solidFill>
            <a:prstDash val="dash"/>
          </a:ln>
        </p:spPr>
      </p:sp>
      <p:sp>
        <p:nvSpPr>
          <p:cNvPr id="249" name="dp42-comparison / n243 / arrow">
            <a:extLst xmlns:a="http://schemas.openxmlformats.org/drawingml/2006/main">
              <a:ext uri="{FF2B5EF4-FFF2-40B4-BE49-F238E27FC236}">
                <a16:creationId xmlns:a16="http://schemas.microsoft.com/office/drawing/2014/main" id="{5CB602B1-0526-4C3C-8A33-9584F21169B9}"/>
              </a:ext>
            </a:extLst>
          </p:cNvPr>
          <p:cNvSpPr>
            <a:spLocks xmlns:a="http://schemas.openxmlformats.org/drawingml/2006/main" noGrp="1"/>
          </p:cNvSpPr>
          <p:nvPr/>
        </p:nvSpPr>
        <p:spPr>
          <a:xfrm xmlns:a="http://schemas.openxmlformats.org/drawingml/2006/main">
            <a:off x="12239625" y="3966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50" name="dp42-comparison / n246 / path">
            <a:extLst xmlns:a="http://schemas.openxmlformats.org/drawingml/2006/main">
              <a:ext uri="{FF2B5EF4-FFF2-40B4-BE49-F238E27FC236}">
                <a16:creationId xmlns:a16="http://schemas.microsoft.com/office/drawing/2014/main" id="{EC24842F-5F79-49F7-9497-A727A522B9DC}"/>
              </a:ext>
            </a:extLst>
          </p:cNvPr>
          <p:cNvSpPr>
            <a:spLocks xmlns:a="http://schemas.openxmlformats.org/drawingml/2006/main" noGrp="1"/>
          </p:cNvSpPr>
          <p:nvPr/>
        </p:nvSpPr>
        <p:spPr>
          <a:xfrm xmlns:a="http://schemas.openxmlformats.org/drawingml/2006/main">
            <a:off x="10691813" y="4257675"/>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10478">
            <a:solidFill>
              <a:srgbClr val="000000"/>
            </a:solidFill>
            <a:prstDash val="solid"/>
          </a:ln>
        </p:spPr>
      </p:sp>
      <p:sp>
        <p:nvSpPr>
          <p:cNvPr id="251" name="dp42-comparison / n246 / arrow">
            <a:extLst xmlns:a="http://schemas.openxmlformats.org/drawingml/2006/main">
              <a:ext uri="{FF2B5EF4-FFF2-40B4-BE49-F238E27FC236}">
                <a16:creationId xmlns:a16="http://schemas.microsoft.com/office/drawing/2014/main" id="{BD48D1F0-CA11-4FA4-8DFC-7BF2E75E0425}"/>
              </a:ext>
            </a:extLst>
          </p:cNvPr>
          <p:cNvSpPr>
            <a:spLocks xmlns:a="http://schemas.openxmlformats.org/drawingml/2006/main" noGrp="1"/>
          </p:cNvSpPr>
          <p:nvPr/>
        </p:nvSpPr>
        <p:spPr>
          <a:xfrm xmlns:a="http://schemas.openxmlformats.org/drawingml/2006/main">
            <a:off x="10658285" y="4552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52" name="dp42-comparison / n247 / path">
            <a:extLst xmlns:a="http://schemas.openxmlformats.org/drawingml/2006/main">
              <a:ext uri="{FF2B5EF4-FFF2-40B4-BE49-F238E27FC236}">
                <a16:creationId xmlns:a16="http://schemas.microsoft.com/office/drawing/2014/main" id="{D7021C85-2044-4C45-AABC-8F42D1C34F93}"/>
              </a:ext>
            </a:extLst>
          </p:cNvPr>
          <p:cNvSpPr>
            <a:spLocks xmlns:a="http://schemas.openxmlformats.org/drawingml/2006/main" noGrp="1"/>
          </p:cNvSpPr>
          <p:nvPr/>
        </p:nvSpPr>
        <p:spPr>
          <a:xfrm xmlns:a="http://schemas.openxmlformats.org/drawingml/2006/main">
            <a:off x="11549063" y="3914775"/>
            <a:ext cx="953" cy="1028700"/>
          </a:xfrm>
          <a:custGeom xmlns:a="http://schemas.openxmlformats.org/drawingml/2006/main">
            <a:pathLst>
              <a:path w="953" h="1028700">
                <a:moveTo>
                  <a:pt x="0" y="1028700"/>
                </a:moveTo>
                <a:lnTo>
                  <a:pt x="0" y="0"/>
                </a:lnTo>
              </a:path>
            </a:pathLst>
          </a:custGeom>
          <a:noFill xmlns:a="http://schemas.openxmlformats.org/drawingml/2006/main"/>
          <a:ln xmlns:a="http://schemas.openxmlformats.org/drawingml/2006/main" w="10478">
            <a:solidFill>
              <a:srgbClr val="000000"/>
            </a:solidFill>
            <a:prstDash val="dash"/>
          </a:ln>
        </p:spPr>
      </p:sp>
      <p:sp>
        <p:nvSpPr>
          <p:cNvPr id="253" name="dp42-comparison / n247 / arrow">
            <a:extLst xmlns:a="http://schemas.openxmlformats.org/drawingml/2006/main">
              <a:ext uri="{FF2B5EF4-FFF2-40B4-BE49-F238E27FC236}">
                <a16:creationId xmlns:a16="http://schemas.microsoft.com/office/drawing/2014/main" id="{FDAE2622-594F-4BAE-8657-B1C3B196854F}"/>
              </a:ext>
            </a:extLst>
          </p:cNvPr>
          <p:cNvSpPr>
            <a:spLocks xmlns:a="http://schemas.openxmlformats.org/drawingml/2006/main" noGrp="1"/>
          </p:cNvSpPr>
          <p:nvPr/>
        </p:nvSpPr>
        <p:spPr>
          <a:xfrm xmlns:a="http://schemas.openxmlformats.org/drawingml/2006/main">
            <a:off x="11515535" y="39147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54" name="dp42-comparison / n250 / path">
            <a:extLst xmlns:a="http://schemas.openxmlformats.org/drawingml/2006/main">
              <a:ext uri="{FF2B5EF4-FFF2-40B4-BE49-F238E27FC236}">
                <a16:creationId xmlns:a16="http://schemas.microsoft.com/office/drawing/2014/main" id="{4097D532-EE6E-4E56-A462-5E11179A7A56}"/>
              </a:ext>
            </a:extLst>
          </p:cNvPr>
          <p:cNvSpPr>
            <a:spLocks xmlns:a="http://schemas.openxmlformats.org/drawingml/2006/main" noGrp="1"/>
          </p:cNvSpPr>
          <p:nvPr/>
        </p:nvSpPr>
        <p:spPr>
          <a:xfrm xmlns:a="http://schemas.openxmlformats.org/drawingml/2006/main">
            <a:off x="9906000" y="4086225"/>
            <a:ext cx="642938" cy="1238250"/>
          </a:xfrm>
          <a:custGeom xmlns:a="http://schemas.openxmlformats.org/drawingml/2006/main">
            <a:pathLst>
              <a:path w="642938" h="1238250">
                <a:moveTo>
                  <a:pt x="95250" y="0"/>
                </a:moveTo>
                <a:lnTo>
                  <a:pt x="0" y="0"/>
                </a:lnTo>
                <a:lnTo>
                  <a:pt x="0" y="1152525"/>
                </a:lnTo>
                <a:lnTo>
                  <a:pt x="642938" y="1152525"/>
                </a:lnTo>
                <a:lnTo>
                  <a:pt x="642938" y="1238250"/>
                </a:lnTo>
              </a:path>
            </a:pathLst>
          </a:custGeom>
          <a:noFill xmlns:a="http://schemas.openxmlformats.org/drawingml/2006/main"/>
          <a:ln xmlns:a="http://schemas.openxmlformats.org/drawingml/2006/main" w="10478">
            <a:solidFill>
              <a:srgbClr val="000000"/>
            </a:solidFill>
            <a:prstDash val="solid"/>
          </a:ln>
        </p:spPr>
      </p:sp>
      <p:sp>
        <p:nvSpPr>
          <p:cNvPr id="255" name="dp42-comparison / n250 / arrow">
            <a:extLst xmlns:a="http://schemas.openxmlformats.org/drawingml/2006/main">
              <a:ext uri="{FF2B5EF4-FFF2-40B4-BE49-F238E27FC236}">
                <a16:creationId xmlns:a16="http://schemas.microsoft.com/office/drawing/2014/main" id="{1AEE6AC5-BFC7-4C02-AB1B-9286797456D5}"/>
              </a:ext>
            </a:extLst>
          </p:cNvPr>
          <p:cNvSpPr>
            <a:spLocks xmlns:a="http://schemas.openxmlformats.org/drawingml/2006/main" noGrp="1"/>
          </p:cNvSpPr>
          <p:nvPr/>
        </p:nvSpPr>
        <p:spPr>
          <a:xfrm xmlns:a="http://schemas.openxmlformats.org/drawingml/2006/main">
            <a:off x="10515410" y="52574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56" name="dp42-comparison / n251 / path">
            <a:extLst xmlns:a="http://schemas.openxmlformats.org/drawingml/2006/main">
              <a:ext uri="{FF2B5EF4-FFF2-40B4-BE49-F238E27FC236}">
                <a16:creationId xmlns:a16="http://schemas.microsoft.com/office/drawing/2014/main" id="{8E084696-C518-42C4-A285-25183657F9D0}"/>
              </a:ext>
            </a:extLst>
          </p:cNvPr>
          <p:cNvSpPr>
            <a:spLocks xmlns:a="http://schemas.openxmlformats.org/drawingml/2006/main" noGrp="1"/>
          </p:cNvSpPr>
          <p:nvPr/>
        </p:nvSpPr>
        <p:spPr>
          <a:xfrm xmlns:a="http://schemas.openxmlformats.org/drawingml/2006/main">
            <a:off x="12239625" y="4105275"/>
            <a:ext cx="381000" cy="1295400"/>
          </a:xfrm>
          <a:custGeom xmlns:a="http://schemas.openxmlformats.org/drawingml/2006/main">
            <a:pathLst>
              <a:path w="381000" h="1295400">
                <a:moveTo>
                  <a:pt x="0" y="1295400"/>
                </a:moveTo>
                <a:lnTo>
                  <a:pt x="381000" y="1295400"/>
                </a:lnTo>
                <a:lnTo>
                  <a:pt x="381000" y="0"/>
                </a:lnTo>
                <a:lnTo>
                  <a:pt x="0" y="0"/>
                </a:lnTo>
              </a:path>
            </a:pathLst>
          </a:custGeom>
          <a:noFill xmlns:a="http://schemas.openxmlformats.org/drawingml/2006/main"/>
          <a:ln xmlns:a="http://schemas.openxmlformats.org/drawingml/2006/main" w="10478">
            <a:solidFill>
              <a:srgbClr val="000000"/>
            </a:solidFill>
            <a:prstDash val="dash"/>
          </a:ln>
        </p:spPr>
      </p:sp>
      <p:sp>
        <p:nvSpPr>
          <p:cNvPr id="257" name="dp42-comparison / n251 / arrow">
            <a:extLst xmlns:a="http://schemas.openxmlformats.org/drawingml/2006/main">
              <a:ext uri="{FF2B5EF4-FFF2-40B4-BE49-F238E27FC236}">
                <a16:creationId xmlns:a16="http://schemas.microsoft.com/office/drawing/2014/main" id="{A1BE335C-08EA-4B1D-8BF4-95546B817BB3}"/>
              </a:ext>
            </a:extLst>
          </p:cNvPr>
          <p:cNvSpPr>
            <a:spLocks xmlns:a="http://schemas.openxmlformats.org/drawingml/2006/main" noGrp="1"/>
          </p:cNvSpPr>
          <p:nvPr/>
        </p:nvSpPr>
        <p:spPr>
          <a:xfrm xmlns:a="http://schemas.openxmlformats.org/drawingml/2006/main">
            <a:off x="12239625" y="40717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58" name="dp42-comparison / n256 / path">
            <a:extLst xmlns:a="http://schemas.openxmlformats.org/drawingml/2006/main">
              <a:ext uri="{FF2B5EF4-FFF2-40B4-BE49-F238E27FC236}">
                <a16:creationId xmlns:a16="http://schemas.microsoft.com/office/drawing/2014/main" id="{10424003-FEE0-41FF-AD60-A73653CE699C}"/>
              </a:ext>
            </a:extLst>
          </p:cNvPr>
          <p:cNvSpPr>
            <a:spLocks xmlns:a="http://schemas.openxmlformats.org/drawingml/2006/main" noGrp="1"/>
          </p:cNvSpPr>
          <p:nvPr/>
        </p:nvSpPr>
        <p:spPr>
          <a:xfrm xmlns:a="http://schemas.openxmlformats.org/drawingml/2006/main">
            <a:off x="16192500" y="4257675"/>
            <a:ext cx="953" cy="1066800"/>
          </a:xfrm>
          <a:custGeom xmlns:a="http://schemas.openxmlformats.org/drawingml/2006/main">
            <a:pathLst>
              <a:path w="953" h="1066800">
                <a:moveTo>
                  <a:pt x="0" y="0"/>
                </a:moveTo>
                <a:lnTo>
                  <a:pt x="0" y="1066800"/>
                </a:lnTo>
              </a:path>
            </a:pathLst>
          </a:custGeom>
          <a:noFill xmlns:a="http://schemas.openxmlformats.org/drawingml/2006/main"/>
          <a:ln xmlns:a="http://schemas.openxmlformats.org/drawingml/2006/main" w="10478">
            <a:solidFill>
              <a:srgbClr val="000000"/>
            </a:solidFill>
            <a:prstDash val="solid"/>
          </a:ln>
        </p:spPr>
      </p:sp>
      <p:sp>
        <p:nvSpPr>
          <p:cNvPr id="259" name="dp42-comparison / n256 / arrow">
            <a:extLst xmlns:a="http://schemas.openxmlformats.org/drawingml/2006/main">
              <a:ext uri="{FF2B5EF4-FFF2-40B4-BE49-F238E27FC236}">
                <a16:creationId xmlns:a16="http://schemas.microsoft.com/office/drawing/2014/main" id="{2D331EA0-529B-4E24-9D48-D6E3ECF9A99B}"/>
              </a:ext>
            </a:extLst>
          </p:cNvPr>
          <p:cNvSpPr>
            <a:spLocks xmlns:a="http://schemas.openxmlformats.org/drawingml/2006/main" noGrp="1"/>
          </p:cNvSpPr>
          <p:nvPr/>
        </p:nvSpPr>
        <p:spPr>
          <a:xfrm xmlns:a="http://schemas.openxmlformats.org/drawingml/2006/main">
            <a:off x="16158972" y="52574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60" name="dp42-comparison / n257 / path">
            <a:extLst xmlns:a="http://schemas.openxmlformats.org/drawingml/2006/main">
              <a:ext uri="{FF2B5EF4-FFF2-40B4-BE49-F238E27FC236}">
                <a16:creationId xmlns:a16="http://schemas.microsoft.com/office/drawing/2014/main" id="{FD20EE00-354D-455B-9AC0-3F8B92F98036}"/>
              </a:ext>
            </a:extLst>
          </p:cNvPr>
          <p:cNvSpPr>
            <a:spLocks xmlns:a="http://schemas.openxmlformats.org/drawingml/2006/main" noGrp="1"/>
          </p:cNvSpPr>
          <p:nvPr/>
        </p:nvSpPr>
        <p:spPr>
          <a:xfrm xmlns:a="http://schemas.openxmlformats.org/drawingml/2006/main">
            <a:off x="14782800" y="4086225"/>
            <a:ext cx="123825" cy="1409700"/>
          </a:xfrm>
          <a:custGeom xmlns:a="http://schemas.openxmlformats.org/drawingml/2006/main">
            <a:pathLst>
              <a:path w="123825" h="1409700">
                <a:moveTo>
                  <a:pt x="123825" y="1409700"/>
                </a:moveTo>
                <a:lnTo>
                  <a:pt x="0" y="1409700"/>
                </a:lnTo>
                <a:lnTo>
                  <a:pt x="0" y="0"/>
                </a:lnTo>
                <a:lnTo>
                  <a:pt x="123825" y="0"/>
                </a:lnTo>
              </a:path>
            </a:pathLst>
          </a:custGeom>
          <a:noFill xmlns:a="http://schemas.openxmlformats.org/drawingml/2006/main"/>
          <a:ln xmlns:a="http://schemas.openxmlformats.org/drawingml/2006/main" w="10478">
            <a:solidFill>
              <a:srgbClr val="000000"/>
            </a:solidFill>
            <a:prstDash val="dash"/>
          </a:ln>
        </p:spPr>
      </p:sp>
      <p:sp>
        <p:nvSpPr>
          <p:cNvPr id="261" name="dp42-comparison / n257 / arrow">
            <a:extLst xmlns:a="http://schemas.openxmlformats.org/drawingml/2006/main">
              <a:ext uri="{FF2B5EF4-FFF2-40B4-BE49-F238E27FC236}">
                <a16:creationId xmlns:a16="http://schemas.microsoft.com/office/drawing/2014/main" id="{64ED6622-6789-4AB7-8131-DA60405A3377}"/>
              </a:ext>
            </a:extLst>
          </p:cNvPr>
          <p:cNvSpPr>
            <a:spLocks xmlns:a="http://schemas.openxmlformats.org/drawingml/2006/main" noGrp="1"/>
          </p:cNvSpPr>
          <p:nvPr/>
        </p:nvSpPr>
        <p:spPr>
          <a:xfrm xmlns:a="http://schemas.openxmlformats.org/drawingml/2006/main">
            <a:off x="14839569" y="4052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2" name="dp42-comparison / n262">
            <a:extLst xmlns:a="http://schemas.openxmlformats.org/drawingml/2006/main">
              <a:ext uri="{FF2B5EF4-FFF2-40B4-BE49-F238E27FC236}">
                <a16:creationId xmlns:a16="http://schemas.microsoft.com/office/drawing/2014/main" id="{5339BB6F-3A27-42F4-98C1-86DF28E03411}"/>
              </a:ext>
            </a:extLst>
          </p:cNvPr>
          <p:cNvSpPr>
            <a:spLocks xmlns:a="http://schemas.openxmlformats.org/drawingml/2006/main" noGrp="1"/>
          </p:cNvSpPr>
          <p:nvPr/>
        </p:nvSpPr>
        <p:spPr>
          <a:xfrm xmlns:a="http://schemas.openxmlformats.org/drawingml/2006/main">
            <a:off x="10001250" y="6400800"/>
            <a:ext cx="3619500" cy="2857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63" name="dp42-comparison / n263 / text 1">
            <a:extLst xmlns:a="http://schemas.openxmlformats.org/drawingml/2006/main">
              <a:ext uri="{FF2B5EF4-FFF2-40B4-BE49-F238E27FC236}">
                <a16:creationId xmlns:a16="http://schemas.microsoft.com/office/drawing/2014/main" id="{65F0F4A5-BA95-4FB2-92F4-FAF43D6C2A9A}"/>
              </a:ext>
            </a:extLst>
          </p:cNvPr>
          <p:cNvSpPr>
            <a:spLocks xmlns:a="http://schemas.openxmlformats.org/drawingml/2006/main" noGrp="1"/>
          </p:cNvSpPr>
          <p:nvPr/>
        </p:nvSpPr>
        <p:spPr>
          <a:xfrm xmlns:a="http://schemas.openxmlformats.org/drawingml/2006/main">
            <a:off x="10086975" y="6515100"/>
            <a:ext cx="3448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대화 상태 저장소</a:t>
            </a:r>
          </a:p>
        </p:txBody>
      </p:sp>
      <p:sp>
        <p:nvSpPr>
          <p:cNvPr id="264" name="dp42-comparison / n264">
            <a:extLst xmlns:a="http://schemas.openxmlformats.org/drawingml/2006/main">
              <a:ext uri="{FF2B5EF4-FFF2-40B4-BE49-F238E27FC236}">
                <a16:creationId xmlns:a16="http://schemas.microsoft.com/office/drawing/2014/main" id="{23907849-0AAE-45F6-8436-A617CC27270B}"/>
              </a:ext>
            </a:extLst>
          </p:cNvPr>
          <p:cNvSpPr>
            <a:spLocks xmlns:a="http://schemas.openxmlformats.org/drawingml/2006/main" noGrp="1"/>
          </p:cNvSpPr>
          <p:nvPr/>
        </p:nvSpPr>
        <p:spPr>
          <a:xfrm xmlns:a="http://schemas.openxmlformats.org/drawingml/2006/main">
            <a:off x="14478000" y="6400800"/>
            <a:ext cx="3000375" cy="2857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65" name="dp42-comparison / n265 / text 1">
            <a:extLst xmlns:a="http://schemas.openxmlformats.org/drawingml/2006/main">
              <a:ext uri="{FF2B5EF4-FFF2-40B4-BE49-F238E27FC236}">
                <a16:creationId xmlns:a16="http://schemas.microsoft.com/office/drawing/2014/main" id="{57170E40-F049-4357-BCBB-C5B4D133AE05}"/>
              </a:ext>
            </a:extLst>
          </p:cNvPr>
          <p:cNvSpPr>
            <a:spLocks xmlns:a="http://schemas.openxmlformats.org/drawingml/2006/main" noGrp="1"/>
          </p:cNvSpPr>
          <p:nvPr/>
        </p:nvSpPr>
        <p:spPr>
          <a:xfrm xmlns:a="http://schemas.openxmlformats.org/drawingml/2006/main">
            <a:off x="14563725" y="6515100"/>
            <a:ext cx="28289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업무 상태 저장소</a:t>
            </a:r>
          </a:p>
        </p:txBody>
      </p:sp>
      <p:sp>
        <p:nvSpPr>
          <p:cNvPr id="266" name="dp42-comparison / n266 / path">
            <a:extLst xmlns:a="http://schemas.openxmlformats.org/drawingml/2006/main">
              <a:ext uri="{FF2B5EF4-FFF2-40B4-BE49-F238E27FC236}">
                <a16:creationId xmlns:a16="http://schemas.microsoft.com/office/drawing/2014/main" id="{1C3F89B2-6DD8-4AB6-8957-AF6810DBD777}"/>
              </a:ext>
            </a:extLst>
          </p:cNvPr>
          <p:cNvSpPr>
            <a:spLocks xmlns:a="http://schemas.openxmlformats.org/drawingml/2006/main" noGrp="1"/>
          </p:cNvSpPr>
          <p:nvPr/>
        </p:nvSpPr>
        <p:spPr>
          <a:xfrm xmlns:a="http://schemas.openxmlformats.org/drawingml/2006/main">
            <a:off x="12239625" y="4238625"/>
            <a:ext cx="266700" cy="2162175"/>
          </a:xfrm>
          <a:custGeom xmlns:a="http://schemas.openxmlformats.org/drawingml/2006/main">
            <a:pathLst>
              <a:path w="266700" h="2162175">
                <a:moveTo>
                  <a:pt x="0" y="0"/>
                </a:moveTo>
                <a:lnTo>
                  <a:pt x="266700" y="0"/>
                </a:lnTo>
                <a:lnTo>
                  <a:pt x="266700" y="2057400"/>
                </a:lnTo>
                <a:lnTo>
                  <a:pt x="47625" y="2057400"/>
                </a:lnTo>
                <a:lnTo>
                  <a:pt x="47625" y="2162175"/>
                </a:lnTo>
              </a:path>
            </a:pathLst>
          </a:custGeom>
          <a:noFill xmlns:a="http://schemas.openxmlformats.org/drawingml/2006/main"/>
          <a:ln xmlns:a="http://schemas.openxmlformats.org/drawingml/2006/main" w="10478">
            <a:solidFill>
              <a:srgbClr val="000000"/>
            </a:solidFill>
            <a:prstDash val="solid"/>
          </a:ln>
        </p:spPr>
      </p:sp>
      <p:sp>
        <p:nvSpPr>
          <p:cNvPr id="267" name="dp42-comparison / n266 / arrow">
            <a:extLst xmlns:a="http://schemas.openxmlformats.org/drawingml/2006/main">
              <a:ext uri="{FF2B5EF4-FFF2-40B4-BE49-F238E27FC236}">
                <a16:creationId xmlns:a16="http://schemas.microsoft.com/office/drawing/2014/main" id="{863D0254-2999-473C-A956-F2B1681F9DE7}"/>
              </a:ext>
            </a:extLst>
          </p:cNvPr>
          <p:cNvSpPr>
            <a:spLocks xmlns:a="http://schemas.openxmlformats.org/drawingml/2006/main" noGrp="1"/>
          </p:cNvSpPr>
          <p:nvPr/>
        </p:nvSpPr>
        <p:spPr>
          <a:xfrm xmlns:a="http://schemas.openxmlformats.org/drawingml/2006/main">
            <a:off x="12253722" y="6333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68" name="dp42-comparison / n267 / path">
            <a:extLst xmlns:a="http://schemas.openxmlformats.org/drawingml/2006/main">
              <a:ext uri="{FF2B5EF4-FFF2-40B4-BE49-F238E27FC236}">
                <a16:creationId xmlns:a16="http://schemas.microsoft.com/office/drawing/2014/main" id="{6B65585B-B71B-4222-93F0-8C1A75499C7B}"/>
              </a:ext>
            </a:extLst>
          </p:cNvPr>
          <p:cNvSpPr>
            <a:spLocks xmlns:a="http://schemas.openxmlformats.org/drawingml/2006/main" noGrp="1"/>
          </p:cNvSpPr>
          <p:nvPr/>
        </p:nvSpPr>
        <p:spPr>
          <a:xfrm xmlns:a="http://schemas.openxmlformats.org/drawingml/2006/main">
            <a:off x="14392275" y="4238625"/>
            <a:ext cx="585788" cy="2162175"/>
          </a:xfrm>
          <a:custGeom xmlns:a="http://schemas.openxmlformats.org/drawingml/2006/main">
            <a:pathLst>
              <a:path w="585788" h="2162175">
                <a:moveTo>
                  <a:pt x="514350" y="0"/>
                </a:moveTo>
                <a:lnTo>
                  <a:pt x="0" y="0"/>
                </a:lnTo>
                <a:lnTo>
                  <a:pt x="0" y="2057400"/>
                </a:lnTo>
                <a:lnTo>
                  <a:pt x="585788" y="2057400"/>
                </a:lnTo>
                <a:lnTo>
                  <a:pt x="585788" y="2162175"/>
                </a:lnTo>
              </a:path>
            </a:pathLst>
          </a:custGeom>
          <a:noFill xmlns:a="http://schemas.openxmlformats.org/drawingml/2006/main"/>
          <a:ln xmlns:a="http://schemas.openxmlformats.org/drawingml/2006/main" w="10478">
            <a:solidFill>
              <a:srgbClr val="000000"/>
            </a:solidFill>
            <a:prstDash val="solid"/>
          </a:ln>
        </p:spPr>
      </p:sp>
      <p:sp>
        <p:nvSpPr>
          <p:cNvPr id="269" name="dp42-comparison / n267 / arrow">
            <a:extLst xmlns:a="http://schemas.openxmlformats.org/drawingml/2006/main">
              <a:ext uri="{FF2B5EF4-FFF2-40B4-BE49-F238E27FC236}">
                <a16:creationId xmlns:a16="http://schemas.microsoft.com/office/drawing/2014/main" id="{A8DBF7A9-5BC3-48F7-A05B-7E7D1AE74CB3}"/>
              </a:ext>
            </a:extLst>
          </p:cNvPr>
          <p:cNvSpPr>
            <a:spLocks xmlns:a="http://schemas.openxmlformats.org/drawingml/2006/main" noGrp="1"/>
          </p:cNvSpPr>
          <p:nvPr/>
        </p:nvSpPr>
        <p:spPr>
          <a:xfrm xmlns:a="http://schemas.openxmlformats.org/drawingml/2006/main">
            <a:off x="14944535" y="6333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70" name="dp42-comparison / n268 / path">
            <a:extLst xmlns:a="http://schemas.openxmlformats.org/drawingml/2006/main">
              <a:ext uri="{FF2B5EF4-FFF2-40B4-BE49-F238E27FC236}">
                <a16:creationId xmlns:a16="http://schemas.microsoft.com/office/drawing/2014/main" id="{1154DA98-0DBA-43A1-97A8-7B9857F4ECB2}"/>
              </a:ext>
            </a:extLst>
          </p:cNvPr>
          <p:cNvSpPr>
            <a:spLocks xmlns:a="http://schemas.openxmlformats.org/drawingml/2006/main" noGrp="1"/>
          </p:cNvSpPr>
          <p:nvPr/>
        </p:nvSpPr>
        <p:spPr>
          <a:xfrm xmlns:a="http://schemas.openxmlformats.org/drawingml/2006/main">
            <a:off x="11691938" y="4257675"/>
            <a:ext cx="3929063" cy="285750"/>
          </a:xfrm>
          <a:custGeom xmlns:a="http://schemas.openxmlformats.org/drawingml/2006/main">
            <a:pathLst>
              <a:path w="3929063" h="285750">
                <a:moveTo>
                  <a:pt x="3929063" y="0"/>
                </a:moveTo>
                <a:lnTo>
                  <a:pt x="3929063" y="228600"/>
                </a:lnTo>
                <a:lnTo>
                  <a:pt x="2309813" y="228600"/>
                </a:lnTo>
                <a:lnTo>
                  <a:pt x="2309813" y="285750"/>
                </a:lnTo>
                <a:lnTo>
                  <a:pt x="0" y="285750"/>
                </a:lnTo>
                <a:lnTo>
                  <a:pt x="0" y="0"/>
                </a:lnTo>
              </a:path>
            </a:pathLst>
          </a:custGeom>
          <a:noFill xmlns:a="http://schemas.openxmlformats.org/drawingml/2006/main"/>
          <a:ln xmlns:a="http://schemas.openxmlformats.org/drawingml/2006/main" w="10478">
            <a:solidFill>
              <a:srgbClr val="000000"/>
            </a:solidFill>
            <a:prstDash val="dash"/>
          </a:ln>
        </p:spPr>
      </p:sp>
      <p:sp>
        <p:nvSpPr>
          <p:cNvPr id="271" name="dp42-comparison / n268 / arrow">
            <a:extLst xmlns:a="http://schemas.openxmlformats.org/drawingml/2006/main">
              <a:ext uri="{FF2B5EF4-FFF2-40B4-BE49-F238E27FC236}">
                <a16:creationId xmlns:a16="http://schemas.microsoft.com/office/drawing/2014/main" id="{6B41E1EB-0331-47CE-9478-350D0C7A5523}"/>
              </a:ext>
            </a:extLst>
          </p:cNvPr>
          <p:cNvSpPr>
            <a:spLocks xmlns:a="http://schemas.openxmlformats.org/drawingml/2006/main" noGrp="1"/>
          </p:cNvSpPr>
          <p:nvPr/>
        </p:nvSpPr>
        <p:spPr>
          <a:xfrm xmlns:a="http://schemas.openxmlformats.org/drawingml/2006/main">
            <a:off x="11658410" y="42576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72" name="dp42-comparison / n275 / path">
            <a:extLst xmlns:a="http://schemas.openxmlformats.org/drawingml/2006/main">
              <a:ext uri="{FF2B5EF4-FFF2-40B4-BE49-F238E27FC236}">
                <a16:creationId xmlns:a16="http://schemas.microsoft.com/office/drawing/2014/main" id="{45DAE710-0FF2-41F5-9C29-D98E89AC3795}"/>
              </a:ext>
            </a:extLst>
          </p:cNvPr>
          <p:cNvSpPr>
            <a:spLocks xmlns:a="http://schemas.openxmlformats.org/drawingml/2006/main" noGrp="1"/>
          </p:cNvSpPr>
          <p:nvPr/>
        </p:nvSpPr>
        <p:spPr>
          <a:xfrm xmlns:a="http://schemas.openxmlformats.org/drawingml/2006/main">
            <a:off x="9944100" y="5495925"/>
            <a:ext cx="914400" cy="904875"/>
          </a:xfrm>
          <a:custGeom xmlns:a="http://schemas.openxmlformats.org/drawingml/2006/main">
            <a:pathLst>
              <a:path w="914400" h="904875">
                <a:moveTo>
                  <a:pt x="57150" y="0"/>
                </a:moveTo>
                <a:lnTo>
                  <a:pt x="0" y="0"/>
                </a:lnTo>
                <a:lnTo>
                  <a:pt x="0" y="762000"/>
                </a:lnTo>
                <a:lnTo>
                  <a:pt x="914400" y="762000"/>
                </a:lnTo>
                <a:lnTo>
                  <a:pt x="914400" y="904875"/>
                </a:lnTo>
              </a:path>
            </a:pathLst>
          </a:custGeom>
          <a:noFill xmlns:a="http://schemas.openxmlformats.org/drawingml/2006/main"/>
          <a:ln xmlns:a="http://schemas.openxmlformats.org/drawingml/2006/main" w="10478">
            <a:solidFill>
              <a:srgbClr val="000000"/>
            </a:solidFill>
            <a:prstDash val="solid"/>
          </a:ln>
        </p:spPr>
      </p:sp>
      <p:sp>
        <p:nvSpPr>
          <p:cNvPr id="273" name="dp42-comparison / n275 / arrow">
            <a:extLst xmlns:a="http://schemas.openxmlformats.org/drawingml/2006/main">
              <a:ext uri="{FF2B5EF4-FFF2-40B4-BE49-F238E27FC236}">
                <a16:creationId xmlns:a16="http://schemas.microsoft.com/office/drawing/2014/main" id="{37E26D68-C31C-479A-931E-CAD41D721F8C}"/>
              </a:ext>
            </a:extLst>
          </p:cNvPr>
          <p:cNvSpPr>
            <a:spLocks xmlns:a="http://schemas.openxmlformats.org/drawingml/2006/main" noGrp="1"/>
          </p:cNvSpPr>
          <p:nvPr/>
        </p:nvSpPr>
        <p:spPr>
          <a:xfrm xmlns:a="http://schemas.openxmlformats.org/drawingml/2006/main">
            <a:off x="10824972" y="6333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74" name="dp42-comparison / n276">
            <a:extLst xmlns:a="http://schemas.openxmlformats.org/drawingml/2006/main">
              <a:ext uri="{FF2B5EF4-FFF2-40B4-BE49-F238E27FC236}">
                <a16:creationId xmlns:a16="http://schemas.microsoft.com/office/drawing/2014/main" id="{71BEB0E5-8465-4315-A9BE-ACCCF7935BAF}"/>
              </a:ext>
            </a:extLst>
          </p:cNvPr>
          <p:cNvSpPr>
            <a:spLocks xmlns:a="http://schemas.openxmlformats.org/drawingml/2006/main" noGrp="1"/>
          </p:cNvSpPr>
          <p:nvPr/>
        </p:nvSpPr>
        <p:spPr>
          <a:xfrm xmlns:a="http://schemas.openxmlformats.org/drawingml/2006/main">
            <a:off x="10001250" y="70199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75" name="dp42-comparison / n277 / text 1">
            <a:extLst xmlns:a="http://schemas.openxmlformats.org/drawingml/2006/main">
              <a:ext uri="{FF2B5EF4-FFF2-40B4-BE49-F238E27FC236}">
                <a16:creationId xmlns:a16="http://schemas.microsoft.com/office/drawing/2014/main" id="{502FE901-4845-48F4-8793-D4EF115DF807}"/>
              </a:ext>
            </a:extLst>
          </p:cNvPr>
          <p:cNvSpPr>
            <a:spLocks xmlns:a="http://schemas.openxmlformats.org/drawingml/2006/main" noGrp="1"/>
          </p:cNvSpPr>
          <p:nvPr/>
        </p:nvSpPr>
        <p:spPr>
          <a:xfrm xmlns:a="http://schemas.openxmlformats.org/drawingml/2006/main">
            <a:off x="10086975" y="70670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Interaction Manager</a:t>
            </a:r>
          </a:p>
        </p:txBody>
      </p:sp>
      <p:sp>
        <p:nvSpPr>
          <p:cNvPr id="276" name="dp42-comparison / n278">
            <a:extLst xmlns:a="http://schemas.openxmlformats.org/drawingml/2006/main">
              <a:ext uri="{FF2B5EF4-FFF2-40B4-BE49-F238E27FC236}">
                <a16:creationId xmlns:a16="http://schemas.microsoft.com/office/drawing/2014/main" id="{EF127211-000F-4D98-9357-354F9824EF2E}"/>
              </a:ext>
            </a:extLst>
          </p:cNvPr>
          <p:cNvSpPr>
            <a:spLocks xmlns:a="http://schemas.openxmlformats.org/drawingml/2006/main" noGrp="1"/>
          </p:cNvSpPr>
          <p:nvPr/>
        </p:nvSpPr>
        <p:spPr>
          <a:xfrm xmlns:a="http://schemas.openxmlformats.org/drawingml/2006/main">
            <a:off x="12906375" y="70199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79 / text 1">
            <a:extLst xmlns:a="http://schemas.openxmlformats.org/drawingml/2006/main">
              <a:ext uri="{FF2B5EF4-FFF2-40B4-BE49-F238E27FC236}">
                <a16:creationId xmlns:a16="http://schemas.microsoft.com/office/drawing/2014/main" id="{0D7F418D-5E2B-4AF9-A682-EBC359124B46}"/>
              </a:ext>
            </a:extLst>
          </p:cNvPr>
          <p:cNvSpPr>
            <a:spLocks xmlns:a="http://schemas.openxmlformats.org/drawingml/2006/main" noGrp="1"/>
          </p:cNvSpPr>
          <p:nvPr/>
        </p:nvSpPr>
        <p:spPr>
          <a:xfrm xmlns:a="http://schemas.openxmlformats.org/drawingml/2006/main">
            <a:off x="12992100" y="7067074"/>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Model Access</a:t>
            </a:r>
          </a:p>
        </p:txBody>
      </p:sp>
      <p:sp>
        <p:nvSpPr>
          <p:cNvPr id="278" name="dp42-comparison / n280">
            <a:extLst xmlns:a="http://schemas.openxmlformats.org/drawingml/2006/main">
              <a:ext uri="{FF2B5EF4-FFF2-40B4-BE49-F238E27FC236}">
                <a16:creationId xmlns:a16="http://schemas.microsoft.com/office/drawing/2014/main" id="{7D48DE03-E523-49FD-ACD0-E16D16DE2EC5}"/>
              </a:ext>
            </a:extLst>
          </p:cNvPr>
          <p:cNvSpPr>
            <a:spLocks xmlns:a="http://schemas.openxmlformats.org/drawingml/2006/main" noGrp="1"/>
          </p:cNvSpPr>
          <p:nvPr/>
        </p:nvSpPr>
        <p:spPr>
          <a:xfrm xmlns:a="http://schemas.openxmlformats.org/drawingml/2006/main">
            <a:off x="15335250" y="7019925"/>
            <a:ext cx="233362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79" name="dp42-comparison / n281 / text 1">
            <a:extLst xmlns:a="http://schemas.openxmlformats.org/drawingml/2006/main">
              <a:ext uri="{FF2B5EF4-FFF2-40B4-BE49-F238E27FC236}">
                <a16:creationId xmlns:a16="http://schemas.microsoft.com/office/drawing/2014/main" id="{BBD2BB4D-C88B-447C-9733-AEF408731030}"/>
              </a:ext>
            </a:extLst>
          </p:cNvPr>
          <p:cNvSpPr>
            <a:spLocks xmlns:a="http://schemas.openxmlformats.org/drawingml/2006/main" noGrp="1"/>
          </p:cNvSpPr>
          <p:nvPr/>
        </p:nvSpPr>
        <p:spPr>
          <a:xfrm xmlns:a="http://schemas.openxmlformats.org/drawingml/2006/main">
            <a:off x="15420975" y="7067074"/>
            <a:ext cx="2162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Downstream Agent</a:t>
            </a:r>
          </a:p>
        </p:txBody>
      </p:sp>
      <p:sp>
        <p:nvSpPr>
          <p:cNvPr id="280" name="dp42-comparison / n282 / path">
            <a:extLst xmlns:a="http://schemas.openxmlformats.org/drawingml/2006/main">
              <a:ext uri="{FF2B5EF4-FFF2-40B4-BE49-F238E27FC236}">
                <a16:creationId xmlns:a16="http://schemas.microsoft.com/office/drawing/2014/main" id="{433CC55F-FD7D-41D5-A9BA-C773ED8B4A0C}"/>
              </a:ext>
            </a:extLst>
          </p:cNvPr>
          <p:cNvSpPr>
            <a:spLocks xmlns:a="http://schemas.openxmlformats.org/drawingml/2006/main" noGrp="1"/>
          </p:cNvSpPr>
          <p:nvPr/>
        </p:nvSpPr>
        <p:spPr>
          <a:xfrm xmlns:a="http://schemas.openxmlformats.org/drawingml/2006/main">
            <a:off x="9715500" y="4086225"/>
            <a:ext cx="285750" cy="3086100"/>
          </a:xfrm>
          <a:custGeom xmlns:a="http://schemas.openxmlformats.org/drawingml/2006/main">
            <a:pathLst>
              <a:path w="285750" h="3086100">
                <a:moveTo>
                  <a:pt x="285750" y="3086100"/>
                </a:moveTo>
                <a:lnTo>
                  <a:pt x="0" y="3086100"/>
                </a:lnTo>
                <a:lnTo>
                  <a:pt x="0" y="0"/>
                </a:lnTo>
                <a:lnTo>
                  <a:pt x="285750" y="0"/>
                </a:lnTo>
              </a:path>
            </a:pathLst>
          </a:custGeom>
          <a:noFill xmlns:a="http://schemas.openxmlformats.org/drawingml/2006/main"/>
          <a:ln xmlns:a="http://schemas.openxmlformats.org/drawingml/2006/main" w="10478">
            <a:solidFill>
              <a:srgbClr val="000000"/>
            </a:solidFill>
            <a:prstDash val="solid"/>
          </a:ln>
        </p:spPr>
      </p:sp>
      <p:sp>
        <p:nvSpPr>
          <p:cNvPr id="281" name="dp42-comparison / n282 / arrow">
            <a:extLst xmlns:a="http://schemas.openxmlformats.org/drawingml/2006/main">
              <a:ext uri="{FF2B5EF4-FFF2-40B4-BE49-F238E27FC236}">
                <a16:creationId xmlns:a16="http://schemas.microsoft.com/office/drawing/2014/main" id="{7C2702C9-B86E-45FA-B6C5-1C9687D5BABF}"/>
              </a:ext>
            </a:extLst>
          </p:cNvPr>
          <p:cNvSpPr>
            <a:spLocks xmlns:a="http://schemas.openxmlformats.org/drawingml/2006/main" noGrp="1"/>
          </p:cNvSpPr>
          <p:nvPr/>
        </p:nvSpPr>
        <p:spPr>
          <a:xfrm xmlns:a="http://schemas.openxmlformats.org/drawingml/2006/main">
            <a:off x="9934194" y="4052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82" name="dp42-comparison / n283 / path">
            <a:extLst xmlns:a="http://schemas.openxmlformats.org/drawingml/2006/main">
              <a:ext uri="{FF2B5EF4-FFF2-40B4-BE49-F238E27FC236}">
                <a16:creationId xmlns:a16="http://schemas.microsoft.com/office/drawing/2014/main" id="{2CF82656-9588-4129-9714-CD08E526901A}"/>
              </a:ext>
            </a:extLst>
          </p:cNvPr>
          <p:cNvSpPr>
            <a:spLocks xmlns:a="http://schemas.openxmlformats.org/drawingml/2006/main" noGrp="1"/>
          </p:cNvSpPr>
          <p:nvPr/>
        </p:nvSpPr>
        <p:spPr>
          <a:xfrm xmlns:a="http://schemas.openxmlformats.org/drawingml/2006/main">
            <a:off x="9848850" y="5591175"/>
            <a:ext cx="985838" cy="1428750"/>
          </a:xfrm>
          <a:custGeom xmlns:a="http://schemas.openxmlformats.org/drawingml/2006/main">
            <a:pathLst>
              <a:path w="985838" h="1428750">
                <a:moveTo>
                  <a:pt x="152400" y="0"/>
                </a:moveTo>
                <a:lnTo>
                  <a:pt x="0" y="0"/>
                </a:lnTo>
                <a:lnTo>
                  <a:pt x="0" y="1304925"/>
                </a:lnTo>
                <a:lnTo>
                  <a:pt x="985838" y="1304925"/>
                </a:lnTo>
                <a:lnTo>
                  <a:pt x="985838" y="1428750"/>
                </a:lnTo>
              </a:path>
            </a:pathLst>
          </a:custGeom>
          <a:noFill xmlns:a="http://schemas.openxmlformats.org/drawingml/2006/main"/>
          <a:ln xmlns:a="http://schemas.openxmlformats.org/drawingml/2006/main" w="10478">
            <a:solidFill>
              <a:srgbClr val="000000"/>
            </a:solidFill>
            <a:prstDash val="solid"/>
          </a:ln>
        </p:spPr>
      </p:sp>
      <p:sp>
        <p:nvSpPr>
          <p:cNvPr id="283" name="dp42-comparison / n283 / arrow">
            <a:extLst xmlns:a="http://schemas.openxmlformats.org/drawingml/2006/main">
              <a:ext uri="{FF2B5EF4-FFF2-40B4-BE49-F238E27FC236}">
                <a16:creationId xmlns:a16="http://schemas.microsoft.com/office/drawing/2014/main" id="{527785B0-EDF6-40F7-B04B-5A9CFAF19F32}"/>
              </a:ext>
            </a:extLst>
          </p:cNvPr>
          <p:cNvSpPr>
            <a:spLocks xmlns:a="http://schemas.openxmlformats.org/drawingml/2006/main" noGrp="1"/>
          </p:cNvSpPr>
          <p:nvPr/>
        </p:nvSpPr>
        <p:spPr>
          <a:xfrm xmlns:a="http://schemas.openxmlformats.org/drawingml/2006/main">
            <a:off x="10801160"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84" name="dp42-comparison / n284 / path">
            <a:extLst xmlns:a="http://schemas.openxmlformats.org/drawingml/2006/main">
              <a:ext uri="{FF2B5EF4-FFF2-40B4-BE49-F238E27FC236}">
                <a16:creationId xmlns:a16="http://schemas.microsoft.com/office/drawing/2014/main" id="{2380AB32-23F5-4F73-B77B-7A03A0580F87}"/>
              </a:ext>
            </a:extLst>
          </p:cNvPr>
          <p:cNvSpPr>
            <a:spLocks xmlns:a="http://schemas.openxmlformats.org/drawingml/2006/main" noGrp="1"/>
          </p:cNvSpPr>
          <p:nvPr/>
        </p:nvSpPr>
        <p:spPr>
          <a:xfrm xmlns:a="http://schemas.openxmlformats.org/drawingml/2006/main">
            <a:off x="9886950" y="5400675"/>
            <a:ext cx="2457450" cy="1838325"/>
          </a:xfrm>
          <a:custGeom xmlns:a="http://schemas.openxmlformats.org/drawingml/2006/main">
            <a:pathLst>
              <a:path w="2457450" h="1838325">
                <a:moveTo>
                  <a:pt x="2352675" y="1838325"/>
                </a:moveTo>
                <a:lnTo>
                  <a:pt x="2457450" y="1838325"/>
                </a:lnTo>
                <a:lnTo>
                  <a:pt x="2457450" y="1552575"/>
                </a:lnTo>
                <a:lnTo>
                  <a:pt x="0" y="1552575"/>
                </a:lnTo>
                <a:lnTo>
                  <a:pt x="0" y="0"/>
                </a:lnTo>
                <a:lnTo>
                  <a:pt x="114300" y="0"/>
                </a:lnTo>
              </a:path>
            </a:pathLst>
          </a:custGeom>
          <a:noFill xmlns:a="http://schemas.openxmlformats.org/drawingml/2006/main"/>
          <a:ln xmlns:a="http://schemas.openxmlformats.org/drawingml/2006/main" w="10478">
            <a:solidFill>
              <a:srgbClr val="000000"/>
            </a:solidFill>
            <a:prstDash val="dash"/>
          </a:ln>
        </p:spPr>
      </p:sp>
      <p:sp>
        <p:nvSpPr>
          <p:cNvPr id="285" name="dp42-comparison / n284 / arrow">
            <a:extLst xmlns:a="http://schemas.openxmlformats.org/drawingml/2006/main">
              <a:ext uri="{FF2B5EF4-FFF2-40B4-BE49-F238E27FC236}">
                <a16:creationId xmlns:a16="http://schemas.microsoft.com/office/drawing/2014/main" id="{6A88BE87-BA83-4CBB-A918-2D7D88E724F5}"/>
              </a:ext>
            </a:extLst>
          </p:cNvPr>
          <p:cNvSpPr>
            <a:spLocks xmlns:a="http://schemas.openxmlformats.org/drawingml/2006/main" noGrp="1"/>
          </p:cNvSpPr>
          <p:nvPr/>
        </p:nvSpPr>
        <p:spPr>
          <a:xfrm xmlns:a="http://schemas.openxmlformats.org/drawingml/2006/main">
            <a:off x="9934194"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86" name="dp42-comparison / n287 / path">
            <a:extLst xmlns:a="http://schemas.openxmlformats.org/drawingml/2006/main">
              <a:ext uri="{FF2B5EF4-FFF2-40B4-BE49-F238E27FC236}">
                <a16:creationId xmlns:a16="http://schemas.microsoft.com/office/drawing/2014/main" id="{E9A20C0A-BA3D-43E4-B348-6BDE67143918}"/>
              </a:ext>
            </a:extLst>
          </p:cNvPr>
          <p:cNvSpPr>
            <a:spLocks xmlns:a="http://schemas.openxmlformats.org/drawingml/2006/main" noGrp="1"/>
          </p:cNvSpPr>
          <p:nvPr/>
        </p:nvSpPr>
        <p:spPr>
          <a:xfrm xmlns:a="http://schemas.openxmlformats.org/drawingml/2006/main">
            <a:off x="12239625" y="4781550"/>
            <a:ext cx="1666875" cy="2238375"/>
          </a:xfrm>
          <a:custGeom xmlns:a="http://schemas.openxmlformats.org/drawingml/2006/main">
            <a:pathLst>
              <a:path w="1666875" h="2238375">
                <a:moveTo>
                  <a:pt x="0" y="0"/>
                </a:moveTo>
                <a:lnTo>
                  <a:pt x="1666875" y="0"/>
                </a:lnTo>
                <a:lnTo>
                  <a:pt x="1666875" y="2124075"/>
                </a:lnTo>
                <a:lnTo>
                  <a:pt x="1095375" y="2124075"/>
                </a:lnTo>
                <a:lnTo>
                  <a:pt x="1095375" y="2238375"/>
                </a:lnTo>
              </a:path>
            </a:pathLst>
          </a:custGeom>
          <a:noFill xmlns:a="http://schemas.openxmlformats.org/drawingml/2006/main"/>
          <a:ln xmlns:a="http://schemas.openxmlformats.org/drawingml/2006/main" w="10478">
            <a:solidFill>
              <a:srgbClr val="000000"/>
            </a:solidFill>
            <a:prstDash val="solid"/>
          </a:ln>
        </p:spPr>
      </p:sp>
      <p:sp>
        <p:nvSpPr>
          <p:cNvPr id="287" name="dp42-comparison / n287 / arrow">
            <a:extLst xmlns:a="http://schemas.openxmlformats.org/drawingml/2006/main">
              <a:ext uri="{FF2B5EF4-FFF2-40B4-BE49-F238E27FC236}">
                <a16:creationId xmlns:a16="http://schemas.microsoft.com/office/drawing/2014/main" id="{7B5E5E00-BBB8-4A65-A703-C94953C902CF}"/>
              </a:ext>
            </a:extLst>
          </p:cNvPr>
          <p:cNvSpPr>
            <a:spLocks xmlns:a="http://schemas.openxmlformats.org/drawingml/2006/main" noGrp="1"/>
          </p:cNvSpPr>
          <p:nvPr/>
        </p:nvSpPr>
        <p:spPr>
          <a:xfrm xmlns:a="http://schemas.openxmlformats.org/drawingml/2006/main">
            <a:off x="13301472"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88" name="dp42-comparison / n288 / path">
            <a:extLst xmlns:a="http://schemas.openxmlformats.org/drawingml/2006/main">
              <a:ext uri="{FF2B5EF4-FFF2-40B4-BE49-F238E27FC236}">
                <a16:creationId xmlns:a16="http://schemas.microsoft.com/office/drawing/2014/main" id="{3F8132A7-9851-4A7E-8CDB-738D9C61EAB0}"/>
              </a:ext>
            </a:extLst>
          </p:cNvPr>
          <p:cNvSpPr>
            <a:spLocks xmlns:a="http://schemas.openxmlformats.org/drawingml/2006/main" noGrp="1"/>
          </p:cNvSpPr>
          <p:nvPr/>
        </p:nvSpPr>
        <p:spPr>
          <a:xfrm xmlns:a="http://schemas.openxmlformats.org/drawingml/2006/main">
            <a:off x="12239625" y="4876800"/>
            <a:ext cx="1724025" cy="2143125"/>
          </a:xfrm>
          <a:custGeom xmlns:a="http://schemas.openxmlformats.org/drawingml/2006/main">
            <a:pathLst>
              <a:path w="1724025" h="2143125">
                <a:moveTo>
                  <a:pt x="1285875" y="2143125"/>
                </a:moveTo>
                <a:lnTo>
                  <a:pt x="1285875" y="2066925"/>
                </a:lnTo>
                <a:lnTo>
                  <a:pt x="1724025" y="2066925"/>
                </a:lnTo>
                <a:lnTo>
                  <a:pt x="1724025" y="0"/>
                </a:lnTo>
                <a:lnTo>
                  <a:pt x="0" y="0"/>
                </a:lnTo>
              </a:path>
            </a:pathLst>
          </a:custGeom>
          <a:noFill xmlns:a="http://schemas.openxmlformats.org/drawingml/2006/main"/>
          <a:ln xmlns:a="http://schemas.openxmlformats.org/drawingml/2006/main" w="10478">
            <a:solidFill>
              <a:srgbClr val="000000"/>
            </a:solidFill>
            <a:prstDash val="dash"/>
          </a:ln>
        </p:spPr>
      </p:sp>
      <p:sp>
        <p:nvSpPr>
          <p:cNvPr id="289" name="dp42-comparison / n288 / arrow">
            <a:extLst xmlns:a="http://schemas.openxmlformats.org/drawingml/2006/main">
              <a:ext uri="{FF2B5EF4-FFF2-40B4-BE49-F238E27FC236}">
                <a16:creationId xmlns:a16="http://schemas.microsoft.com/office/drawing/2014/main" id="{B18AFDE5-A638-4F94-9AAF-FB79D5ADE574}"/>
              </a:ext>
            </a:extLst>
          </p:cNvPr>
          <p:cNvSpPr>
            <a:spLocks xmlns:a="http://schemas.openxmlformats.org/drawingml/2006/main" noGrp="1"/>
          </p:cNvSpPr>
          <p:nvPr/>
        </p:nvSpPr>
        <p:spPr>
          <a:xfrm xmlns:a="http://schemas.openxmlformats.org/drawingml/2006/main">
            <a:off x="12239625" y="48432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90" name="dp42-comparison / n289 / path">
            <a:extLst xmlns:a="http://schemas.openxmlformats.org/drawingml/2006/main">
              <a:ext uri="{FF2B5EF4-FFF2-40B4-BE49-F238E27FC236}">
                <a16:creationId xmlns:a16="http://schemas.microsoft.com/office/drawing/2014/main" id="{32595CAA-2112-4FC4-9AC2-80794C114AC9}"/>
              </a:ext>
            </a:extLst>
          </p:cNvPr>
          <p:cNvSpPr>
            <a:spLocks xmlns:a="http://schemas.openxmlformats.org/drawingml/2006/main" noGrp="1"/>
          </p:cNvSpPr>
          <p:nvPr/>
        </p:nvSpPr>
        <p:spPr>
          <a:xfrm xmlns:a="http://schemas.openxmlformats.org/drawingml/2006/main">
            <a:off x="12239625" y="5534025"/>
            <a:ext cx="2047875" cy="1485900"/>
          </a:xfrm>
          <a:custGeom xmlns:a="http://schemas.openxmlformats.org/drawingml/2006/main">
            <a:pathLst>
              <a:path w="2047875" h="1485900">
                <a:moveTo>
                  <a:pt x="0" y="0"/>
                </a:moveTo>
                <a:lnTo>
                  <a:pt x="1781175" y="0"/>
                </a:lnTo>
                <a:lnTo>
                  <a:pt x="1781175" y="1314450"/>
                </a:lnTo>
                <a:lnTo>
                  <a:pt x="2047875" y="1314450"/>
                </a:lnTo>
                <a:lnTo>
                  <a:pt x="2047875" y="1485900"/>
                </a:lnTo>
              </a:path>
            </a:pathLst>
          </a:custGeom>
          <a:noFill xmlns:a="http://schemas.openxmlformats.org/drawingml/2006/main"/>
          <a:ln xmlns:a="http://schemas.openxmlformats.org/drawingml/2006/main" w="10478">
            <a:solidFill>
              <a:srgbClr val="000000"/>
            </a:solidFill>
            <a:prstDash val="solid"/>
          </a:ln>
        </p:spPr>
      </p:sp>
      <p:sp>
        <p:nvSpPr>
          <p:cNvPr id="291" name="dp42-comparison / n289 / arrow">
            <a:extLst xmlns:a="http://schemas.openxmlformats.org/drawingml/2006/main">
              <a:ext uri="{FF2B5EF4-FFF2-40B4-BE49-F238E27FC236}">
                <a16:creationId xmlns:a16="http://schemas.microsoft.com/office/drawing/2014/main" id="{51231F12-8898-49AF-8F3B-8FCB66BCE6D2}"/>
              </a:ext>
            </a:extLst>
          </p:cNvPr>
          <p:cNvSpPr>
            <a:spLocks xmlns:a="http://schemas.openxmlformats.org/drawingml/2006/main" noGrp="1"/>
          </p:cNvSpPr>
          <p:nvPr/>
        </p:nvSpPr>
        <p:spPr>
          <a:xfrm xmlns:a="http://schemas.openxmlformats.org/drawingml/2006/main">
            <a:off x="14253972"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92" name="dp42-comparison / n290 / path">
            <a:extLst xmlns:a="http://schemas.openxmlformats.org/drawingml/2006/main">
              <a:ext uri="{FF2B5EF4-FFF2-40B4-BE49-F238E27FC236}">
                <a16:creationId xmlns:a16="http://schemas.microsoft.com/office/drawing/2014/main" id="{CEDF4DDD-B33A-4CF3-849F-9C7AEC75B20A}"/>
              </a:ext>
            </a:extLst>
          </p:cNvPr>
          <p:cNvSpPr>
            <a:spLocks xmlns:a="http://schemas.openxmlformats.org/drawingml/2006/main" noGrp="1"/>
          </p:cNvSpPr>
          <p:nvPr/>
        </p:nvSpPr>
        <p:spPr>
          <a:xfrm xmlns:a="http://schemas.openxmlformats.org/drawingml/2006/main">
            <a:off x="12239625" y="5591175"/>
            <a:ext cx="2238375" cy="1428750"/>
          </a:xfrm>
          <a:custGeom xmlns:a="http://schemas.openxmlformats.org/drawingml/2006/main">
            <a:pathLst>
              <a:path w="2238375" h="1428750">
                <a:moveTo>
                  <a:pt x="2238375" y="1428750"/>
                </a:moveTo>
                <a:lnTo>
                  <a:pt x="2238375" y="1295400"/>
                </a:lnTo>
                <a:lnTo>
                  <a:pt x="1838325" y="1295400"/>
                </a:lnTo>
                <a:lnTo>
                  <a:pt x="1838325" y="0"/>
                </a:lnTo>
                <a:lnTo>
                  <a:pt x="0" y="0"/>
                </a:lnTo>
              </a:path>
            </a:pathLst>
          </a:custGeom>
          <a:noFill xmlns:a="http://schemas.openxmlformats.org/drawingml/2006/main"/>
          <a:ln xmlns:a="http://schemas.openxmlformats.org/drawingml/2006/main" w="10478">
            <a:solidFill>
              <a:srgbClr val="000000"/>
            </a:solidFill>
            <a:prstDash val="dash"/>
          </a:ln>
        </p:spPr>
      </p:sp>
      <p:sp>
        <p:nvSpPr>
          <p:cNvPr id="293" name="dp42-comparison / n290 / arrow">
            <a:extLst xmlns:a="http://schemas.openxmlformats.org/drawingml/2006/main">
              <a:ext uri="{FF2B5EF4-FFF2-40B4-BE49-F238E27FC236}">
                <a16:creationId xmlns:a16="http://schemas.microsoft.com/office/drawing/2014/main" id="{B3A4055C-3063-44F8-9E78-910AC17DB7E1}"/>
              </a:ext>
            </a:extLst>
          </p:cNvPr>
          <p:cNvSpPr>
            <a:spLocks xmlns:a="http://schemas.openxmlformats.org/drawingml/2006/main" noGrp="1"/>
          </p:cNvSpPr>
          <p:nvPr/>
        </p:nvSpPr>
        <p:spPr>
          <a:xfrm xmlns:a="http://schemas.openxmlformats.org/drawingml/2006/main">
            <a:off x="12239625" y="5557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94" name="dp42-comparison / n291 / path">
            <a:extLst xmlns:a="http://schemas.openxmlformats.org/drawingml/2006/main">
              <a:ext uri="{FF2B5EF4-FFF2-40B4-BE49-F238E27FC236}">
                <a16:creationId xmlns:a16="http://schemas.microsoft.com/office/drawing/2014/main" id="{FCEE7AE2-8C0E-4B14-B3BF-858974F2A9FB}"/>
              </a:ext>
            </a:extLst>
          </p:cNvPr>
          <p:cNvSpPr>
            <a:spLocks xmlns:a="http://schemas.openxmlformats.org/drawingml/2006/main" noGrp="1"/>
          </p:cNvSpPr>
          <p:nvPr/>
        </p:nvSpPr>
        <p:spPr>
          <a:xfrm xmlns:a="http://schemas.openxmlformats.org/drawingml/2006/main">
            <a:off x="16263938" y="5495925"/>
            <a:ext cx="1462088" cy="1524000"/>
          </a:xfrm>
          <a:custGeom xmlns:a="http://schemas.openxmlformats.org/drawingml/2006/main">
            <a:pathLst>
              <a:path w="1462088" h="1524000">
                <a:moveTo>
                  <a:pt x="1214438" y="0"/>
                </a:moveTo>
                <a:lnTo>
                  <a:pt x="1462088" y="0"/>
                </a:lnTo>
                <a:lnTo>
                  <a:pt x="1462088" y="1352550"/>
                </a:lnTo>
                <a:lnTo>
                  <a:pt x="0" y="1352550"/>
                </a:lnTo>
                <a:lnTo>
                  <a:pt x="0" y="1524000"/>
                </a:lnTo>
              </a:path>
            </a:pathLst>
          </a:custGeom>
          <a:noFill xmlns:a="http://schemas.openxmlformats.org/drawingml/2006/main"/>
          <a:ln xmlns:a="http://schemas.openxmlformats.org/drawingml/2006/main" w="10478">
            <a:solidFill>
              <a:srgbClr val="000000"/>
            </a:solidFill>
            <a:prstDash val="solid"/>
          </a:ln>
        </p:spPr>
      </p:sp>
      <p:sp>
        <p:nvSpPr>
          <p:cNvPr id="295" name="dp42-comparison / n291 / arrow">
            <a:extLst xmlns:a="http://schemas.openxmlformats.org/drawingml/2006/main">
              <a:ext uri="{FF2B5EF4-FFF2-40B4-BE49-F238E27FC236}">
                <a16:creationId xmlns:a16="http://schemas.microsoft.com/office/drawing/2014/main" id="{D61F2CEF-1B39-4C56-9B81-062392B13C7A}"/>
              </a:ext>
            </a:extLst>
          </p:cNvPr>
          <p:cNvSpPr>
            <a:spLocks xmlns:a="http://schemas.openxmlformats.org/drawingml/2006/main" noGrp="1"/>
          </p:cNvSpPr>
          <p:nvPr/>
        </p:nvSpPr>
        <p:spPr>
          <a:xfrm xmlns:a="http://schemas.openxmlformats.org/drawingml/2006/main">
            <a:off x="16230410" y="69528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96" name="dp42-comparison / n292 / path">
            <a:extLst xmlns:a="http://schemas.openxmlformats.org/drawingml/2006/main">
              <a:ext uri="{FF2B5EF4-FFF2-40B4-BE49-F238E27FC236}">
                <a16:creationId xmlns:a16="http://schemas.microsoft.com/office/drawing/2014/main" id="{D65128A6-D594-427A-999E-B2FFF18DFE98}"/>
              </a:ext>
            </a:extLst>
          </p:cNvPr>
          <p:cNvSpPr>
            <a:spLocks xmlns:a="http://schemas.openxmlformats.org/drawingml/2006/main" noGrp="1"/>
          </p:cNvSpPr>
          <p:nvPr/>
        </p:nvSpPr>
        <p:spPr>
          <a:xfrm xmlns:a="http://schemas.openxmlformats.org/drawingml/2006/main">
            <a:off x="16740188" y="5591175"/>
            <a:ext cx="1052513" cy="1428750"/>
          </a:xfrm>
          <a:custGeom xmlns:a="http://schemas.openxmlformats.org/drawingml/2006/main">
            <a:pathLst>
              <a:path w="1052513" h="1428750">
                <a:moveTo>
                  <a:pt x="0" y="1428750"/>
                </a:moveTo>
                <a:lnTo>
                  <a:pt x="0" y="1323975"/>
                </a:lnTo>
                <a:lnTo>
                  <a:pt x="1052513" y="1323975"/>
                </a:lnTo>
                <a:lnTo>
                  <a:pt x="1052513" y="0"/>
                </a:lnTo>
                <a:lnTo>
                  <a:pt x="738188" y="0"/>
                </a:lnTo>
              </a:path>
            </a:pathLst>
          </a:custGeom>
          <a:noFill xmlns:a="http://schemas.openxmlformats.org/drawingml/2006/main"/>
          <a:ln xmlns:a="http://schemas.openxmlformats.org/drawingml/2006/main" w="10478">
            <a:solidFill>
              <a:srgbClr val="000000"/>
            </a:solidFill>
            <a:prstDash val="dash"/>
          </a:ln>
        </p:spPr>
      </p:sp>
      <p:sp>
        <p:nvSpPr>
          <p:cNvPr id="297" name="dp42-comparison / n292 / arrow">
            <a:extLst xmlns:a="http://schemas.openxmlformats.org/drawingml/2006/main">
              <a:ext uri="{FF2B5EF4-FFF2-40B4-BE49-F238E27FC236}">
                <a16:creationId xmlns:a16="http://schemas.microsoft.com/office/drawing/2014/main" id="{68645628-68C0-4966-908B-7962C40415B2}"/>
              </a:ext>
            </a:extLst>
          </p:cNvPr>
          <p:cNvSpPr>
            <a:spLocks xmlns:a="http://schemas.openxmlformats.org/drawingml/2006/main" noGrp="1"/>
          </p:cNvSpPr>
          <p:nvPr/>
        </p:nvSpPr>
        <p:spPr>
          <a:xfrm xmlns:a="http://schemas.openxmlformats.org/drawingml/2006/main">
            <a:off x="17478375" y="55576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98" name="dp42-comparison / n190">
            <a:extLst xmlns:a="http://schemas.openxmlformats.org/drawingml/2006/main">
              <a:ext uri="{FF2B5EF4-FFF2-40B4-BE49-F238E27FC236}">
                <a16:creationId xmlns:a16="http://schemas.microsoft.com/office/drawing/2014/main" id="{82C4D9E4-C77E-4D60-9227-2CC66E39BD54}"/>
              </a:ext>
            </a:extLst>
          </p:cNvPr>
          <p:cNvSpPr>
            <a:spLocks xmlns:a="http://schemas.openxmlformats.org/drawingml/2006/main" noGrp="1"/>
          </p:cNvSpPr>
          <p:nvPr/>
        </p:nvSpPr>
        <p:spPr>
          <a:xfrm xmlns:a="http://schemas.openxmlformats.org/drawingml/2006/main">
            <a:off x="9829800" y="2381250"/>
            <a:ext cx="4370832"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2-comparison / n191 / text 1">
            <a:extLst xmlns:a="http://schemas.openxmlformats.org/drawingml/2006/main">
              <a:ext uri="{FF2B5EF4-FFF2-40B4-BE49-F238E27FC236}">
                <a16:creationId xmlns:a16="http://schemas.microsoft.com/office/drawing/2014/main" id="{F10091CD-0D1A-4980-B10B-8BE46646BDE5}"/>
              </a:ext>
            </a:extLst>
          </p:cNvPr>
          <p:cNvSpPr>
            <a:spLocks xmlns:a="http://schemas.openxmlformats.org/drawingml/2006/main" noGrp="1"/>
          </p:cNvSpPr>
          <p:nvPr/>
        </p:nvSpPr>
        <p:spPr>
          <a:xfrm xmlns:a="http://schemas.openxmlformats.org/drawingml/2006/main">
            <a:off x="9848850" y="23907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Q1 “상반기로 할까요?”를 P1로 제시 → u2 “응, 상반기로”</a:t>
            </a:r>
          </a:p>
        </p:txBody>
      </p:sp>
      <p:sp>
        <p:nvSpPr>
          <p:cNvPr id="300" name="dp42-comparison / n192">
            <a:extLst xmlns:a="http://schemas.openxmlformats.org/drawingml/2006/main">
              <a:ext uri="{FF2B5EF4-FFF2-40B4-BE49-F238E27FC236}">
                <a16:creationId xmlns:a16="http://schemas.microsoft.com/office/drawing/2014/main" id="{BC72F8C4-3E04-46F0-93B3-25572CCDED5D}"/>
              </a:ext>
            </a:extLst>
          </p:cNvPr>
          <p:cNvSpPr>
            <a:spLocks xmlns:a="http://schemas.openxmlformats.org/drawingml/2006/main" noGrp="1"/>
          </p:cNvSpPr>
          <p:nvPr/>
        </p:nvSpPr>
        <p:spPr>
          <a:xfrm xmlns:a="http://schemas.openxmlformats.org/drawingml/2006/main">
            <a:off x="9829800" y="2638425"/>
            <a:ext cx="131921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2-comparison / n193 / text 1">
            <a:extLst xmlns:a="http://schemas.openxmlformats.org/drawingml/2006/main">
              <a:ext uri="{FF2B5EF4-FFF2-40B4-BE49-F238E27FC236}">
                <a16:creationId xmlns:a16="http://schemas.microsoft.com/office/drawing/2014/main" id="{0B514625-4F16-4B91-88BB-497A925A4C7F}"/>
              </a:ext>
            </a:extLst>
          </p:cNvPr>
          <p:cNvSpPr>
            <a:spLocks xmlns:a="http://schemas.openxmlformats.org/drawingml/2006/main" noGrp="1"/>
          </p:cNvSpPr>
          <p:nvPr/>
        </p:nvSpPr>
        <p:spPr>
          <a:xfrm xmlns:a="http://schemas.openxmlformats.org/drawingml/2006/main">
            <a:off x="9848850" y="2647950"/>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Conversation C1</a:t>
            </a:r>
          </a:p>
        </p:txBody>
      </p:sp>
      <p:sp>
        <p:nvSpPr>
          <p:cNvPr id="302" name="dp42-comparison / n195">
            <a:extLst xmlns:a="http://schemas.openxmlformats.org/drawingml/2006/main">
              <a:ext uri="{FF2B5EF4-FFF2-40B4-BE49-F238E27FC236}">
                <a16:creationId xmlns:a16="http://schemas.microsoft.com/office/drawing/2014/main" id="{D14E557E-B4CF-4E5B-9994-55787E8E50B8}"/>
              </a:ext>
            </a:extLst>
          </p:cNvPr>
          <p:cNvSpPr>
            <a:spLocks xmlns:a="http://schemas.openxmlformats.org/drawingml/2006/main" noGrp="1"/>
          </p:cNvSpPr>
          <p:nvPr/>
        </p:nvSpPr>
        <p:spPr>
          <a:xfrm xmlns:a="http://schemas.openxmlformats.org/drawingml/2006/main">
            <a:off x="12277725" y="2628900"/>
            <a:ext cx="19857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2-comparison / n196 / text 1">
            <a:extLst xmlns:a="http://schemas.openxmlformats.org/drawingml/2006/main">
              <a:ext uri="{FF2B5EF4-FFF2-40B4-BE49-F238E27FC236}">
                <a16:creationId xmlns:a16="http://schemas.microsoft.com/office/drawing/2014/main" id="{D40E429D-32D8-4CF9-A047-A9673B936490}"/>
              </a:ext>
            </a:extLst>
          </p:cNvPr>
          <p:cNvSpPr>
            <a:spLocks xmlns:a="http://schemas.openxmlformats.org/drawingml/2006/main" noGrp="1"/>
          </p:cNvSpPr>
          <p:nvPr/>
        </p:nvSpPr>
        <p:spPr>
          <a:xfrm xmlns:a="http://schemas.openxmlformats.org/drawingml/2006/main">
            <a:off x="12296775" y="2638425"/>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입력과 실제 응답의 연결 유지</a:t>
            </a:r>
          </a:p>
        </p:txBody>
      </p:sp>
      <p:sp>
        <p:nvSpPr>
          <p:cNvPr id="304" name="dp42-comparison / n197">
            <a:extLst xmlns:a="http://schemas.openxmlformats.org/drawingml/2006/main">
              <a:ext uri="{FF2B5EF4-FFF2-40B4-BE49-F238E27FC236}">
                <a16:creationId xmlns:a16="http://schemas.microsoft.com/office/drawing/2014/main" id="{FC59CD6B-66D8-49FC-A4C7-9324B717174E}"/>
              </a:ext>
            </a:extLst>
          </p:cNvPr>
          <p:cNvSpPr>
            <a:spLocks xmlns:a="http://schemas.openxmlformats.org/drawingml/2006/main" noGrp="1"/>
          </p:cNvSpPr>
          <p:nvPr/>
        </p:nvSpPr>
        <p:spPr>
          <a:xfrm xmlns:a="http://schemas.openxmlformats.org/drawingml/2006/main">
            <a:off x="9829800" y="2819400"/>
            <a:ext cx="173355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5" name="dp42-comparison / n198 / text 1">
            <a:extLst xmlns:a="http://schemas.openxmlformats.org/drawingml/2006/main">
              <a:ext uri="{FF2B5EF4-FFF2-40B4-BE49-F238E27FC236}">
                <a16:creationId xmlns:a16="http://schemas.microsoft.com/office/drawing/2014/main" id="{6C766783-9702-4820-9A45-52B8C054FED4}"/>
              </a:ext>
            </a:extLst>
          </p:cNvPr>
          <p:cNvSpPr>
            <a:spLocks xmlns:a="http://schemas.openxmlformats.org/drawingml/2006/main" noGrp="1"/>
          </p:cNvSpPr>
          <p:nvPr/>
        </p:nvSpPr>
        <p:spPr>
          <a:xfrm xmlns:a="http://schemas.openxmlformats.org/drawingml/2006/main">
            <a:off x="9848850" y="2828925"/>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Request R1 / R2 / R3</a:t>
            </a:r>
          </a:p>
        </p:txBody>
      </p:sp>
      <p:sp>
        <p:nvSpPr>
          <p:cNvPr id="306" name="dp42-comparison / n200">
            <a:extLst xmlns:a="http://schemas.openxmlformats.org/drawingml/2006/main">
              <a:ext uri="{FF2B5EF4-FFF2-40B4-BE49-F238E27FC236}">
                <a16:creationId xmlns:a16="http://schemas.microsoft.com/office/drawing/2014/main" id="{190B5CA2-D9D7-4B70-AE28-78F3E3EA1949}"/>
              </a:ext>
            </a:extLst>
          </p:cNvPr>
          <p:cNvSpPr>
            <a:spLocks xmlns:a="http://schemas.openxmlformats.org/drawingml/2006/main" noGrp="1"/>
          </p:cNvSpPr>
          <p:nvPr/>
        </p:nvSpPr>
        <p:spPr>
          <a:xfrm xmlns:a="http://schemas.openxmlformats.org/drawingml/2006/main">
            <a:off x="12277725" y="2809875"/>
            <a:ext cx="226047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7" name="dp42-comparison / n201 / text 1">
            <a:extLst xmlns:a="http://schemas.openxmlformats.org/drawingml/2006/main">
              <a:ext uri="{FF2B5EF4-FFF2-40B4-BE49-F238E27FC236}">
                <a16:creationId xmlns:a16="http://schemas.microsoft.com/office/drawing/2014/main" id="{C7FA5654-0D72-4C2B-9E35-F3F686CA15EB}"/>
              </a:ext>
            </a:extLst>
          </p:cNvPr>
          <p:cNvSpPr>
            <a:spLocks xmlns:a="http://schemas.openxmlformats.org/drawingml/2006/main" noGrp="1"/>
          </p:cNvSpPr>
          <p:nvPr/>
        </p:nvSpPr>
        <p:spPr>
          <a:xfrm xmlns:a="http://schemas.openxmlformats.org/drawingml/2006/main">
            <a:off x="12296775" y="2819400"/>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최초 위임 / Q1 답변 / 결과 수정</a:t>
            </a:r>
          </a:p>
        </p:txBody>
      </p:sp>
      <p:sp>
        <p:nvSpPr>
          <p:cNvPr id="308" name="dp42-comparison / n202">
            <a:extLst xmlns:a="http://schemas.openxmlformats.org/drawingml/2006/main">
              <a:ext uri="{FF2B5EF4-FFF2-40B4-BE49-F238E27FC236}">
                <a16:creationId xmlns:a16="http://schemas.microsoft.com/office/drawing/2014/main" id="{3E412986-4AA8-4935-9027-D86672A4F45E}"/>
              </a:ext>
            </a:extLst>
          </p:cNvPr>
          <p:cNvSpPr>
            <a:spLocks xmlns:a="http://schemas.openxmlformats.org/drawingml/2006/main" noGrp="1"/>
          </p:cNvSpPr>
          <p:nvPr/>
        </p:nvSpPr>
        <p:spPr>
          <a:xfrm xmlns:a="http://schemas.openxmlformats.org/drawingml/2006/main">
            <a:off x="9829800" y="3000375"/>
            <a:ext cx="656272"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9" name="dp42-comparison / n203 / text 1">
            <a:extLst xmlns:a="http://schemas.openxmlformats.org/drawingml/2006/main">
              <a:ext uri="{FF2B5EF4-FFF2-40B4-BE49-F238E27FC236}">
                <a16:creationId xmlns:a16="http://schemas.microsoft.com/office/drawing/2014/main" id="{692269D9-18D1-4F57-8B08-B7F849B5A9C8}"/>
              </a:ext>
            </a:extLst>
          </p:cNvPr>
          <p:cNvSpPr>
            <a:spLocks xmlns:a="http://schemas.openxmlformats.org/drawingml/2006/main" noGrp="1"/>
          </p:cNvSpPr>
          <p:nvPr/>
        </p:nvSpPr>
        <p:spPr>
          <a:xfrm xmlns:a="http://schemas.openxmlformats.org/drawingml/2006/main">
            <a:off x="9848850" y="3009900"/>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Task T1</a:t>
            </a:r>
          </a:p>
        </p:txBody>
      </p:sp>
      <p:sp>
        <p:nvSpPr>
          <p:cNvPr id="310" name="dp42-comparison / n205">
            <a:extLst xmlns:a="http://schemas.openxmlformats.org/drawingml/2006/main">
              <a:ext uri="{FF2B5EF4-FFF2-40B4-BE49-F238E27FC236}">
                <a16:creationId xmlns:a16="http://schemas.microsoft.com/office/drawing/2014/main" id="{3242DC35-E0E5-4D81-A3DA-AF3D4DAF87EC}"/>
              </a:ext>
            </a:extLst>
          </p:cNvPr>
          <p:cNvSpPr>
            <a:spLocks xmlns:a="http://schemas.openxmlformats.org/drawingml/2006/main" noGrp="1"/>
          </p:cNvSpPr>
          <p:nvPr/>
        </p:nvSpPr>
        <p:spPr>
          <a:xfrm xmlns:a="http://schemas.openxmlformats.org/drawingml/2006/main">
            <a:off x="12277725" y="2990850"/>
            <a:ext cx="164172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2-comparison / n206 / text 1">
            <a:extLst xmlns:a="http://schemas.openxmlformats.org/drawingml/2006/main">
              <a:ext uri="{FF2B5EF4-FFF2-40B4-BE49-F238E27FC236}">
                <a16:creationId xmlns:a16="http://schemas.microsoft.com/office/drawing/2014/main" id="{69416F3B-3278-4EDF-BFB3-467A0A00ABAE}"/>
              </a:ext>
            </a:extLst>
          </p:cNvPr>
          <p:cNvSpPr>
            <a:spLocks xmlns:a="http://schemas.openxmlformats.org/drawingml/2006/main" noGrp="1"/>
          </p:cNvSpPr>
          <p:nvPr/>
        </p:nvSpPr>
        <p:spPr>
          <a:xfrm xmlns:a="http://schemas.openxmlformats.org/drawingml/2006/main">
            <a:off x="12296775" y="3000375"/>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보고서 업무와 결과 유지</a:t>
            </a:r>
          </a:p>
        </p:txBody>
      </p:sp>
      <p:sp>
        <p:nvSpPr>
          <p:cNvPr id="312" name="dp42-comparison / n207">
            <a:extLst xmlns:a="http://schemas.openxmlformats.org/drawingml/2006/main">
              <a:ext uri="{FF2B5EF4-FFF2-40B4-BE49-F238E27FC236}">
                <a16:creationId xmlns:a16="http://schemas.microsoft.com/office/drawing/2014/main" id="{FA8EAC25-5C8C-4AAD-B1BD-63421FBAEFF8}"/>
              </a:ext>
            </a:extLst>
          </p:cNvPr>
          <p:cNvSpPr>
            <a:spLocks xmlns:a="http://schemas.openxmlformats.org/drawingml/2006/main" noGrp="1"/>
          </p:cNvSpPr>
          <p:nvPr/>
        </p:nvSpPr>
        <p:spPr>
          <a:xfrm xmlns:a="http://schemas.openxmlformats.org/drawingml/2006/main">
            <a:off x="9829800" y="3181350"/>
            <a:ext cx="173355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2-comparison / n208 / text 1">
            <a:extLst xmlns:a="http://schemas.openxmlformats.org/drawingml/2006/main">
              <a:ext uri="{FF2B5EF4-FFF2-40B4-BE49-F238E27FC236}">
                <a16:creationId xmlns:a16="http://schemas.microsoft.com/office/drawing/2014/main" id="{417ED80E-8102-4CFA-BCCE-A3F5AEB86302}"/>
              </a:ext>
            </a:extLst>
          </p:cNvPr>
          <p:cNvSpPr>
            <a:spLocks xmlns:a="http://schemas.openxmlformats.org/drawingml/2006/main" noGrp="1"/>
          </p:cNvSpPr>
          <p:nvPr/>
        </p:nvSpPr>
        <p:spPr>
          <a:xfrm xmlns:a="http://schemas.openxmlformats.org/drawingml/2006/main">
            <a:off x="9848850" y="3190875"/>
            <a:ext cx="2190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Execution / Question</a:t>
            </a:r>
          </a:p>
        </p:txBody>
      </p:sp>
      <p:sp>
        <p:nvSpPr>
          <p:cNvPr id="314" name="dp42-comparison / n210">
            <a:extLst xmlns:a="http://schemas.openxmlformats.org/drawingml/2006/main">
              <a:ext uri="{FF2B5EF4-FFF2-40B4-BE49-F238E27FC236}">
                <a16:creationId xmlns:a16="http://schemas.microsoft.com/office/drawing/2014/main" id="{30E98FBB-678E-4A9F-8818-11721D1A3011}"/>
              </a:ext>
            </a:extLst>
          </p:cNvPr>
          <p:cNvSpPr>
            <a:spLocks xmlns:a="http://schemas.openxmlformats.org/drawingml/2006/main" noGrp="1"/>
          </p:cNvSpPr>
          <p:nvPr/>
        </p:nvSpPr>
        <p:spPr>
          <a:xfrm xmlns:a="http://schemas.openxmlformats.org/drawingml/2006/main">
            <a:off x="12277725" y="3171825"/>
            <a:ext cx="219113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2-comparison / n211 / text 1">
            <a:extLst xmlns:a="http://schemas.openxmlformats.org/drawingml/2006/main">
              <a:ext uri="{FF2B5EF4-FFF2-40B4-BE49-F238E27FC236}">
                <a16:creationId xmlns:a16="http://schemas.microsoft.com/office/drawing/2014/main" id="{C05076AC-1B11-4344-BC6C-74FF36370782}"/>
              </a:ext>
            </a:extLst>
          </p:cNvPr>
          <p:cNvSpPr>
            <a:spLocks xmlns:a="http://schemas.openxmlformats.org/drawingml/2006/main" noGrp="1"/>
          </p:cNvSpPr>
          <p:nvPr/>
        </p:nvSpPr>
        <p:spPr>
          <a:xfrm xmlns:a="http://schemas.openxmlformats.org/drawingml/2006/main">
            <a:off x="12296775" y="3181350"/>
            <a:ext cx="5286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X1 완료 → X2 / Q1 제시 → 답변</a:t>
            </a:r>
          </a:p>
        </p:txBody>
      </p:sp>
      <p:sp>
        <p:nvSpPr>
          <p:cNvPr id="316" name="dp42-comparison / n212">
            <a:extLst xmlns:a="http://schemas.openxmlformats.org/drawingml/2006/main">
              <a:ext uri="{FF2B5EF4-FFF2-40B4-BE49-F238E27FC236}">
                <a16:creationId xmlns:a16="http://schemas.microsoft.com/office/drawing/2014/main" id="{D44978C0-9301-41EC-BB22-AE29E20AB012}"/>
              </a:ext>
            </a:extLst>
          </p:cNvPr>
          <p:cNvSpPr>
            <a:spLocks xmlns:a="http://schemas.openxmlformats.org/drawingml/2006/main" noGrp="1"/>
          </p:cNvSpPr>
          <p:nvPr/>
        </p:nvSpPr>
        <p:spPr>
          <a:xfrm xmlns:a="http://schemas.openxmlformats.org/drawingml/2006/main">
            <a:off x="12277725" y="3352800"/>
            <a:ext cx="344805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2-comparison / n213 / text 1">
            <a:extLst xmlns:a="http://schemas.openxmlformats.org/drawingml/2006/main">
              <a:ext uri="{FF2B5EF4-FFF2-40B4-BE49-F238E27FC236}">
                <a16:creationId xmlns:a16="http://schemas.microsoft.com/office/drawing/2014/main" id="{833D8CC0-03A7-433E-B003-C8AD9369C90F}"/>
              </a:ext>
            </a:extLst>
          </p:cNvPr>
          <p:cNvSpPr>
            <a:spLocks xmlns:a="http://schemas.openxmlformats.org/drawingml/2006/main" noGrp="1"/>
          </p:cNvSpPr>
          <p:nvPr/>
        </p:nvSpPr>
        <p:spPr>
          <a:xfrm xmlns:a="http://schemas.openxmlformats.org/drawingml/2006/main">
            <a:off x="12296775" y="3362325"/>
            <a:ext cx="5286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강조 경계: Core/서비스 실행 영역 / 박스: 논리 Component</a:t>
            </a:r>
          </a:p>
        </p:txBody>
      </p:sp>
      <p:sp>
        <p:nvSpPr>
          <p:cNvPr id="318" name="dp42-comparison / n218">
            <a:extLst xmlns:a="http://schemas.openxmlformats.org/drawingml/2006/main">
              <a:ext uri="{FF2B5EF4-FFF2-40B4-BE49-F238E27FC236}">
                <a16:creationId xmlns:a16="http://schemas.microsoft.com/office/drawing/2014/main" id="{42C1C867-C2EE-42D3-9ED4-797029890475}"/>
              </a:ext>
            </a:extLst>
          </p:cNvPr>
          <p:cNvSpPr>
            <a:spLocks xmlns:a="http://schemas.openxmlformats.org/drawingml/2006/main" noGrp="1"/>
          </p:cNvSpPr>
          <p:nvPr/>
        </p:nvSpPr>
        <p:spPr>
          <a:xfrm xmlns:a="http://schemas.openxmlformats.org/drawingml/2006/main">
            <a:off x="11410950" y="3581400"/>
            <a:ext cx="152971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2-comparison / n219 / text 1">
            <a:extLst xmlns:a="http://schemas.openxmlformats.org/drawingml/2006/main">
              <a:ext uri="{FF2B5EF4-FFF2-40B4-BE49-F238E27FC236}">
                <a16:creationId xmlns:a16="http://schemas.microsoft.com/office/drawing/2014/main" id="{1321B75C-5D51-4B27-84A6-EDAB2FE261A5}"/>
              </a:ext>
            </a:extLst>
          </p:cNvPr>
          <p:cNvSpPr>
            <a:spLocks xmlns:a="http://schemas.openxmlformats.org/drawingml/2006/main" noGrp="1"/>
          </p:cNvSpPr>
          <p:nvPr/>
        </p:nvSpPr>
        <p:spPr>
          <a:xfrm xmlns:a="http://schemas.openxmlformats.org/drawingml/2006/main">
            <a:off x="11430000" y="3590925"/>
            <a:ext cx="2190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독립 상태 / 실행 수명</a:t>
            </a:r>
          </a:p>
        </p:txBody>
      </p:sp>
      <p:sp>
        <p:nvSpPr>
          <p:cNvPr id="320" name="dp42-comparison / n220">
            <a:extLst xmlns:a="http://schemas.openxmlformats.org/drawingml/2006/main">
              <a:ext uri="{FF2B5EF4-FFF2-40B4-BE49-F238E27FC236}">
                <a16:creationId xmlns:a16="http://schemas.microsoft.com/office/drawing/2014/main" id="{49A7DC67-65F7-4C6B-B301-CB6E65ACDC8A}"/>
              </a:ext>
            </a:extLst>
          </p:cNvPr>
          <p:cNvSpPr>
            <a:spLocks xmlns:a="http://schemas.openxmlformats.org/drawingml/2006/main" noGrp="1"/>
          </p:cNvSpPr>
          <p:nvPr/>
        </p:nvSpPr>
        <p:spPr>
          <a:xfrm xmlns:a="http://schemas.openxmlformats.org/drawingml/2006/main">
            <a:off x="15792450" y="3581400"/>
            <a:ext cx="152971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2-comparison / n221 / text 1">
            <a:extLst xmlns:a="http://schemas.openxmlformats.org/drawingml/2006/main">
              <a:ext uri="{FF2B5EF4-FFF2-40B4-BE49-F238E27FC236}">
                <a16:creationId xmlns:a16="http://schemas.microsoft.com/office/drawing/2014/main" id="{FD66AA17-CE90-4F42-AE13-F24505D4C56E}"/>
              </a:ext>
            </a:extLst>
          </p:cNvPr>
          <p:cNvSpPr>
            <a:spLocks xmlns:a="http://schemas.openxmlformats.org/drawingml/2006/main" noGrp="1"/>
          </p:cNvSpPr>
          <p:nvPr/>
        </p:nvSpPr>
        <p:spPr>
          <a:xfrm xmlns:a="http://schemas.openxmlformats.org/drawingml/2006/main">
            <a:off x="15811500" y="3590925"/>
            <a:ext cx="1809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독립 상태 / 실행 수명</a:t>
            </a:r>
          </a:p>
        </p:txBody>
      </p:sp>
      <p:sp>
        <p:nvSpPr>
          <p:cNvPr id="322" name="dp42-comparison / n232">
            <a:extLst xmlns:a="http://schemas.openxmlformats.org/drawingml/2006/main">
              <a:ext uri="{FF2B5EF4-FFF2-40B4-BE49-F238E27FC236}">
                <a16:creationId xmlns:a16="http://schemas.microsoft.com/office/drawing/2014/main" id="{E85D7AB2-B2B8-4AEB-A9AA-4882B52C2406}"/>
              </a:ext>
            </a:extLst>
          </p:cNvPr>
          <p:cNvSpPr>
            <a:spLocks xmlns:a="http://schemas.openxmlformats.org/drawingml/2006/main" noGrp="1"/>
          </p:cNvSpPr>
          <p:nvPr/>
        </p:nvSpPr>
        <p:spPr>
          <a:xfrm xmlns:a="http://schemas.openxmlformats.org/drawingml/2006/main">
            <a:off x="10010775" y="4276725"/>
            <a:ext cx="250850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2-comparison / n233 / text 1">
            <a:extLst xmlns:a="http://schemas.openxmlformats.org/drawingml/2006/main">
              <a:ext uri="{FF2B5EF4-FFF2-40B4-BE49-F238E27FC236}">
                <a16:creationId xmlns:a16="http://schemas.microsoft.com/office/drawing/2014/main" id="{8BAD4ADE-D7BE-4D25-9A4E-337B3AED3C63}"/>
              </a:ext>
            </a:extLst>
          </p:cNvPr>
          <p:cNvSpPr>
            <a:spLocks xmlns:a="http://schemas.openxmlformats.org/drawingml/2006/main" noGrp="1"/>
          </p:cNvSpPr>
          <p:nvPr/>
        </p:nvSpPr>
        <p:spPr>
          <a:xfrm xmlns:a="http://schemas.openxmlformats.org/drawingml/2006/main">
            <a:off x="10029825" y="4286250"/>
            <a:ext cx="2857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C1 / R2 / u2 → Q1 → T1 / P1 참조</a:t>
            </a:r>
          </a:p>
        </p:txBody>
      </p:sp>
      <p:sp>
        <p:nvSpPr>
          <p:cNvPr id="324" name="dp42-comparison / n234">
            <a:extLst xmlns:a="http://schemas.openxmlformats.org/drawingml/2006/main">
              <a:ext uri="{FF2B5EF4-FFF2-40B4-BE49-F238E27FC236}">
                <a16:creationId xmlns:a16="http://schemas.microsoft.com/office/drawing/2014/main" id="{25C19FCE-3539-4264-B1DE-AEE577665DF6}"/>
              </a:ext>
            </a:extLst>
          </p:cNvPr>
          <p:cNvSpPr>
            <a:spLocks xmlns:a="http://schemas.openxmlformats.org/drawingml/2006/main" noGrp="1"/>
          </p:cNvSpPr>
          <p:nvPr/>
        </p:nvSpPr>
        <p:spPr>
          <a:xfrm xmlns:a="http://schemas.openxmlformats.org/drawingml/2006/main">
            <a:off x="14916150" y="4295775"/>
            <a:ext cx="204444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2-comparison / n235 / text 1">
            <a:extLst xmlns:a="http://schemas.openxmlformats.org/drawingml/2006/main">
              <a:ext uri="{FF2B5EF4-FFF2-40B4-BE49-F238E27FC236}">
                <a16:creationId xmlns:a16="http://schemas.microsoft.com/office/drawing/2014/main" id="{3BF011EF-AFEE-4C5A-8567-29D1D2C94519}"/>
              </a:ext>
            </a:extLst>
          </p:cNvPr>
          <p:cNvSpPr>
            <a:spLocks xmlns:a="http://schemas.openxmlformats.org/drawingml/2006/main" noGrp="1"/>
          </p:cNvSpPr>
          <p:nvPr/>
        </p:nvSpPr>
        <p:spPr>
          <a:xfrm xmlns:a="http://schemas.openxmlformats.org/drawingml/2006/main">
            <a:off x="14935200" y="4305300"/>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T1 / X1 / Q1=OPEN,v7</a:t>
            </a:r>
          </a:p>
        </p:txBody>
      </p:sp>
      <p:sp>
        <p:nvSpPr>
          <p:cNvPr id="326" name="dp42-comparison / n238">
            <a:extLst xmlns:a="http://schemas.openxmlformats.org/drawingml/2006/main">
              <a:ext uri="{FF2B5EF4-FFF2-40B4-BE49-F238E27FC236}">
                <a16:creationId xmlns:a16="http://schemas.microsoft.com/office/drawing/2014/main" id="{32F6B6C1-88B2-4323-8848-4EBBCB582D30}"/>
              </a:ext>
            </a:extLst>
          </p:cNvPr>
          <p:cNvSpPr>
            <a:spLocks xmlns:a="http://schemas.openxmlformats.org/drawingml/2006/main" noGrp="1"/>
          </p:cNvSpPr>
          <p:nvPr/>
        </p:nvSpPr>
        <p:spPr>
          <a:xfrm xmlns:a="http://schemas.openxmlformats.org/drawingml/2006/main">
            <a:off x="12468225" y="3800475"/>
            <a:ext cx="150514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7" name="dp42-comparison / n239 / text 1">
            <a:extLst xmlns:a="http://schemas.openxmlformats.org/drawingml/2006/main">
              <a:ext uri="{FF2B5EF4-FFF2-40B4-BE49-F238E27FC236}">
                <a16:creationId xmlns:a16="http://schemas.microsoft.com/office/drawing/2014/main" id="{6C2B96FA-81A5-481E-82DA-C455EB6A64D4}"/>
              </a:ext>
            </a:extLst>
          </p:cNvPr>
          <p:cNvSpPr>
            <a:spLocks xmlns:a="http://schemas.openxmlformats.org/drawingml/2006/main" noGrp="1"/>
          </p:cNvSpPr>
          <p:nvPr/>
        </p:nvSpPr>
        <p:spPr>
          <a:xfrm xmlns:a="http://schemas.openxmlformats.org/drawingml/2006/main">
            <a:off x="12487275" y="3810000"/>
            <a:ext cx="22669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질문 조회 → / ← Q1,v7</a:t>
            </a:r>
          </a:p>
        </p:txBody>
      </p:sp>
      <p:sp>
        <p:nvSpPr>
          <p:cNvPr id="328" name="dp42-comparison / n241">
            <a:extLst xmlns:a="http://schemas.openxmlformats.org/drawingml/2006/main">
              <a:ext uri="{FF2B5EF4-FFF2-40B4-BE49-F238E27FC236}">
                <a16:creationId xmlns:a16="http://schemas.microsoft.com/office/drawing/2014/main" id="{52553E88-6622-4811-9DA3-29D399E011AB}"/>
              </a:ext>
            </a:extLst>
          </p:cNvPr>
          <p:cNvSpPr>
            <a:spLocks xmlns:a="http://schemas.openxmlformats.org/drawingml/2006/main" noGrp="1"/>
          </p:cNvSpPr>
          <p:nvPr/>
        </p:nvSpPr>
        <p:spPr>
          <a:xfrm xmlns:a="http://schemas.openxmlformats.org/drawingml/2006/main">
            <a:off x="12477750" y="4067175"/>
            <a:ext cx="162896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9" name="dp42-comparison / n242 / text 1">
            <a:extLst xmlns:a="http://schemas.openxmlformats.org/drawingml/2006/main">
              <a:ext uri="{FF2B5EF4-FFF2-40B4-BE49-F238E27FC236}">
                <a16:creationId xmlns:a16="http://schemas.microsoft.com/office/drawing/2014/main" id="{FAD506B5-BFC8-48CA-8DD9-C0320E8365B3}"/>
              </a:ext>
            </a:extLst>
          </p:cNvPr>
          <p:cNvSpPr>
            <a:spLocks xmlns:a="http://schemas.openxmlformats.org/drawingml/2006/main" noGrp="1"/>
          </p:cNvSpPr>
          <p:nvPr/>
        </p:nvSpPr>
        <p:spPr>
          <a:xfrm xmlns:a="http://schemas.openxmlformats.org/drawingml/2006/main">
            <a:off x="12496800" y="4076700"/>
            <a:ext cx="2286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K1: Q1 답변=상반기 / v7</a:t>
            </a:r>
          </a:p>
        </p:txBody>
      </p:sp>
      <p:sp>
        <p:nvSpPr>
          <p:cNvPr id="330" name="dp42-comparison / n244">
            <a:extLst xmlns:a="http://schemas.openxmlformats.org/drawingml/2006/main">
              <a:ext uri="{FF2B5EF4-FFF2-40B4-BE49-F238E27FC236}">
                <a16:creationId xmlns:a16="http://schemas.microsoft.com/office/drawing/2014/main" id="{768733FD-A081-4756-8204-03D66A7E683A}"/>
              </a:ext>
            </a:extLst>
          </p:cNvPr>
          <p:cNvSpPr>
            <a:spLocks xmlns:a="http://schemas.openxmlformats.org/drawingml/2006/main" noGrp="1"/>
          </p:cNvSpPr>
          <p:nvPr/>
        </p:nvSpPr>
        <p:spPr>
          <a:xfrm xmlns:a="http://schemas.openxmlformats.org/drawingml/2006/main">
            <a:off x="12477750" y="4314825"/>
            <a:ext cx="16844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31" name="dp42-comparison / n245 / text 1">
            <a:extLst xmlns:a="http://schemas.openxmlformats.org/drawingml/2006/main">
              <a:ext uri="{FF2B5EF4-FFF2-40B4-BE49-F238E27FC236}">
                <a16:creationId xmlns:a16="http://schemas.microsoft.com/office/drawing/2014/main" id="{B85F9E41-F30E-428D-AC8E-E3A389261CFA}"/>
              </a:ext>
            </a:extLst>
          </p:cNvPr>
          <p:cNvSpPr>
            <a:spLocks xmlns:a="http://schemas.openxmlformats.org/drawingml/2006/main" noGrp="1"/>
          </p:cNvSpPr>
          <p:nvPr/>
        </p:nvSpPr>
        <p:spPr>
          <a:xfrm xmlns:a="http://schemas.openxmlformats.org/drawingml/2006/main">
            <a:off x="12496800" y="4324350"/>
            <a:ext cx="228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외부 접수 / 질문 / 결과</a:t>
            </a:r>
          </a:p>
        </p:txBody>
      </p:sp>
      <p:sp>
        <p:nvSpPr>
          <p:cNvPr id="332" name="dp42-comparison / n248">
            <a:extLst xmlns:a="http://schemas.openxmlformats.org/drawingml/2006/main">
              <a:ext uri="{FF2B5EF4-FFF2-40B4-BE49-F238E27FC236}">
                <a16:creationId xmlns:a16="http://schemas.microsoft.com/office/drawing/2014/main" id="{135B1EA7-9D3D-422C-9BA1-BE542A8716B6}"/>
              </a:ext>
            </a:extLst>
          </p:cNvPr>
          <p:cNvSpPr>
            <a:spLocks xmlns:a="http://schemas.openxmlformats.org/drawingml/2006/main" noGrp="1"/>
          </p:cNvSpPr>
          <p:nvPr/>
        </p:nvSpPr>
        <p:spPr>
          <a:xfrm xmlns:a="http://schemas.openxmlformats.org/drawingml/2006/main">
            <a:off x="10010775" y="4962525"/>
            <a:ext cx="23199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33" name="dp42-comparison / n249 / text 1">
            <a:extLst xmlns:a="http://schemas.openxmlformats.org/drawingml/2006/main">
              <a:ext uri="{FF2B5EF4-FFF2-40B4-BE49-F238E27FC236}">
                <a16:creationId xmlns:a16="http://schemas.microsoft.com/office/drawing/2014/main" id="{283390C5-46AE-4E3B-9F93-B815B59124E8}"/>
              </a:ext>
            </a:extLst>
          </p:cNvPr>
          <p:cNvSpPr>
            <a:spLocks xmlns:a="http://schemas.openxmlformats.org/drawingml/2006/main" noGrp="1"/>
          </p:cNvSpPr>
          <p:nvPr/>
        </p:nvSpPr>
        <p:spPr>
          <a:xfrm xmlns:a="http://schemas.openxmlformats.org/drawingml/2006/main">
            <a:off x="10029825" y="4972050"/>
            <a:ext cx="2571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u2 + 실제 제시 P1 → 답변 의미 제안</a:t>
            </a:r>
          </a:p>
        </p:txBody>
      </p:sp>
      <p:sp>
        <p:nvSpPr>
          <p:cNvPr id="334" name="dp42-comparison / n252">
            <a:extLst xmlns:a="http://schemas.openxmlformats.org/drawingml/2006/main">
              <a:ext uri="{FF2B5EF4-FFF2-40B4-BE49-F238E27FC236}">
                <a16:creationId xmlns:a16="http://schemas.microsoft.com/office/drawing/2014/main" id="{A2193C02-54B5-47C3-A3FA-E741CF0A7BBF}"/>
              </a:ext>
            </a:extLst>
          </p:cNvPr>
          <p:cNvSpPr>
            <a:spLocks xmlns:a="http://schemas.openxmlformats.org/drawingml/2006/main" noGrp="1"/>
          </p:cNvSpPr>
          <p:nvPr/>
        </p:nvSpPr>
        <p:spPr>
          <a:xfrm xmlns:a="http://schemas.openxmlformats.org/drawingml/2006/main">
            <a:off x="12658725" y="4810125"/>
            <a:ext cx="1616964" cy="2933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35" name="dp42-comparison / n253 / text 1">
            <a:extLst xmlns:a="http://schemas.openxmlformats.org/drawingml/2006/main">
              <a:ext uri="{FF2B5EF4-FFF2-40B4-BE49-F238E27FC236}">
                <a16:creationId xmlns:a16="http://schemas.microsoft.com/office/drawing/2014/main" id="{808C9FF2-4F52-4541-9FAE-E9998DB0F12E}"/>
              </a:ext>
            </a:extLst>
          </p:cNvPr>
          <p:cNvSpPr>
            <a:spLocks xmlns:a="http://schemas.openxmlformats.org/drawingml/2006/main" noGrp="1"/>
          </p:cNvSpPr>
          <p:nvPr/>
        </p:nvSpPr>
        <p:spPr>
          <a:xfrm xmlns:a="http://schemas.openxmlformats.org/drawingml/2006/main">
            <a:off x="12677775" y="4819650"/>
            <a:ext cx="20764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P2: 상반기 전달 확인</a:t>
            </a:r>
          </a:p>
        </p:txBody>
      </p:sp>
      <p:sp>
        <p:nvSpPr>
          <p:cNvPr id="336" name="dp42-comparison / n253 / text 2">
            <a:extLst xmlns:a="http://schemas.openxmlformats.org/drawingml/2006/main">
              <a:ext uri="{FF2B5EF4-FFF2-40B4-BE49-F238E27FC236}">
                <a16:creationId xmlns:a16="http://schemas.microsoft.com/office/drawing/2014/main" id="{132F6E07-7DAF-495B-9ADC-8E6343B5F87D}"/>
              </a:ext>
            </a:extLst>
          </p:cNvPr>
          <p:cNvSpPr>
            <a:spLocks xmlns:a="http://schemas.openxmlformats.org/drawingml/2006/main" noGrp="1"/>
          </p:cNvSpPr>
          <p:nvPr/>
        </p:nvSpPr>
        <p:spPr>
          <a:xfrm xmlns:a="http://schemas.openxmlformats.org/drawingml/2006/main">
            <a:off x="12677775" y="4956810"/>
            <a:ext cx="20764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게시 허용 / 실제 제시 반환</a:t>
            </a:r>
          </a:p>
        </p:txBody>
      </p:sp>
      <p:sp>
        <p:nvSpPr>
          <p:cNvPr id="337" name="dp42-comparison / n254">
            <a:extLst xmlns:a="http://schemas.openxmlformats.org/drawingml/2006/main">
              <a:ext uri="{FF2B5EF4-FFF2-40B4-BE49-F238E27FC236}">
                <a16:creationId xmlns:a16="http://schemas.microsoft.com/office/drawing/2014/main" id="{9F05E54D-EF67-4F17-82BE-0588C935EE9B}"/>
              </a:ext>
            </a:extLst>
          </p:cNvPr>
          <p:cNvSpPr>
            <a:spLocks xmlns:a="http://schemas.openxmlformats.org/drawingml/2006/main" noGrp="1"/>
          </p:cNvSpPr>
          <p:nvPr/>
        </p:nvSpPr>
        <p:spPr>
          <a:xfrm xmlns:a="http://schemas.openxmlformats.org/drawingml/2006/main">
            <a:off x="10020300" y="5705475"/>
            <a:ext cx="222580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38" name="dp42-comparison / n255 / text 1">
            <a:extLst xmlns:a="http://schemas.openxmlformats.org/drawingml/2006/main">
              <a:ext uri="{FF2B5EF4-FFF2-40B4-BE49-F238E27FC236}">
                <a16:creationId xmlns:a16="http://schemas.microsoft.com/office/drawing/2014/main" id="{09DB7F04-5EFA-4CC0-B8C1-89EB938F9521}"/>
              </a:ext>
            </a:extLst>
          </p:cNvPr>
          <p:cNvSpPr>
            <a:spLocks xmlns:a="http://schemas.openxmlformats.org/drawingml/2006/main" noGrp="1"/>
          </p:cNvSpPr>
          <p:nvPr/>
        </p:nvSpPr>
        <p:spPr>
          <a:xfrm xmlns:a="http://schemas.openxmlformats.org/drawingml/2006/main">
            <a:off x="10039350" y="5715000"/>
            <a:ext cx="2762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P1→Q1 실제 제시 / P2 전달 원장</a:t>
            </a:r>
          </a:p>
        </p:txBody>
      </p:sp>
      <p:sp>
        <p:nvSpPr>
          <p:cNvPr id="339" name="dp42-comparison / n258">
            <a:extLst xmlns:a="http://schemas.openxmlformats.org/drawingml/2006/main">
              <a:ext uri="{FF2B5EF4-FFF2-40B4-BE49-F238E27FC236}">
                <a16:creationId xmlns:a16="http://schemas.microsoft.com/office/drawing/2014/main" id="{CBE78240-B05C-41CB-8760-1ABB96FA0999}"/>
              </a:ext>
            </a:extLst>
          </p:cNvPr>
          <p:cNvSpPr>
            <a:spLocks xmlns:a="http://schemas.openxmlformats.org/drawingml/2006/main" noGrp="1"/>
          </p:cNvSpPr>
          <p:nvPr/>
        </p:nvSpPr>
        <p:spPr>
          <a:xfrm xmlns:a="http://schemas.openxmlformats.org/drawingml/2006/main">
            <a:off x="14916150" y="4657725"/>
            <a:ext cx="1580388" cy="339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0" name="dp42-comparison / n259 / text 1">
            <a:extLst xmlns:a="http://schemas.openxmlformats.org/drawingml/2006/main">
              <a:ext uri="{FF2B5EF4-FFF2-40B4-BE49-F238E27FC236}">
                <a16:creationId xmlns:a16="http://schemas.microsoft.com/office/drawing/2014/main" id="{0BB5A413-7C44-4DDB-900A-0347E2512CBD}"/>
              </a:ext>
            </a:extLst>
          </p:cNvPr>
          <p:cNvSpPr>
            <a:spLocks xmlns:a="http://schemas.openxmlformats.org/drawingml/2006/main" noGrp="1"/>
          </p:cNvSpPr>
          <p:nvPr/>
        </p:nvSpPr>
        <p:spPr>
          <a:xfrm xmlns:a="http://schemas.openxmlformats.org/drawingml/2006/main">
            <a:off x="14935200" y="4667250"/>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접수: Q1=ANSWERED,v8</a:t>
            </a:r>
          </a:p>
        </p:txBody>
      </p:sp>
      <p:sp>
        <p:nvSpPr>
          <p:cNvPr id="341" name="dp42-comparison / n259 / text 2">
            <a:extLst xmlns:a="http://schemas.openxmlformats.org/drawingml/2006/main">
              <a:ext uri="{FF2B5EF4-FFF2-40B4-BE49-F238E27FC236}">
                <a16:creationId xmlns:a16="http://schemas.microsoft.com/office/drawing/2014/main" id="{FDD478F8-C6C0-4400-B2A6-48D6A385538A}"/>
              </a:ext>
            </a:extLst>
          </p:cNvPr>
          <p:cNvSpPr>
            <a:spLocks xmlns:a="http://schemas.openxmlformats.org/drawingml/2006/main" noGrp="1"/>
          </p:cNvSpPr>
          <p:nvPr/>
        </p:nvSpPr>
        <p:spPr>
          <a:xfrm xmlns:a="http://schemas.openxmlformats.org/drawingml/2006/main">
            <a:off x="14935200" y="4827270"/>
            <a:ext cx="2524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K1=전송 대기</a:t>
            </a:r>
          </a:p>
        </p:txBody>
      </p:sp>
      <p:sp>
        <p:nvSpPr>
          <p:cNvPr id="342" name="dp42-comparison / n260">
            <a:extLst xmlns:a="http://schemas.openxmlformats.org/drawingml/2006/main">
              <a:ext uri="{FF2B5EF4-FFF2-40B4-BE49-F238E27FC236}">
                <a16:creationId xmlns:a16="http://schemas.microsoft.com/office/drawing/2014/main" id="{D53A79FD-FCB3-4C3D-9D10-AC53F2777538}"/>
              </a:ext>
            </a:extLst>
          </p:cNvPr>
          <p:cNvSpPr>
            <a:spLocks xmlns:a="http://schemas.openxmlformats.org/drawingml/2006/main" noGrp="1"/>
          </p:cNvSpPr>
          <p:nvPr/>
        </p:nvSpPr>
        <p:spPr>
          <a:xfrm xmlns:a="http://schemas.openxmlformats.org/drawingml/2006/main">
            <a:off x="14916150" y="5705475"/>
            <a:ext cx="199377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3" name="dp42-comparison / n261 / text 1">
            <a:extLst xmlns:a="http://schemas.openxmlformats.org/drawingml/2006/main">
              <a:ext uri="{FF2B5EF4-FFF2-40B4-BE49-F238E27FC236}">
                <a16:creationId xmlns:a16="http://schemas.microsoft.com/office/drawing/2014/main" id="{35A7B07B-011E-4EE5-AA84-B93098D00ABE}"/>
              </a:ext>
            </a:extLst>
          </p:cNvPr>
          <p:cNvSpPr>
            <a:spLocks xmlns:a="http://schemas.openxmlformats.org/drawingml/2006/main" noGrp="1"/>
          </p:cNvSpPr>
          <p:nvPr/>
        </p:nvSpPr>
        <p:spPr>
          <a:xfrm xmlns:a="http://schemas.openxmlformats.org/drawingml/2006/main">
            <a:off x="14935200" y="5715000"/>
            <a:ext cx="25812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K1 외부 접수 / X1 관측 상태</a:t>
            </a:r>
          </a:p>
        </p:txBody>
      </p:sp>
      <p:sp>
        <p:nvSpPr>
          <p:cNvPr id="344" name="dp42-comparison / n269">
            <a:extLst xmlns:a="http://schemas.openxmlformats.org/drawingml/2006/main">
              <a:ext uri="{FF2B5EF4-FFF2-40B4-BE49-F238E27FC236}">
                <a16:creationId xmlns:a16="http://schemas.microsoft.com/office/drawing/2014/main" id="{3EA5BD31-9BF3-41C9-B58F-EA7711AC0875}"/>
              </a:ext>
            </a:extLst>
          </p:cNvPr>
          <p:cNvSpPr>
            <a:spLocks xmlns:a="http://schemas.openxmlformats.org/drawingml/2006/main" noGrp="1"/>
          </p:cNvSpPr>
          <p:nvPr/>
        </p:nvSpPr>
        <p:spPr>
          <a:xfrm xmlns:a="http://schemas.openxmlformats.org/drawingml/2006/main">
            <a:off x="10010775" y="6000750"/>
            <a:ext cx="1860423" cy="339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5" name="dp42-comparison / n270 / text 1">
            <a:extLst xmlns:a="http://schemas.openxmlformats.org/drawingml/2006/main">
              <a:ext uri="{FF2B5EF4-FFF2-40B4-BE49-F238E27FC236}">
                <a16:creationId xmlns:a16="http://schemas.microsoft.com/office/drawing/2014/main" id="{BF44024E-7C05-4761-9629-8BFD2CC2F34A}"/>
              </a:ext>
            </a:extLst>
          </p:cNvPr>
          <p:cNvSpPr>
            <a:spLocks xmlns:a="http://schemas.openxmlformats.org/drawingml/2006/main" noGrp="1"/>
          </p:cNvSpPr>
          <p:nvPr/>
        </p:nvSpPr>
        <p:spPr>
          <a:xfrm xmlns:a="http://schemas.openxmlformats.org/drawingml/2006/main">
            <a:off x="10029825" y="6010275"/>
            <a:ext cx="35337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선저장: R2=접수 대기 / K1</a:t>
            </a:r>
          </a:p>
        </p:txBody>
      </p:sp>
      <p:sp>
        <p:nvSpPr>
          <p:cNvPr id="346" name="dp42-comparison / n270 / text 2">
            <a:extLst xmlns:a="http://schemas.openxmlformats.org/drawingml/2006/main">
              <a:ext uri="{FF2B5EF4-FFF2-40B4-BE49-F238E27FC236}">
                <a16:creationId xmlns:a16="http://schemas.microsoft.com/office/drawing/2014/main" id="{FD0C3F71-E476-49C3-91CA-0680630DF764}"/>
              </a:ext>
            </a:extLst>
          </p:cNvPr>
          <p:cNvSpPr>
            <a:spLocks xmlns:a="http://schemas.openxmlformats.org/drawingml/2006/main" noGrp="1"/>
          </p:cNvSpPr>
          <p:nvPr/>
        </p:nvSpPr>
        <p:spPr>
          <a:xfrm xmlns:a="http://schemas.openxmlformats.org/drawingml/2006/main">
            <a:off x="10029825" y="6170295"/>
            <a:ext cx="35337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후반영: K1 내부 접수 확인</a:t>
            </a:r>
          </a:p>
        </p:txBody>
      </p:sp>
      <p:sp>
        <p:nvSpPr>
          <p:cNvPr id="347" name="dp42-comparison / n271">
            <a:extLst xmlns:a="http://schemas.openxmlformats.org/drawingml/2006/main">
              <a:ext uri="{FF2B5EF4-FFF2-40B4-BE49-F238E27FC236}">
                <a16:creationId xmlns:a16="http://schemas.microsoft.com/office/drawing/2014/main" id="{B85D10E8-6E3D-4A2C-867D-CB369BD3060D}"/>
              </a:ext>
            </a:extLst>
          </p:cNvPr>
          <p:cNvSpPr>
            <a:spLocks xmlns:a="http://schemas.openxmlformats.org/drawingml/2006/main" noGrp="1"/>
          </p:cNvSpPr>
          <p:nvPr/>
        </p:nvSpPr>
        <p:spPr>
          <a:xfrm xmlns:a="http://schemas.openxmlformats.org/drawingml/2006/main">
            <a:off x="14506575" y="6000750"/>
            <a:ext cx="2148459" cy="3390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8" name="dp42-comparison / n272 / text 1">
            <a:extLst xmlns:a="http://schemas.openxmlformats.org/drawingml/2006/main">
              <a:ext uri="{FF2B5EF4-FFF2-40B4-BE49-F238E27FC236}">
                <a16:creationId xmlns:a16="http://schemas.microsoft.com/office/drawing/2014/main" id="{58605037-97CD-4F1D-ACE3-C9F35C6C17EB}"/>
              </a:ext>
            </a:extLst>
          </p:cNvPr>
          <p:cNvSpPr>
            <a:spLocks xmlns:a="http://schemas.openxmlformats.org/drawingml/2006/main" noGrp="1"/>
          </p:cNvSpPr>
          <p:nvPr/>
        </p:nvSpPr>
        <p:spPr>
          <a:xfrm xmlns:a="http://schemas.openxmlformats.org/drawingml/2006/main">
            <a:off x="14525625" y="6010275"/>
            <a:ext cx="29718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Q1 변경 + K1 + 내부 접수 결과</a:t>
            </a:r>
          </a:p>
        </p:txBody>
      </p:sp>
      <p:sp>
        <p:nvSpPr>
          <p:cNvPr id="349" name="dp42-comparison / n272 / text 2">
            <a:extLst xmlns:a="http://schemas.openxmlformats.org/drawingml/2006/main">
              <a:ext uri="{FF2B5EF4-FFF2-40B4-BE49-F238E27FC236}">
                <a16:creationId xmlns:a16="http://schemas.microsoft.com/office/drawing/2014/main" id="{58C7FC32-92C0-4637-AEC8-D36F30CA36B3}"/>
              </a:ext>
            </a:extLst>
          </p:cNvPr>
          <p:cNvSpPr>
            <a:spLocks xmlns:a="http://schemas.openxmlformats.org/drawingml/2006/main" noGrp="1"/>
          </p:cNvSpPr>
          <p:nvPr/>
        </p:nvSpPr>
        <p:spPr>
          <a:xfrm xmlns:a="http://schemas.openxmlformats.org/drawingml/2006/main">
            <a:off x="14525625" y="6170295"/>
            <a:ext cx="29718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업무의 로컬 transaction</a:t>
            </a:r>
          </a:p>
        </p:txBody>
      </p:sp>
      <p:sp>
        <p:nvSpPr>
          <p:cNvPr id="350" name="dp42-comparison / n273">
            <a:extLst xmlns:a="http://schemas.openxmlformats.org/drawingml/2006/main">
              <a:ext uri="{FF2B5EF4-FFF2-40B4-BE49-F238E27FC236}">
                <a16:creationId xmlns:a16="http://schemas.microsoft.com/office/drawing/2014/main" id="{7DB006E8-C2AF-4EAC-A29F-737A505DF056}"/>
              </a:ext>
            </a:extLst>
          </p:cNvPr>
          <p:cNvSpPr>
            <a:spLocks xmlns:a="http://schemas.openxmlformats.org/drawingml/2006/main" noGrp="1"/>
          </p:cNvSpPr>
          <p:nvPr/>
        </p:nvSpPr>
        <p:spPr>
          <a:xfrm xmlns:a="http://schemas.openxmlformats.org/drawingml/2006/main">
            <a:off x="12668250" y="4619625"/>
            <a:ext cx="149771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1" name="dp42-comparison / n274 / text 1">
            <a:extLst xmlns:a="http://schemas.openxmlformats.org/drawingml/2006/main">
              <a:ext uri="{FF2B5EF4-FFF2-40B4-BE49-F238E27FC236}">
                <a16:creationId xmlns:a16="http://schemas.microsoft.com/office/drawing/2014/main" id="{8CF2246B-1CA3-4FB3-84A2-E7273F9B7CFA}"/>
              </a:ext>
            </a:extLst>
          </p:cNvPr>
          <p:cNvSpPr>
            <a:spLocks xmlns:a="http://schemas.openxmlformats.org/drawingml/2006/main" noGrp="1"/>
          </p:cNvSpPr>
          <p:nvPr/>
        </p:nvSpPr>
        <p:spPr>
          <a:xfrm xmlns:a="http://schemas.openxmlformats.org/drawingml/2006/main">
            <a:off x="12687300" y="4629150"/>
            <a:ext cx="2047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K1 내부 접수 결과 반환</a:t>
            </a:r>
          </a:p>
        </p:txBody>
      </p:sp>
      <p:sp>
        <p:nvSpPr>
          <p:cNvPr id="352" name="dp42-comparison / n285">
            <a:extLst xmlns:a="http://schemas.openxmlformats.org/drawingml/2006/main">
              <a:ext uri="{FF2B5EF4-FFF2-40B4-BE49-F238E27FC236}">
                <a16:creationId xmlns:a16="http://schemas.microsoft.com/office/drawing/2014/main" id="{0AFC0828-E6A4-4D0A-9737-2FE9811D0F10}"/>
              </a:ext>
            </a:extLst>
          </p:cNvPr>
          <p:cNvSpPr>
            <a:spLocks xmlns:a="http://schemas.openxmlformats.org/drawingml/2006/main" noGrp="1"/>
          </p:cNvSpPr>
          <p:nvPr/>
        </p:nvSpPr>
        <p:spPr>
          <a:xfrm xmlns:a="http://schemas.openxmlformats.org/drawingml/2006/main">
            <a:off x="12477750" y="6705600"/>
            <a:ext cx="326097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3" name="dp42-comparison / n286 / text 1">
            <a:extLst xmlns:a="http://schemas.openxmlformats.org/drawingml/2006/main">
              <a:ext uri="{FF2B5EF4-FFF2-40B4-BE49-F238E27FC236}">
                <a16:creationId xmlns:a16="http://schemas.microsoft.com/office/drawing/2014/main" id="{9262DE0E-DD40-435C-8A7F-4049A58AB8F3}"/>
              </a:ext>
            </a:extLst>
          </p:cNvPr>
          <p:cNvSpPr>
            <a:spLocks xmlns:a="http://schemas.openxmlformats.org/drawingml/2006/main" noGrp="1"/>
          </p:cNvSpPr>
          <p:nvPr/>
        </p:nvSpPr>
        <p:spPr>
          <a:xfrm xmlns:a="http://schemas.openxmlformats.org/drawingml/2006/main">
            <a:off x="12496800" y="6715125"/>
            <a:ext cx="50863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release(P2,epoch) / receipt(P2,실제 전달 범위)</a:t>
            </a:r>
          </a:p>
        </p:txBody>
      </p:sp>
      <p:sp>
        <p:nvSpPr>
          <p:cNvPr id="354" name="dp42-comparison / n293">
            <a:extLst xmlns:a="http://schemas.openxmlformats.org/drawingml/2006/main">
              <a:ext uri="{FF2B5EF4-FFF2-40B4-BE49-F238E27FC236}">
                <a16:creationId xmlns:a16="http://schemas.microsoft.com/office/drawing/2014/main" id="{D86CB291-9ECF-4FAD-A27A-BC1809EA1114}"/>
              </a:ext>
            </a:extLst>
          </p:cNvPr>
          <p:cNvSpPr>
            <a:spLocks xmlns:a="http://schemas.openxmlformats.org/drawingml/2006/main" noGrp="1"/>
          </p:cNvSpPr>
          <p:nvPr/>
        </p:nvSpPr>
        <p:spPr>
          <a:xfrm xmlns:a="http://schemas.openxmlformats.org/drawingml/2006/main">
            <a:off x="10010775" y="6810375"/>
            <a:ext cx="223837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5" name="dp42-comparison / n294 / text 1">
            <a:extLst xmlns:a="http://schemas.openxmlformats.org/drawingml/2006/main">
              <a:ext uri="{FF2B5EF4-FFF2-40B4-BE49-F238E27FC236}">
                <a16:creationId xmlns:a16="http://schemas.microsoft.com/office/drawing/2014/main" id="{EA046270-5CAC-43AD-BFDB-E045706AC4A5}"/>
              </a:ext>
            </a:extLst>
          </p:cNvPr>
          <p:cNvSpPr>
            <a:spLocks xmlns:a="http://schemas.openxmlformats.org/drawingml/2006/main" noGrp="1"/>
          </p:cNvSpPr>
          <p:nvPr/>
        </p:nvSpPr>
        <p:spPr>
          <a:xfrm xmlns:a="http://schemas.openxmlformats.org/drawingml/2006/main">
            <a:off x="10029825" y="6819900"/>
            <a:ext cx="22002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u2 입력 / Text / Voice 실제 전달</a:t>
            </a:r>
          </a:p>
        </p:txBody>
      </p:sp>
      <p:sp>
        <p:nvSpPr>
          <p:cNvPr id="356" name="dp42-comparison / n295">
            <a:extLst xmlns:a="http://schemas.openxmlformats.org/drawingml/2006/main">
              <a:ext uri="{FF2B5EF4-FFF2-40B4-BE49-F238E27FC236}">
                <a16:creationId xmlns:a16="http://schemas.microsoft.com/office/drawing/2014/main" id="{F7940AAF-A29D-4BBC-8A34-DEF71D88E9E3}"/>
              </a:ext>
            </a:extLst>
          </p:cNvPr>
          <p:cNvSpPr>
            <a:spLocks xmlns:a="http://schemas.openxmlformats.org/drawingml/2006/main" noGrp="1"/>
          </p:cNvSpPr>
          <p:nvPr/>
        </p:nvSpPr>
        <p:spPr>
          <a:xfrm xmlns:a="http://schemas.openxmlformats.org/drawingml/2006/main">
            <a:off x="12906375" y="7343775"/>
            <a:ext cx="173297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7" name="dp42-comparison / n296 / text 1">
            <a:extLst xmlns:a="http://schemas.openxmlformats.org/drawingml/2006/main">
              <a:ext uri="{FF2B5EF4-FFF2-40B4-BE49-F238E27FC236}">
                <a16:creationId xmlns:a16="http://schemas.microsoft.com/office/drawing/2014/main" id="{2313300B-FD84-4286-8CD4-051DA56269D1}"/>
              </a:ext>
            </a:extLst>
          </p:cNvPr>
          <p:cNvSpPr>
            <a:spLocks xmlns:a="http://schemas.openxmlformats.org/drawingml/2006/main" noGrp="1"/>
          </p:cNvSpPr>
          <p:nvPr/>
        </p:nvSpPr>
        <p:spPr>
          <a:xfrm xmlns:a="http://schemas.openxmlformats.org/drawingml/2006/main">
            <a:off x="12925425" y="7353300"/>
            <a:ext cx="2190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공유 Omni 1벌 / 같은 해석</a:t>
            </a:r>
          </a:p>
        </p:txBody>
      </p:sp>
      <p:sp>
        <p:nvSpPr>
          <p:cNvPr id="358" name="dp42-comparison / n297">
            <a:extLst xmlns:a="http://schemas.openxmlformats.org/drawingml/2006/main">
              <a:ext uri="{FF2B5EF4-FFF2-40B4-BE49-F238E27FC236}">
                <a16:creationId xmlns:a16="http://schemas.microsoft.com/office/drawing/2014/main" id="{E0DF6259-4509-4063-A1B5-EB35D0114D76}"/>
              </a:ext>
            </a:extLst>
          </p:cNvPr>
          <p:cNvSpPr>
            <a:spLocks xmlns:a="http://schemas.openxmlformats.org/drawingml/2006/main" noGrp="1"/>
          </p:cNvSpPr>
          <p:nvPr/>
        </p:nvSpPr>
        <p:spPr>
          <a:xfrm xmlns:a="http://schemas.openxmlformats.org/drawingml/2006/main">
            <a:off x="15344775" y="7343775"/>
            <a:ext cx="1641348"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9" name="dp42-comparison / n298 / text 1">
            <a:extLst xmlns:a="http://schemas.openxmlformats.org/drawingml/2006/main">
              <a:ext uri="{FF2B5EF4-FFF2-40B4-BE49-F238E27FC236}">
                <a16:creationId xmlns:a16="http://schemas.microsoft.com/office/drawing/2014/main" id="{B6C428CB-0A7F-4372-B13E-A51A9B926096}"/>
              </a:ext>
            </a:extLst>
          </p:cNvPr>
          <p:cNvSpPr>
            <a:spLocks xmlns:a="http://schemas.openxmlformats.org/drawingml/2006/main" noGrp="1"/>
          </p:cNvSpPr>
          <p:nvPr/>
        </p:nvSpPr>
        <p:spPr>
          <a:xfrm xmlns:a="http://schemas.openxmlformats.org/drawingml/2006/main">
            <a:off x="15363825" y="7353300"/>
            <a:ext cx="23336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K1 전송 / 외부 접수 확인</a:t>
            </a:r>
          </a:p>
        </p:txBody>
      </p:sp>
      <p:sp>
        <p:nvSpPr>
          <p:cNvPr id="360" name="dp42-comparison / n299">
            <a:extLst xmlns:a="http://schemas.openxmlformats.org/drawingml/2006/main">
              <a:ext uri="{FF2B5EF4-FFF2-40B4-BE49-F238E27FC236}">
                <a16:creationId xmlns:a16="http://schemas.microsoft.com/office/drawing/2014/main" id="{206AFDD9-F757-4C53-8698-0B5A7537DF9E}"/>
              </a:ext>
            </a:extLst>
          </p:cNvPr>
          <p:cNvSpPr>
            <a:spLocks xmlns:a="http://schemas.openxmlformats.org/drawingml/2006/main" noGrp="1"/>
          </p:cNvSpPr>
          <p:nvPr/>
        </p:nvSpPr>
        <p:spPr>
          <a:xfrm xmlns:a="http://schemas.openxmlformats.org/drawingml/2006/main">
            <a:off x="10010775" y="7343775"/>
            <a:ext cx="185928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1" name="dp42-comparison / n300 / text 1">
            <a:extLst xmlns:a="http://schemas.openxmlformats.org/drawingml/2006/main">
              <a:ext uri="{FF2B5EF4-FFF2-40B4-BE49-F238E27FC236}">
                <a16:creationId xmlns:a16="http://schemas.microsoft.com/office/drawing/2014/main" id="{0366FC5F-38B0-41FE-AEF4-6D769770819C}"/>
              </a:ext>
            </a:extLst>
          </p:cNvPr>
          <p:cNvSpPr>
            <a:spLocks xmlns:a="http://schemas.openxmlformats.org/drawingml/2006/main" noGrp="1"/>
          </p:cNvSpPr>
          <p:nvPr/>
        </p:nvSpPr>
        <p:spPr>
          <a:xfrm xmlns:a="http://schemas.openxmlformats.org/drawingml/2006/main">
            <a:off x="10029825" y="735330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Voice Runtime: 음성 I/O 구현</a:t>
            </a:r>
          </a:p>
        </p:txBody>
      </p:sp>
    </p:spTree>
    <p:extLst>
      <p:ext uri="{BB962C8B-B14F-4D97-AF65-F5344CB8AC3E}">
        <p14:creationId xmlns:p14="http://schemas.microsoft.com/office/powerpoint/2010/main" val="6027461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7" name="dp43-comparison / n1">
            <a:extLst xmlns:a="http://schemas.openxmlformats.org/drawingml/2006/main">
              <a:ext uri="{FF2B5EF4-FFF2-40B4-BE49-F238E27FC236}">
                <a16:creationId xmlns:a16="http://schemas.microsoft.com/office/drawing/2014/main" id="{0075C268-810D-4F27-A3CE-BDC31A047C1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comparison / n2 / text 1">
            <a:extLst xmlns:a="http://schemas.openxmlformats.org/drawingml/2006/main">
              <a:ext uri="{FF2B5EF4-FFF2-40B4-BE49-F238E27FC236}">
                <a16:creationId xmlns:a16="http://schemas.microsoft.com/office/drawing/2014/main" id="{91CA3B06-08D4-4740-BD44-EE082F4C19D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3-comparison / n3 / text 1">
            <a:extLst xmlns:a="http://schemas.openxmlformats.org/drawingml/2006/main">
              <a:ext uri="{FF2B5EF4-FFF2-40B4-BE49-F238E27FC236}">
                <a16:creationId xmlns:a16="http://schemas.microsoft.com/office/drawing/2014/main" id="{88E64A05-E3EA-4ED5-A927-945BC3A9B5A1}"/>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3-comparison / n4 / text 1">
            <a:extLst xmlns:a="http://schemas.openxmlformats.org/drawingml/2006/main">
              <a:ext uri="{FF2B5EF4-FFF2-40B4-BE49-F238E27FC236}">
                <a16:creationId xmlns:a16="http://schemas.microsoft.com/office/drawing/2014/main" id="{5AEE1B36-EB5D-4FC1-948C-27699B0D9206}"/>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04-43. 기능 정확성을 위한 VIA Request 의미 판단 설계</a:t>
            </a:r>
          </a:p>
        </p:txBody>
      </p:sp>
      <p:sp>
        <p:nvSpPr>
          <p:cNvPr id="5" name="dp43-comparison / n5 / path">
            <a:extLst xmlns:a="http://schemas.openxmlformats.org/drawingml/2006/main">
              <a:ext uri="{FF2B5EF4-FFF2-40B4-BE49-F238E27FC236}">
                <a16:creationId xmlns:a16="http://schemas.microsoft.com/office/drawing/2014/main" id="{240370BE-5548-434A-9A52-B91D565A479C}"/>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3-comparison / n6 / text 1">
            <a:extLst xmlns:a="http://schemas.openxmlformats.org/drawingml/2006/main">
              <a:ext uri="{FF2B5EF4-FFF2-40B4-BE49-F238E27FC236}">
                <a16:creationId xmlns:a16="http://schemas.microsoft.com/office/drawing/2014/main" id="{E816DEE9-FBCD-4B0A-8E5A-12B10517628D}"/>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“보고서는 PDF로, 메일에는 결론을 넣어줘.” → “메일에는 결론 대신 표만 넣어줘.”</a:t>
            </a:r>
          </a:p>
        </p:txBody>
      </p:sp>
      <p:sp>
        <p:nvSpPr>
          <p:cNvPr id="7" name="dp43-comparison / n7 / text 1">
            <a:extLst xmlns:a="http://schemas.openxmlformats.org/drawingml/2006/main">
              <a:ext uri="{FF2B5EF4-FFF2-40B4-BE49-F238E27FC236}">
                <a16:creationId xmlns:a16="http://schemas.microsoft.com/office/drawing/2014/main" id="{39DD108A-76AC-4703-87EF-C74765BA9009}"/>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3-comparison / n8">
            <a:extLst xmlns:a="http://schemas.openxmlformats.org/drawingml/2006/main">
              <a:ext uri="{FF2B5EF4-FFF2-40B4-BE49-F238E27FC236}">
                <a16:creationId xmlns:a16="http://schemas.microsoft.com/office/drawing/2014/main" id="{C32C25CC-4884-4DA1-8BE3-2DB5D67D4EF1}"/>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3-comparison / n9 / text 1">
            <a:extLst xmlns:a="http://schemas.openxmlformats.org/drawingml/2006/main">
              <a:ext uri="{FF2B5EF4-FFF2-40B4-BE49-F238E27FC236}">
                <a16:creationId xmlns:a16="http://schemas.microsoft.com/office/drawing/2014/main" id="{EF5798E8-70F3-4FE5-A19F-277380053F09}"/>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3-comparison / n10">
            <a:extLst xmlns:a="http://schemas.openxmlformats.org/drawingml/2006/main">
              <a:ext uri="{FF2B5EF4-FFF2-40B4-BE49-F238E27FC236}">
                <a16:creationId xmlns:a16="http://schemas.microsoft.com/office/drawing/2014/main" id="{2B57F289-81A9-4CED-82D4-347CF1B83AE8}"/>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3-comparison / n11 / text 1">
            <a:extLst xmlns:a="http://schemas.openxmlformats.org/drawingml/2006/main">
              <a:ext uri="{FF2B5EF4-FFF2-40B4-BE49-F238E27FC236}">
                <a16:creationId xmlns:a16="http://schemas.microsoft.com/office/drawing/2014/main" id="{292DA80D-A95A-4C46-876C-2C6A3BFC88E7}"/>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3-comparison / n12">
            <a:extLst xmlns:a="http://schemas.openxmlformats.org/drawingml/2006/main">
              <a:ext uri="{FF2B5EF4-FFF2-40B4-BE49-F238E27FC236}">
                <a16:creationId xmlns:a16="http://schemas.microsoft.com/office/drawing/2014/main" id="{FCF8F664-2F09-4DD1-B238-E6E1F53E35F2}"/>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3-comparison / n13 / text 1">
            <a:extLst xmlns:a="http://schemas.openxmlformats.org/drawingml/2006/main">
              <a:ext uri="{FF2B5EF4-FFF2-40B4-BE49-F238E27FC236}">
                <a16:creationId xmlns:a16="http://schemas.microsoft.com/office/drawing/2014/main" id="{E2D0359F-5AF4-4E77-B750-289561EA6824}"/>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3-comparison / n14">
            <a:extLst xmlns:a="http://schemas.openxmlformats.org/drawingml/2006/main">
              <a:ext uri="{FF2B5EF4-FFF2-40B4-BE49-F238E27FC236}">
                <a16:creationId xmlns:a16="http://schemas.microsoft.com/office/drawing/2014/main" id="{E5FC3BC8-7E88-44CB-8E35-0C0691E91725}"/>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3-comparison / n15 / text 1">
            <a:extLst xmlns:a="http://schemas.openxmlformats.org/drawingml/2006/main">
              <a:ext uri="{FF2B5EF4-FFF2-40B4-BE49-F238E27FC236}">
                <a16:creationId xmlns:a16="http://schemas.microsoft.com/office/drawing/2014/main" id="{F8C6AED6-6126-4CB5-B233-693020480982}"/>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3-comparison / n16">
            <a:extLst xmlns:a="http://schemas.openxmlformats.org/drawingml/2006/main">
              <a:ext uri="{FF2B5EF4-FFF2-40B4-BE49-F238E27FC236}">
                <a16:creationId xmlns:a16="http://schemas.microsoft.com/office/drawing/2014/main" id="{F57EEEDB-4660-4AAC-9D02-95C264202AD9}"/>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3-comparison / n17 / text 1">
            <a:extLst xmlns:a="http://schemas.openxmlformats.org/drawingml/2006/main">
              <a:ext uri="{FF2B5EF4-FFF2-40B4-BE49-F238E27FC236}">
                <a16:creationId xmlns:a16="http://schemas.microsoft.com/office/drawing/2014/main" id="{0B686EEB-BECB-4F3B-96E9-176D7D6F7538}"/>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3-comparison / n17 / text 2">
            <a:extLst xmlns:a="http://schemas.openxmlformats.org/drawingml/2006/main">
              <a:ext uri="{FF2B5EF4-FFF2-40B4-BE49-F238E27FC236}">
                <a16:creationId xmlns:a16="http://schemas.microsoft.com/office/drawing/2014/main" id="{CCC6A9DB-7DEB-401A-9B27-E60961168704}"/>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3-comparison / n18 / path">
            <a:extLst xmlns:a="http://schemas.openxmlformats.org/drawingml/2006/main">
              <a:ext uri="{FF2B5EF4-FFF2-40B4-BE49-F238E27FC236}">
                <a16:creationId xmlns:a16="http://schemas.microsoft.com/office/drawing/2014/main" id="{C1F74FD7-D0FF-4878-8D4C-E7428C7286B4}"/>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3-comparison / n19 / path">
            <a:extLst xmlns:a="http://schemas.openxmlformats.org/drawingml/2006/main">
              <a:ext uri="{FF2B5EF4-FFF2-40B4-BE49-F238E27FC236}">
                <a16:creationId xmlns:a16="http://schemas.microsoft.com/office/drawing/2014/main" id="{79F6D12A-B01F-4781-B19A-8D30DD9CBB4C}"/>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3-comparison / n20 / text 1">
            <a:extLst xmlns:a="http://schemas.openxmlformats.org/drawingml/2006/main">
              <a:ext uri="{FF2B5EF4-FFF2-40B4-BE49-F238E27FC236}">
                <a16:creationId xmlns:a16="http://schemas.microsoft.com/office/drawing/2014/main" id="{8B537292-B858-4487-B4D0-31CB9E9532ED}"/>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통합 의미 생산</a:t>
            </a:r>
          </a:p>
        </p:txBody>
      </p:sp>
      <p:sp>
        <p:nvSpPr>
          <p:cNvPr id="22" name="dp43-comparison / n21 / text 1">
            <a:extLst xmlns:a="http://schemas.openxmlformats.org/drawingml/2006/main">
              <a:ext uri="{FF2B5EF4-FFF2-40B4-BE49-F238E27FC236}">
                <a16:creationId xmlns:a16="http://schemas.microsoft.com/office/drawing/2014/main" id="{FF683370-F6AC-427E-8380-81458AFC2234}"/>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의미의 공동 판단으로 정확 처리율 94% (기능 정확성 ↑)</a:t>
            </a:r>
          </a:p>
        </p:txBody>
      </p:sp>
      <p:sp>
        <p:nvSpPr>
          <p:cNvPr id="23" name="dp43-comparison / n22 / text 1">
            <a:extLst xmlns:a="http://schemas.openxmlformats.org/drawingml/2006/main">
              <a:ext uri="{FF2B5EF4-FFF2-40B4-BE49-F238E27FC236}">
                <a16:creationId xmlns:a16="http://schemas.microsoft.com/office/drawing/2014/main" id="{5508BDB6-7076-4A05-B98B-EE02F0D16684}"/>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제안 간 교환 축소로 평균 VIA 처리시간 5.5 s (요청 완료 신속성 ↑)</a:t>
            </a:r>
          </a:p>
        </p:txBody>
      </p:sp>
      <p:sp>
        <p:nvSpPr>
          <p:cNvPr id="24" name="dp43-comparison / n23 / text 1">
            <a:extLst xmlns:a="http://schemas.openxmlformats.org/drawingml/2006/main">
              <a:ext uri="{FF2B5EF4-FFF2-40B4-BE49-F238E27FC236}">
                <a16:creationId xmlns:a16="http://schemas.microsoft.com/office/drawing/2014/main" id="{D3A4836B-CD09-4DB1-8975-4042FD2700B8}"/>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통합 의미 생산 계약의 변경 전파, 평균 4.0개 (변경 용이성 ↓)</a:t>
            </a:r>
          </a:p>
        </p:txBody>
      </p:sp>
      <p:sp>
        <p:nvSpPr>
          <p:cNvPr id="25" name="dp43-comparison / n24 / text 1">
            <a:extLst xmlns:a="http://schemas.openxmlformats.org/drawingml/2006/main">
              <a:ext uri="{FF2B5EF4-FFF2-40B4-BE49-F238E27FC236}">
                <a16:creationId xmlns:a16="http://schemas.microsoft.com/office/drawing/2014/main" id="{FBB3211D-E6AD-4B49-8B32-A2C984846FA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26" name="dp43-comparison / n25 / text 1">
            <a:extLst xmlns:a="http://schemas.openxmlformats.org/drawingml/2006/main">
              <a:ext uri="{FF2B5EF4-FFF2-40B4-BE49-F238E27FC236}">
                <a16:creationId xmlns:a16="http://schemas.microsoft.com/office/drawing/2014/main" id="{AD86E470-4838-48B4-8AE0-ED7567CDE385}"/>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3-comparison / n26 / text 1">
            <a:extLst xmlns:a="http://schemas.openxmlformats.org/drawingml/2006/main">
              <a:ext uri="{FF2B5EF4-FFF2-40B4-BE49-F238E27FC236}">
                <a16:creationId xmlns:a16="http://schemas.microsoft.com/office/drawing/2014/main" id="{E9F529F0-1CB5-465F-B640-4ACBD90BBC9C}"/>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94%</a:t>
            </a:r>
          </a:p>
        </p:txBody>
      </p:sp>
      <p:sp>
        <p:nvSpPr>
          <p:cNvPr id="28" name="dp43-comparison / n27 / text 1">
            <a:extLst xmlns:a="http://schemas.openxmlformats.org/drawingml/2006/main">
              <a:ext uri="{FF2B5EF4-FFF2-40B4-BE49-F238E27FC236}">
                <a16:creationId xmlns:a16="http://schemas.microsoft.com/office/drawing/2014/main" id="{6962E327-C4F9-4024-9539-0AE893FB3638}"/>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29" name="dp43-comparison / n28 / text 1">
            <a:extLst xmlns:a="http://schemas.openxmlformats.org/drawingml/2006/main">
              <a:ext uri="{FF2B5EF4-FFF2-40B4-BE49-F238E27FC236}">
                <a16:creationId xmlns:a16="http://schemas.microsoft.com/office/drawing/2014/main" id="{D3B24DAD-A575-48CA-8AB7-86E7E4D5E3F2}"/>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30" name="dp43-comparison / n29 / text 1">
            <a:extLst xmlns:a="http://schemas.openxmlformats.org/drawingml/2006/main">
              <a:ext uri="{FF2B5EF4-FFF2-40B4-BE49-F238E27FC236}">
                <a16:creationId xmlns:a16="http://schemas.microsoft.com/office/drawing/2014/main" id="{E84C7CF1-BA9D-4904-AEE5-412D53BA096A}"/>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3-comparison / n30 / text 1">
            <a:extLst xmlns:a="http://schemas.openxmlformats.org/drawingml/2006/main">
              <a:ext uri="{FF2B5EF4-FFF2-40B4-BE49-F238E27FC236}">
                <a16:creationId xmlns:a16="http://schemas.microsoft.com/office/drawing/2014/main" id="{9D057175-04C8-4F7D-80F3-DD69ECE5C6C3}"/>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5.5 s</a:t>
            </a:r>
          </a:p>
        </p:txBody>
      </p:sp>
      <p:sp>
        <p:nvSpPr>
          <p:cNvPr id="32" name="dp43-comparison / n31 / text 1">
            <a:extLst xmlns:a="http://schemas.openxmlformats.org/drawingml/2006/main">
              <a:ext uri="{FF2B5EF4-FFF2-40B4-BE49-F238E27FC236}">
                <a16:creationId xmlns:a16="http://schemas.microsoft.com/office/drawing/2014/main" id="{FF08159F-B5BE-4837-BF57-73AE45D59A3F}"/>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33" name="dp43-comparison / n32 / text 1">
            <a:extLst xmlns:a="http://schemas.openxmlformats.org/drawingml/2006/main">
              <a:ext uri="{FF2B5EF4-FFF2-40B4-BE49-F238E27FC236}">
                <a16:creationId xmlns:a16="http://schemas.microsoft.com/office/drawing/2014/main" id="{58FD4385-D67A-410A-BC1C-E7B84A39FDEB}"/>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4" name="dp43-comparison / n33 / text 1">
            <a:extLst xmlns:a="http://schemas.openxmlformats.org/drawingml/2006/main">
              <a:ext uri="{FF2B5EF4-FFF2-40B4-BE49-F238E27FC236}">
                <a16:creationId xmlns:a16="http://schemas.microsoft.com/office/drawing/2014/main" id="{CB30949B-C289-4FBF-9F32-B5CD7330D0B7}"/>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3-comparison / n34 / text 1">
            <a:extLst xmlns:a="http://schemas.openxmlformats.org/drawingml/2006/main">
              <a:ext uri="{FF2B5EF4-FFF2-40B4-BE49-F238E27FC236}">
                <a16:creationId xmlns:a16="http://schemas.microsoft.com/office/drawing/2014/main" id="{CDB0035C-441D-47A2-AD36-91889992E8AF}"/>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6" name="dp43-comparison / n35 / text 1">
            <a:extLst xmlns:a="http://schemas.openxmlformats.org/drawingml/2006/main">
              <a:ext uri="{FF2B5EF4-FFF2-40B4-BE49-F238E27FC236}">
                <a16:creationId xmlns:a16="http://schemas.microsoft.com/office/drawing/2014/main" id="{25E14D77-E172-4FE3-93C8-385BB6B5B211}"/>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7" name="dp43-comparison / n36 / text 1">
            <a:extLst xmlns:a="http://schemas.openxmlformats.org/drawingml/2006/main">
              <a:ext uri="{FF2B5EF4-FFF2-40B4-BE49-F238E27FC236}">
                <a16:creationId xmlns:a16="http://schemas.microsoft.com/office/drawing/2014/main" id="{ADF054C0-872D-4F8C-A104-CC06881D6647}"/>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C 기능별 의미 생산과 코드 조정</a:t>
            </a:r>
          </a:p>
        </p:txBody>
      </p:sp>
      <p:sp>
        <p:nvSpPr>
          <p:cNvPr id="38" name="dp43-comparison / n37 / text 1">
            <a:extLst xmlns:a="http://schemas.openxmlformats.org/drawingml/2006/main">
              <a:ext uri="{FF2B5EF4-FFF2-40B4-BE49-F238E27FC236}">
                <a16:creationId xmlns:a16="http://schemas.microsoft.com/office/drawing/2014/main" id="{F6CD0C19-B743-49CE-BC4B-D4069BD4DCC4}"/>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특정 기능의 생산 책임 분리로 변경 평균 2.0개 (변경 용이성 ↑)</a:t>
            </a:r>
          </a:p>
        </p:txBody>
      </p:sp>
      <p:sp>
        <p:nvSpPr>
          <p:cNvPr id="39" name="dp43-comparison / n38 / text 1">
            <a:extLst xmlns:a="http://schemas.openxmlformats.org/drawingml/2006/main">
              <a:ext uri="{FF2B5EF4-FFF2-40B4-BE49-F238E27FC236}">
                <a16:creationId xmlns:a16="http://schemas.microsoft.com/office/drawing/2014/main" id="{BD9C6E5A-277C-46A4-8EF1-7C04DBFA1A67}"/>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의미 불일치와 오류 전파로 정확 처리율 91% (기능 정확성 ↓)</a:t>
            </a:r>
          </a:p>
        </p:txBody>
      </p:sp>
      <p:sp>
        <p:nvSpPr>
          <p:cNvPr id="40" name="dp43-comparison / n39 / text 1">
            <a:extLst xmlns:a="http://schemas.openxmlformats.org/drawingml/2006/main">
              <a:ext uri="{FF2B5EF4-FFF2-40B4-BE49-F238E27FC236}">
                <a16:creationId xmlns:a16="http://schemas.microsoft.com/office/drawing/2014/main" id="{4F6E9DBE-D298-4195-AC07-F5F3F73BE1BD}"/>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제안 교환과 재판단으로 평균 VIA 처리시간 7.2 s (요청 완료 신속성 ↓)</a:t>
            </a:r>
          </a:p>
        </p:txBody>
      </p:sp>
      <p:sp>
        <p:nvSpPr>
          <p:cNvPr id="41" name="dp43-comparison / n40 / text 1">
            <a:extLst xmlns:a="http://schemas.openxmlformats.org/drawingml/2006/main">
              <a:ext uri="{FF2B5EF4-FFF2-40B4-BE49-F238E27FC236}">
                <a16:creationId xmlns:a16="http://schemas.microsoft.com/office/drawing/2014/main" id="{BB1A22BB-1BDD-426A-95C1-C100B3DBED97}"/>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42" name="dp43-comparison / n41 / text 1">
            <a:extLst xmlns:a="http://schemas.openxmlformats.org/drawingml/2006/main">
              <a:ext uri="{FF2B5EF4-FFF2-40B4-BE49-F238E27FC236}">
                <a16:creationId xmlns:a16="http://schemas.microsoft.com/office/drawing/2014/main" id="{F526641B-EC60-4162-93D1-B0BE2750D6FD}"/>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3-comparison / n42 / text 1">
            <a:extLst xmlns:a="http://schemas.openxmlformats.org/drawingml/2006/main">
              <a:ext uri="{FF2B5EF4-FFF2-40B4-BE49-F238E27FC236}">
                <a16:creationId xmlns:a16="http://schemas.microsoft.com/office/drawing/2014/main" id="{DE865445-C919-4ADA-87EF-DE6CB4AEAA62}"/>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91%</a:t>
            </a:r>
          </a:p>
        </p:txBody>
      </p:sp>
      <p:sp>
        <p:nvSpPr>
          <p:cNvPr id="44" name="dp43-comparison / n43 / text 1">
            <a:extLst xmlns:a="http://schemas.openxmlformats.org/drawingml/2006/main">
              <a:ext uri="{FF2B5EF4-FFF2-40B4-BE49-F238E27FC236}">
                <a16:creationId xmlns:a16="http://schemas.microsoft.com/office/drawing/2014/main" id="{95E09A1D-9041-478D-A5BC-FD60F33657DC}"/>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45" name="dp43-comparison / n44 / text 1">
            <a:extLst xmlns:a="http://schemas.openxmlformats.org/drawingml/2006/main">
              <a:ext uri="{FF2B5EF4-FFF2-40B4-BE49-F238E27FC236}">
                <a16:creationId xmlns:a16="http://schemas.microsoft.com/office/drawing/2014/main" id="{22C3FC05-DFFD-406E-80E1-D8E5DE5609DE}"/>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6" name="dp43-comparison / n45 / text 1">
            <a:extLst xmlns:a="http://schemas.openxmlformats.org/drawingml/2006/main">
              <a:ext uri="{FF2B5EF4-FFF2-40B4-BE49-F238E27FC236}">
                <a16:creationId xmlns:a16="http://schemas.microsoft.com/office/drawing/2014/main" id="{DD7F858D-1BE8-416B-B84D-CF105683BB8E}"/>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3-comparison / n46 / text 1">
            <a:extLst xmlns:a="http://schemas.openxmlformats.org/drawingml/2006/main">
              <a:ext uri="{FF2B5EF4-FFF2-40B4-BE49-F238E27FC236}">
                <a16:creationId xmlns:a16="http://schemas.microsoft.com/office/drawing/2014/main" id="{1E4399A6-7B81-4720-9A35-F22767D73CBF}"/>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7.2 s</a:t>
            </a:r>
          </a:p>
        </p:txBody>
      </p:sp>
      <p:sp>
        <p:nvSpPr>
          <p:cNvPr id="48" name="dp43-comparison / n47 / text 1">
            <a:extLst xmlns:a="http://schemas.openxmlformats.org/drawingml/2006/main">
              <a:ext uri="{FF2B5EF4-FFF2-40B4-BE49-F238E27FC236}">
                <a16:creationId xmlns:a16="http://schemas.microsoft.com/office/drawing/2014/main" id="{5A5F511E-621F-4D0F-A04C-C4A517C94A75}"/>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9" name="dp43-comparison / n48 / text 1">
            <a:extLst xmlns:a="http://schemas.openxmlformats.org/drawingml/2006/main">
              <a:ext uri="{FF2B5EF4-FFF2-40B4-BE49-F238E27FC236}">
                <a16:creationId xmlns:a16="http://schemas.microsoft.com/office/drawing/2014/main" id="{88C55308-3305-47E8-B6B7-A8965F66EBD1}"/>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50" name="dp43-comparison / n49 / text 1">
            <a:extLst xmlns:a="http://schemas.openxmlformats.org/drawingml/2006/main">
              <a:ext uri="{FF2B5EF4-FFF2-40B4-BE49-F238E27FC236}">
                <a16:creationId xmlns:a16="http://schemas.microsoft.com/office/drawing/2014/main" id="{ABD6DF43-43DE-4C27-BD49-E6F0EF77AE85}"/>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3-comparison / n50 / text 1">
            <a:extLst xmlns:a="http://schemas.openxmlformats.org/drawingml/2006/main">
              <a:ext uri="{FF2B5EF4-FFF2-40B4-BE49-F238E27FC236}">
                <a16:creationId xmlns:a16="http://schemas.microsoft.com/office/drawing/2014/main" id="{724C1578-83EA-4463-882D-70BDED5FABAC}"/>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2.0개</a:t>
            </a:r>
          </a:p>
        </p:txBody>
      </p:sp>
      <p:sp>
        <p:nvSpPr>
          <p:cNvPr id="52" name="dp43-comparison / n51 / text 1">
            <a:extLst xmlns:a="http://schemas.openxmlformats.org/drawingml/2006/main">
              <a:ext uri="{FF2B5EF4-FFF2-40B4-BE49-F238E27FC236}">
                <a16:creationId xmlns:a16="http://schemas.microsoft.com/office/drawing/2014/main" id="{0DD24039-CAD3-4997-A81A-8630B9314FC8}"/>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53" name="dp43-comparison / n52 / text 1">
            <a:extLst xmlns:a="http://schemas.openxmlformats.org/drawingml/2006/main">
              <a:ext uri="{FF2B5EF4-FFF2-40B4-BE49-F238E27FC236}">
                <a16:creationId xmlns:a16="http://schemas.microsoft.com/office/drawing/2014/main" id="{7F1ED933-24E1-4C6C-943B-FBB10D296FF3}"/>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교차 의미 정정 / 특정 지칭 기능의 독립 변경 / 동일한 공유 Omni</a:t>
            </a:r>
          </a:p>
        </p:txBody>
      </p:sp>
      <p:sp>
        <p:nvSpPr>
          <p:cNvPr id="54" name="dp43-comparison / n53 / text 1">
            <a:extLst xmlns:a="http://schemas.openxmlformats.org/drawingml/2006/main">
              <a:ext uri="{FF2B5EF4-FFF2-40B4-BE49-F238E27FC236}">
                <a16:creationId xmlns:a16="http://schemas.microsoft.com/office/drawing/2014/main" id="{CF8CA99C-B315-472E-87AB-652C9D258094}"/>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3-comparison / n54">
            <a:extLst xmlns:a="http://schemas.openxmlformats.org/drawingml/2006/main">
              <a:ext uri="{FF2B5EF4-FFF2-40B4-BE49-F238E27FC236}">
                <a16:creationId xmlns:a16="http://schemas.microsoft.com/office/drawing/2014/main" id="{3C97794D-5620-401A-A9B8-ED2EB570CC59}"/>
              </a:ext>
            </a:extLst>
          </p:cNvPr>
          <p:cNvSpPr>
            <a:spLocks xmlns:a="http://schemas.openxmlformats.org/drawingml/2006/main" noGrp="1"/>
          </p:cNvSpPr>
          <p:nvPr/>
        </p:nvSpPr>
        <p:spPr>
          <a:xfrm xmlns:a="http://schemas.openxmlformats.org/drawingml/2006/main">
            <a:off x="157162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6" name="dp43-comparison / n55 / text 1">
            <a:extLst xmlns:a="http://schemas.openxmlformats.org/drawingml/2006/main">
              <a:ext uri="{FF2B5EF4-FFF2-40B4-BE49-F238E27FC236}">
                <a16:creationId xmlns:a16="http://schemas.microsoft.com/office/drawing/2014/main" id="{7F00A426-E09D-4B94-8ACF-42994BDC12CF}"/>
              </a:ext>
            </a:extLst>
          </p:cNvPr>
          <p:cNvSpPr>
            <a:spLocks xmlns:a="http://schemas.openxmlformats.org/drawingml/2006/main" noGrp="1"/>
          </p:cNvSpPr>
          <p:nvPr/>
        </p:nvSpPr>
        <p:spPr>
          <a:xfrm xmlns:a="http://schemas.openxmlformats.org/drawingml/2006/main">
            <a:off x="165735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57" name="dp43-comparison / n56">
            <a:extLst xmlns:a="http://schemas.openxmlformats.org/drawingml/2006/main">
              <a:ext uri="{FF2B5EF4-FFF2-40B4-BE49-F238E27FC236}">
                <a16:creationId xmlns:a16="http://schemas.microsoft.com/office/drawing/2014/main" id="{46982D15-BCFF-485F-85B8-767F350A2791}"/>
              </a:ext>
            </a:extLst>
          </p:cNvPr>
          <p:cNvSpPr>
            <a:spLocks xmlns:a="http://schemas.openxmlformats.org/drawingml/2006/main" noGrp="1"/>
          </p:cNvSpPr>
          <p:nvPr/>
        </p:nvSpPr>
        <p:spPr>
          <a:xfrm xmlns:a="http://schemas.openxmlformats.org/drawingml/2006/main">
            <a:off x="454342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8" name="dp43-comparison / n57 / text 1">
            <a:extLst xmlns:a="http://schemas.openxmlformats.org/drawingml/2006/main">
              <a:ext uri="{FF2B5EF4-FFF2-40B4-BE49-F238E27FC236}">
                <a16:creationId xmlns:a16="http://schemas.microsoft.com/office/drawing/2014/main" id="{2F6FE5D1-13D7-4B73-AAD7-F78C2FEB8339}"/>
              </a:ext>
            </a:extLst>
          </p:cNvPr>
          <p:cNvSpPr>
            <a:spLocks xmlns:a="http://schemas.openxmlformats.org/drawingml/2006/main" noGrp="1"/>
          </p:cNvSpPr>
          <p:nvPr/>
        </p:nvSpPr>
        <p:spPr>
          <a:xfrm xmlns:a="http://schemas.openxmlformats.org/drawingml/2006/main">
            <a:off x="462915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59" name="dp43-comparison / n58">
            <a:extLst xmlns:a="http://schemas.openxmlformats.org/drawingml/2006/main">
              <a:ext uri="{FF2B5EF4-FFF2-40B4-BE49-F238E27FC236}">
                <a16:creationId xmlns:a16="http://schemas.microsoft.com/office/drawing/2014/main" id="{A829B05B-353F-48A3-845D-111B6A9177BB}"/>
              </a:ext>
            </a:extLst>
          </p:cNvPr>
          <p:cNvSpPr>
            <a:spLocks xmlns:a="http://schemas.openxmlformats.org/drawingml/2006/main" noGrp="1"/>
          </p:cNvSpPr>
          <p:nvPr/>
        </p:nvSpPr>
        <p:spPr>
          <a:xfrm xmlns:a="http://schemas.openxmlformats.org/drawingml/2006/main">
            <a:off x="741997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60" name="dp43-comparison / n59 / text 1">
            <a:extLst xmlns:a="http://schemas.openxmlformats.org/drawingml/2006/main">
              <a:ext uri="{FF2B5EF4-FFF2-40B4-BE49-F238E27FC236}">
                <a16:creationId xmlns:a16="http://schemas.microsoft.com/office/drawing/2014/main" id="{54435350-D902-4E8D-9307-7E9D38476035}"/>
              </a:ext>
            </a:extLst>
          </p:cNvPr>
          <p:cNvSpPr>
            <a:spLocks xmlns:a="http://schemas.openxmlformats.org/drawingml/2006/main" noGrp="1"/>
          </p:cNvSpPr>
          <p:nvPr/>
        </p:nvSpPr>
        <p:spPr>
          <a:xfrm xmlns:a="http://schemas.openxmlformats.org/drawingml/2006/main">
            <a:off x="750570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61" name="dp43-comparison / n64 / path">
            <a:extLst xmlns:a="http://schemas.openxmlformats.org/drawingml/2006/main">
              <a:ext uri="{FF2B5EF4-FFF2-40B4-BE49-F238E27FC236}">
                <a16:creationId xmlns:a16="http://schemas.microsoft.com/office/drawing/2014/main" id="{000C6B6E-F630-47DA-8E39-5F817E883ECF}"/>
              </a:ext>
            </a:extLst>
          </p:cNvPr>
          <p:cNvSpPr>
            <a:spLocks xmlns:a="http://schemas.openxmlformats.org/drawingml/2006/main" noGrp="1"/>
          </p:cNvSpPr>
          <p:nvPr/>
        </p:nvSpPr>
        <p:spPr>
          <a:xfrm xmlns:a="http://schemas.openxmlformats.org/drawingml/2006/main">
            <a:off x="390525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2858A5"/>
            </a:solidFill>
            <a:prstDash val="solid"/>
          </a:ln>
        </p:spPr>
      </p:sp>
      <p:sp>
        <p:nvSpPr>
          <p:cNvPr id="62" name="dp43-comparison / n64 / arrow">
            <a:extLst xmlns:a="http://schemas.openxmlformats.org/drawingml/2006/main">
              <a:ext uri="{FF2B5EF4-FFF2-40B4-BE49-F238E27FC236}">
                <a16:creationId xmlns:a16="http://schemas.microsoft.com/office/drawing/2014/main" id="{2030E286-D796-402F-A98D-18AC99C260F5}"/>
              </a:ext>
            </a:extLst>
          </p:cNvPr>
          <p:cNvSpPr>
            <a:spLocks xmlns:a="http://schemas.openxmlformats.org/drawingml/2006/main" noGrp="1"/>
          </p:cNvSpPr>
          <p:nvPr/>
        </p:nvSpPr>
        <p:spPr>
          <a:xfrm xmlns:a="http://schemas.openxmlformats.org/drawingml/2006/main">
            <a:off x="442150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63" name="dp43-comparison / n69">
            <a:extLst xmlns:a="http://schemas.openxmlformats.org/drawingml/2006/main">
              <a:ext uri="{FF2B5EF4-FFF2-40B4-BE49-F238E27FC236}">
                <a16:creationId xmlns:a16="http://schemas.microsoft.com/office/drawing/2014/main" id="{644D1C6C-C1DB-4AEE-A851-1E2F7934AA99}"/>
              </a:ext>
            </a:extLst>
          </p:cNvPr>
          <p:cNvSpPr>
            <a:spLocks xmlns:a="http://schemas.openxmlformats.org/drawingml/2006/main" noGrp="1"/>
          </p:cNvSpPr>
          <p:nvPr/>
        </p:nvSpPr>
        <p:spPr>
          <a:xfrm xmlns:a="http://schemas.openxmlformats.org/drawingml/2006/main">
            <a:off x="156210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2858A5"/>
            </a:solidFill>
            <a:prstDash val="solid"/>
          </a:ln>
        </p:spPr>
      </p:sp>
      <p:sp>
        <p:nvSpPr>
          <p:cNvPr id="64" name="dp43-comparison / n70 / text 1">
            <a:extLst xmlns:a="http://schemas.openxmlformats.org/drawingml/2006/main">
              <a:ext uri="{FF2B5EF4-FFF2-40B4-BE49-F238E27FC236}">
                <a16:creationId xmlns:a16="http://schemas.microsoft.com/office/drawing/2014/main" id="{6B3F3CEB-8607-4131-A571-0CED5C39999D}"/>
              </a:ext>
            </a:extLst>
          </p:cNvPr>
          <p:cNvSpPr>
            <a:spLocks xmlns:a="http://schemas.openxmlformats.org/drawingml/2006/main" noGrp="1"/>
          </p:cNvSpPr>
          <p:nvPr/>
        </p:nvSpPr>
        <p:spPr>
          <a:xfrm xmlns:a="http://schemas.openxmlformats.org/drawingml/2006/main">
            <a:off x="168592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Request Interpreter</a:t>
            </a:r>
          </a:p>
        </p:txBody>
      </p:sp>
      <p:sp>
        <p:nvSpPr>
          <p:cNvPr id="65" name="dp43-comparison / n71">
            <a:extLst xmlns:a="http://schemas.openxmlformats.org/drawingml/2006/main">
              <a:ext uri="{FF2B5EF4-FFF2-40B4-BE49-F238E27FC236}">
                <a16:creationId xmlns:a16="http://schemas.microsoft.com/office/drawing/2014/main" id="{5264F868-F6DE-4439-B46F-DF1430043344}"/>
              </a:ext>
            </a:extLst>
          </p:cNvPr>
          <p:cNvSpPr>
            <a:spLocks xmlns:a="http://schemas.openxmlformats.org/drawingml/2006/main" noGrp="1"/>
          </p:cNvSpPr>
          <p:nvPr/>
        </p:nvSpPr>
        <p:spPr>
          <a:xfrm xmlns:a="http://schemas.openxmlformats.org/drawingml/2006/main">
            <a:off x="2819400" y="3914775"/>
            <a:ext cx="5276850"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858A5"/>
            </a:solidFill>
            <a:prstDash val="solid"/>
          </a:ln>
        </p:spPr>
      </p:sp>
      <p:sp>
        <p:nvSpPr>
          <p:cNvPr id="66" name="dp43-comparison / n72 / text 1">
            <a:extLst xmlns:a="http://schemas.openxmlformats.org/drawingml/2006/main">
              <a:ext uri="{FF2B5EF4-FFF2-40B4-BE49-F238E27FC236}">
                <a16:creationId xmlns:a16="http://schemas.microsoft.com/office/drawing/2014/main" id="{103A3F80-24CA-45EB-8D24-7CBFA7D1A3D8}"/>
              </a:ext>
            </a:extLst>
          </p:cNvPr>
          <p:cNvSpPr>
            <a:spLocks xmlns:a="http://schemas.openxmlformats.org/drawingml/2006/main" noGrp="1"/>
          </p:cNvSpPr>
          <p:nvPr/>
        </p:nvSpPr>
        <p:spPr>
          <a:xfrm xmlns:a="http://schemas.openxmlformats.org/drawingml/2006/main">
            <a:off x="2905125" y="4013359"/>
            <a:ext cx="5105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Integrated Semantic Interpreter</a:t>
            </a:r>
          </a:p>
        </p:txBody>
      </p:sp>
      <p:sp>
        <p:nvSpPr>
          <p:cNvPr id="67" name="dp43-comparison / n73">
            <a:extLst xmlns:a="http://schemas.openxmlformats.org/drawingml/2006/main">
              <a:ext uri="{FF2B5EF4-FFF2-40B4-BE49-F238E27FC236}">
                <a16:creationId xmlns:a16="http://schemas.microsoft.com/office/drawing/2014/main" id="{3F0CEC2B-A3E1-4849-AC2A-BEA8BEBBBD38}"/>
              </a:ext>
            </a:extLst>
          </p:cNvPr>
          <p:cNvSpPr>
            <a:spLocks xmlns:a="http://schemas.openxmlformats.org/drawingml/2006/main" noGrp="1"/>
          </p:cNvSpPr>
          <p:nvPr/>
        </p:nvSpPr>
        <p:spPr>
          <a:xfrm xmlns:a="http://schemas.openxmlformats.org/drawingml/2006/main">
            <a:off x="3886200" y="5095875"/>
            <a:ext cx="3124200" cy="50482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68" name="dp43-comparison / n74 / text 1">
            <a:extLst xmlns:a="http://schemas.openxmlformats.org/drawingml/2006/main">
              <a:ext uri="{FF2B5EF4-FFF2-40B4-BE49-F238E27FC236}">
                <a16:creationId xmlns:a16="http://schemas.microsoft.com/office/drawing/2014/main" id="{7D22AD6E-1C4D-4030-9663-39FA2F4C9DEE}"/>
              </a:ext>
            </a:extLst>
          </p:cNvPr>
          <p:cNvSpPr>
            <a:spLocks xmlns:a="http://schemas.openxmlformats.org/drawingml/2006/main" noGrp="1"/>
          </p:cNvSpPr>
          <p:nvPr/>
        </p:nvSpPr>
        <p:spPr>
          <a:xfrm xmlns:a="http://schemas.openxmlformats.org/drawingml/2006/main">
            <a:off x="3971925" y="5257800"/>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Interpretation Attempt State</a:t>
            </a:r>
          </a:p>
        </p:txBody>
      </p:sp>
      <p:sp>
        <p:nvSpPr>
          <p:cNvPr id="69" name="dp43-comparison / n75 / path">
            <a:extLst xmlns:a="http://schemas.openxmlformats.org/drawingml/2006/main">
              <a:ext uri="{FF2B5EF4-FFF2-40B4-BE49-F238E27FC236}">
                <a16:creationId xmlns:a16="http://schemas.microsoft.com/office/drawing/2014/main" id="{1E934BDC-1231-4C17-A07C-251795BCC023}"/>
              </a:ext>
            </a:extLst>
          </p:cNvPr>
          <p:cNvSpPr>
            <a:spLocks xmlns:a="http://schemas.openxmlformats.org/drawingml/2006/main" noGrp="1"/>
          </p:cNvSpPr>
          <p:nvPr/>
        </p:nvSpPr>
        <p:spPr>
          <a:xfrm xmlns:a="http://schemas.openxmlformats.org/drawingml/2006/main">
            <a:off x="5457825" y="3038475"/>
            <a:ext cx="1133475" cy="876300"/>
          </a:xfrm>
          <a:custGeom xmlns:a="http://schemas.openxmlformats.org/drawingml/2006/main">
            <a:pathLst>
              <a:path w="1133475" h="876300">
                <a:moveTo>
                  <a:pt x="1133475" y="0"/>
                </a:moveTo>
                <a:lnTo>
                  <a:pt x="1133475" y="266700"/>
                </a:lnTo>
                <a:lnTo>
                  <a:pt x="0" y="266700"/>
                </a:lnTo>
                <a:lnTo>
                  <a:pt x="0" y="876300"/>
                </a:lnTo>
              </a:path>
            </a:pathLst>
          </a:custGeom>
          <a:noFill xmlns:a="http://schemas.openxmlformats.org/drawingml/2006/main"/>
          <a:ln xmlns:a="http://schemas.openxmlformats.org/drawingml/2006/main" w="19050">
            <a:solidFill>
              <a:srgbClr val="2858A5"/>
            </a:solidFill>
            <a:prstDash val="solid"/>
          </a:ln>
        </p:spPr>
      </p:sp>
      <p:sp>
        <p:nvSpPr>
          <p:cNvPr id="70" name="dp43-comparison / n75 / arrow">
            <a:extLst xmlns:a="http://schemas.openxmlformats.org/drawingml/2006/main">
              <a:ext uri="{FF2B5EF4-FFF2-40B4-BE49-F238E27FC236}">
                <a16:creationId xmlns:a16="http://schemas.microsoft.com/office/drawing/2014/main" id="{E1AEE415-0185-44FD-B945-BA9528A58468}"/>
              </a:ext>
            </a:extLst>
          </p:cNvPr>
          <p:cNvSpPr>
            <a:spLocks xmlns:a="http://schemas.openxmlformats.org/drawingml/2006/main" noGrp="1"/>
          </p:cNvSpPr>
          <p:nvPr/>
        </p:nvSpPr>
        <p:spPr>
          <a:xfrm xmlns:a="http://schemas.openxmlformats.org/drawingml/2006/main">
            <a:off x="5396865" y="37928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71" name="dp43-comparison / n80 / path">
            <a:extLst xmlns:a="http://schemas.openxmlformats.org/drawingml/2006/main">
              <a:ext uri="{FF2B5EF4-FFF2-40B4-BE49-F238E27FC236}">
                <a16:creationId xmlns:a16="http://schemas.microsoft.com/office/drawing/2014/main" id="{19B695F4-533D-4A50-AAA1-300D727CC424}"/>
              </a:ext>
            </a:extLst>
          </p:cNvPr>
          <p:cNvSpPr>
            <a:spLocks xmlns:a="http://schemas.openxmlformats.org/drawingml/2006/main" noGrp="1"/>
          </p:cNvSpPr>
          <p:nvPr/>
        </p:nvSpPr>
        <p:spPr>
          <a:xfrm xmlns:a="http://schemas.openxmlformats.org/drawingml/2006/main">
            <a:off x="5448300" y="4371975"/>
            <a:ext cx="9525" cy="723900"/>
          </a:xfrm>
          <a:custGeom xmlns:a="http://schemas.openxmlformats.org/drawingml/2006/main">
            <a:pathLst>
              <a:path w="9525" h="723900">
                <a:moveTo>
                  <a:pt x="9525" y="0"/>
                </a:moveTo>
                <a:lnTo>
                  <a:pt x="0" y="723900"/>
                </a:lnTo>
              </a:path>
            </a:pathLst>
          </a:custGeom>
          <a:noFill xmlns:a="http://schemas.openxmlformats.org/drawingml/2006/main"/>
          <a:ln xmlns:a="http://schemas.openxmlformats.org/drawingml/2006/main" w="19050">
            <a:solidFill>
              <a:srgbClr val="2858A5"/>
            </a:solidFill>
            <a:prstDash val="solid"/>
          </a:ln>
        </p:spPr>
      </p:sp>
      <p:sp>
        <p:nvSpPr>
          <p:cNvPr id="72" name="dp43-comparison / n80 / arrow">
            <a:extLst xmlns:a="http://schemas.openxmlformats.org/drawingml/2006/main">
              <a:ext uri="{FF2B5EF4-FFF2-40B4-BE49-F238E27FC236}">
                <a16:creationId xmlns:a16="http://schemas.microsoft.com/office/drawing/2014/main" id="{82E0378C-3425-4D9A-B391-ECA363551902}"/>
              </a:ext>
            </a:extLst>
          </p:cNvPr>
          <p:cNvSpPr>
            <a:spLocks xmlns:a="http://schemas.openxmlformats.org/drawingml/2006/main" noGrp="1"/>
          </p:cNvSpPr>
          <p:nvPr/>
        </p:nvSpPr>
        <p:spPr>
          <a:xfrm xmlns:a="http://schemas.openxmlformats.org/drawingml/2006/main">
            <a:off x="5388949" y="4973164"/>
            <a:ext cx="121909" cy="122711"/>
          </a:xfrm>
          <a:custGeom xmlns:a="http://schemas.openxmlformats.org/drawingml/2006/main">
            <a:pathLst>
              <a:path w="121909" h="122711">
                <a:moveTo>
                  <a:pt x="0" y="0"/>
                </a:moveTo>
                <a:lnTo>
                  <a:pt x="59351" y="122711"/>
                </a:lnTo>
                <a:lnTo>
                  <a:pt x="121909" y="1604"/>
                </a:lnTo>
              </a:path>
            </a:pathLst>
          </a:custGeom>
          <a:noFill xmlns:a="http://schemas.openxmlformats.org/drawingml/2006/main"/>
          <a:ln xmlns:a="http://schemas.openxmlformats.org/drawingml/2006/main" w="24384">
            <a:solidFill>
              <a:srgbClr val="2858A5"/>
            </a:solidFill>
            <a:prstDash val="solid"/>
          </a:ln>
        </p:spPr>
      </p:sp>
      <p:sp>
        <p:nvSpPr>
          <p:cNvPr id="73" name="dp43-comparison / n81 / path">
            <a:extLst xmlns:a="http://schemas.openxmlformats.org/drawingml/2006/main">
              <a:ext uri="{FF2B5EF4-FFF2-40B4-BE49-F238E27FC236}">
                <a16:creationId xmlns:a16="http://schemas.microsoft.com/office/drawing/2014/main" id="{2A4AC90E-26C0-497F-BE84-4B9C8A5DD85D}"/>
              </a:ext>
            </a:extLst>
          </p:cNvPr>
          <p:cNvSpPr>
            <a:spLocks xmlns:a="http://schemas.openxmlformats.org/drawingml/2006/main" noGrp="1"/>
          </p:cNvSpPr>
          <p:nvPr/>
        </p:nvSpPr>
        <p:spPr>
          <a:xfrm xmlns:a="http://schemas.openxmlformats.org/drawingml/2006/main">
            <a:off x="2619375" y="4143375"/>
            <a:ext cx="1266825" cy="1209675"/>
          </a:xfrm>
          <a:custGeom xmlns:a="http://schemas.openxmlformats.org/drawingml/2006/main">
            <a:pathLst>
              <a:path w="1266825" h="1209675">
                <a:moveTo>
                  <a:pt x="1266825" y="1204913"/>
                </a:moveTo>
                <a:lnTo>
                  <a:pt x="0" y="1209675"/>
                </a:lnTo>
                <a:lnTo>
                  <a:pt x="0" y="0"/>
                </a:lnTo>
                <a:lnTo>
                  <a:pt x="200025" y="0"/>
                </a:lnTo>
              </a:path>
            </a:pathLst>
          </a:custGeom>
          <a:noFill xmlns:a="http://schemas.openxmlformats.org/drawingml/2006/main"/>
          <a:ln xmlns:a="http://schemas.openxmlformats.org/drawingml/2006/main" w="19050">
            <a:solidFill>
              <a:srgbClr val="2858A5"/>
            </a:solidFill>
            <a:prstDash val="dash"/>
          </a:ln>
        </p:spPr>
      </p:sp>
      <p:sp>
        <p:nvSpPr>
          <p:cNvPr id="74" name="dp43-comparison / n81 / arrow">
            <a:extLst xmlns:a="http://schemas.openxmlformats.org/drawingml/2006/main">
              <a:ext uri="{FF2B5EF4-FFF2-40B4-BE49-F238E27FC236}">
                <a16:creationId xmlns:a16="http://schemas.microsoft.com/office/drawing/2014/main" id="{8CA130CC-22FA-45EF-A05C-CBBA67E660C6}"/>
              </a:ext>
            </a:extLst>
          </p:cNvPr>
          <p:cNvSpPr>
            <a:spLocks xmlns:a="http://schemas.openxmlformats.org/drawingml/2006/main" noGrp="1"/>
          </p:cNvSpPr>
          <p:nvPr/>
        </p:nvSpPr>
        <p:spPr>
          <a:xfrm xmlns:a="http://schemas.openxmlformats.org/drawingml/2006/main">
            <a:off x="2697480" y="408241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75" name="dp43-comparison / n84 / path">
            <a:extLst xmlns:a="http://schemas.openxmlformats.org/drawingml/2006/main">
              <a:ext uri="{FF2B5EF4-FFF2-40B4-BE49-F238E27FC236}">
                <a16:creationId xmlns:a16="http://schemas.microsoft.com/office/drawing/2014/main" id="{1F72D3A5-1397-4FDE-A46E-4080034D0565}"/>
              </a:ext>
            </a:extLst>
          </p:cNvPr>
          <p:cNvSpPr>
            <a:spLocks xmlns:a="http://schemas.openxmlformats.org/drawingml/2006/main" noGrp="1"/>
          </p:cNvSpPr>
          <p:nvPr/>
        </p:nvSpPr>
        <p:spPr>
          <a:xfrm xmlns:a="http://schemas.openxmlformats.org/drawingml/2006/main">
            <a:off x="8096250" y="3038475"/>
            <a:ext cx="1114425" cy="1104900"/>
          </a:xfrm>
          <a:custGeom xmlns:a="http://schemas.openxmlformats.org/drawingml/2006/main">
            <a:pathLst>
              <a:path w="1114425" h="1104900">
                <a:moveTo>
                  <a:pt x="0" y="1104900"/>
                </a:moveTo>
                <a:lnTo>
                  <a:pt x="1114425" y="1104900"/>
                </a:lnTo>
                <a:lnTo>
                  <a:pt x="1114425" y="266700"/>
                </a:lnTo>
                <a:lnTo>
                  <a:pt x="304800" y="266700"/>
                </a:lnTo>
                <a:lnTo>
                  <a:pt x="304800" y="0"/>
                </a:lnTo>
              </a:path>
            </a:pathLst>
          </a:custGeom>
          <a:noFill xmlns:a="http://schemas.openxmlformats.org/drawingml/2006/main"/>
          <a:ln xmlns:a="http://schemas.openxmlformats.org/drawingml/2006/main" w="19050">
            <a:solidFill>
              <a:srgbClr val="5F6B77"/>
            </a:solidFill>
            <a:prstDash val="dash"/>
          </a:ln>
        </p:spPr>
      </p:sp>
      <p:sp>
        <p:nvSpPr>
          <p:cNvPr id="76" name="dp43-comparison / n84 / arrow">
            <a:extLst xmlns:a="http://schemas.openxmlformats.org/drawingml/2006/main">
              <a:ext uri="{FF2B5EF4-FFF2-40B4-BE49-F238E27FC236}">
                <a16:creationId xmlns:a16="http://schemas.microsoft.com/office/drawing/2014/main" id="{5AB307BF-73B9-4E3C-88B3-56BE91964B1B}"/>
              </a:ext>
            </a:extLst>
          </p:cNvPr>
          <p:cNvSpPr>
            <a:spLocks xmlns:a="http://schemas.openxmlformats.org/drawingml/2006/main" noGrp="1"/>
          </p:cNvSpPr>
          <p:nvPr/>
        </p:nvSpPr>
        <p:spPr>
          <a:xfrm xmlns:a="http://schemas.openxmlformats.org/drawingml/2006/main">
            <a:off x="834009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77" name="dp43-comparison / n87">
            <a:extLst xmlns:a="http://schemas.openxmlformats.org/drawingml/2006/main">
              <a:ext uri="{FF2B5EF4-FFF2-40B4-BE49-F238E27FC236}">
                <a16:creationId xmlns:a16="http://schemas.microsoft.com/office/drawing/2014/main" id="{EE49C49F-E53C-440E-9748-F5704FA97679}"/>
              </a:ext>
            </a:extLst>
          </p:cNvPr>
          <p:cNvSpPr>
            <a:spLocks xmlns:a="http://schemas.openxmlformats.org/drawingml/2006/main" noGrp="1"/>
          </p:cNvSpPr>
          <p:nvPr/>
        </p:nvSpPr>
        <p:spPr>
          <a:xfrm xmlns:a="http://schemas.openxmlformats.org/drawingml/2006/main">
            <a:off x="161925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78" name="dp43-comparison / n88 / text 1">
            <a:extLst xmlns:a="http://schemas.openxmlformats.org/drawingml/2006/main">
              <a:ext uri="{FF2B5EF4-FFF2-40B4-BE49-F238E27FC236}">
                <a16:creationId xmlns:a16="http://schemas.microsoft.com/office/drawing/2014/main" id="{536559CE-3676-49F5-BDEA-0BA01D5AEDB6}"/>
              </a:ext>
            </a:extLst>
          </p:cNvPr>
          <p:cNvSpPr>
            <a:spLocks xmlns:a="http://schemas.openxmlformats.org/drawingml/2006/main" noGrp="1"/>
          </p:cNvSpPr>
          <p:nvPr/>
        </p:nvSpPr>
        <p:spPr>
          <a:xfrm xmlns:a="http://schemas.openxmlformats.org/drawingml/2006/main">
            <a:off x="170497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79" name="dp43-comparison / n89">
            <a:extLst xmlns:a="http://schemas.openxmlformats.org/drawingml/2006/main">
              <a:ext uri="{FF2B5EF4-FFF2-40B4-BE49-F238E27FC236}">
                <a16:creationId xmlns:a16="http://schemas.microsoft.com/office/drawing/2014/main" id="{5BC538E5-267A-4930-B26F-1B744F069E4B}"/>
              </a:ext>
            </a:extLst>
          </p:cNvPr>
          <p:cNvSpPr>
            <a:spLocks xmlns:a="http://schemas.openxmlformats.org/drawingml/2006/main" noGrp="1"/>
          </p:cNvSpPr>
          <p:nvPr/>
        </p:nvSpPr>
        <p:spPr>
          <a:xfrm xmlns:a="http://schemas.openxmlformats.org/drawingml/2006/main">
            <a:off x="461962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80" name="dp43-comparison / n90 / text 1">
            <a:extLst xmlns:a="http://schemas.openxmlformats.org/drawingml/2006/main">
              <a:ext uri="{FF2B5EF4-FFF2-40B4-BE49-F238E27FC236}">
                <a16:creationId xmlns:a16="http://schemas.microsoft.com/office/drawing/2014/main" id="{D28EF46A-5D65-4D58-95A6-6AD1D225434D}"/>
              </a:ext>
            </a:extLst>
          </p:cNvPr>
          <p:cNvSpPr>
            <a:spLocks xmlns:a="http://schemas.openxmlformats.org/drawingml/2006/main" noGrp="1"/>
          </p:cNvSpPr>
          <p:nvPr/>
        </p:nvSpPr>
        <p:spPr>
          <a:xfrm xmlns:a="http://schemas.openxmlformats.org/drawingml/2006/main">
            <a:off x="470535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81" name="dp43-comparison / n91">
            <a:extLst xmlns:a="http://schemas.openxmlformats.org/drawingml/2006/main">
              <a:ext uri="{FF2B5EF4-FFF2-40B4-BE49-F238E27FC236}">
                <a16:creationId xmlns:a16="http://schemas.microsoft.com/office/drawing/2014/main" id="{34BB9D74-BAA4-4198-B691-99CEA4A4BF11}"/>
              </a:ext>
            </a:extLst>
          </p:cNvPr>
          <p:cNvSpPr>
            <a:spLocks xmlns:a="http://schemas.openxmlformats.org/drawingml/2006/main" noGrp="1"/>
          </p:cNvSpPr>
          <p:nvPr/>
        </p:nvSpPr>
        <p:spPr>
          <a:xfrm xmlns:a="http://schemas.openxmlformats.org/drawingml/2006/main">
            <a:off x="738187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82" name="dp43-comparison / n92 / text 1">
            <a:extLst xmlns:a="http://schemas.openxmlformats.org/drawingml/2006/main">
              <a:ext uri="{FF2B5EF4-FFF2-40B4-BE49-F238E27FC236}">
                <a16:creationId xmlns:a16="http://schemas.microsoft.com/office/drawing/2014/main" id="{B1E747F9-C2B6-4CFB-A648-21D1864A315A}"/>
              </a:ext>
            </a:extLst>
          </p:cNvPr>
          <p:cNvSpPr>
            <a:spLocks xmlns:a="http://schemas.openxmlformats.org/drawingml/2006/main" noGrp="1"/>
          </p:cNvSpPr>
          <p:nvPr/>
        </p:nvSpPr>
        <p:spPr>
          <a:xfrm xmlns:a="http://schemas.openxmlformats.org/drawingml/2006/main">
            <a:off x="746760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83" name="dp43-comparison / n93 / path">
            <a:extLst xmlns:a="http://schemas.openxmlformats.org/drawingml/2006/main">
              <a:ext uri="{FF2B5EF4-FFF2-40B4-BE49-F238E27FC236}">
                <a16:creationId xmlns:a16="http://schemas.microsoft.com/office/drawing/2014/main" id="{1AB4ACCF-EEDA-426F-A575-2DAA42AE6A24}"/>
              </a:ext>
            </a:extLst>
          </p:cNvPr>
          <p:cNvSpPr>
            <a:spLocks xmlns:a="http://schemas.openxmlformats.org/drawingml/2006/main" noGrp="1"/>
          </p:cNvSpPr>
          <p:nvPr/>
        </p:nvSpPr>
        <p:spPr>
          <a:xfrm xmlns:a="http://schemas.openxmlformats.org/drawingml/2006/main">
            <a:off x="2809875" y="5600700"/>
            <a:ext cx="2638425" cy="923925"/>
          </a:xfrm>
          <a:custGeom xmlns:a="http://schemas.openxmlformats.org/drawingml/2006/main">
            <a:pathLst>
              <a:path w="2638425" h="923925">
                <a:moveTo>
                  <a:pt x="2638425" y="0"/>
                </a:moveTo>
                <a:lnTo>
                  <a:pt x="2638425" y="857250"/>
                </a:lnTo>
                <a:lnTo>
                  <a:pt x="0" y="857250"/>
                </a:lnTo>
                <a:lnTo>
                  <a:pt x="0" y="923925"/>
                </a:lnTo>
              </a:path>
            </a:pathLst>
          </a:custGeom>
          <a:noFill xmlns:a="http://schemas.openxmlformats.org/drawingml/2006/main"/>
          <a:ln xmlns:a="http://schemas.openxmlformats.org/drawingml/2006/main" w="19050">
            <a:solidFill>
              <a:srgbClr val="2858A5"/>
            </a:solidFill>
            <a:prstDash val="solid"/>
          </a:ln>
        </p:spPr>
      </p:sp>
      <p:sp>
        <p:nvSpPr>
          <p:cNvPr id="84" name="dp43-comparison / n93 / arrow">
            <a:extLst xmlns:a="http://schemas.openxmlformats.org/drawingml/2006/main">
              <a:ext uri="{FF2B5EF4-FFF2-40B4-BE49-F238E27FC236}">
                <a16:creationId xmlns:a16="http://schemas.microsoft.com/office/drawing/2014/main" id="{35BB5314-B9A6-48AA-841A-40B2822B0867}"/>
              </a:ext>
            </a:extLst>
          </p:cNvPr>
          <p:cNvSpPr>
            <a:spLocks xmlns:a="http://schemas.openxmlformats.org/drawingml/2006/main" noGrp="1"/>
          </p:cNvSpPr>
          <p:nvPr/>
        </p:nvSpPr>
        <p:spPr>
          <a:xfrm xmlns:a="http://schemas.openxmlformats.org/drawingml/2006/main">
            <a:off x="274891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85" name="dp43-comparison / n94 / path">
            <a:extLst xmlns:a="http://schemas.openxmlformats.org/drawingml/2006/main">
              <a:ext uri="{FF2B5EF4-FFF2-40B4-BE49-F238E27FC236}">
                <a16:creationId xmlns:a16="http://schemas.microsoft.com/office/drawing/2014/main" id="{21D90D00-089D-448F-A735-C20C5C8C8FF6}"/>
              </a:ext>
            </a:extLst>
          </p:cNvPr>
          <p:cNvSpPr>
            <a:spLocks xmlns:a="http://schemas.openxmlformats.org/drawingml/2006/main" noGrp="1"/>
          </p:cNvSpPr>
          <p:nvPr/>
        </p:nvSpPr>
        <p:spPr>
          <a:xfrm xmlns:a="http://schemas.openxmlformats.org/drawingml/2006/main">
            <a:off x="400050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86" name="dp43-comparison / n94 / arrow">
            <a:extLst xmlns:a="http://schemas.openxmlformats.org/drawingml/2006/main">
              <a:ext uri="{FF2B5EF4-FFF2-40B4-BE49-F238E27FC236}">
                <a16:creationId xmlns:a16="http://schemas.microsoft.com/office/drawing/2014/main" id="{470A4922-7423-4FB9-8989-198E50B34851}"/>
              </a:ext>
            </a:extLst>
          </p:cNvPr>
          <p:cNvSpPr>
            <a:spLocks xmlns:a="http://schemas.openxmlformats.org/drawingml/2006/main" noGrp="1"/>
          </p:cNvSpPr>
          <p:nvPr/>
        </p:nvSpPr>
        <p:spPr>
          <a:xfrm xmlns:a="http://schemas.openxmlformats.org/drawingml/2006/main">
            <a:off x="400050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87" name="dp43-comparison / n95 / path">
            <a:extLst xmlns:a="http://schemas.openxmlformats.org/drawingml/2006/main">
              <a:ext uri="{FF2B5EF4-FFF2-40B4-BE49-F238E27FC236}">
                <a16:creationId xmlns:a16="http://schemas.microsoft.com/office/drawing/2014/main" id="{A75C4D7D-EE13-46E7-A903-BFD9B15AADA9}"/>
              </a:ext>
            </a:extLst>
          </p:cNvPr>
          <p:cNvSpPr>
            <a:spLocks xmlns:a="http://schemas.openxmlformats.org/drawingml/2006/main" noGrp="1"/>
          </p:cNvSpPr>
          <p:nvPr/>
        </p:nvSpPr>
        <p:spPr>
          <a:xfrm xmlns:a="http://schemas.openxmlformats.org/drawingml/2006/main">
            <a:off x="400050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2858A5"/>
            </a:solidFill>
            <a:prstDash val="solid"/>
          </a:ln>
        </p:spPr>
      </p:sp>
      <p:sp>
        <p:nvSpPr>
          <p:cNvPr id="88" name="dp43-comparison / n95 / arrow">
            <a:extLst xmlns:a="http://schemas.openxmlformats.org/drawingml/2006/main">
              <a:ext uri="{FF2B5EF4-FFF2-40B4-BE49-F238E27FC236}">
                <a16:creationId xmlns:a16="http://schemas.microsoft.com/office/drawing/2014/main" id="{CCAA76D0-C628-4ECB-821D-B76717EFA22C}"/>
              </a:ext>
            </a:extLst>
          </p:cNvPr>
          <p:cNvSpPr>
            <a:spLocks xmlns:a="http://schemas.openxmlformats.org/drawingml/2006/main" noGrp="1"/>
          </p:cNvSpPr>
          <p:nvPr/>
        </p:nvSpPr>
        <p:spPr>
          <a:xfrm xmlns:a="http://schemas.openxmlformats.org/drawingml/2006/main">
            <a:off x="449770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89" name="dp43-comparison / n60">
            <a:extLst xmlns:a="http://schemas.openxmlformats.org/drawingml/2006/main">
              <a:ext uri="{FF2B5EF4-FFF2-40B4-BE49-F238E27FC236}">
                <a16:creationId xmlns:a16="http://schemas.microsoft.com/office/drawing/2014/main" id="{7E4A9164-723E-4210-B19B-47F82D596AEA}"/>
              </a:ext>
            </a:extLst>
          </p:cNvPr>
          <p:cNvSpPr>
            <a:spLocks xmlns:a="http://schemas.openxmlformats.org/drawingml/2006/main" noGrp="1"/>
          </p:cNvSpPr>
          <p:nvPr/>
        </p:nvSpPr>
        <p:spPr>
          <a:xfrm xmlns:a="http://schemas.openxmlformats.org/drawingml/2006/main">
            <a:off x="158115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0" name="dp43-comparison / n61 / text 1">
            <a:extLst xmlns:a="http://schemas.openxmlformats.org/drawingml/2006/main">
              <a:ext uri="{FF2B5EF4-FFF2-40B4-BE49-F238E27FC236}">
                <a16:creationId xmlns:a16="http://schemas.microsoft.com/office/drawing/2014/main" id="{4ABF81C3-6608-4252-A36B-5D827C66A569}"/>
              </a:ext>
            </a:extLst>
          </p:cNvPr>
          <p:cNvSpPr>
            <a:spLocks xmlns:a="http://schemas.openxmlformats.org/drawingml/2006/main" noGrp="1"/>
          </p:cNvSpPr>
          <p:nvPr/>
        </p:nvSpPr>
        <p:spPr>
          <a:xfrm xmlns:a="http://schemas.openxmlformats.org/drawingml/2006/main">
            <a:off x="160020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91" name="dp43-comparison / n62">
            <a:extLst xmlns:a="http://schemas.openxmlformats.org/drawingml/2006/main">
              <a:ext uri="{FF2B5EF4-FFF2-40B4-BE49-F238E27FC236}">
                <a16:creationId xmlns:a16="http://schemas.microsoft.com/office/drawing/2014/main" id="{7B11CC2B-520C-4AE4-88B0-3FE3E004A147}"/>
              </a:ext>
            </a:extLst>
          </p:cNvPr>
          <p:cNvSpPr>
            <a:spLocks xmlns:a="http://schemas.openxmlformats.org/drawingml/2006/main" noGrp="1"/>
          </p:cNvSpPr>
          <p:nvPr/>
        </p:nvSpPr>
        <p:spPr>
          <a:xfrm xmlns:a="http://schemas.openxmlformats.org/drawingml/2006/main">
            <a:off x="739140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2" name="dp43-comparison / n63 / text 1">
            <a:extLst xmlns:a="http://schemas.openxmlformats.org/drawingml/2006/main">
              <a:ext uri="{FF2B5EF4-FFF2-40B4-BE49-F238E27FC236}">
                <a16:creationId xmlns:a16="http://schemas.microsoft.com/office/drawing/2014/main" id="{12748C44-CF77-4B18-9090-A82A2213C728}"/>
              </a:ext>
            </a:extLst>
          </p:cNvPr>
          <p:cNvSpPr>
            <a:spLocks xmlns:a="http://schemas.openxmlformats.org/drawingml/2006/main" noGrp="1"/>
          </p:cNvSpPr>
          <p:nvPr/>
        </p:nvSpPr>
        <p:spPr>
          <a:xfrm xmlns:a="http://schemas.openxmlformats.org/drawingml/2006/main">
            <a:off x="741045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93" name="dp43-comparison / n65">
            <a:extLst xmlns:a="http://schemas.openxmlformats.org/drawingml/2006/main">
              <a:ext uri="{FF2B5EF4-FFF2-40B4-BE49-F238E27FC236}">
                <a16:creationId xmlns:a16="http://schemas.microsoft.com/office/drawing/2014/main" id="{B895C96A-8036-4329-B8E5-0264976A02CE}"/>
              </a:ext>
            </a:extLst>
          </p:cNvPr>
          <p:cNvSpPr>
            <a:spLocks xmlns:a="http://schemas.openxmlformats.org/drawingml/2006/main" noGrp="1"/>
          </p:cNvSpPr>
          <p:nvPr/>
        </p:nvSpPr>
        <p:spPr>
          <a:xfrm xmlns:a="http://schemas.openxmlformats.org/drawingml/2006/main">
            <a:off x="395287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4" name="dp43-comparison / n66 / text 1">
            <a:extLst xmlns:a="http://schemas.openxmlformats.org/drawingml/2006/main">
              <a:ext uri="{FF2B5EF4-FFF2-40B4-BE49-F238E27FC236}">
                <a16:creationId xmlns:a16="http://schemas.microsoft.com/office/drawing/2014/main" id="{1E1FE5E0-D7F6-483D-B81A-1FA8F25CE6FA}"/>
              </a:ext>
            </a:extLst>
          </p:cNvPr>
          <p:cNvSpPr>
            <a:spLocks xmlns:a="http://schemas.openxmlformats.org/drawingml/2006/main" noGrp="1"/>
          </p:cNvSpPr>
          <p:nvPr/>
        </p:nvSpPr>
        <p:spPr>
          <a:xfrm xmlns:a="http://schemas.openxmlformats.org/drawingml/2006/main">
            <a:off x="397192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95" name="dp43-comparison / n67">
            <a:extLst xmlns:a="http://schemas.openxmlformats.org/drawingml/2006/main">
              <a:ext uri="{FF2B5EF4-FFF2-40B4-BE49-F238E27FC236}">
                <a16:creationId xmlns:a16="http://schemas.microsoft.com/office/drawing/2014/main" id="{17396DE5-3696-4B5D-AC10-C496F7D71200}"/>
              </a:ext>
            </a:extLst>
          </p:cNvPr>
          <p:cNvSpPr>
            <a:spLocks xmlns:a="http://schemas.openxmlformats.org/drawingml/2006/main" noGrp="1"/>
          </p:cNvSpPr>
          <p:nvPr/>
        </p:nvSpPr>
        <p:spPr>
          <a:xfrm xmlns:a="http://schemas.openxmlformats.org/drawingml/2006/main">
            <a:off x="155257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dp43-comparison / n68 / text 1">
            <a:extLst xmlns:a="http://schemas.openxmlformats.org/drawingml/2006/main">
              <a:ext uri="{FF2B5EF4-FFF2-40B4-BE49-F238E27FC236}">
                <a16:creationId xmlns:a16="http://schemas.microsoft.com/office/drawing/2014/main" id="{C86564E5-1DFB-4FCA-8130-452B889B8DBD}"/>
              </a:ext>
            </a:extLst>
          </p:cNvPr>
          <p:cNvSpPr>
            <a:spLocks xmlns:a="http://schemas.openxmlformats.org/drawingml/2006/main" noGrp="1"/>
          </p:cNvSpPr>
          <p:nvPr/>
        </p:nvSpPr>
        <p:spPr>
          <a:xfrm xmlns:a="http://schemas.openxmlformats.org/drawingml/2006/main">
            <a:off x="157162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97" name="dp43-comparison / n76">
            <a:extLst xmlns:a="http://schemas.openxmlformats.org/drawingml/2006/main">
              <a:ext uri="{FF2B5EF4-FFF2-40B4-BE49-F238E27FC236}">
                <a16:creationId xmlns:a16="http://schemas.microsoft.com/office/drawing/2014/main" id="{9F3371B5-3BC1-416C-B22A-C84BF856CF32}"/>
              </a:ext>
            </a:extLst>
          </p:cNvPr>
          <p:cNvSpPr>
            <a:spLocks xmlns:a="http://schemas.openxmlformats.org/drawingml/2006/main" noGrp="1"/>
          </p:cNvSpPr>
          <p:nvPr/>
        </p:nvSpPr>
        <p:spPr>
          <a:xfrm xmlns:a="http://schemas.openxmlformats.org/drawingml/2006/main">
            <a:off x="1781175" y="4467225"/>
            <a:ext cx="4531805"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8" name="dp43-comparison / n77 / text 1">
            <a:extLst xmlns:a="http://schemas.openxmlformats.org/drawingml/2006/main">
              <a:ext uri="{FF2B5EF4-FFF2-40B4-BE49-F238E27FC236}">
                <a16:creationId xmlns:a16="http://schemas.microsoft.com/office/drawing/2014/main" id="{5FDE1A81-4412-4C82-AE30-C3A7AC5DFFE9}"/>
              </a:ext>
            </a:extLst>
          </p:cNvPr>
          <p:cNvSpPr>
            <a:spLocks xmlns:a="http://schemas.openxmlformats.org/drawingml/2006/main" noGrp="1"/>
          </p:cNvSpPr>
          <p:nvPr/>
        </p:nvSpPr>
        <p:spPr>
          <a:xfrm xmlns:a="http://schemas.openxmlformats.org/drawingml/2006/main">
            <a:off x="1800225" y="4476750"/>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F1 의도 / F2 Referent / F3 Task Association</a:t>
            </a:r>
          </a:p>
        </p:txBody>
      </p:sp>
      <p:sp>
        <p:nvSpPr>
          <p:cNvPr id="99" name="dp43-comparison / n78">
            <a:extLst xmlns:a="http://schemas.openxmlformats.org/drawingml/2006/main">
              <a:ext uri="{FF2B5EF4-FFF2-40B4-BE49-F238E27FC236}">
                <a16:creationId xmlns:a16="http://schemas.microsoft.com/office/drawing/2014/main" id="{A9003EEF-FA5A-488F-80E9-561795E6F417}"/>
              </a:ext>
            </a:extLst>
          </p:cNvPr>
          <p:cNvSpPr>
            <a:spLocks xmlns:a="http://schemas.openxmlformats.org/drawingml/2006/main" noGrp="1"/>
          </p:cNvSpPr>
          <p:nvPr/>
        </p:nvSpPr>
        <p:spPr>
          <a:xfrm xmlns:a="http://schemas.openxmlformats.org/drawingml/2006/main">
            <a:off x="1781175" y="4724400"/>
            <a:ext cx="4510088"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dp43-comparison / n79 / text 1">
            <a:extLst xmlns:a="http://schemas.openxmlformats.org/drawingml/2006/main">
              <a:ext uri="{FF2B5EF4-FFF2-40B4-BE49-F238E27FC236}">
                <a16:creationId xmlns:a16="http://schemas.microsoft.com/office/drawing/2014/main" id="{71A9C78E-F945-4609-AA19-A61ED8CD960F}"/>
              </a:ext>
            </a:extLst>
          </p:cNvPr>
          <p:cNvSpPr>
            <a:spLocks xmlns:a="http://schemas.openxmlformats.org/drawingml/2006/main" noGrp="1"/>
          </p:cNvSpPr>
          <p:nvPr/>
        </p:nvSpPr>
        <p:spPr>
          <a:xfrm xmlns:a="http://schemas.openxmlformats.org/drawingml/2006/main">
            <a:off x="1800225" y="4733925"/>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F4 Request 관계 / F5 정정 범위 / F6 처리 방향</a:t>
            </a:r>
          </a:p>
        </p:txBody>
      </p:sp>
      <p:sp>
        <p:nvSpPr>
          <p:cNvPr id="101" name="dp43-comparison / n82">
            <a:extLst xmlns:a="http://schemas.openxmlformats.org/drawingml/2006/main">
              <a:ext uri="{FF2B5EF4-FFF2-40B4-BE49-F238E27FC236}">
                <a16:creationId xmlns:a16="http://schemas.microsoft.com/office/drawing/2014/main" id="{D26DA344-90F4-48D3-8E7D-2F5E1B0BD5F1}"/>
              </a:ext>
            </a:extLst>
          </p:cNvPr>
          <p:cNvSpPr>
            <a:spLocks xmlns:a="http://schemas.openxmlformats.org/drawingml/2006/main" noGrp="1"/>
          </p:cNvSpPr>
          <p:nvPr/>
        </p:nvSpPr>
        <p:spPr>
          <a:xfrm xmlns:a="http://schemas.openxmlformats.org/drawingml/2006/main">
            <a:off x="1743075" y="5676900"/>
            <a:ext cx="4253865"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dp43-comparison / n83 / text 1">
            <a:extLst xmlns:a="http://schemas.openxmlformats.org/drawingml/2006/main">
              <a:ext uri="{FF2B5EF4-FFF2-40B4-BE49-F238E27FC236}">
                <a16:creationId xmlns:a16="http://schemas.microsoft.com/office/drawing/2014/main" id="{8D38FB3F-0239-4561-B64F-C2FB40DEBCFE}"/>
              </a:ext>
            </a:extLst>
          </p:cNvPr>
          <p:cNvSpPr>
            <a:spLocks xmlns:a="http://schemas.openxmlformats.org/drawingml/2006/main" noGrp="1"/>
          </p:cNvSpPr>
          <p:nvPr/>
        </p:nvSpPr>
        <p:spPr>
          <a:xfrm xmlns:a="http://schemas.openxmlformats.org/drawingml/2006/main">
            <a:off x="1762125" y="5686425"/>
            <a:ext cx="7410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이전 조건 유지와 부분 갱신 / 검색과 전문 보조 허용</a:t>
            </a:r>
          </a:p>
        </p:txBody>
      </p:sp>
      <p:sp>
        <p:nvSpPr>
          <p:cNvPr id="103" name="dp43-comparison / n85">
            <a:extLst xmlns:a="http://schemas.openxmlformats.org/drawingml/2006/main">
              <a:ext uri="{FF2B5EF4-FFF2-40B4-BE49-F238E27FC236}">
                <a16:creationId xmlns:a16="http://schemas.microsoft.com/office/drawing/2014/main" id="{EA38C8FE-76C2-4040-805E-5B50CB303354}"/>
              </a:ext>
            </a:extLst>
          </p:cNvPr>
          <p:cNvSpPr>
            <a:spLocks xmlns:a="http://schemas.openxmlformats.org/drawingml/2006/main" noGrp="1"/>
          </p:cNvSpPr>
          <p:nvPr/>
        </p:nvSpPr>
        <p:spPr>
          <a:xfrm xmlns:a="http://schemas.openxmlformats.org/drawingml/2006/main">
            <a:off x="160972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dp43-comparison / n86 / text 1">
            <a:extLst xmlns:a="http://schemas.openxmlformats.org/drawingml/2006/main">
              <a:ext uri="{FF2B5EF4-FFF2-40B4-BE49-F238E27FC236}">
                <a16:creationId xmlns:a16="http://schemas.microsoft.com/office/drawing/2014/main" id="{56D58781-EADF-47AF-A05F-1BF307660A02}"/>
              </a:ext>
            </a:extLst>
          </p:cNvPr>
          <p:cNvSpPr>
            <a:spLocks xmlns:a="http://schemas.openxmlformats.org/drawingml/2006/main" noGrp="1"/>
          </p:cNvSpPr>
          <p:nvPr/>
        </p:nvSpPr>
        <p:spPr>
          <a:xfrm xmlns:a="http://schemas.openxmlformats.org/drawingml/2006/main">
            <a:off x="162877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2858A5"/>
                </a:solidFill>
                <a:latin typeface="Apple SD Gothic Neo"/>
                <a:ea typeface="Apple SD Gothic Neo"/>
                <a:cs typeface="Apple SD Gothic Neo"/>
              </a:defRPr>
            </a:pPr>
            <a:r>
              <a:rPr sz="1275" b="0">
                <a:solidFill>
                  <a:srgbClr val="2858A5"/>
                </a:solidFill>
                <a:latin typeface="Apple SD Gothic Neo"/>
                <a:ea typeface="Apple SD Gothic Neo"/>
                <a:cs typeface="Apple SD Gothic Neo"/>
              </a:rPr>
              <a:t>정정: F2와 F5 재판단 → F4 갱신 / Task Association은 입력 전제가 아닌 결과</a:t>
            </a:r>
          </a:p>
        </p:txBody>
      </p:sp>
      <p:sp>
        <p:nvSpPr>
          <p:cNvPr id="105" name="dp43-comparison / n96">
            <a:extLst xmlns:a="http://schemas.openxmlformats.org/drawingml/2006/main">
              <a:ext uri="{FF2B5EF4-FFF2-40B4-BE49-F238E27FC236}">
                <a16:creationId xmlns:a16="http://schemas.microsoft.com/office/drawing/2014/main" id="{22F9563D-ACBB-405A-B7D0-8D494AEF186D}"/>
              </a:ext>
            </a:extLst>
          </p:cNvPr>
          <p:cNvSpPr>
            <a:spLocks xmlns:a="http://schemas.openxmlformats.org/drawingml/2006/main" noGrp="1"/>
          </p:cNvSpPr>
          <p:nvPr/>
        </p:nvSpPr>
        <p:spPr>
          <a:xfrm xmlns:a="http://schemas.openxmlformats.org/drawingml/2006/main">
            <a:off x="421957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6" name="dp43-comparison / n97 / text 1">
            <a:extLst xmlns:a="http://schemas.openxmlformats.org/drawingml/2006/main">
              <a:ext uri="{FF2B5EF4-FFF2-40B4-BE49-F238E27FC236}">
                <a16:creationId xmlns:a16="http://schemas.microsoft.com/office/drawing/2014/main" id="{C7956736-42CF-498F-ACE9-E69E48981BCC}"/>
              </a:ext>
            </a:extLst>
          </p:cNvPr>
          <p:cNvSpPr>
            <a:spLocks xmlns:a="http://schemas.openxmlformats.org/drawingml/2006/main" noGrp="1"/>
          </p:cNvSpPr>
          <p:nvPr/>
        </p:nvSpPr>
        <p:spPr>
          <a:xfrm xmlns:a="http://schemas.openxmlformats.org/drawingml/2006/main">
            <a:off x="423862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107" name="dp43-comparison / n98">
            <a:extLst xmlns:a="http://schemas.openxmlformats.org/drawingml/2006/main">
              <a:ext uri="{FF2B5EF4-FFF2-40B4-BE49-F238E27FC236}">
                <a16:creationId xmlns:a16="http://schemas.microsoft.com/office/drawing/2014/main" id="{1AF457BC-3967-49CF-B269-79631C028146}"/>
              </a:ext>
            </a:extLst>
          </p:cNvPr>
          <p:cNvSpPr>
            <a:spLocks xmlns:a="http://schemas.openxmlformats.org/drawingml/2006/main" noGrp="1"/>
          </p:cNvSpPr>
          <p:nvPr/>
        </p:nvSpPr>
        <p:spPr>
          <a:xfrm xmlns:a="http://schemas.openxmlformats.org/drawingml/2006/main">
            <a:off x="469582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dp43-comparison / n99 / text 1">
            <a:extLst xmlns:a="http://schemas.openxmlformats.org/drawingml/2006/main">
              <a:ext uri="{FF2B5EF4-FFF2-40B4-BE49-F238E27FC236}">
                <a16:creationId xmlns:a16="http://schemas.microsoft.com/office/drawing/2014/main" id="{BB63BBCD-BB2B-43AC-8EC1-1028D2302C69}"/>
              </a:ext>
            </a:extLst>
          </p:cNvPr>
          <p:cNvSpPr>
            <a:spLocks xmlns:a="http://schemas.openxmlformats.org/drawingml/2006/main" noGrp="1"/>
          </p:cNvSpPr>
          <p:nvPr/>
        </p:nvSpPr>
        <p:spPr>
          <a:xfrm xmlns:a="http://schemas.openxmlformats.org/drawingml/2006/main">
            <a:off x="471487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109" name="dp43-comparison / n100">
            <a:extLst xmlns:a="http://schemas.openxmlformats.org/drawingml/2006/main">
              <a:ext uri="{FF2B5EF4-FFF2-40B4-BE49-F238E27FC236}">
                <a16:creationId xmlns:a16="http://schemas.microsoft.com/office/drawing/2014/main" id="{0C0D80EB-03C2-44D0-A7BB-FED50B956965}"/>
              </a:ext>
            </a:extLst>
          </p:cNvPr>
          <p:cNvSpPr>
            <a:spLocks xmlns:a="http://schemas.openxmlformats.org/drawingml/2006/main" noGrp="1"/>
          </p:cNvSpPr>
          <p:nvPr/>
        </p:nvSpPr>
        <p:spPr>
          <a:xfrm xmlns:a="http://schemas.openxmlformats.org/drawingml/2006/main">
            <a:off x="160020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0" name="dp43-comparison / n101 / text 1">
            <a:extLst xmlns:a="http://schemas.openxmlformats.org/drawingml/2006/main">
              <a:ext uri="{FF2B5EF4-FFF2-40B4-BE49-F238E27FC236}">
                <a16:creationId xmlns:a16="http://schemas.microsoft.com/office/drawing/2014/main" id="{8BB02F71-773D-4F69-AB67-026940B036A8}"/>
              </a:ext>
            </a:extLst>
          </p:cNvPr>
          <p:cNvSpPr>
            <a:spLocks xmlns:a="http://schemas.openxmlformats.org/drawingml/2006/main" noGrp="1"/>
          </p:cNvSpPr>
          <p:nvPr/>
        </p:nvSpPr>
        <p:spPr>
          <a:xfrm xmlns:a="http://schemas.openxmlformats.org/drawingml/2006/main">
            <a:off x="161925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111" name="dp43-comparison / n102">
            <a:extLst xmlns:a="http://schemas.openxmlformats.org/drawingml/2006/main">
              <a:ext uri="{FF2B5EF4-FFF2-40B4-BE49-F238E27FC236}">
                <a16:creationId xmlns:a16="http://schemas.microsoft.com/office/drawing/2014/main" id="{1FD4BB5A-3DD7-41A0-8408-8DF675F3DDC0}"/>
              </a:ext>
            </a:extLst>
          </p:cNvPr>
          <p:cNvSpPr>
            <a:spLocks xmlns:a="http://schemas.openxmlformats.org/drawingml/2006/main" noGrp="1"/>
          </p:cNvSpPr>
          <p:nvPr/>
        </p:nvSpPr>
        <p:spPr>
          <a:xfrm xmlns:a="http://schemas.openxmlformats.org/drawingml/2006/main">
            <a:off x="160020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dp43-comparison / n103 / text 1">
            <a:extLst xmlns:a="http://schemas.openxmlformats.org/drawingml/2006/main">
              <a:ext uri="{FF2B5EF4-FFF2-40B4-BE49-F238E27FC236}">
                <a16:creationId xmlns:a16="http://schemas.microsoft.com/office/drawing/2014/main" id="{D7F8AFF6-30F3-43BB-9220-5DEC139406A9}"/>
              </a:ext>
            </a:extLst>
          </p:cNvPr>
          <p:cNvSpPr>
            <a:spLocks xmlns:a="http://schemas.openxmlformats.org/drawingml/2006/main" noGrp="1"/>
          </p:cNvSpPr>
          <p:nvPr/>
        </p:nvSpPr>
        <p:spPr>
          <a:xfrm xmlns:a="http://schemas.openxmlformats.org/drawingml/2006/main">
            <a:off x="161925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
        <p:nvSpPr>
          <p:cNvPr id="113" name="dp43-comparison / n104">
            <a:extLst xmlns:a="http://schemas.openxmlformats.org/drawingml/2006/main">
              <a:ext uri="{FF2B5EF4-FFF2-40B4-BE49-F238E27FC236}">
                <a16:creationId xmlns:a16="http://schemas.microsoft.com/office/drawing/2014/main" id="{215A8B3B-40DB-43FA-8B44-E35125E043ED}"/>
              </a:ext>
            </a:extLst>
          </p:cNvPr>
          <p:cNvSpPr>
            <a:spLocks xmlns:a="http://schemas.openxmlformats.org/drawingml/2006/main" noGrp="1"/>
          </p:cNvSpPr>
          <p:nvPr/>
        </p:nvSpPr>
        <p:spPr>
          <a:xfrm xmlns:a="http://schemas.openxmlformats.org/drawingml/2006/main">
            <a:off x="985837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4" name="dp43-comparison / n105 / text 1">
            <a:extLst xmlns:a="http://schemas.openxmlformats.org/drawingml/2006/main">
              <a:ext uri="{FF2B5EF4-FFF2-40B4-BE49-F238E27FC236}">
                <a16:creationId xmlns:a16="http://schemas.microsoft.com/office/drawing/2014/main" id="{06DB9877-2ED7-4F88-B778-1A4263587C42}"/>
              </a:ext>
            </a:extLst>
          </p:cNvPr>
          <p:cNvSpPr>
            <a:spLocks xmlns:a="http://schemas.openxmlformats.org/drawingml/2006/main" noGrp="1"/>
          </p:cNvSpPr>
          <p:nvPr/>
        </p:nvSpPr>
        <p:spPr>
          <a:xfrm xmlns:a="http://schemas.openxmlformats.org/drawingml/2006/main">
            <a:off x="994410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115" name="dp43-comparison / n106">
            <a:extLst xmlns:a="http://schemas.openxmlformats.org/drawingml/2006/main">
              <a:ext uri="{FF2B5EF4-FFF2-40B4-BE49-F238E27FC236}">
                <a16:creationId xmlns:a16="http://schemas.microsoft.com/office/drawing/2014/main" id="{2DC8EFDD-EB76-4245-BB7C-E23A0C92B4CC}"/>
              </a:ext>
            </a:extLst>
          </p:cNvPr>
          <p:cNvSpPr>
            <a:spLocks xmlns:a="http://schemas.openxmlformats.org/drawingml/2006/main" noGrp="1"/>
          </p:cNvSpPr>
          <p:nvPr/>
        </p:nvSpPr>
        <p:spPr>
          <a:xfrm xmlns:a="http://schemas.openxmlformats.org/drawingml/2006/main">
            <a:off x="1283017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6" name="dp43-comparison / n107 / text 1">
            <a:extLst xmlns:a="http://schemas.openxmlformats.org/drawingml/2006/main">
              <a:ext uri="{FF2B5EF4-FFF2-40B4-BE49-F238E27FC236}">
                <a16:creationId xmlns:a16="http://schemas.microsoft.com/office/drawing/2014/main" id="{F25DC276-1D73-4009-98C1-8143CD3F6BB5}"/>
              </a:ext>
            </a:extLst>
          </p:cNvPr>
          <p:cNvSpPr>
            <a:spLocks xmlns:a="http://schemas.openxmlformats.org/drawingml/2006/main" noGrp="1"/>
          </p:cNvSpPr>
          <p:nvPr/>
        </p:nvSpPr>
        <p:spPr>
          <a:xfrm xmlns:a="http://schemas.openxmlformats.org/drawingml/2006/main">
            <a:off x="1291590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17" name="dp43-comparison / n108">
            <a:extLst xmlns:a="http://schemas.openxmlformats.org/drawingml/2006/main">
              <a:ext uri="{FF2B5EF4-FFF2-40B4-BE49-F238E27FC236}">
                <a16:creationId xmlns:a16="http://schemas.microsoft.com/office/drawing/2014/main" id="{169EB823-AEC7-42A8-8364-127A5F9FA0EC}"/>
              </a:ext>
            </a:extLst>
          </p:cNvPr>
          <p:cNvSpPr>
            <a:spLocks xmlns:a="http://schemas.openxmlformats.org/drawingml/2006/main" noGrp="1"/>
          </p:cNvSpPr>
          <p:nvPr/>
        </p:nvSpPr>
        <p:spPr>
          <a:xfrm xmlns:a="http://schemas.openxmlformats.org/drawingml/2006/main">
            <a:off x="1570672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8" name="dp43-comparison / n109 / text 1">
            <a:extLst xmlns:a="http://schemas.openxmlformats.org/drawingml/2006/main">
              <a:ext uri="{FF2B5EF4-FFF2-40B4-BE49-F238E27FC236}">
                <a16:creationId xmlns:a16="http://schemas.microsoft.com/office/drawing/2014/main" id="{A8324F08-C715-40B4-B581-5C4E5F17C8E4}"/>
              </a:ext>
            </a:extLst>
          </p:cNvPr>
          <p:cNvSpPr>
            <a:spLocks xmlns:a="http://schemas.openxmlformats.org/drawingml/2006/main" noGrp="1"/>
          </p:cNvSpPr>
          <p:nvPr/>
        </p:nvSpPr>
        <p:spPr>
          <a:xfrm xmlns:a="http://schemas.openxmlformats.org/drawingml/2006/main">
            <a:off x="1579245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119" name="dp43-comparison / n114 / path">
            <a:extLst xmlns:a="http://schemas.openxmlformats.org/drawingml/2006/main">
              <a:ext uri="{FF2B5EF4-FFF2-40B4-BE49-F238E27FC236}">
                <a16:creationId xmlns:a16="http://schemas.microsoft.com/office/drawing/2014/main" id="{66F2E119-6512-42BF-A164-7454E6BEAD71}"/>
              </a:ext>
            </a:extLst>
          </p:cNvPr>
          <p:cNvSpPr>
            <a:spLocks xmlns:a="http://schemas.openxmlformats.org/drawingml/2006/main" noGrp="1"/>
          </p:cNvSpPr>
          <p:nvPr/>
        </p:nvSpPr>
        <p:spPr>
          <a:xfrm xmlns:a="http://schemas.openxmlformats.org/drawingml/2006/main">
            <a:off x="1219200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7155A4"/>
            </a:solidFill>
            <a:prstDash val="solid"/>
          </a:ln>
        </p:spPr>
      </p:sp>
      <p:sp>
        <p:nvSpPr>
          <p:cNvPr id="120" name="dp43-comparison / n114 / arrow">
            <a:extLst xmlns:a="http://schemas.openxmlformats.org/drawingml/2006/main">
              <a:ext uri="{FF2B5EF4-FFF2-40B4-BE49-F238E27FC236}">
                <a16:creationId xmlns:a16="http://schemas.microsoft.com/office/drawing/2014/main" id="{76AD0B05-1C19-41DA-A5F7-83F47C862E0E}"/>
              </a:ext>
            </a:extLst>
          </p:cNvPr>
          <p:cNvSpPr>
            <a:spLocks xmlns:a="http://schemas.openxmlformats.org/drawingml/2006/main" noGrp="1"/>
          </p:cNvSpPr>
          <p:nvPr/>
        </p:nvSpPr>
        <p:spPr>
          <a:xfrm xmlns:a="http://schemas.openxmlformats.org/drawingml/2006/main">
            <a:off x="1270825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21" name="dp43-comparison / n119">
            <a:extLst xmlns:a="http://schemas.openxmlformats.org/drawingml/2006/main">
              <a:ext uri="{FF2B5EF4-FFF2-40B4-BE49-F238E27FC236}">
                <a16:creationId xmlns:a16="http://schemas.microsoft.com/office/drawing/2014/main" id="{DD2E403A-3FD8-4B7F-A752-7356D0DC7A8B}"/>
              </a:ext>
            </a:extLst>
          </p:cNvPr>
          <p:cNvSpPr>
            <a:spLocks xmlns:a="http://schemas.openxmlformats.org/drawingml/2006/main" noGrp="1"/>
          </p:cNvSpPr>
          <p:nvPr/>
        </p:nvSpPr>
        <p:spPr>
          <a:xfrm xmlns:a="http://schemas.openxmlformats.org/drawingml/2006/main">
            <a:off x="984885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7155A4"/>
            </a:solidFill>
            <a:prstDash val="solid"/>
          </a:ln>
        </p:spPr>
      </p:sp>
      <p:sp>
        <p:nvSpPr>
          <p:cNvPr id="122" name="dp43-comparison / n120 / text 1">
            <a:extLst xmlns:a="http://schemas.openxmlformats.org/drawingml/2006/main">
              <a:ext uri="{FF2B5EF4-FFF2-40B4-BE49-F238E27FC236}">
                <a16:creationId xmlns:a16="http://schemas.microsoft.com/office/drawing/2014/main" id="{329974EB-3515-4E95-AF2F-C83B16150523}"/>
              </a:ext>
            </a:extLst>
          </p:cNvPr>
          <p:cNvSpPr>
            <a:spLocks xmlns:a="http://schemas.openxmlformats.org/drawingml/2006/main" noGrp="1"/>
          </p:cNvSpPr>
          <p:nvPr/>
        </p:nvSpPr>
        <p:spPr>
          <a:xfrm xmlns:a="http://schemas.openxmlformats.org/drawingml/2006/main">
            <a:off x="997267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7155A4"/>
                </a:solidFill>
                <a:latin typeface="Apple SD Gothic Neo"/>
                <a:ea typeface="Apple SD Gothic Neo"/>
                <a:cs typeface="Apple SD Gothic Neo"/>
              </a:defRPr>
            </a:pPr>
            <a:r>
              <a:rPr sz="1575" b="1">
                <a:solidFill>
                  <a:srgbClr val="7155A4"/>
                </a:solidFill>
                <a:latin typeface="Apple SD Gothic Neo"/>
                <a:ea typeface="Apple SD Gothic Neo"/>
                <a:cs typeface="Apple SD Gothic Neo"/>
              </a:rPr>
              <a:t>Request Interpreter</a:t>
            </a:r>
          </a:p>
        </p:txBody>
      </p:sp>
      <p:sp>
        <p:nvSpPr>
          <p:cNvPr id="123" name="dp43-comparison / n121">
            <a:extLst xmlns:a="http://schemas.openxmlformats.org/drawingml/2006/main">
              <a:ext uri="{FF2B5EF4-FFF2-40B4-BE49-F238E27FC236}">
                <a16:creationId xmlns:a16="http://schemas.microsoft.com/office/drawing/2014/main" id="{A8332914-BB48-49C4-9E28-98608B2FD1EB}"/>
              </a:ext>
            </a:extLst>
          </p:cNvPr>
          <p:cNvSpPr>
            <a:spLocks xmlns:a="http://schemas.openxmlformats.org/drawingml/2006/main" noGrp="1"/>
          </p:cNvSpPr>
          <p:nvPr/>
        </p:nvSpPr>
        <p:spPr>
          <a:xfrm xmlns:a="http://schemas.openxmlformats.org/drawingml/2006/main">
            <a:off x="12630150" y="3867150"/>
            <a:ext cx="2286000"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24" name="dp43-comparison / n122 / text 1">
            <a:extLst xmlns:a="http://schemas.openxmlformats.org/drawingml/2006/main">
              <a:ext uri="{FF2B5EF4-FFF2-40B4-BE49-F238E27FC236}">
                <a16:creationId xmlns:a16="http://schemas.microsoft.com/office/drawing/2014/main" id="{D2E970DE-2B98-4DA4-BA02-9443F6E4EF53}"/>
              </a:ext>
            </a:extLst>
          </p:cNvPr>
          <p:cNvSpPr>
            <a:spLocks xmlns:a="http://schemas.openxmlformats.org/drawingml/2006/main" noGrp="1"/>
          </p:cNvSpPr>
          <p:nvPr/>
        </p:nvSpPr>
        <p:spPr>
          <a:xfrm xmlns:a="http://schemas.openxmlformats.org/drawingml/2006/main">
            <a:off x="12715875" y="432911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Interpretation</a:t>
            </a:r>
          </a:p>
        </p:txBody>
      </p:sp>
      <p:sp>
        <p:nvSpPr>
          <p:cNvPr id="125" name="dp43-comparison / n122 / text 2">
            <a:extLst xmlns:a="http://schemas.openxmlformats.org/drawingml/2006/main">
              <a:ext uri="{FF2B5EF4-FFF2-40B4-BE49-F238E27FC236}">
                <a16:creationId xmlns:a16="http://schemas.microsoft.com/office/drawing/2014/main" id="{C4D26135-6B41-40FE-96B2-7FD5074CD6CD}"/>
              </a:ext>
            </a:extLst>
          </p:cNvPr>
          <p:cNvSpPr>
            <a:spLocks xmlns:a="http://schemas.openxmlformats.org/drawingml/2006/main" noGrp="1"/>
          </p:cNvSpPr>
          <p:nvPr/>
        </p:nvSpPr>
        <p:spPr>
          <a:xfrm xmlns:a="http://schemas.openxmlformats.org/drawingml/2006/main">
            <a:off x="12715875" y="457676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Coordinator</a:t>
            </a:r>
          </a:p>
        </p:txBody>
      </p:sp>
      <p:sp>
        <p:nvSpPr>
          <p:cNvPr id="126" name="dp43-comparison / n123">
            <a:extLst xmlns:a="http://schemas.openxmlformats.org/drawingml/2006/main">
              <a:ext uri="{FF2B5EF4-FFF2-40B4-BE49-F238E27FC236}">
                <a16:creationId xmlns:a16="http://schemas.microsoft.com/office/drawing/2014/main" id="{EAFAA26C-3B45-4BC2-8986-4A0690A16C54}"/>
              </a:ext>
            </a:extLst>
          </p:cNvPr>
          <p:cNvSpPr>
            <a:spLocks xmlns:a="http://schemas.openxmlformats.org/drawingml/2006/main" noGrp="1"/>
          </p:cNvSpPr>
          <p:nvPr/>
        </p:nvSpPr>
        <p:spPr>
          <a:xfrm xmlns:a="http://schemas.openxmlformats.org/drawingml/2006/main">
            <a:off x="12630150" y="5400675"/>
            <a:ext cx="228600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27" name="dp43-comparison / n124 / text 1">
            <a:extLst xmlns:a="http://schemas.openxmlformats.org/drawingml/2006/main">
              <a:ext uri="{FF2B5EF4-FFF2-40B4-BE49-F238E27FC236}">
                <a16:creationId xmlns:a16="http://schemas.microsoft.com/office/drawing/2014/main" id="{F473E544-B287-47FE-98DB-DC1EE1E6C2A3}"/>
              </a:ext>
            </a:extLst>
          </p:cNvPr>
          <p:cNvSpPr>
            <a:spLocks xmlns:a="http://schemas.openxmlformats.org/drawingml/2006/main" noGrp="1"/>
          </p:cNvSpPr>
          <p:nvPr/>
        </p:nvSpPr>
        <p:spPr>
          <a:xfrm xmlns:a="http://schemas.openxmlformats.org/drawingml/2006/main">
            <a:off x="12715875" y="5562600"/>
            <a:ext cx="2114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Partial Interpretation Ledger</a:t>
            </a:r>
          </a:p>
        </p:txBody>
      </p:sp>
      <p:sp>
        <p:nvSpPr>
          <p:cNvPr id="128" name="dp43-comparison / n125">
            <a:extLst xmlns:a="http://schemas.openxmlformats.org/drawingml/2006/main">
              <a:ext uri="{FF2B5EF4-FFF2-40B4-BE49-F238E27FC236}">
                <a16:creationId xmlns:a16="http://schemas.microsoft.com/office/drawing/2014/main" id="{2C913E5D-92E8-4E19-A681-0908B1047DC1}"/>
              </a:ext>
            </a:extLst>
          </p:cNvPr>
          <p:cNvSpPr>
            <a:spLocks xmlns:a="http://schemas.openxmlformats.org/drawingml/2006/main" noGrp="1"/>
          </p:cNvSpPr>
          <p:nvPr/>
        </p:nvSpPr>
        <p:spPr>
          <a:xfrm xmlns:a="http://schemas.openxmlformats.org/drawingml/2006/main">
            <a:off x="1003935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29" name="dp43-comparison / n126 / text 1">
            <a:extLst xmlns:a="http://schemas.openxmlformats.org/drawingml/2006/main">
              <a:ext uri="{FF2B5EF4-FFF2-40B4-BE49-F238E27FC236}">
                <a16:creationId xmlns:a16="http://schemas.microsoft.com/office/drawing/2014/main" id="{E82E9CBE-B7C7-4446-A052-3DAE61FAC17A}"/>
              </a:ext>
            </a:extLst>
          </p:cNvPr>
          <p:cNvSpPr>
            <a:spLocks xmlns:a="http://schemas.openxmlformats.org/drawingml/2006/main" noGrp="1"/>
          </p:cNvSpPr>
          <p:nvPr/>
        </p:nvSpPr>
        <p:spPr>
          <a:xfrm xmlns:a="http://schemas.openxmlformats.org/drawingml/2006/main">
            <a:off x="1012507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Intent</a:t>
            </a:r>
          </a:p>
        </p:txBody>
      </p:sp>
      <p:sp>
        <p:nvSpPr>
          <p:cNvPr id="130" name="dp43-comparison / n126 / text 2">
            <a:extLst xmlns:a="http://schemas.openxmlformats.org/drawingml/2006/main">
              <a:ext uri="{FF2B5EF4-FFF2-40B4-BE49-F238E27FC236}">
                <a16:creationId xmlns:a16="http://schemas.microsoft.com/office/drawing/2014/main" id="{6483C610-3D0C-46F3-9C01-946DC037CE84}"/>
              </a:ext>
            </a:extLst>
          </p:cNvPr>
          <p:cNvSpPr>
            <a:spLocks xmlns:a="http://schemas.openxmlformats.org/drawingml/2006/main" noGrp="1"/>
          </p:cNvSpPr>
          <p:nvPr/>
        </p:nvSpPr>
        <p:spPr>
          <a:xfrm xmlns:a="http://schemas.openxmlformats.org/drawingml/2006/main">
            <a:off x="1012507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31" name="dp43-comparison / n129 / path">
            <a:extLst xmlns:a="http://schemas.openxmlformats.org/drawingml/2006/main">
              <a:ext uri="{FF2B5EF4-FFF2-40B4-BE49-F238E27FC236}">
                <a16:creationId xmlns:a16="http://schemas.microsoft.com/office/drawing/2014/main" id="{E0A6BAE6-B8BC-46E4-A557-CFC1ABF1E1FC}"/>
              </a:ext>
            </a:extLst>
          </p:cNvPr>
          <p:cNvSpPr>
            <a:spLocks xmlns:a="http://schemas.openxmlformats.org/drawingml/2006/main" noGrp="1"/>
          </p:cNvSpPr>
          <p:nvPr/>
        </p:nvSpPr>
        <p:spPr>
          <a:xfrm xmlns:a="http://schemas.openxmlformats.org/drawingml/2006/main">
            <a:off x="12287250" y="3986213"/>
            <a:ext cx="342900" cy="19050"/>
          </a:xfrm>
          <a:custGeom xmlns:a="http://schemas.openxmlformats.org/drawingml/2006/main">
            <a:pathLst>
              <a:path w="342900" h="19050">
                <a:moveTo>
                  <a:pt x="0" y="0"/>
                </a:moveTo>
                <a:lnTo>
                  <a:pt x="342900" y="19050"/>
                </a:lnTo>
              </a:path>
            </a:pathLst>
          </a:custGeom>
          <a:noFill xmlns:a="http://schemas.openxmlformats.org/drawingml/2006/main"/>
          <a:ln xmlns:a="http://schemas.openxmlformats.org/drawingml/2006/main" w="19050">
            <a:solidFill>
              <a:srgbClr val="7155A4"/>
            </a:solidFill>
            <a:prstDash val="solid"/>
          </a:ln>
        </p:spPr>
      </p:sp>
      <p:sp>
        <p:nvSpPr>
          <p:cNvPr id="132" name="dp43-comparison / n129 / arrow">
            <a:extLst xmlns:a="http://schemas.openxmlformats.org/drawingml/2006/main">
              <a:ext uri="{FF2B5EF4-FFF2-40B4-BE49-F238E27FC236}">
                <a16:creationId xmlns:a16="http://schemas.microsoft.com/office/drawing/2014/main" id="{45202B50-CF6B-443F-89AD-E1544A3D2899}"/>
              </a:ext>
            </a:extLst>
          </p:cNvPr>
          <p:cNvSpPr>
            <a:spLocks xmlns:a="http://schemas.openxmlformats.org/drawingml/2006/main" noGrp="1"/>
          </p:cNvSpPr>
          <p:nvPr/>
        </p:nvSpPr>
        <p:spPr>
          <a:xfrm xmlns:a="http://schemas.openxmlformats.org/drawingml/2006/main">
            <a:off x="12505036" y="3937633"/>
            <a:ext cx="125114" cy="121732"/>
          </a:xfrm>
          <a:custGeom xmlns:a="http://schemas.openxmlformats.org/drawingml/2006/main">
            <a:pathLst>
              <a:path w="125114" h="121732">
                <a:moveTo>
                  <a:pt x="0" y="121732"/>
                </a:moveTo>
                <a:lnTo>
                  <a:pt x="125114" y="67629"/>
                </a:lnTo>
                <a:lnTo>
                  <a:pt x="6763" y="0"/>
                </a:lnTo>
              </a:path>
            </a:pathLst>
          </a:custGeom>
          <a:noFill xmlns:a="http://schemas.openxmlformats.org/drawingml/2006/main"/>
          <a:ln xmlns:a="http://schemas.openxmlformats.org/drawingml/2006/main" w="24384">
            <a:solidFill>
              <a:srgbClr val="7155A4"/>
            </a:solidFill>
            <a:prstDash val="solid"/>
          </a:ln>
        </p:spPr>
      </p:sp>
      <p:sp>
        <p:nvSpPr>
          <p:cNvPr id="133" name="dp43-comparison / n130 / path">
            <a:extLst xmlns:a="http://schemas.openxmlformats.org/drawingml/2006/main">
              <a:ext uri="{FF2B5EF4-FFF2-40B4-BE49-F238E27FC236}">
                <a16:creationId xmlns:a16="http://schemas.microsoft.com/office/drawing/2014/main" id="{B83BD571-D57D-4B7E-B281-607B85763A49}"/>
              </a:ext>
            </a:extLst>
          </p:cNvPr>
          <p:cNvSpPr>
            <a:spLocks xmlns:a="http://schemas.openxmlformats.org/drawingml/2006/main" noGrp="1"/>
          </p:cNvSpPr>
          <p:nvPr/>
        </p:nvSpPr>
        <p:spPr>
          <a:xfrm xmlns:a="http://schemas.openxmlformats.org/drawingml/2006/main">
            <a:off x="12287250" y="4157663"/>
            <a:ext cx="342900" cy="19050"/>
          </a:xfrm>
          <a:custGeom xmlns:a="http://schemas.openxmlformats.org/drawingml/2006/main">
            <a:pathLst>
              <a:path w="342900" h="19050">
                <a:moveTo>
                  <a:pt x="342900" y="19050"/>
                </a:moveTo>
                <a:lnTo>
                  <a:pt x="0" y="0"/>
                </a:lnTo>
              </a:path>
            </a:pathLst>
          </a:custGeom>
          <a:noFill xmlns:a="http://schemas.openxmlformats.org/drawingml/2006/main"/>
          <a:ln xmlns:a="http://schemas.openxmlformats.org/drawingml/2006/main" w="19050">
            <a:solidFill>
              <a:srgbClr val="7155A4"/>
            </a:solidFill>
            <a:prstDash val="dash"/>
          </a:ln>
        </p:spPr>
      </p:sp>
      <p:sp>
        <p:nvSpPr>
          <p:cNvPr id="134" name="dp43-comparison / n130 / arrow">
            <a:extLst xmlns:a="http://schemas.openxmlformats.org/drawingml/2006/main">
              <a:ext uri="{FF2B5EF4-FFF2-40B4-BE49-F238E27FC236}">
                <a16:creationId xmlns:a16="http://schemas.microsoft.com/office/drawing/2014/main" id="{56905014-F918-4482-857F-67AB2E889C44}"/>
              </a:ext>
            </a:extLst>
          </p:cNvPr>
          <p:cNvSpPr>
            <a:spLocks xmlns:a="http://schemas.openxmlformats.org/drawingml/2006/main" noGrp="1"/>
          </p:cNvSpPr>
          <p:nvPr/>
        </p:nvSpPr>
        <p:spPr>
          <a:xfrm xmlns:a="http://schemas.openxmlformats.org/drawingml/2006/main">
            <a:off x="12287250" y="4103559"/>
            <a:ext cx="125114" cy="121732"/>
          </a:xfrm>
          <a:custGeom xmlns:a="http://schemas.openxmlformats.org/drawingml/2006/main">
            <a:pathLst>
              <a:path w="125114" h="121732">
                <a:moveTo>
                  <a:pt x="125114" y="0"/>
                </a:moveTo>
                <a:lnTo>
                  <a:pt x="0" y="54103"/>
                </a:lnTo>
                <a:lnTo>
                  <a:pt x="118351" y="121732"/>
                </a:lnTo>
              </a:path>
            </a:pathLst>
          </a:custGeom>
          <a:noFill xmlns:a="http://schemas.openxmlformats.org/drawingml/2006/main"/>
          <a:ln xmlns:a="http://schemas.openxmlformats.org/drawingml/2006/main" w="24384">
            <a:solidFill>
              <a:srgbClr val="7155A4"/>
            </a:solidFill>
            <a:prstDash val="solid"/>
          </a:ln>
        </p:spPr>
      </p:sp>
      <p:sp>
        <p:nvSpPr>
          <p:cNvPr id="135" name="dp43-comparison / n131">
            <a:extLst xmlns:a="http://schemas.openxmlformats.org/drawingml/2006/main">
              <a:ext uri="{FF2B5EF4-FFF2-40B4-BE49-F238E27FC236}">
                <a16:creationId xmlns:a16="http://schemas.microsoft.com/office/drawing/2014/main" id="{17E662B1-53C7-42C4-9BCE-7599A24D29C7}"/>
              </a:ext>
            </a:extLst>
          </p:cNvPr>
          <p:cNvSpPr>
            <a:spLocks xmlns:a="http://schemas.openxmlformats.org/drawingml/2006/main" noGrp="1"/>
          </p:cNvSpPr>
          <p:nvPr/>
        </p:nvSpPr>
        <p:spPr>
          <a:xfrm xmlns:a="http://schemas.openxmlformats.org/drawingml/2006/main">
            <a:off x="1003935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36" name="dp43-comparison / n132 / text 1">
            <a:extLst xmlns:a="http://schemas.openxmlformats.org/drawingml/2006/main">
              <a:ext uri="{FF2B5EF4-FFF2-40B4-BE49-F238E27FC236}">
                <a16:creationId xmlns:a16="http://schemas.microsoft.com/office/drawing/2014/main" id="{953929E6-D12E-4F92-AD74-17D11CA3065E}"/>
              </a:ext>
            </a:extLst>
          </p:cNvPr>
          <p:cNvSpPr>
            <a:spLocks xmlns:a="http://schemas.openxmlformats.org/drawingml/2006/main" noGrp="1"/>
          </p:cNvSpPr>
          <p:nvPr/>
        </p:nvSpPr>
        <p:spPr>
          <a:xfrm xmlns:a="http://schemas.openxmlformats.org/drawingml/2006/main">
            <a:off x="10125075" y="4623911"/>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Referent Resolver</a:t>
            </a:r>
          </a:p>
        </p:txBody>
      </p:sp>
      <p:sp>
        <p:nvSpPr>
          <p:cNvPr id="137" name="dp43-comparison / n135 / path">
            <a:extLst xmlns:a="http://schemas.openxmlformats.org/drawingml/2006/main">
              <a:ext uri="{FF2B5EF4-FFF2-40B4-BE49-F238E27FC236}">
                <a16:creationId xmlns:a16="http://schemas.microsoft.com/office/drawing/2014/main" id="{CA9445B1-FCC0-4CCD-9B6C-82546654946D}"/>
              </a:ext>
            </a:extLst>
          </p:cNvPr>
          <p:cNvSpPr>
            <a:spLocks xmlns:a="http://schemas.openxmlformats.org/drawingml/2006/main" noGrp="1"/>
          </p:cNvSpPr>
          <p:nvPr/>
        </p:nvSpPr>
        <p:spPr>
          <a:xfrm xmlns:a="http://schemas.openxmlformats.org/drawingml/2006/main">
            <a:off x="12287250" y="4491038"/>
            <a:ext cx="342900" cy="152400"/>
          </a:xfrm>
          <a:custGeom xmlns:a="http://schemas.openxmlformats.org/drawingml/2006/main">
            <a:pathLst>
              <a:path w="342900" h="152400">
                <a:moveTo>
                  <a:pt x="0" y="15240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38" name="dp43-comparison / n135 / arrow">
            <a:extLst xmlns:a="http://schemas.openxmlformats.org/drawingml/2006/main">
              <a:ext uri="{FF2B5EF4-FFF2-40B4-BE49-F238E27FC236}">
                <a16:creationId xmlns:a16="http://schemas.microsoft.com/office/drawing/2014/main" id="{999934D8-3846-4B3B-B21C-8F2382F92F15}"/>
              </a:ext>
            </a:extLst>
          </p:cNvPr>
          <p:cNvSpPr>
            <a:spLocks xmlns:a="http://schemas.openxmlformats.org/drawingml/2006/main" noGrp="1"/>
          </p:cNvSpPr>
          <p:nvPr/>
        </p:nvSpPr>
        <p:spPr>
          <a:xfrm xmlns:a="http://schemas.openxmlformats.org/drawingml/2006/main">
            <a:off x="12493980" y="4484848"/>
            <a:ext cx="136170" cy="111412"/>
          </a:xfrm>
          <a:custGeom xmlns:a="http://schemas.openxmlformats.org/drawingml/2006/main">
            <a:pathLst>
              <a:path w="136170" h="111412">
                <a:moveTo>
                  <a:pt x="49516" y="111412"/>
                </a:moveTo>
                <a:lnTo>
                  <a:pt x="136170" y="6190"/>
                </a:lnTo>
                <a:lnTo>
                  <a:pt x="0" y="0"/>
                </a:lnTo>
              </a:path>
            </a:pathLst>
          </a:custGeom>
          <a:noFill xmlns:a="http://schemas.openxmlformats.org/drawingml/2006/main"/>
          <a:ln xmlns:a="http://schemas.openxmlformats.org/drawingml/2006/main" w="24384">
            <a:solidFill>
              <a:srgbClr val="7155A4"/>
            </a:solidFill>
            <a:prstDash val="solid"/>
          </a:ln>
        </p:spPr>
      </p:sp>
      <p:sp>
        <p:nvSpPr>
          <p:cNvPr id="139" name="dp43-comparison / n136 / path">
            <a:extLst xmlns:a="http://schemas.openxmlformats.org/drawingml/2006/main">
              <a:ext uri="{FF2B5EF4-FFF2-40B4-BE49-F238E27FC236}">
                <a16:creationId xmlns:a16="http://schemas.microsoft.com/office/drawing/2014/main" id="{ED5972CE-4481-4A0B-85EC-F6E6C73BCD7F}"/>
              </a:ext>
            </a:extLst>
          </p:cNvPr>
          <p:cNvSpPr>
            <a:spLocks xmlns:a="http://schemas.openxmlformats.org/drawingml/2006/main" noGrp="1"/>
          </p:cNvSpPr>
          <p:nvPr/>
        </p:nvSpPr>
        <p:spPr>
          <a:xfrm xmlns:a="http://schemas.openxmlformats.org/drawingml/2006/main">
            <a:off x="12287250" y="4662488"/>
            <a:ext cx="342900" cy="152400"/>
          </a:xfrm>
          <a:custGeom xmlns:a="http://schemas.openxmlformats.org/drawingml/2006/main">
            <a:pathLst>
              <a:path w="342900" h="152400">
                <a:moveTo>
                  <a:pt x="342900" y="0"/>
                </a:moveTo>
                <a:lnTo>
                  <a:pt x="0" y="152400"/>
                </a:lnTo>
              </a:path>
            </a:pathLst>
          </a:custGeom>
          <a:noFill xmlns:a="http://schemas.openxmlformats.org/drawingml/2006/main"/>
          <a:ln xmlns:a="http://schemas.openxmlformats.org/drawingml/2006/main" w="19050">
            <a:solidFill>
              <a:srgbClr val="7155A4"/>
            </a:solidFill>
            <a:prstDash val="dash"/>
          </a:ln>
        </p:spPr>
      </p:sp>
      <p:sp>
        <p:nvSpPr>
          <p:cNvPr id="140" name="dp43-comparison / n136 / arrow">
            <a:extLst xmlns:a="http://schemas.openxmlformats.org/drawingml/2006/main">
              <a:ext uri="{FF2B5EF4-FFF2-40B4-BE49-F238E27FC236}">
                <a16:creationId xmlns:a16="http://schemas.microsoft.com/office/drawing/2014/main" id="{13DAE296-E8ED-493C-BA40-CA7B8F22FC4C}"/>
              </a:ext>
            </a:extLst>
          </p:cNvPr>
          <p:cNvSpPr>
            <a:spLocks xmlns:a="http://schemas.openxmlformats.org/drawingml/2006/main" noGrp="1"/>
          </p:cNvSpPr>
          <p:nvPr/>
        </p:nvSpPr>
        <p:spPr>
          <a:xfrm xmlns:a="http://schemas.openxmlformats.org/drawingml/2006/main">
            <a:off x="12287250" y="4709665"/>
            <a:ext cx="136170" cy="111412"/>
          </a:xfrm>
          <a:custGeom xmlns:a="http://schemas.openxmlformats.org/drawingml/2006/main">
            <a:pathLst>
              <a:path w="136170" h="111412">
                <a:moveTo>
                  <a:pt x="86654" y="0"/>
                </a:moveTo>
                <a:lnTo>
                  <a:pt x="0" y="105222"/>
                </a:lnTo>
                <a:lnTo>
                  <a:pt x="136170" y="111412"/>
                </a:lnTo>
              </a:path>
            </a:pathLst>
          </a:custGeom>
          <a:noFill xmlns:a="http://schemas.openxmlformats.org/drawingml/2006/main"/>
          <a:ln xmlns:a="http://schemas.openxmlformats.org/drawingml/2006/main" w="24384">
            <a:solidFill>
              <a:srgbClr val="7155A4"/>
            </a:solidFill>
            <a:prstDash val="solid"/>
          </a:ln>
        </p:spPr>
      </p:sp>
      <p:sp>
        <p:nvSpPr>
          <p:cNvPr id="141" name="dp43-comparison / n137">
            <a:extLst xmlns:a="http://schemas.openxmlformats.org/drawingml/2006/main">
              <a:ext uri="{FF2B5EF4-FFF2-40B4-BE49-F238E27FC236}">
                <a16:creationId xmlns:a16="http://schemas.microsoft.com/office/drawing/2014/main" id="{E0F5E4FA-9C3A-447F-97C4-55CF3D3CEE34}"/>
              </a:ext>
            </a:extLst>
          </p:cNvPr>
          <p:cNvSpPr>
            <a:spLocks xmlns:a="http://schemas.openxmlformats.org/drawingml/2006/main" noGrp="1"/>
          </p:cNvSpPr>
          <p:nvPr/>
        </p:nvSpPr>
        <p:spPr>
          <a:xfrm xmlns:a="http://schemas.openxmlformats.org/drawingml/2006/main">
            <a:off x="1003935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2" name="dp43-comparison / n138 / text 1">
            <a:extLst xmlns:a="http://schemas.openxmlformats.org/drawingml/2006/main">
              <a:ext uri="{FF2B5EF4-FFF2-40B4-BE49-F238E27FC236}">
                <a16:creationId xmlns:a16="http://schemas.microsoft.com/office/drawing/2014/main" id="{2B6C306D-E2FF-4B85-9289-6E9EF6544EC7}"/>
              </a:ext>
            </a:extLst>
          </p:cNvPr>
          <p:cNvSpPr>
            <a:spLocks xmlns:a="http://schemas.openxmlformats.org/drawingml/2006/main" noGrp="1"/>
          </p:cNvSpPr>
          <p:nvPr/>
        </p:nvSpPr>
        <p:spPr>
          <a:xfrm xmlns:a="http://schemas.openxmlformats.org/drawingml/2006/main">
            <a:off x="1012507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Association</a:t>
            </a:r>
          </a:p>
        </p:txBody>
      </p:sp>
      <p:sp>
        <p:nvSpPr>
          <p:cNvPr id="143" name="dp43-comparison / n138 / text 2">
            <a:extLst xmlns:a="http://schemas.openxmlformats.org/drawingml/2006/main">
              <a:ext uri="{FF2B5EF4-FFF2-40B4-BE49-F238E27FC236}">
                <a16:creationId xmlns:a16="http://schemas.microsoft.com/office/drawing/2014/main" id="{0399E2FD-D5DE-4CC2-882A-0228B1EC789A}"/>
              </a:ext>
            </a:extLst>
          </p:cNvPr>
          <p:cNvSpPr>
            <a:spLocks xmlns:a="http://schemas.openxmlformats.org/drawingml/2006/main" noGrp="1"/>
          </p:cNvSpPr>
          <p:nvPr/>
        </p:nvSpPr>
        <p:spPr>
          <a:xfrm xmlns:a="http://schemas.openxmlformats.org/drawingml/2006/main">
            <a:off x="1012507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Resolver</a:t>
            </a:r>
          </a:p>
        </p:txBody>
      </p:sp>
      <p:sp>
        <p:nvSpPr>
          <p:cNvPr id="144" name="dp43-comparison / n141 / path">
            <a:extLst xmlns:a="http://schemas.openxmlformats.org/drawingml/2006/main">
              <a:ext uri="{FF2B5EF4-FFF2-40B4-BE49-F238E27FC236}">
                <a16:creationId xmlns:a16="http://schemas.microsoft.com/office/drawing/2014/main" id="{492A2DE0-522D-41B3-AF4A-117923B64A78}"/>
              </a:ext>
            </a:extLst>
          </p:cNvPr>
          <p:cNvSpPr>
            <a:spLocks xmlns:a="http://schemas.openxmlformats.org/drawingml/2006/main" noGrp="1"/>
          </p:cNvSpPr>
          <p:nvPr/>
        </p:nvSpPr>
        <p:spPr>
          <a:xfrm xmlns:a="http://schemas.openxmlformats.org/drawingml/2006/main">
            <a:off x="12287250" y="4976813"/>
            <a:ext cx="342900" cy="323850"/>
          </a:xfrm>
          <a:custGeom xmlns:a="http://schemas.openxmlformats.org/drawingml/2006/main">
            <a:pathLst>
              <a:path w="342900" h="323850">
                <a:moveTo>
                  <a:pt x="0" y="32385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45" name="dp43-comparison / n141 / arrow">
            <a:extLst xmlns:a="http://schemas.openxmlformats.org/drawingml/2006/main">
              <a:ext uri="{FF2B5EF4-FFF2-40B4-BE49-F238E27FC236}">
                <a16:creationId xmlns:a16="http://schemas.microsoft.com/office/drawing/2014/main" id="{EDD51943-EA90-4EF9-ACAD-100733EF75CF}"/>
              </a:ext>
            </a:extLst>
          </p:cNvPr>
          <p:cNvSpPr>
            <a:spLocks xmlns:a="http://schemas.openxmlformats.org/drawingml/2006/main" noGrp="1"/>
          </p:cNvSpPr>
          <p:nvPr/>
        </p:nvSpPr>
        <p:spPr>
          <a:xfrm xmlns:a="http://schemas.openxmlformats.org/drawingml/2006/main">
            <a:off x="12499656" y="4976813"/>
            <a:ext cx="130494" cy="128032"/>
          </a:xfrm>
          <a:custGeom xmlns:a="http://schemas.openxmlformats.org/drawingml/2006/main">
            <a:pathLst>
              <a:path w="130494" h="128032">
                <a:moveTo>
                  <a:pt x="83713" y="128032"/>
                </a:moveTo>
                <a:lnTo>
                  <a:pt x="130494" y="0"/>
                </a:lnTo>
                <a:lnTo>
                  <a:pt x="0" y="39394"/>
                </a:lnTo>
              </a:path>
            </a:pathLst>
          </a:custGeom>
          <a:noFill xmlns:a="http://schemas.openxmlformats.org/drawingml/2006/main"/>
          <a:ln xmlns:a="http://schemas.openxmlformats.org/drawingml/2006/main" w="24384">
            <a:solidFill>
              <a:srgbClr val="7155A4"/>
            </a:solidFill>
            <a:prstDash val="solid"/>
          </a:ln>
        </p:spPr>
      </p:sp>
      <p:sp>
        <p:nvSpPr>
          <p:cNvPr id="146" name="dp43-comparison / n142 / path">
            <a:extLst xmlns:a="http://schemas.openxmlformats.org/drawingml/2006/main">
              <a:ext uri="{FF2B5EF4-FFF2-40B4-BE49-F238E27FC236}">
                <a16:creationId xmlns:a16="http://schemas.microsoft.com/office/drawing/2014/main" id="{6FBCFB45-2771-4A10-9898-583E37F0D731}"/>
              </a:ext>
            </a:extLst>
          </p:cNvPr>
          <p:cNvSpPr>
            <a:spLocks xmlns:a="http://schemas.openxmlformats.org/drawingml/2006/main" noGrp="1"/>
          </p:cNvSpPr>
          <p:nvPr/>
        </p:nvSpPr>
        <p:spPr>
          <a:xfrm xmlns:a="http://schemas.openxmlformats.org/drawingml/2006/main">
            <a:off x="12287250" y="5148263"/>
            <a:ext cx="342900" cy="323850"/>
          </a:xfrm>
          <a:custGeom xmlns:a="http://schemas.openxmlformats.org/drawingml/2006/main">
            <a:pathLst>
              <a:path w="342900" h="323850">
                <a:moveTo>
                  <a:pt x="342900" y="0"/>
                </a:moveTo>
                <a:lnTo>
                  <a:pt x="0" y="323850"/>
                </a:lnTo>
              </a:path>
            </a:pathLst>
          </a:custGeom>
          <a:noFill xmlns:a="http://schemas.openxmlformats.org/drawingml/2006/main"/>
          <a:ln xmlns:a="http://schemas.openxmlformats.org/drawingml/2006/main" w="19050">
            <a:solidFill>
              <a:srgbClr val="7155A4"/>
            </a:solidFill>
            <a:prstDash val="dash"/>
          </a:ln>
        </p:spPr>
      </p:sp>
      <p:sp>
        <p:nvSpPr>
          <p:cNvPr id="147" name="dp43-comparison / n142 / arrow">
            <a:extLst xmlns:a="http://schemas.openxmlformats.org/drawingml/2006/main">
              <a:ext uri="{FF2B5EF4-FFF2-40B4-BE49-F238E27FC236}">
                <a16:creationId xmlns:a16="http://schemas.microsoft.com/office/drawing/2014/main" id="{154F2166-4BAE-4951-8839-86C83619B4C6}"/>
              </a:ext>
            </a:extLst>
          </p:cNvPr>
          <p:cNvSpPr>
            <a:spLocks xmlns:a="http://schemas.openxmlformats.org/drawingml/2006/main" noGrp="1"/>
          </p:cNvSpPr>
          <p:nvPr/>
        </p:nvSpPr>
        <p:spPr>
          <a:xfrm xmlns:a="http://schemas.openxmlformats.org/drawingml/2006/main">
            <a:off x="12287250" y="5344081"/>
            <a:ext cx="130494" cy="128032"/>
          </a:xfrm>
          <a:custGeom xmlns:a="http://schemas.openxmlformats.org/drawingml/2006/main">
            <a:pathLst>
              <a:path w="130494" h="128032">
                <a:moveTo>
                  <a:pt x="46781" y="0"/>
                </a:moveTo>
                <a:lnTo>
                  <a:pt x="0" y="128032"/>
                </a:lnTo>
                <a:lnTo>
                  <a:pt x="130494" y="88637"/>
                </a:lnTo>
              </a:path>
            </a:pathLst>
          </a:custGeom>
          <a:noFill xmlns:a="http://schemas.openxmlformats.org/drawingml/2006/main"/>
          <a:ln xmlns:a="http://schemas.openxmlformats.org/drawingml/2006/main" w="24384">
            <a:solidFill>
              <a:srgbClr val="7155A4"/>
            </a:solidFill>
            <a:prstDash val="solid"/>
          </a:ln>
        </p:spPr>
      </p:sp>
      <p:sp>
        <p:nvSpPr>
          <p:cNvPr id="148" name="dp43-comparison / n143">
            <a:extLst xmlns:a="http://schemas.openxmlformats.org/drawingml/2006/main">
              <a:ext uri="{FF2B5EF4-FFF2-40B4-BE49-F238E27FC236}">
                <a16:creationId xmlns:a16="http://schemas.microsoft.com/office/drawing/2014/main" id="{84235983-5D9F-42DE-AFC5-6A7A70F014CB}"/>
              </a:ext>
            </a:extLst>
          </p:cNvPr>
          <p:cNvSpPr>
            <a:spLocks xmlns:a="http://schemas.openxmlformats.org/drawingml/2006/main" noGrp="1"/>
          </p:cNvSpPr>
          <p:nvPr/>
        </p:nvSpPr>
        <p:spPr>
          <a:xfrm xmlns:a="http://schemas.openxmlformats.org/drawingml/2006/main">
            <a:off x="1524000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9" name="dp43-comparison / n144 / text 1">
            <a:extLst xmlns:a="http://schemas.openxmlformats.org/drawingml/2006/main">
              <a:ext uri="{FF2B5EF4-FFF2-40B4-BE49-F238E27FC236}">
                <a16:creationId xmlns:a16="http://schemas.microsoft.com/office/drawing/2014/main" id="{11C81CC0-5348-44D2-9E7C-26A61678F843}"/>
              </a:ext>
            </a:extLst>
          </p:cNvPr>
          <p:cNvSpPr>
            <a:spLocks xmlns:a="http://schemas.openxmlformats.org/drawingml/2006/main" noGrp="1"/>
          </p:cNvSpPr>
          <p:nvPr/>
        </p:nvSpPr>
        <p:spPr>
          <a:xfrm xmlns:a="http://schemas.openxmlformats.org/drawingml/2006/main">
            <a:off x="1532572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Relation</a:t>
            </a:r>
          </a:p>
        </p:txBody>
      </p:sp>
      <p:sp>
        <p:nvSpPr>
          <p:cNvPr id="150" name="dp43-comparison / n144 / text 2">
            <a:extLst xmlns:a="http://schemas.openxmlformats.org/drawingml/2006/main">
              <a:ext uri="{FF2B5EF4-FFF2-40B4-BE49-F238E27FC236}">
                <a16:creationId xmlns:a16="http://schemas.microsoft.com/office/drawing/2014/main" id="{6F94EAA9-3FA0-42CA-A26F-77E51EAC1A52}"/>
              </a:ext>
            </a:extLst>
          </p:cNvPr>
          <p:cNvSpPr>
            <a:spLocks xmlns:a="http://schemas.openxmlformats.org/drawingml/2006/main" noGrp="1"/>
          </p:cNvSpPr>
          <p:nvPr/>
        </p:nvSpPr>
        <p:spPr>
          <a:xfrm xmlns:a="http://schemas.openxmlformats.org/drawingml/2006/main">
            <a:off x="1532572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1" name="dp43-comparison / n147 / path">
            <a:extLst xmlns:a="http://schemas.openxmlformats.org/drawingml/2006/main">
              <a:ext uri="{FF2B5EF4-FFF2-40B4-BE49-F238E27FC236}">
                <a16:creationId xmlns:a16="http://schemas.microsoft.com/office/drawing/2014/main" id="{6FE777BB-8531-4D1A-8EDC-1113D5B606F7}"/>
              </a:ext>
            </a:extLst>
          </p:cNvPr>
          <p:cNvSpPr>
            <a:spLocks xmlns:a="http://schemas.openxmlformats.org/drawingml/2006/main" noGrp="1"/>
          </p:cNvSpPr>
          <p:nvPr/>
        </p:nvSpPr>
        <p:spPr>
          <a:xfrm xmlns:a="http://schemas.openxmlformats.org/drawingml/2006/main">
            <a:off x="14916150" y="3986213"/>
            <a:ext cx="323850" cy="19050"/>
          </a:xfrm>
          <a:custGeom xmlns:a="http://schemas.openxmlformats.org/drawingml/2006/main">
            <a:pathLst>
              <a:path w="323850" h="19050">
                <a:moveTo>
                  <a:pt x="323850" y="0"/>
                </a:moveTo>
                <a:lnTo>
                  <a:pt x="0" y="19050"/>
                </a:lnTo>
              </a:path>
            </a:pathLst>
          </a:custGeom>
          <a:noFill xmlns:a="http://schemas.openxmlformats.org/drawingml/2006/main"/>
          <a:ln xmlns:a="http://schemas.openxmlformats.org/drawingml/2006/main" w="19050">
            <a:solidFill>
              <a:srgbClr val="7155A4"/>
            </a:solidFill>
            <a:prstDash val="solid"/>
          </a:ln>
        </p:spPr>
      </p:sp>
      <p:sp>
        <p:nvSpPr>
          <p:cNvPr id="152" name="dp43-comparison / n147 / arrow">
            <a:extLst xmlns:a="http://schemas.openxmlformats.org/drawingml/2006/main">
              <a:ext uri="{FF2B5EF4-FFF2-40B4-BE49-F238E27FC236}">
                <a16:creationId xmlns:a16="http://schemas.microsoft.com/office/drawing/2014/main" id="{B23877C4-DE2F-4918-9F79-6C826F7E4EE1}"/>
              </a:ext>
            </a:extLst>
          </p:cNvPr>
          <p:cNvSpPr>
            <a:spLocks xmlns:a="http://schemas.openxmlformats.org/drawingml/2006/main" noGrp="1"/>
          </p:cNvSpPr>
          <p:nvPr/>
        </p:nvSpPr>
        <p:spPr>
          <a:xfrm xmlns:a="http://schemas.openxmlformats.org/drawingml/2006/main">
            <a:off x="14916150" y="3937248"/>
            <a:ext cx="125289" cy="121710"/>
          </a:xfrm>
          <a:custGeom xmlns:a="http://schemas.openxmlformats.org/drawingml/2006/main">
            <a:pathLst>
              <a:path w="125289" h="121710">
                <a:moveTo>
                  <a:pt x="118130" y="0"/>
                </a:moveTo>
                <a:lnTo>
                  <a:pt x="0" y="68014"/>
                </a:lnTo>
                <a:lnTo>
                  <a:pt x="125289" y="121710"/>
                </a:lnTo>
              </a:path>
            </a:pathLst>
          </a:custGeom>
          <a:noFill xmlns:a="http://schemas.openxmlformats.org/drawingml/2006/main"/>
          <a:ln xmlns:a="http://schemas.openxmlformats.org/drawingml/2006/main" w="24384">
            <a:solidFill>
              <a:srgbClr val="7155A4"/>
            </a:solidFill>
            <a:prstDash val="solid"/>
          </a:ln>
        </p:spPr>
      </p:sp>
      <p:sp>
        <p:nvSpPr>
          <p:cNvPr id="153" name="dp43-comparison / n148 / path">
            <a:extLst xmlns:a="http://schemas.openxmlformats.org/drawingml/2006/main">
              <a:ext uri="{FF2B5EF4-FFF2-40B4-BE49-F238E27FC236}">
                <a16:creationId xmlns:a16="http://schemas.microsoft.com/office/drawing/2014/main" id="{314F83E9-CB6E-4A0C-B6D7-48BFB9226181}"/>
              </a:ext>
            </a:extLst>
          </p:cNvPr>
          <p:cNvSpPr>
            <a:spLocks xmlns:a="http://schemas.openxmlformats.org/drawingml/2006/main" noGrp="1"/>
          </p:cNvSpPr>
          <p:nvPr/>
        </p:nvSpPr>
        <p:spPr>
          <a:xfrm xmlns:a="http://schemas.openxmlformats.org/drawingml/2006/main">
            <a:off x="14916150" y="4157663"/>
            <a:ext cx="323850" cy="19050"/>
          </a:xfrm>
          <a:custGeom xmlns:a="http://schemas.openxmlformats.org/drawingml/2006/main">
            <a:pathLst>
              <a:path w="323850" h="19050">
                <a:moveTo>
                  <a:pt x="0" y="19050"/>
                </a:moveTo>
                <a:lnTo>
                  <a:pt x="323850" y="0"/>
                </a:lnTo>
              </a:path>
            </a:pathLst>
          </a:custGeom>
          <a:noFill xmlns:a="http://schemas.openxmlformats.org/drawingml/2006/main"/>
          <a:ln xmlns:a="http://schemas.openxmlformats.org/drawingml/2006/main" w="19050">
            <a:solidFill>
              <a:srgbClr val="7155A4"/>
            </a:solidFill>
            <a:prstDash val="dash"/>
          </a:ln>
        </p:spPr>
      </p:sp>
      <p:sp>
        <p:nvSpPr>
          <p:cNvPr id="154" name="dp43-comparison / n148 / arrow">
            <a:extLst xmlns:a="http://schemas.openxmlformats.org/drawingml/2006/main">
              <a:ext uri="{FF2B5EF4-FFF2-40B4-BE49-F238E27FC236}">
                <a16:creationId xmlns:a16="http://schemas.microsoft.com/office/drawing/2014/main" id="{4B3580C8-876B-4272-B9E9-EA57D9A4F779}"/>
              </a:ext>
            </a:extLst>
          </p:cNvPr>
          <p:cNvSpPr>
            <a:spLocks xmlns:a="http://schemas.openxmlformats.org/drawingml/2006/main" noGrp="1"/>
          </p:cNvSpPr>
          <p:nvPr/>
        </p:nvSpPr>
        <p:spPr>
          <a:xfrm xmlns:a="http://schemas.openxmlformats.org/drawingml/2006/main">
            <a:off x="15114711" y="4103967"/>
            <a:ext cx="125289" cy="121710"/>
          </a:xfrm>
          <a:custGeom xmlns:a="http://schemas.openxmlformats.org/drawingml/2006/main">
            <a:pathLst>
              <a:path w="125289" h="121710">
                <a:moveTo>
                  <a:pt x="7159" y="121710"/>
                </a:moveTo>
                <a:lnTo>
                  <a:pt x="125289" y="53695"/>
                </a:lnTo>
                <a:lnTo>
                  <a:pt x="0" y="0"/>
                </a:lnTo>
              </a:path>
            </a:pathLst>
          </a:custGeom>
          <a:noFill xmlns:a="http://schemas.openxmlformats.org/drawingml/2006/main"/>
          <a:ln xmlns:a="http://schemas.openxmlformats.org/drawingml/2006/main" w="24384">
            <a:solidFill>
              <a:srgbClr val="7155A4"/>
            </a:solidFill>
            <a:prstDash val="solid"/>
          </a:ln>
        </p:spPr>
      </p:sp>
      <p:sp>
        <p:nvSpPr>
          <p:cNvPr id="155" name="dp43-comparison / n149">
            <a:extLst xmlns:a="http://schemas.openxmlformats.org/drawingml/2006/main">
              <a:ext uri="{FF2B5EF4-FFF2-40B4-BE49-F238E27FC236}">
                <a16:creationId xmlns:a16="http://schemas.microsoft.com/office/drawing/2014/main" id="{A3AAFD48-2911-4B42-9989-49C0A0AAC464}"/>
              </a:ext>
            </a:extLst>
          </p:cNvPr>
          <p:cNvSpPr>
            <a:spLocks xmlns:a="http://schemas.openxmlformats.org/drawingml/2006/main" noGrp="1"/>
          </p:cNvSpPr>
          <p:nvPr/>
        </p:nvSpPr>
        <p:spPr>
          <a:xfrm xmlns:a="http://schemas.openxmlformats.org/drawingml/2006/main">
            <a:off x="1524000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56" name="dp43-comparison / n150 / text 1">
            <a:extLst xmlns:a="http://schemas.openxmlformats.org/drawingml/2006/main">
              <a:ext uri="{FF2B5EF4-FFF2-40B4-BE49-F238E27FC236}">
                <a16:creationId xmlns:a16="http://schemas.microsoft.com/office/drawing/2014/main" id="{CF627577-D441-4DE3-99B1-D5CE1EAC720E}"/>
              </a:ext>
            </a:extLst>
          </p:cNvPr>
          <p:cNvSpPr>
            <a:spLocks xmlns:a="http://schemas.openxmlformats.org/drawingml/2006/main" noGrp="1"/>
          </p:cNvSpPr>
          <p:nvPr/>
        </p:nvSpPr>
        <p:spPr>
          <a:xfrm xmlns:a="http://schemas.openxmlformats.org/drawingml/2006/main">
            <a:off x="15325725" y="4518660"/>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Revision</a:t>
            </a:r>
          </a:p>
        </p:txBody>
      </p:sp>
      <p:sp>
        <p:nvSpPr>
          <p:cNvPr id="157" name="dp43-comparison / n150 / text 2">
            <a:extLst xmlns:a="http://schemas.openxmlformats.org/drawingml/2006/main">
              <a:ext uri="{FF2B5EF4-FFF2-40B4-BE49-F238E27FC236}">
                <a16:creationId xmlns:a16="http://schemas.microsoft.com/office/drawing/2014/main" id="{AD0FD768-8DEC-42E5-9520-8B358D21A693}"/>
              </a:ext>
            </a:extLst>
          </p:cNvPr>
          <p:cNvSpPr>
            <a:spLocks xmlns:a="http://schemas.openxmlformats.org/drawingml/2006/main" noGrp="1"/>
          </p:cNvSpPr>
          <p:nvPr/>
        </p:nvSpPr>
        <p:spPr>
          <a:xfrm xmlns:a="http://schemas.openxmlformats.org/drawingml/2006/main">
            <a:off x="15325725" y="4729163"/>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8" name="dp43-comparison / n153 / path">
            <a:extLst xmlns:a="http://schemas.openxmlformats.org/drawingml/2006/main">
              <a:ext uri="{FF2B5EF4-FFF2-40B4-BE49-F238E27FC236}">
                <a16:creationId xmlns:a16="http://schemas.microsoft.com/office/drawing/2014/main" id="{8DA43258-4CFE-47A0-930C-36B3A4DF1DB2}"/>
              </a:ext>
            </a:extLst>
          </p:cNvPr>
          <p:cNvSpPr>
            <a:spLocks xmlns:a="http://schemas.openxmlformats.org/drawingml/2006/main" noGrp="1"/>
          </p:cNvSpPr>
          <p:nvPr/>
        </p:nvSpPr>
        <p:spPr>
          <a:xfrm xmlns:a="http://schemas.openxmlformats.org/drawingml/2006/main">
            <a:off x="14916150" y="4491038"/>
            <a:ext cx="323850" cy="152400"/>
          </a:xfrm>
          <a:custGeom xmlns:a="http://schemas.openxmlformats.org/drawingml/2006/main">
            <a:pathLst>
              <a:path w="323850" h="152400">
                <a:moveTo>
                  <a:pt x="323850" y="152400"/>
                </a:moveTo>
                <a:lnTo>
                  <a:pt x="0" y="0"/>
                </a:lnTo>
              </a:path>
            </a:pathLst>
          </a:custGeom>
          <a:noFill xmlns:a="http://schemas.openxmlformats.org/drawingml/2006/main"/>
          <a:ln xmlns:a="http://schemas.openxmlformats.org/drawingml/2006/main" w="19050">
            <a:solidFill>
              <a:srgbClr val="7155A4"/>
            </a:solidFill>
            <a:prstDash val="solid"/>
          </a:ln>
        </p:spPr>
      </p:sp>
      <p:sp>
        <p:nvSpPr>
          <p:cNvPr id="159" name="dp43-comparison / n153 / arrow">
            <a:extLst xmlns:a="http://schemas.openxmlformats.org/drawingml/2006/main">
              <a:ext uri="{FF2B5EF4-FFF2-40B4-BE49-F238E27FC236}">
                <a16:creationId xmlns:a16="http://schemas.microsoft.com/office/drawing/2014/main" id="{2D2C9E76-6D53-4A48-BA7F-2B57B1EE5017}"/>
              </a:ext>
            </a:extLst>
          </p:cNvPr>
          <p:cNvSpPr>
            <a:spLocks xmlns:a="http://schemas.openxmlformats.org/drawingml/2006/main" noGrp="1"/>
          </p:cNvSpPr>
          <p:nvPr/>
        </p:nvSpPr>
        <p:spPr>
          <a:xfrm xmlns:a="http://schemas.openxmlformats.org/drawingml/2006/main">
            <a:off x="14916150" y="4487793"/>
            <a:ext cx="136272" cy="110315"/>
          </a:xfrm>
          <a:custGeom xmlns:a="http://schemas.openxmlformats.org/drawingml/2006/main">
            <a:pathLst>
              <a:path w="136272" h="110315">
                <a:moveTo>
                  <a:pt x="136272" y="0"/>
                </a:moveTo>
                <a:lnTo>
                  <a:pt x="0" y="3245"/>
                </a:lnTo>
                <a:lnTo>
                  <a:pt x="84359" y="110315"/>
                </a:lnTo>
              </a:path>
            </a:pathLst>
          </a:custGeom>
          <a:noFill xmlns:a="http://schemas.openxmlformats.org/drawingml/2006/main"/>
          <a:ln xmlns:a="http://schemas.openxmlformats.org/drawingml/2006/main" w="24384">
            <a:solidFill>
              <a:srgbClr val="7155A4"/>
            </a:solidFill>
            <a:prstDash val="solid"/>
          </a:ln>
        </p:spPr>
      </p:sp>
      <p:sp>
        <p:nvSpPr>
          <p:cNvPr id="160" name="dp43-comparison / n154 / path">
            <a:extLst xmlns:a="http://schemas.openxmlformats.org/drawingml/2006/main">
              <a:ext uri="{FF2B5EF4-FFF2-40B4-BE49-F238E27FC236}">
                <a16:creationId xmlns:a16="http://schemas.microsoft.com/office/drawing/2014/main" id="{46FDEF72-0CCD-4D98-981E-BFC43999C9D8}"/>
              </a:ext>
            </a:extLst>
          </p:cNvPr>
          <p:cNvSpPr>
            <a:spLocks xmlns:a="http://schemas.openxmlformats.org/drawingml/2006/main" noGrp="1"/>
          </p:cNvSpPr>
          <p:nvPr/>
        </p:nvSpPr>
        <p:spPr>
          <a:xfrm xmlns:a="http://schemas.openxmlformats.org/drawingml/2006/main">
            <a:off x="14916150" y="4662488"/>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9050">
            <a:solidFill>
              <a:srgbClr val="7155A4"/>
            </a:solidFill>
            <a:prstDash val="dash"/>
          </a:ln>
        </p:spPr>
      </p:sp>
      <p:sp>
        <p:nvSpPr>
          <p:cNvPr id="161" name="dp43-comparison / n154 / arrow">
            <a:extLst xmlns:a="http://schemas.openxmlformats.org/drawingml/2006/main">
              <a:ext uri="{FF2B5EF4-FFF2-40B4-BE49-F238E27FC236}">
                <a16:creationId xmlns:a16="http://schemas.microsoft.com/office/drawing/2014/main" id="{526A6EB2-317A-4C28-81C0-59B0A35180FF}"/>
              </a:ext>
            </a:extLst>
          </p:cNvPr>
          <p:cNvSpPr>
            <a:spLocks xmlns:a="http://schemas.openxmlformats.org/drawingml/2006/main" noGrp="1"/>
          </p:cNvSpPr>
          <p:nvPr/>
        </p:nvSpPr>
        <p:spPr>
          <a:xfrm xmlns:a="http://schemas.openxmlformats.org/drawingml/2006/main">
            <a:off x="15103728" y="4707817"/>
            <a:ext cx="136272" cy="110315"/>
          </a:xfrm>
          <a:custGeom xmlns:a="http://schemas.openxmlformats.org/drawingml/2006/main">
            <a:pathLst>
              <a:path w="136272" h="110315">
                <a:moveTo>
                  <a:pt x="0" y="110315"/>
                </a:moveTo>
                <a:lnTo>
                  <a:pt x="136272" y="107071"/>
                </a:lnTo>
                <a:lnTo>
                  <a:pt x="51913" y="0"/>
                </a:lnTo>
              </a:path>
            </a:pathLst>
          </a:custGeom>
          <a:noFill xmlns:a="http://schemas.openxmlformats.org/drawingml/2006/main"/>
          <a:ln xmlns:a="http://schemas.openxmlformats.org/drawingml/2006/main" w="24384">
            <a:solidFill>
              <a:srgbClr val="7155A4"/>
            </a:solidFill>
            <a:prstDash val="solid"/>
          </a:ln>
        </p:spPr>
      </p:sp>
      <p:sp>
        <p:nvSpPr>
          <p:cNvPr id="162" name="dp43-comparison / n155">
            <a:extLst xmlns:a="http://schemas.openxmlformats.org/drawingml/2006/main">
              <a:ext uri="{FF2B5EF4-FFF2-40B4-BE49-F238E27FC236}">
                <a16:creationId xmlns:a16="http://schemas.microsoft.com/office/drawing/2014/main" id="{C31BBDF9-24E4-4858-870A-7833EAE7FAD3}"/>
              </a:ext>
            </a:extLst>
          </p:cNvPr>
          <p:cNvSpPr>
            <a:spLocks xmlns:a="http://schemas.openxmlformats.org/drawingml/2006/main" noGrp="1"/>
          </p:cNvSpPr>
          <p:nvPr/>
        </p:nvSpPr>
        <p:spPr>
          <a:xfrm xmlns:a="http://schemas.openxmlformats.org/drawingml/2006/main">
            <a:off x="1524000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63" name="dp43-comparison / n156 / text 1">
            <a:extLst xmlns:a="http://schemas.openxmlformats.org/drawingml/2006/main">
              <a:ext uri="{FF2B5EF4-FFF2-40B4-BE49-F238E27FC236}">
                <a16:creationId xmlns:a16="http://schemas.microsoft.com/office/drawing/2014/main" id="{ACFC4796-7308-40C5-BE8E-687FFD9CA5F3}"/>
              </a:ext>
            </a:extLst>
          </p:cNvPr>
          <p:cNvSpPr>
            <a:spLocks xmlns:a="http://schemas.openxmlformats.org/drawingml/2006/main" noGrp="1"/>
          </p:cNvSpPr>
          <p:nvPr/>
        </p:nvSpPr>
        <p:spPr>
          <a:xfrm xmlns:a="http://schemas.openxmlformats.org/drawingml/2006/main">
            <a:off x="1532572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Handling</a:t>
            </a:r>
          </a:p>
        </p:txBody>
      </p:sp>
      <p:sp>
        <p:nvSpPr>
          <p:cNvPr id="164" name="dp43-comparison / n156 / text 2">
            <a:extLst xmlns:a="http://schemas.openxmlformats.org/drawingml/2006/main">
              <a:ext uri="{FF2B5EF4-FFF2-40B4-BE49-F238E27FC236}">
                <a16:creationId xmlns:a16="http://schemas.microsoft.com/office/drawing/2014/main" id="{4EC18EB6-9CDD-4219-9440-D96840B5FFF1}"/>
              </a:ext>
            </a:extLst>
          </p:cNvPr>
          <p:cNvSpPr>
            <a:spLocks xmlns:a="http://schemas.openxmlformats.org/drawingml/2006/main" noGrp="1"/>
          </p:cNvSpPr>
          <p:nvPr/>
        </p:nvSpPr>
        <p:spPr>
          <a:xfrm xmlns:a="http://schemas.openxmlformats.org/drawingml/2006/main">
            <a:off x="1532572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65" name="dp43-comparison / n159 / path">
            <a:extLst xmlns:a="http://schemas.openxmlformats.org/drawingml/2006/main">
              <a:ext uri="{FF2B5EF4-FFF2-40B4-BE49-F238E27FC236}">
                <a16:creationId xmlns:a16="http://schemas.microsoft.com/office/drawing/2014/main" id="{1F3A913D-2B38-4578-B0FF-98940C7CBD7D}"/>
              </a:ext>
            </a:extLst>
          </p:cNvPr>
          <p:cNvSpPr>
            <a:spLocks xmlns:a="http://schemas.openxmlformats.org/drawingml/2006/main" noGrp="1"/>
          </p:cNvSpPr>
          <p:nvPr/>
        </p:nvSpPr>
        <p:spPr>
          <a:xfrm xmlns:a="http://schemas.openxmlformats.org/drawingml/2006/main">
            <a:off x="14916150" y="4976813"/>
            <a:ext cx="323850" cy="323850"/>
          </a:xfrm>
          <a:custGeom xmlns:a="http://schemas.openxmlformats.org/drawingml/2006/main">
            <a:pathLst>
              <a:path w="323850" h="323850">
                <a:moveTo>
                  <a:pt x="323850" y="323850"/>
                </a:moveTo>
                <a:lnTo>
                  <a:pt x="0" y="0"/>
                </a:lnTo>
              </a:path>
            </a:pathLst>
          </a:custGeom>
          <a:noFill xmlns:a="http://schemas.openxmlformats.org/drawingml/2006/main"/>
          <a:ln xmlns:a="http://schemas.openxmlformats.org/drawingml/2006/main" w="19050">
            <a:solidFill>
              <a:srgbClr val="7155A4"/>
            </a:solidFill>
            <a:prstDash val="solid"/>
          </a:ln>
        </p:spPr>
      </p:sp>
      <p:sp>
        <p:nvSpPr>
          <p:cNvPr id="166" name="dp43-comparison / n159 / arrow">
            <a:extLst xmlns:a="http://schemas.openxmlformats.org/drawingml/2006/main">
              <a:ext uri="{FF2B5EF4-FFF2-40B4-BE49-F238E27FC236}">
                <a16:creationId xmlns:a16="http://schemas.microsoft.com/office/drawing/2014/main" id="{9454ECD9-5429-4787-B11E-0D1FBB1BC268}"/>
              </a:ext>
            </a:extLst>
          </p:cNvPr>
          <p:cNvSpPr>
            <a:spLocks xmlns:a="http://schemas.openxmlformats.org/drawingml/2006/main" noGrp="1"/>
          </p:cNvSpPr>
          <p:nvPr/>
        </p:nvSpPr>
        <p:spPr>
          <a:xfrm xmlns:a="http://schemas.openxmlformats.org/drawingml/2006/main">
            <a:off x="14916150" y="4976813"/>
            <a:ext cx="129316" cy="129316"/>
          </a:xfrm>
          <a:custGeom xmlns:a="http://schemas.openxmlformats.org/drawingml/2006/main">
            <a:pathLst>
              <a:path w="129316" h="129316">
                <a:moveTo>
                  <a:pt x="129316" y="43105"/>
                </a:moveTo>
                <a:lnTo>
                  <a:pt x="0" y="0"/>
                </a:lnTo>
                <a:lnTo>
                  <a:pt x="43105" y="129316"/>
                </a:lnTo>
              </a:path>
            </a:pathLst>
          </a:custGeom>
          <a:noFill xmlns:a="http://schemas.openxmlformats.org/drawingml/2006/main"/>
          <a:ln xmlns:a="http://schemas.openxmlformats.org/drawingml/2006/main" w="24384">
            <a:solidFill>
              <a:srgbClr val="7155A4"/>
            </a:solidFill>
            <a:prstDash val="solid"/>
          </a:ln>
        </p:spPr>
      </p:sp>
      <p:sp>
        <p:nvSpPr>
          <p:cNvPr id="167" name="dp43-comparison / n160 / path">
            <a:extLst xmlns:a="http://schemas.openxmlformats.org/drawingml/2006/main">
              <a:ext uri="{FF2B5EF4-FFF2-40B4-BE49-F238E27FC236}">
                <a16:creationId xmlns:a16="http://schemas.microsoft.com/office/drawing/2014/main" id="{532F0AD1-053E-403D-8CC7-054108F56CB9}"/>
              </a:ext>
            </a:extLst>
          </p:cNvPr>
          <p:cNvSpPr>
            <a:spLocks xmlns:a="http://schemas.openxmlformats.org/drawingml/2006/main" noGrp="1"/>
          </p:cNvSpPr>
          <p:nvPr/>
        </p:nvSpPr>
        <p:spPr>
          <a:xfrm xmlns:a="http://schemas.openxmlformats.org/drawingml/2006/main">
            <a:off x="14916150" y="5148263"/>
            <a:ext cx="323850" cy="323850"/>
          </a:xfrm>
          <a:custGeom xmlns:a="http://schemas.openxmlformats.org/drawingml/2006/main">
            <a:pathLst>
              <a:path w="323850" h="323850">
                <a:moveTo>
                  <a:pt x="0" y="0"/>
                </a:moveTo>
                <a:lnTo>
                  <a:pt x="323850" y="323850"/>
                </a:lnTo>
              </a:path>
            </a:pathLst>
          </a:custGeom>
          <a:noFill xmlns:a="http://schemas.openxmlformats.org/drawingml/2006/main"/>
          <a:ln xmlns:a="http://schemas.openxmlformats.org/drawingml/2006/main" w="19050">
            <a:solidFill>
              <a:srgbClr val="7155A4"/>
            </a:solidFill>
            <a:prstDash val="dash"/>
          </a:ln>
        </p:spPr>
      </p:sp>
      <p:sp>
        <p:nvSpPr>
          <p:cNvPr id="168" name="dp43-comparison / n160 / arrow">
            <a:extLst xmlns:a="http://schemas.openxmlformats.org/drawingml/2006/main">
              <a:ext uri="{FF2B5EF4-FFF2-40B4-BE49-F238E27FC236}">
                <a16:creationId xmlns:a16="http://schemas.microsoft.com/office/drawing/2014/main" id="{1C7E9FA0-176E-4AA3-9821-B45861360006}"/>
              </a:ext>
            </a:extLst>
          </p:cNvPr>
          <p:cNvSpPr>
            <a:spLocks xmlns:a="http://schemas.openxmlformats.org/drawingml/2006/main" noGrp="1"/>
          </p:cNvSpPr>
          <p:nvPr/>
        </p:nvSpPr>
        <p:spPr>
          <a:xfrm xmlns:a="http://schemas.openxmlformats.org/drawingml/2006/main">
            <a:off x="15110684" y="5342797"/>
            <a:ext cx="129316" cy="129316"/>
          </a:xfrm>
          <a:custGeom xmlns:a="http://schemas.openxmlformats.org/drawingml/2006/main">
            <a:pathLst>
              <a:path w="129316" h="129316">
                <a:moveTo>
                  <a:pt x="0" y="86210"/>
                </a:moveTo>
                <a:lnTo>
                  <a:pt x="129316" y="129316"/>
                </a:lnTo>
                <a:lnTo>
                  <a:pt x="86210" y="0"/>
                </a:lnTo>
              </a:path>
            </a:pathLst>
          </a:custGeom>
          <a:noFill xmlns:a="http://schemas.openxmlformats.org/drawingml/2006/main"/>
          <a:ln xmlns:a="http://schemas.openxmlformats.org/drawingml/2006/main" w="24384">
            <a:solidFill>
              <a:srgbClr val="7155A4"/>
            </a:solidFill>
            <a:prstDash val="solid"/>
          </a:ln>
        </p:spPr>
      </p:sp>
      <p:sp>
        <p:nvSpPr>
          <p:cNvPr id="169" name="dp43-comparison / n161 / path">
            <a:extLst xmlns:a="http://schemas.openxmlformats.org/drawingml/2006/main">
              <a:ext uri="{FF2B5EF4-FFF2-40B4-BE49-F238E27FC236}">
                <a16:creationId xmlns:a16="http://schemas.microsoft.com/office/drawing/2014/main" id="{11832A7D-B16C-4CA7-BBFE-5F7461130723}"/>
              </a:ext>
            </a:extLst>
          </p:cNvPr>
          <p:cNvSpPr>
            <a:spLocks xmlns:a="http://schemas.openxmlformats.org/drawingml/2006/main" noGrp="1"/>
          </p:cNvSpPr>
          <p:nvPr/>
        </p:nvSpPr>
        <p:spPr>
          <a:xfrm xmlns:a="http://schemas.openxmlformats.org/drawingml/2006/main">
            <a:off x="13773150" y="3038475"/>
            <a:ext cx="1247775" cy="828675"/>
          </a:xfrm>
          <a:custGeom xmlns:a="http://schemas.openxmlformats.org/drawingml/2006/main">
            <a:pathLst>
              <a:path w="1247775" h="828675">
                <a:moveTo>
                  <a:pt x="1104900" y="0"/>
                </a:moveTo>
                <a:lnTo>
                  <a:pt x="1104900" y="266700"/>
                </a:lnTo>
                <a:lnTo>
                  <a:pt x="1247775" y="266700"/>
                </a:lnTo>
                <a:lnTo>
                  <a:pt x="1247775" y="781050"/>
                </a:lnTo>
                <a:lnTo>
                  <a:pt x="0" y="781050"/>
                </a:lnTo>
                <a:lnTo>
                  <a:pt x="0" y="828675"/>
                </a:lnTo>
              </a:path>
            </a:pathLst>
          </a:custGeom>
          <a:noFill xmlns:a="http://schemas.openxmlformats.org/drawingml/2006/main"/>
          <a:ln xmlns:a="http://schemas.openxmlformats.org/drawingml/2006/main" w="19050">
            <a:solidFill>
              <a:srgbClr val="7155A4"/>
            </a:solidFill>
            <a:prstDash val="solid"/>
          </a:ln>
        </p:spPr>
      </p:sp>
      <p:sp>
        <p:nvSpPr>
          <p:cNvPr id="170" name="dp43-comparison / n161 / arrow">
            <a:extLst xmlns:a="http://schemas.openxmlformats.org/drawingml/2006/main">
              <a:ext uri="{FF2B5EF4-FFF2-40B4-BE49-F238E27FC236}">
                <a16:creationId xmlns:a16="http://schemas.microsoft.com/office/drawing/2014/main" id="{BB394956-EA8B-4C59-80DE-4A36ABF02826}"/>
              </a:ext>
            </a:extLst>
          </p:cNvPr>
          <p:cNvSpPr>
            <a:spLocks xmlns:a="http://schemas.openxmlformats.org/drawingml/2006/main" noGrp="1"/>
          </p:cNvSpPr>
          <p:nvPr/>
        </p:nvSpPr>
        <p:spPr>
          <a:xfrm xmlns:a="http://schemas.openxmlformats.org/drawingml/2006/main">
            <a:off x="13712190" y="3745230"/>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1" name="dp43-comparison / n162 / path">
            <a:extLst xmlns:a="http://schemas.openxmlformats.org/drawingml/2006/main">
              <a:ext uri="{FF2B5EF4-FFF2-40B4-BE49-F238E27FC236}">
                <a16:creationId xmlns:a16="http://schemas.microsoft.com/office/drawing/2014/main" id="{35CC6DA9-A9AF-46E2-9F47-F70C5A14B70C}"/>
              </a:ext>
            </a:extLst>
          </p:cNvPr>
          <p:cNvSpPr>
            <a:spLocks xmlns:a="http://schemas.openxmlformats.org/drawingml/2006/main" noGrp="1"/>
          </p:cNvSpPr>
          <p:nvPr/>
        </p:nvSpPr>
        <p:spPr>
          <a:xfrm xmlns:a="http://schemas.openxmlformats.org/drawingml/2006/main">
            <a:off x="13773150" y="528637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7155A4"/>
            </a:solidFill>
            <a:prstDash val="solid"/>
          </a:ln>
        </p:spPr>
      </p:sp>
      <p:sp>
        <p:nvSpPr>
          <p:cNvPr id="172" name="dp43-comparison / n162 / arrow">
            <a:extLst xmlns:a="http://schemas.openxmlformats.org/drawingml/2006/main">
              <a:ext uri="{FF2B5EF4-FFF2-40B4-BE49-F238E27FC236}">
                <a16:creationId xmlns:a16="http://schemas.microsoft.com/office/drawing/2014/main" id="{46A6F153-F5A2-4583-899B-AADCD09D363E}"/>
              </a:ext>
            </a:extLst>
          </p:cNvPr>
          <p:cNvSpPr>
            <a:spLocks xmlns:a="http://schemas.openxmlformats.org/drawingml/2006/main" noGrp="1"/>
          </p:cNvSpPr>
          <p:nvPr/>
        </p:nvSpPr>
        <p:spPr>
          <a:xfrm xmlns:a="http://schemas.openxmlformats.org/drawingml/2006/main">
            <a:off x="13712190" y="52787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3" name="dp43-comparison / n163 / path">
            <a:extLst xmlns:a="http://schemas.openxmlformats.org/drawingml/2006/main">
              <a:ext uri="{FF2B5EF4-FFF2-40B4-BE49-F238E27FC236}">
                <a16:creationId xmlns:a16="http://schemas.microsoft.com/office/drawing/2014/main" id="{FF8E0F4B-EE69-4E97-8DCB-D347C5497191}"/>
              </a:ext>
            </a:extLst>
          </p:cNvPr>
          <p:cNvSpPr>
            <a:spLocks xmlns:a="http://schemas.openxmlformats.org/drawingml/2006/main" noGrp="1"/>
          </p:cNvSpPr>
          <p:nvPr/>
        </p:nvSpPr>
        <p:spPr>
          <a:xfrm xmlns:a="http://schemas.openxmlformats.org/drawingml/2006/main">
            <a:off x="9944100" y="3038475"/>
            <a:ext cx="7791450" cy="742950"/>
          </a:xfrm>
          <a:custGeom xmlns:a="http://schemas.openxmlformats.org/drawingml/2006/main">
            <a:pathLst>
              <a:path w="7791450" h="742950">
                <a:moveTo>
                  <a:pt x="0" y="742950"/>
                </a:moveTo>
                <a:lnTo>
                  <a:pt x="7791450" y="742950"/>
                </a:lnTo>
                <a:lnTo>
                  <a:pt x="7791450" y="266700"/>
                </a:lnTo>
                <a:lnTo>
                  <a:pt x="6743700" y="266700"/>
                </a:lnTo>
                <a:lnTo>
                  <a:pt x="6743700" y="0"/>
                </a:lnTo>
              </a:path>
            </a:pathLst>
          </a:custGeom>
          <a:noFill xmlns:a="http://schemas.openxmlformats.org/drawingml/2006/main"/>
          <a:ln xmlns:a="http://schemas.openxmlformats.org/drawingml/2006/main" w="19050">
            <a:solidFill>
              <a:srgbClr val="5F6B77"/>
            </a:solidFill>
            <a:prstDash val="dash"/>
          </a:ln>
        </p:spPr>
      </p:sp>
      <p:sp>
        <p:nvSpPr>
          <p:cNvPr id="174" name="dp43-comparison / n163 / arrow">
            <a:extLst xmlns:a="http://schemas.openxmlformats.org/drawingml/2006/main">
              <a:ext uri="{FF2B5EF4-FFF2-40B4-BE49-F238E27FC236}">
                <a16:creationId xmlns:a16="http://schemas.microsoft.com/office/drawing/2014/main" id="{4E38E536-2F6C-46AB-921F-9BE270CD2BDD}"/>
              </a:ext>
            </a:extLst>
          </p:cNvPr>
          <p:cNvSpPr>
            <a:spLocks xmlns:a="http://schemas.openxmlformats.org/drawingml/2006/main" noGrp="1"/>
          </p:cNvSpPr>
          <p:nvPr/>
        </p:nvSpPr>
        <p:spPr>
          <a:xfrm xmlns:a="http://schemas.openxmlformats.org/drawingml/2006/main">
            <a:off x="1662684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175" name="dp43-comparison / n164 / path">
            <a:extLst xmlns:a="http://schemas.openxmlformats.org/drawingml/2006/main">
              <a:ext uri="{FF2B5EF4-FFF2-40B4-BE49-F238E27FC236}">
                <a16:creationId xmlns:a16="http://schemas.microsoft.com/office/drawing/2014/main" id="{D8F89FFC-2A95-4D82-8CA9-0967A01A9C1F}"/>
              </a:ext>
            </a:extLst>
          </p:cNvPr>
          <p:cNvSpPr>
            <a:spLocks xmlns:a="http://schemas.openxmlformats.org/drawingml/2006/main" noGrp="1"/>
          </p:cNvSpPr>
          <p:nvPr/>
        </p:nvSpPr>
        <p:spPr>
          <a:xfrm xmlns:a="http://schemas.openxmlformats.org/drawingml/2006/main">
            <a:off x="9944100" y="3781425"/>
            <a:ext cx="95250" cy="290513"/>
          </a:xfrm>
          <a:custGeom xmlns:a="http://schemas.openxmlformats.org/drawingml/2006/main">
            <a:pathLst>
              <a:path w="95250" h="290513">
                <a:moveTo>
                  <a:pt x="95250" y="290513"/>
                </a:moveTo>
                <a:lnTo>
                  <a:pt x="0" y="290513"/>
                </a:lnTo>
                <a:lnTo>
                  <a:pt x="0" y="0"/>
                </a:lnTo>
              </a:path>
            </a:pathLst>
          </a:custGeom>
          <a:noFill xmlns:a="http://schemas.openxmlformats.org/drawingml/2006/main"/>
          <a:ln xmlns:a="http://schemas.openxmlformats.org/drawingml/2006/main" w="19050">
            <a:solidFill>
              <a:srgbClr val="5F6B77"/>
            </a:solidFill>
            <a:prstDash val="dash"/>
          </a:ln>
        </p:spPr>
      </p:sp>
      <p:sp>
        <p:nvSpPr>
          <p:cNvPr id="176" name="dp43-comparison / n165 / path">
            <a:extLst xmlns:a="http://schemas.openxmlformats.org/drawingml/2006/main">
              <a:ext uri="{FF2B5EF4-FFF2-40B4-BE49-F238E27FC236}">
                <a16:creationId xmlns:a16="http://schemas.microsoft.com/office/drawing/2014/main" id="{DD8140C1-B48E-43FF-A552-1DA30502B245}"/>
              </a:ext>
            </a:extLst>
          </p:cNvPr>
          <p:cNvSpPr>
            <a:spLocks xmlns:a="http://schemas.openxmlformats.org/drawingml/2006/main" noGrp="1"/>
          </p:cNvSpPr>
          <p:nvPr/>
        </p:nvSpPr>
        <p:spPr>
          <a:xfrm xmlns:a="http://schemas.openxmlformats.org/drawingml/2006/main">
            <a:off x="9944100" y="3781425"/>
            <a:ext cx="95250" cy="947738"/>
          </a:xfrm>
          <a:custGeom xmlns:a="http://schemas.openxmlformats.org/drawingml/2006/main">
            <a:pathLst>
              <a:path w="95250" h="947738">
                <a:moveTo>
                  <a:pt x="95250" y="947738"/>
                </a:moveTo>
                <a:lnTo>
                  <a:pt x="0" y="947738"/>
                </a:lnTo>
                <a:lnTo>
                  <a:pt x="0" y="0"/>
                </a:lnTo>
              </a:path>
            </a:pathLst>
          </a:custGeom>
          <a:noFill xmlns:a="http://schemas.openxmlformats.org/drawingml/2006/main"/>
          <a:ln xmlns:a="http://schemas.openxmlformats.org/drawingml/2006/main" w="19050">
            <a:solidFill>
              <a:srgbClr val="5F6B77"/>
            </a:solidFill>
            <a:prstDash val="dash"/>
          </a:ln>
        </p:spPr>
      </p:sp>
      <p:sp>
        <p:nvSpPr>
          <p:cNvPr id="177" name="dp43-comparison / n166 / path">
            <a:extLst xmlns:a="http://schemas.openxmlformats.org/drawingml/2006/main">
              <a:ext uri="{FF2B5EF4-FFF2-40B4-BE49-F238E27FC236}">
                <a16:creationId xmlns:a16="http://schemas.microsoft.com/office/drawing/2014/main" id="{F4CEE623-C57E-4AF1-85A7-2930CF9C889F}"/>
              </a:ext>
            </a:extLst>
          </p:cNvPr>
          <p:cNvSpPr>
            <a:spLocks xmlns:a="http://schemas.openxmlformats.org/drawingml/2006/main" noGrp="1"/>
          </p:cNvSpPr>
          <p:nvPr/>
        </p:nvSpPr>
        <p:spPr>
          <a:xfrm xmlns:a="http://schemas.openxmlformats.org/drawingml/2006/main">
            <a:off x="9944100" y="3781425"/>
            <a:ext cx="95250" cy="1604963"/>
          </a:xfrm>
          <a:custGeom xmlns:a="http://schemas.openxmlformats.org/drawingml/2006/main">
            <a:pathLst>
              <a:path w="95250" h="1604963">
                <a:moveTo>
                  <a:pt x="95250" y="1604963"/>
                </a:moveTo>
                <a:lnTo>
                  <a:pt x="0" y="1604963"/>
                </a:lnTo>
                <a:lnTo>
                  <a:pt x="0" y="0"/>
                </a:lnTo>
              </a:path>
            </a:pathLst>
          </a:custGeom>
          <a:noFill xmlns:a="http://schemas.openxmlformats.org/drawingml/2006/main"/>
          <a:ln xmlns:a="http://schemas.openxmlformats.org/drawingml/2006/main" w="19050">
            <a:solidFill>
              <a:srgbClr val="5F6B77"/>
            </a:solidFill>
            <a:prstDash val="dash"/>
          </a:ln>
        </p:spPr>
      </p:sp>
      <p:sp>
        <p:nvSpPr>
          <p:cNvPr id="178" name="dp43-comparison / n167 / path">
            <a:extLst xmlns:a="http://schemas.openxmlformats.org/drawingml/2006/main">
              <a:ext uri="{FF2B5EF4-FFF2-40B4-BE49-F238E27FC236}">
                <a16:creationId xmlns:a16="http://schemas.microsoft.com/office/drawing/2014/main" id="{EC65135F-7E7B-4CAD-97A9-2705C9110C31}"/>
              </a:ext>
            </a:extLst>
          </p:cNvPr>
          <p:cNvSpPr>
            <a:spLocks xmlns:a="http://schemas.openxmlformats.org/drawingml/2006/main" noGrp="1"/>
          </p:cNvSpPr>
          <p:nvPr/>
        </p:nvSpPr>
        <p:spPr>
          <a:xfrm xmlns:a="http://schemas.openxmlformats.org/drawingml/2006/main">
            <a:off x="17487900" y="3781425"/>
            <a:ext cx="247650" cy="290513"/>
          </a:xfrm>
          <a:custGeom xmlns:a="http://schemas.openxmlformats.org/drawingml/2006/main">
            <a:pathLst>
              <a:path w="247650" h="290513">
                <a:moveTo>
                  <a:pt x="0" y="290513"/>
                </a:moveTo>
                <a:lnTo>
                  <a:pt x="247650" y="290513"/>
                </a:lnTo>
                <a:lnTo>
                  <a:pt x="247650" y="0"/>
                </a:lnTo>
              </a:path>
            </a:pathLst>
          </a:custGeom>
          <a:noFill xmlns:a="http://schemas.openxmlformats.org/drawingml/2006/main"/>
          <a:ln xmlns:a="http://schemas.openxmlformats.org/drawingml/2006/main" w="19050">
            <a:solidFill>
              <a:srgbClr val="5F6B77"/>
            </a:solidFill>
            <a:prstDash val="dash"/>
          </a:ln>
        </p:spPr>
      </p:sp>
      <p:sp>
        <p:nvSpPr>
          <p:cNvPr id="179" name="dp43-comparison / n168 / path">
            <a:extLst xmlns:a="http://schemas.openxmlformats.org/drawingml/2006/main">
              <a:ext uri="{FF2B5EF4-FFF2-40B4-BE49-F238E27FC236}">
                <a16:creationId xmlns:a16="http://schemas.microsoft.com/office/drawing/2014/main" id="{66D238D6-71A8-42B3-B24B-15377B1BB705}"/>
              </a:ext>
            </a:extLst>
          </p:cNvPr>
          <p:cNvSpPr>
            <a:spLocks xmlns:a="http://schemas.openxmlformats.org/drawingml/2006/main" noGrp="1"/>
          </p:cNvSpPr>
          <p:nvPr/>
        </p:nvSpPr>
        <p:spPr>
          <a:xfrm xmlns:a="http://schemas.openxmlformats.org/drawingml/2006/main">
            <a:off x="17487900" y="3781425"/>
            <a:ext cx="247650" cy="947738"/>
          </a:xfrm>
          <a:custGeom xmlns:a="http://schemas.openxmlformats.org/drawingml/2006/main">
            <a:pathLst>
              <a:path w="247650" h="947738">
                <a:moveTo>
                  <a:pt x="0" y="947738"/>
                </a:moveTo>
                <a:lnTo>
                  <a:pt x="247650" y="947738"/>
                </a:lnTo>
                <a:lnTo>
                  <a:pt x="247650" y="0"/>
                </a:lnTo>
              </a:path>
            </a:pathLst>
          </a:custGeom>
          <a:noFill xmlns:a="http://schemas.openxmlformats.org/drawingml/2006/main"/>
          <a:ln xmlns:a="http://schemas.openxmlformats.org/drawingml/2006/main" w="19050">
            <a:solidFill>
              <a:srgbClr val="5F6B77"/>
            </a:solidFill>
            <a:prstDash val="dash"/>
          </a:ln>
        </p:spPr>
      </p:sp>
      <p:sp>
        <p:nvSpPr>
          <p:cNvPr id="180" name="dp43-comparison / n169 / path">
            <a:extLst xmlns:a="http://schemas.openxmlformats.org/drawingml/2006/main">
              <a:ext uri="{FF2B5EF4-FFF2-40B4-BE49-F238E27FC236}">
                <a16:creationId xmlns:a16="http://schemas.microsoft.com/office/drawing/2014/main" id="{DF716265-7603-4D47-9892-897E682347FE}"/>
              </a:ext>
            </a:extLst>
          </p:cNvPr>
          <p:cNvSpPr>
            <a:spLocks xmlns:a="http://schemas.openxmlformats.org/drawingml/2006/main" noGrp="1"/>
          </p:cNvSpPr>
          <p:nvPr/>
        </p:nvSpPr>
        <p:spPr>
          <a:xfrm xmlns:a="http://schemas.openxmlformats.org/drawingml/2006/main">
            <a:off x="17487900" y="3781425"/>
            <a:ext cx="247650" cy="1604963"/>
          </a:xfrm>
          <a:custGeom xmlns:a="http://schemas.openxmlformats.org/drawingml/2006/main">
            <a:pathLst>
              <a:path w="247650" h="1604963">
                <a:moveTo>
                  <a:pt x="0" y="1604963"/>
                </a:moveTo>
                <a:lnTo>
                  <a:pt x="247650" y="1604963"/>
                </a:lnTo>
                <a:lnTo>
                  <a:pt x="247650" y="0"/>
                </a:lnTo>
              </a:path>
            </a:pathLst>
          </a:custGeom>
          <a:noFill xmlns:a="http://schemas.openxmlformats.org/drawingml/2006/main"/>
          <a:ln xmlns:a="http://schemas.openxmlformats.org/drawingml/2006/main" w="19050">
            <a:solidFill>
              <a:srgbClr val="5F6B77"/>
            </a:solidFill>
            <a:prstDash val="dash"/>
          </a:ln>
        </p:spPr>
      </p:sp>
      <p:sp>
        <p:nvSpPr>
          <p:cNvPr id="181" name="dp43-comparison / n176">
            <a:extLst xmlns:a="http://schemas.openxmlformats.org/drawingml/2006/main">
              <a:ext uri="{FF2B5EF4-FFF2-40B4-BE49-F238E27FC236}">
                <a16:creationId xmlns:a16="http://schemas.microsoft.com/office/drawing/2014/main" id="{EC9D7430-69A4-4329-BCFB-C90F0667AB0D}"/>
              </a:ext>
            </a:extLst>
          </p:cNvPr>
          <p:cNvSpPr>
            <a:spLocks xmlns:a="http://schemas.openxmlformats.org/drawingml/2006/main" noGrp="1"/>
          </p:cNvSpPr>
          <p:nvPr/>
        </p:nvSpPr>
        <p:spPr>
          <a:xfrm xmlns:a="http://schemas.openxmlformats.org/drawingml/2006/main">
            <a:off x="990600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2" name="dp43-comparison / n177 / text 1">
            <a:extLst xmlns:a="http://schemas.openxmlformats.org/drawingml/2006/main">
              <a:ext uri="{FF2B5EF4-FFF2-40B4-BE49-F238E27FC236}">
                <a16:creationId xmlns:a16="http://schemas.microsoft.com/office/drawing/2014/main" id="{E84B7F46-1C71-463E-8520-B544E8BB5A5A}"/>
              </a:ext>
            </a:extLst>
          </p:cNvPr>
          <p:cNvSpPr>
            <a:spLocks xmlns:a="http://schemas.openxmlformats.org/drawingml/2006/main" noGrp="1"/>
          </p:cNvSpPr>
          <p:nvPr/>
        </p:nvSpPr>
        <p:spPr>
          <a:xfrm xmlns:a="http://schemas.openxmlformats.org/drawingml/2006/main">
            <a:off x="999172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83" name="dp43-comparison / n178">
            <a:extLst xmlns:a="http://schemas.openxmlformats.org/drawingml/2006/main">
              <a:ext uri="{FF2B5EF4-FFF2-40B4-BE49-F238E27FC236}">
                <a16:creationId xmlns:a16="http://schemas.microsoft.com/office/drawing/2014/main" id="{ADFA0084-9562-4C8B-BD10-A2C4F545F464}"/>
              </a:ext>
            </a:extLst>
          </p:cNvPr>
          <p:cNvSpPr>
            <a:spLocks xmlns:a="http://schemas.openxmlformats.org/drawingml/2006/main" noGrp="1"/>
          </p:cNvSpPr>
          <p:nvPr/>
        </p:nvSpPr>
        <p:spPr>
          <a:xfrm xmlns:a="http://schemas.openxmlformats.org/drawingml/2006/main">
            <a:off x="1290637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84" name="dp43-comparison / n179 / text 1">
            <a:extLst xmlns:a="http://schemas.openxmlformats.org/drawingml/2006/main">
              <a:ext uri="{FF2B5EF4-FFF2-40B4-BE49-F238E27FC236}">
                <a16:creationId xmlns:a16="http://schemas.microsoft.com/office/drawing/2014/main" id="{B7C94E47-186B-4CA6-9F89-F5EBA3DB11B8}"/>
              </a:ext>
            </a:extLst>
          </p:cNvPr>
          <p:cNvSpPr>
            <a:spLocks xmlns:a="http://schemas.openxmlformats.org/drawingml/2006/main" noGrp="1"/>
          </p:cNvSpPr>
          <p:nvPr/>
        </p:nvSpPr>
        <p:spPr>
          <a:xfrm xmlns:a="http://schemas.openxmlformats.org/drawingml/2006/main">
            <a:off x="1299210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185" name="dp43-comparison / n180">
            <a:extLst xmlns:a="http://schemas.openxmlformats.org/drawingml/2006/main">
              <a:ext uri="{FF2B5EF4-FFF2-40B4-BE49-F238E27FC236}">
                <a16:creationId xmlns:a16="http://schemas.microsoft.com/office/drawing/2014/main" id="{3586183D-34A0-4034-9394-BB7E79CEF0FC}"/>
              </a:ext>
            </a:extLst>
          </p:cNvPr>
          <p:cNvSpPr>
            <a:spLocks xmlns:a="http://schemas.openxmlformats.org/drawingml/2006/main" noGrp="1"/>
          </p:cNvSpPr>
          <p:nvPr/>
        </p:nvSpPr>
        <p:spPr>
          <a:xfrm xmlns:a="http://schemas.openxmlformats.org/drawingml/2006/main">
            <a:off x="1566862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6" name="dp43-comparison / n181 / text 1">
            <a:extLst xmlns:a="http://schemas.openxmlformats.org/drawingml/2006/main">
              <a:ext uri="{FF2B5EF4-FFF2-40B4-BE49-F238E27FC236}">
                <a16:creationId xmlns:a16="http://schemas.microsoft.com/office/drawing/2014/main" id="{258DBB81-A3B2-4749-8E29-3C8D6448F252}"/>
              </a:ext>
            </a:extLst>
          </p:cNvPr>
          <p:cNvSpPr>
            <a:spLocks xmlns:a="http://schemas.openxmlformats.org/drawingml/2006/main" noGrp="1"/>
          </p:cNvSpPr>
          <p:nvPr/>
        </p:nvSpPr>
        <p:spPr>
          <a:xfrm xmlns:a="http://schemas.openxmlformats.org/drawingml/2006/main">
            <a:off x="1575435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187" name="dp43-comparison / n182 / path">
            <a:extLst xmlns:a="http://schemas.openxmlformats.org/drawingml/2006/main">
              <a:ext uri="{FF2B5EF4-FFF2-40B4-BE49-F238E27FC236}">
                <a16:creationId xmlns:a16="http://schemas.microsoft.com/office/drawing/2014/main" id="{38369DCC-FCBE-4208-9C5E-E47DECABF961}"/>
              </a:ext>
            </a:extLst>
          </p:cNvPr>
          <p:cNvSpPr>
            <a:spLocks xmlns:a="http://schemas.openxmlformats.org/drawingml/2006/main" noGrp="1"/>
          </p:cNvSpPr>
          <p:nvPr/>
        </p:nvSpPr>
        <p:spPr>
          <a:xfrm xmlns:a="http://schemas.openxmlformats.org/drawingml/2006/main">
            <a:off x="11096625" y="5810250"/>
            <a:ext cx="2676525" cy="714375"/>
          </a:xfrm>
          <a:custGeom xmlns:a="http://schemas.openxmlformats.org/drawingml/2006/main">
            <a:pathLst>
              <a:path w="2676525" h="714375">
                <a:moveTo>
                  <a:pt x="2676525" y="0"/>
                </a:moveTo>
                <a:lnTo>
                  <a:pt x="2676525" y="647700"/>
                </a:lnTo>
                <a:lnTo>
                  <a:pt x="0" y="647700"/>
                </a:lnTo>
                <a:lnTo>
                  <a:pt x="0" y="714375"/>
                </a:lnTo>
              </a:path>
            </a:pathLst>
          </a:custGeom>
          <a:noFill xmlns:a="http://schemas.openxmlformats.org/drawingml/2006/main"/>
          <a:ln xmlns:a="http://schemas.openxmlformats.org/drawingml/2006/main" w="19050">
            <a:solidFill>
              <a:srgbClr val="7155A4"/>
            </a:solidFill>
            <a:prstDash val="solid"/>
          </a:ln>
        </p:spPr>
      </p:sp>
      <p:sp>
        <p:nvSpPr>
          <p:cNvPr id="188" name="dp43-comparison / n182 / arrow">
            <a:extLst xmlns:a="http://schemas.openxmlformats.org/drawingml/2006/main">
              <a:ext uri="{FF2B5EF4-FFF2-40B4-BE49-F238E27FC236}">
                <a16:creationId xmlns:a16="http://schemas.microsoft.com/office/drawing/2014/main" id="{A2140425-C394-45E7-9511-29D57771758D}"/>
              </a:ext>
            </a:extLst>
          </p:cNvPr>
          <p:cNvSpPr>
            <a:spLocks xmlns:a="http://schemas.openxmlformats.org/drawingml/2006/main" noGrp="1"/>
          </p:cNvSpPr>
          <p:nvPr/>
        </p:nvSpPr>
        <p:spPr>
          <a:xfrm xmlns:a="http://schemas.openxmlformats.org/drawingml/2006/main">
            <a:off x="1103566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89" name="dp43-comparison / n183 / path">
            <a:extLst xmlns:a="http://schemas.openxmlformats.org/drawingml/2006/main">
              <a:ext uri="{FF2B5EF4-FFF2-40B4-BE49-F238E27FC236}">
                <a16:creationId xmlns:a16="http://schemas.microsoft.com/office/drawing/2014/main" id="{AAB31991-86FC-42EA-8420-761CCC441FA6}"/>
              </a:ext>
            </a:extLst>
          </p:cNvPr>
          <p:cNvSpPr>
            <a:spLocks xmlns:a="http://schemas.openxmlformats.org/drawingml/2006/main" noGrp="1"/>
          </p:cNvSpPr>
          <p:nvPr/>
        </p:nvSpPr>
        <p:spPr>
          <a:xfrm xmlns:a="http://schemas.openxmlformats.org/drawingml/2006/main">
            <a:off x="1228725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190" name="dp43-comparison / n183 / arrow">
            <a:extLst xmlns:a="http://schemas.openxmlformats.org/drawingml/2006/main">
              <a:ext uri="{FF2B5EF4-FFF2-40B4-BE49-F238E27FC236}">
                <a16:creationId xmlns:a16="http://schemas.microsoft.com/office/drawing/2014/main" id="{3F9E69EB-2E8F-40DE-A6BB-EA5CFC00EAEC}"/>
              </a:ext>
            </a:extLst>
          </p:cNvPr>
          <p:cNvSpPr>
            <a:spLocks xmlns:a="http://schemas.openxmlformats.org/drawingml/2006/main" noGrp="1"/>
          </p:cNvSpPr>
          <p:nvPr/>
        </p:nvSpPr>
        <p:spPr>
          <a:xfrm xmlns:a="http://schemas.openxmlformats.org/drawingml/2006/main">
            <a:off x="1228725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191" name="dp43-comparison / n184 / path">
            <a:extLst xmlns:a="http://schemas.openxmlformats.org/drawingml/2006/main">
              <a:ext uri="{FF2B5EF4-FFF2-40B4-BE49-F238E27FC236}">
                <a16:creationId xmlns:a16="http://schemas.microsoft.com/office/drawing/2014/main" id="{CB0F4FFF-5222-4E6D-A1D4-7BD64F41AEDC}"/>
              </a:ext>
            </a:extLst>
          </p:cNvPr>
          <p:cNvSpPr>
            <a:spLocks xmlns:a="http://schemas.openxmlformats.org/drawingml/2006/main" noGrp="1"/>
          </p:cNvSpPr>
          <p:nvPr/>
        </p:nvSpPr>
        <p:spPr>
          <a:xfrm xmlns:a="http://schemas.openxmlformats.org/drawingml/2006/main">
            <a:off x="1228725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7155A4"/>
            </a:solidFill>
            <a:prstDash val="solid"/>
          </a:ln>
        </p:spPr>
      </p:sp>
      <p:sp>
        <p:nvSpPr>
          <p:cNvPr id="192" name="dp43-comparison / n184 / arrow">
            <a:extLst xmlns:a="http://schemas.openxmlformats.org/drawingml/2006/main">
              <a:ext uri="{FF2B5EF4-FFF2-40B4-BE49-F238E27FC236}">
                <a16:creationId xmlns:a16="http://schemas.microsoft.com/office/drawing/2014/main" id="{A3AEEAD9-ADC0-4F66-B92F-87840BA21BF5}"/>
              </a:ext>
            </a:extLst>
          </p:cNvPr>
          <p:cNvSpPr>
            <a:spLocks xmlns:a="http://schemas.openxmlformats.org/drawingml/2006/main" noGrp="1"/>
          </p:cNvSpPr>
          <p:nvPr/>
        </p:nvSpPr>
        <p:spPr>
          <a:xfrm xmlns:a="http://schemas.openxmlformats.org/drawingml/2006/main">
            <a:off x="1278445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93" name="dp43-comparison / n110">
            <a:extLst xmlns:a="http://schemas.openxmlformats.org/drawingml/2006/main">
              <a:ext uri="{FF2B5EF4-FFF2-40B4-BE49-F238E27FC236}">
                <a16:creationId xmlns:a16="http://schemas.microsoft.com/office/drawing/2014/main" id="{5BF7B637-95D8-42F2-8FC0-86AECCBFFF11}"/>
              </a:ext>
            </a:extLst>
          </p:cNvPr>
          <p:cNvSpPr>
            <a:spLocks xmlns:a="http://schemas.openxmlformats.org/drawingml/2006/main" noGrp="1"/>
          </p:cNvSpPr>
          <p:nvPr/>
        </p:nvSpPr>
        <p:spPr>
          <a:xfrm xmlns:a="http://schemas.openxmlformats.org/drawingml/2006/main">
            <a:off x="986790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3-comparison / n111 / text 1">
            <a:extLst xmlns:a="http://schemas.openxmlformats.org/drawingml/2006/main">
              <a:ext uri="{FF2B5EF4-FFF2-40B4-BE49-F238E27FC236}">
                <a16:creationId xmlns:a16="http://schemas.microsoft.com/office/drawing/2014/main" id="{6179AFB0-002D-48BE-9B4A-01FC8A8C793A}"/>
              </a:ext>
            </a:extLst>
          </p:cNvPr>
          <p:cNvSpPr>
            <a:spLocks xmlns:a="http://schemas.openxmlformats.org/drawingml/2006/main" noGrp="1"/>
          </p:cNvSpPr>
          <p:nvPr/>
        </p:nvSpPr>
        <p:spPr>
          <a:xfrm xmlns:a="http://schemas.openxmlformats.org/drawingml/2006/main">
            <a:off x="988695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195" name="dp43-comparison / n112">
            <a:extLst xmlns:a="http://schemas.openxmlformats.org/drawingml/2006/main">
              <a:ext uri="{FF2B5EF4-FFF2-40B4-BE49-F238E27FC236}">
                <a16:creationId xmlns:a16="http://schemas.microsoft.com/office/drawing/2014/main" id="{C57F2B19-AD0D-48A8-A6B5-EFE442CBE710}"/>
              </a:ext>
            </a:extLst>
          </p:cNvPr>
          <p:cNvSpPr>
            <a:spLocks xmlns:a="http://schemas.openxmlformats.org/drawingml/2006/main" noGrp="1"/>
          </p:cNvSpPr>
          <p:nvPr/>
        </p:nvSpPr>
        <p:spPr>
          <a:xfrm xmlns:a="http://schemas.openxmlformats.org/drawingml/2006/main">
            <a:off x="1567815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3-comparison / n113 / text 1">
            <a:extLst xmlns:a="http://schemas.openxmlformats.org/drawingml/2006/main">
              <a:ext uri="{FF2B5EF4-FFF2-40B4-BE49-F238E27FC236}">
                <a16:creationId xmlns:a16="http://schemas.microsoft.com/office/drawing/2014/main" id="{BA9E2D10-AC9C-44CB-A7CC-1208AC9E4931}"/>
              </a:ext>
            </a:extLst>
          </p:cNvPr>
          <p:cNvSpPr>
            <a:spLocks xmlns:a="http://schemas.openxmlformats.org/drawingml/2006/main" noGrp="1"/>
          </p:cNvSpPr>
          <p:nvPr/>
        </p:nvSpPr>
        <p:spPr>
          <a:xfrm xmlns:a="http://schemas.openxmlformats.org/drawingml/2006/main">
            <a:off x="1569720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197" name="dp43-comparison / n115">
            <a:extLst xmlns:a="http://schemas.openxmlformats.org/drawingml/2006/main">
              <a:ext uri="{FF2B5EF4-FFF2-40B4-BE49-F238E27FC236}">
                <a16:creationId xmlns:a16="http://schemas.microsoft.com/office/drawing/2014/main" id="{3DBA6E91-7D18-444A-9CCA-DA2E0D6B76CB}"/>
              </a:ext>
            </a:extLst>
          </p:cNvPr>
          <p:cNvSpPr>
            <a:spLocks xmlns:a="http://schemas.openxmlformats.org/drawingml/2006/main" noGrp="1"/>
          </p:cNvSpPr>
          <p:nvPr/>
        </p:nvSpPr>
        <p:spPr>
          <a:xfrm xmlns:a="http://schemas.openxmlformats.org/drawingml/2006/main">
            <a:off x="1223962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3-comparison / n116 / text 1">
            <a:extLst xmlns:a="http://schemas.openxmlformats.org/drawingml/2006/main">
              <a:ext uri="{FF2B5EF4-FFF2-40B4-BE49-F238E27FC236}">
                <a16:creationId xmlns:a16="http://schemas.microsoft.com/office/drawing/2014/main" id="{563110E6-6997-4CB6-B6C3-8140043BD9BE}"/>
              </a:ext>
            </a:extLst>
          </p:cNvPr>
          <p:cNvSpPr>
            <a:spLocks xmlns:a="http://schemas.openxmlformats.org/drawingml/2006/main" noGrp="1"/>
          </p:cNvSpPr>
          <p:nvPr/>
        </p:nvSpPr>
        <p:spPr>
          <a:xfrm xmlns:a="http://schemas.openxmlformats.org/drawingml/2006/main">
            <a:off x="1225867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199" name="dp43-comparison / n117">
            <a:extLst xmlns:a="http://schemas.openxmlformats.org/drawingml/2006/main">
              <a:ext uri="{FF2B5EF4-FFF2-40B4-BE49-F238E27FC236}">
                <a16:creationId xmlns:a16="http://schemas.microsoft.com/office/drawing/2014/main" id="{5606C0E0-F464-441D-B4D3-A904A3859EF0}"/>
              </a:ext>
            </a:extLst>
          </p:cNvPr>
          <p:cNvSpPr>
            <a:spLocks xmlns:a="http://schemas.openxmlformats.org/drawingml/2006/main" noGrp="1"/>
          </p:cNvSpPr>
          <p:nvPr/>
        </p:nvSpPr>
        <p:spPr>
          <a:xfrm xmlns:a="http://schemas.openxmlformats.org/drawingml/2006/main">
            <a:off x="983932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3-comparison / n118 / text 1">
            <a:extLst xmlns:a="http://schemas.openxmlformats.org/drawingml/2006/main">
              <a:ext uri="{FF2B5EF4-FFF2-40B4-BE49-F238E27FC236}">
                <a16:creationId xmlns:a16="http://schemas.microsoft.com/office/drawing/2014/main" id="{1DEB4651-D156-4202-BFDF-9146684FC341}"/>
              </a:ext>
            </a:extLst>
          </p:cNvPr>
          <p:cNvSpPr>
            <a:spLocks xmlns:a="http://schemas.openxmlformats.org/drawingml/2006/main" noGrp="1"/>
          </p:cNvSpPr>
          <p:nvPr/>
        </p:nvSpPr>
        <p:spPr>
          <a:xfrm xmlns:a="http://schemas.openxmlformats.org/drawingml/2006/main">
            <a:off x="985837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201" name="dp43-comparison / n127">
            <a:extLst xmlns:a="http://schemas.openxmlformats.org/drawingml/2006/main">
              <a:ext uri="{FF2B5EF4-FFF2-40B4-BE49-F238E27FC236}">
                <a16:creationId xmlns:a16="http://schemas.microsoft.com/office/drawing/2014/main" id="{0CB094A4-10E8-47BF-A91B-19FBA83AC19E}"/>
              </a:ext>
            </a:extLst>
          </p:cNvPr>
          <p:cNvSpPr>
            <a:spLocks xmlns:a="http://schemas.openxmlformats.org/drawingml/2006/main" noGrp="1"/>
          </p:cNvSpPr>
          <p:nvPr/>
        </p:nvSpPr>
        <p:spPr>
          <a:xfrm xmlns:a="http://schemas.openxmlformats.org/drawingml/2006/main">
            <a:off x="1002030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3-comparison / n128 / text 1">
            <a:extLst xmlns:a="http://schemas.openxmlformats.org/drawingml/2006/main">
              <a:ext uri="{FF2B5EF4-FFF2-40B4-BE49-F238E27FC236}">
                <a16:creationId xmlns:a16="http://schemas.microsoft.com/office/drawing/2014/main" id="{D8718DC4-A74F-4D96-B6AC-F6F4B5ACA7FE}"/>
              </a:ext>
            </a:extLst>
          </p:cNvPr>
          <p:cNvSpPr>
            <a:spLocks xmlns:a="http://schemas.openxmlformats.org/drawingml/2006/main" noGrp="1"/>
          </p:cNvSpPr>
          <p:nvPr/>
        </p:nvSpPr>
        <p:spPr>
          <a:xfrm xmlns:a="http://schemas.openxmlformats.org/drawingml/2006/main">
            <a:off x="1003935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F1 목표와 완료 조건</a:t>
            </a:r>
          </a:p>
        </p:txBody>
      </p:sp>
      <p:sp>
        <p:nvSpPr>
          <p:cNvPr id="203" name="dp43-comparison / n133">
            <a:extLst xmlns:a="http://schemas.openxmlformats.org/drawingml/2006/main">
              <a:ext uri="{FF2B5EF4-FFF2-40B4-BE49-F238E27FC236}">
                <a16:creationId xmlns:a16="http://schemas.microsoft.com/office/drawing/2014/main" id="{0206A143-F489-4125-AC2E-3C9BCC52A3E0}"/>
              </a:ext>
            </a:extLst>
          </p:cNvPr>
          <p:cNvSpPr>
            <a:spLocks xmlns:a="http://schemas.openxmlformats.org/drawingml/2006/main" noGrp="1"/>
          </p:cNvSpPr>
          <p:nvPr/>
        </p:nvSpPr>
        <p:spPr>
          <a:xfrm xmlns:a="http://schemas.openxmlformats.org/drawingml/2006/main">
            <a:off x="10020300" y="4943475"/>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3-comparison / n134 / text 1">
            <a:extLst xmlns:a="http://schemas.openxmlformats.org/drawingml/2006/main">
              <a:ext uri="{FF2B5EF4-FFF2-40B4-BE49-F238E27FC236}">
                <a16:creationId xmlns:a16="http://schemas.microsoft.com/office/drawing/2014/main" id="{4DE280D3-790B-47F4-A9A3-B622D8C9D313}"/>
              </a:ext>
            </a:extLst>
          </p:cNvPr>
          <p:cNvSpPr>
            <a:spLocks xmlns:a="http://schemas.openxmlformats.org/drawingml/2006/main" noGrp="1"/>
          </p:cNvSpPr>
          <p:nvPr/>
        </p:nvSpPr>
        <p:spPr>
          <a:xfrm xmlns:a="http://schemas.openxmlformats.org/drawingml/2006/main">
            <a:off x="1003935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F2 표와 결론의 범위</a:t>
            </a:r>
          </a:p>
        </p:txBody>
      </p:sp>
      <p:sp>
        <p:nvSpPr>
          <p:cNvPr id="205" name="dp43-comparison / n139">
            <a:extLst xmlns:a="http://schemas.openxmlformats.org/drawingml/2006/main">
              <a:ext uri="{FF2B5EF4-FFF2-40B4-BE49-F238E27FC236}">
                <a16:creationId xmlns:a16="http://schemas.microsoft.com/office/drawing/2014/main" id="{1AE7C213-25E0-4BB3-AD1C-784CFCF2B032}"/>
              </a:ext>
            </a:extLst>
          </p:cNvPr>
          <p:cNvSpPr>
            <a:spLocks xmlns:a="http://schemas.openxmlformats.org/drawingml/2006/main" noGrp="1"/>
          </p:cNvSpPr>
          <p:nvPr/>
        </p:nvSpPr>
        <p:spPr>
          <a:xfrm xmlns:a="http://schemas.openxmlformats.org/drawingml/2006/main">
            <a:off x="10020300" y="5600700"/>
            <a:ext cx="226790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3-comparison / n140 / text 1">
            <a:extLst xmlns:a="http://schemas.openxmlformats.org/drawingml/2006/main">
              <a:ext uri="{FF2B5EF4-FFF2-40B4-BE49-F238E27FC236}">
                <a16:creationId xmlns:a16="http://schemas.microsoft.com/office/drawing/2014/main" id="{994D3F8D-64A3-48BA-B9C8-C05F7D7DECC2}"/>
              </a:ext>
            </a:extLst>
          </p:cNvPr>
          <p:cNvSpPr>
            <a:spLocks xmlns:a="http://schemas.openxmlformats.org/drawingml/2006/main" noGrp="1"/>
          </p:cNvSpPr>
          <p:nvPr/>
        </p:nvSpPr>
        <p:spPr>
          <a:xfrm xmlns:a="http://schemas.openxmlformats.org/drawingml/2006/main">
            <a:off x="1003935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F3 Conversation / Task 연결</a:t>
            </a:r>
          </a:p>
        </p:txBody>
      </p:sp>
      <p:sp>
        <p:nvSpPr>
          <p:cNvPr id="207" name="dp43-comparison / n145">
            <a:extLst xmlns:a="http://schemas.openxmlformats.org/drawingml/2006/main">
              <a:ext uri="{FF2B5EF4-FFF2-40B4-BE49-F238E27FC236}">
                <a16:creationId xmlns:a16="http://schemas.microsoft.com/office/drawing/2014/main" id="{29EE287A-1927-4DF4-BE2D-E749B8C17303}"/>
              </a:ext>
            </a:extLst>
          </p:cNvPr>
          <p:cNvSpPr>
            <a:spLocks xmlns:a="http://schemas.openxmlformats.org/drawingml/2006/main" noGrp="1"/>
          </p:cNvSpPr>
          <p:nvPr/>
        </p:nvSpPr>
        <p:spPr>
          <a:xfrm xmlns:a="http://schemas.openxmlformats.org/drawingml/2006/main">
            <a:off x="1522095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3-comparison / n146 / text 1">
            <a:extLst xmlns:a="http://schemas.openxmlformats.org/drawingml/2006/main">
              <a:ext uri="{FF2B5EF4-FFF2-40B4-BE49-F238E27FC236}">
                <a16:creationId xmlns:a16="http://schemas.microsoft.com/office/drawing/2014/main" id="{B9393457-BFAC-4599-9B88-B38755043672}"/>
              </a:ext>
            </a:extLst>
          </p:cNvPr>
          <p:cNvSpPr>
            <a:spLocks xmlns:a="http://schemas.openxmlformats.org/drawingml/2006/main" noGrp="1"/>
          </p:cNvSpPr>
          <p:nvPr/>
        </p:nvSpPr>
        <p:spPr>
          <a:xfrm xmlns:a="http://schemas.openxmlformats.org/drawingml/2006/main">
            <a:off x="1524000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F4 조건과 의존 관계</a:t>
            </a:r>
          </a:p>
        </p:txBody>
      </p:sp>
      <p:sp>
        <p:nvSpPr>
          <p:cNvPr id="209" name="dp43-comparison / n151">
            <a:extLst xmlns:a="http://schemas.openxmlformats.org/drawingml/2006/main">
              <a:ext uri="{FF2B5EF4-FFF2-40B4-BE49-F238E27FC236}">
                <a16:creationId xmlns:a16="http://schemas.microsoft.com/office/drawing/2014/main" id="{DEB2D5B8-E61E-44C4-A450-102E248ACC7E}"/>
              </a:ext>
            </a:extLst>
          </p:cNvPr>
          <p:cNvSpPr>
            <a:spLocks xmlns:a="http://schemas.openxmlformats.org/drawingml/2006/main" noGrp="1"/>
          </p:cNvSpPr>
          <p:nvPr/>
        </p:nvSpPr>
        <p:spPr>
          <a:xfrm xmlns:a="http://schemas.openxmlformats.org/drawingml/2006/main">
            <a:off x="15220950" y="4943475"/>
            <a:ext cx="170211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3-comparison / n152 / text 1">
            <a:extLst xmlns:a="http://schemas.openxmlformats.org/drawingml/2006/main">
              <a:ext uri="{FF2B5EF4-FFF2-40B4-BE49-F238E27FC236}">
                <a16:creationId xmlns:a16="http://schemas.microsoft.com/office/drawing/2014/main" id="{8EDC3C68-77C8-4464-A3C1-B0DBC13FF834}"/>
              </a:ext>
            </a:extLst>
          </p:cNvPr>
          <p:cNvSpPr>
            <a:spLocks xmlns:a="http://schemas.openxmlformats.org/drawingml/2006/main" noGrp="1"/>
          </p:cNvSpPr>
          <p:nvPr/>
        </p:nvSpPr>
        <p:spPr>
          <a:xfrm xmlns:a="http://schemas.openxmlformats.org/drawingml/2006/main">
            <a:off x="1524000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F5 PDF 유지 / 결론→표</a:t>
            </a:r>
          </a:p>
        </p:txBody>
      </p:sp>
      <p:sp>
        <p:nvSpPr>
          <p:cNvPr id="211" name="dp43-comparison / n157">
            <a:extLst xmlns:a="http://schemas.openxmlformats.org/drawingml/2006/main">
              <a:ext uri="{FF2B5EF4-FFF2-40B4-BE49-F238E27FC236}">
                <a16:creationId xmlns:a16="http://schemas.microsoft.com/office/drawing/2014/main" id="{522AB7C5-99BD-42B7-AE47-9D8FE74467C9}"/>
              </a:ext>
            </a:extLst>
          </p:cNvPr>
          <p:cNvSpPr>
            <a:spLocks xmlns:a="http://schemas.openxmlformats.org/drawingml/2006/main" noGrp="1"/>
          </p:cNvSpPr>
          <p:nvPr/>
        </p:nvSpPr>
        <p:spPr>
          <a:xfrm xmlns:a="http://schemas.openxmlformats.org/drawingml/2006/main">
            <a:off x="15220950" y="5600700"/>
            <a:ext cx="222218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3-comparison / n158 / text 1">
            <a:extLst xmlns:a="http://schemas.openxmlformats.org/drawingml/2006/main">
              <a:ext uri="{FF2B5EF4-FFF2-40B4-BE49-F238E27FC236}">
                <a16:creationId xmlns:a16="http://schemas.microsoft.com/office/drawing/2014/main" id="{274F2B68-E1C3-415F-8C9A-927B82CC46EB}"/>
              </a:ext>
            </a:extLst>
          </p:cNvPr>
          <p:cNvSpPr>
            <a:spLocks xmlns:a="http://schemas.openxmlformats.org/drawingml/2006/main" noGrp="1"/>
          </p:cNvSpPr>
          <p:nvPr/>
        </p:nvSpPr>
        <p:spPr>
          <a:xfrm xmlns:a="http://schemas.openxmlformats.org/drawingml/2006/main">
            <a:off x="1524000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F6 Delegation / 질문 / 대기</a:t>
            </a:r>
          </a:p>
        </p:txBody>
      </p:sp>
      <p:sp>
        <p:nvSpPr>
          <p:cNvPr id="213" name="dp43-comparison / n170">
            <a:extLst xmlns:a="http://schemas.openxmlformats.org/drawingml/2006/main">
              <a:ext uri="{FF2B5EF4-FFF2-40B4-BE49-F238E27FC236}">
                <a16:creationId xmlns:a16="http://schemas.microsoft.com/office/drawing/2014/main" id="{1A7133C1-047A-4C74-A088-0077A31EE728}"/>
              </a:ext>
            </a:extLst>
          </p:cNvPr>
          <p:cNvSpPr>
            <a:spLocks xmlns:a="http://schemas.openxmlformats.org/drawingml/2006/main" noGrp="1"/>
          </p:cNvSpPr>
          <p:nvPr/>
        </p:nvSpPr>
        <p:spPr>
          <a:xfrm xmlns:a="http://schemas.openxmlformats.org/drawingml/2006/main">
            <a:off x="12563475" y="3514725"/>
            <a:ext cx="264223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4" name="dp43-comparison / n171 / text 1">
            <a:extLst xmlns:a="http://schemas.openxmlformats.org/drawingml/2006/main">
              <a:ext uri="{FF2B5EF4-FFF2-40B4-BE49-F238E27FC236}">
                <a16:creationId xmlns:a16="http://schemas.microsoft.com/office/drawing/2014/main" id="{1DFD8BEC-2BFA-4EF1-8CB7-A75F2B6A96B7}"/>
              </a:ext>
            </a:extLst>
          </p:cNvPr>
          <p:cNvSpPr>
            <a:spLocks xmlns:a="http://schemas.openxmlformats.org/drawingml/2006/main" noGrp="1"/>
          </p:cNvSpPr>
          <p:nvPr/>
        </p:nvSpPr>
        <p:spPr>
          <a:xfrm xmlns:a="http://schemas.openxmlformats.org/drawingml/2006/main">
            <a:off x="12582525" y="3524250"/>
            <a:ext cx="49625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각 F1~F6 생산자의 모델 호출 / 반환</a:t>
            </a:r>
          </a:p>
        </p:txBody>
      </p:sp>
      <p:sp>
        <p:nvSpPr>
          <p:cNvPr id="215" name="dp43-comparison / n172">
            <a:extLst xmlns:a="http://schemas.openxmlformats.org/drawingml/2006/main">
              <a:ext uri="{FF2B5EF4-FFF2-40B4-BE49-F238E27FC236}">
                <a16:creationId xmlns:a16="http://schemas.microsoft.com/office/drawing/2014/main" id="{6EEA0E10-4BF6-46C9-BDA7-DAAAFBACC271}"/>
              </a:ext>
            </a:extLst>
          </p:cNvPr>
          <p:cNvSpPr>
            <a:spLocks xmlns:a="http://schemas.openxmlformats.org/drawingml/2006/main" noGrp="1"/>
          </p:cNvSpPr>
          <p:nvPr/>
        </p:nvSpPr>
        <p:spPr>
          <a:xfrm xmlns:a="http://schemas.openxmlformats.org/drawingml/2006/main">
            <a:off x="10020300" y="5810250"/>
            <a:ext cx="546201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6" name="dp43-comparison / n173 / text 1">
            <a:extLst xmlns:a="http://schemas.openxmlformats.org/drawingml/2006/main">
              <a:ext uri="{FF2B5EF4-FFF2-40B4-BE49-F238E27FC236}">
                <a16:creationId xmlns:a16="http://schemas.microsoft.com/office/drawing/2014/main" id="{9AA1218F-3BD5-4205-B344-BB99DB380A58}"/>
              </a:ext>
            </a:extLst>
          </p:cNvPr>
          <p:cNvSpPr>
            <a:spLocks xmlns:a="http://schemas.openxmlformats.org/drawingml/2006/main" noGrp="1"/>
          </p:cNvSpPr>
          <p:nvPr/>
        </p:nvSpPr>
        <p:spPr>
          <a:xfrm xmlns:a="http://schemas.openxmlformats.org/drawingml/2006/main">
            <a:off x="10039350" y="5819775"/>
            <a:ext cx="75057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실선 제안 / 점선 원생산자 재판단 / Coordinator의 의미 덮어쓰기 금지</a:t>
            </a:r>
          </a:p>
        </p:txBody>
      </p:sp>
      <p:sp>
        <p:nvSpPr>
          <p:cNvPr id="217" name="dp43-comparison / n174">
            <a:extLst xmlns:a="http://schemas.openxmlformats.org/drawingml/2006/main">
              <a:ext uri="{FF2B5EF4-FFF2-40B4-BE49-F238E27FC236}">
                <a16:creationId xmlns:a16="http://schemas.microsoft.com/office/drawing/2014/main" id="{EB4FE2E7-F0FA-4DDA-9890-93BF563973A1}"/>
              </a:ext>
            </a:extLst>
          </p:cNvPr>
          <p:cNvSpPr>
            <a:spLocks xmlns:a="http://schemas.openxmlformats.org/drawingml/2006/main" noGrp="1"/>
          </p:cNvSpPr>
          <p:nvPr/>
        </p:nvSpPr>
        <p:spPr>
          <a:xfrm xmlns:a="http://schemas.openxmlformats.org/drawingml/2006/main">
            <a:off x="989647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3-comparison / n175 / text 1">
            <a:extLst xmlns:a="http://schemas.openxmlformats.org/drawingml/2006/main">
              <a:ext uri="{FF2B5EF4-FFF2-40B4-BE49-F238E27FC236}">
                <a16:creationId xmlns:a16="http://schemas.microsoft.com/office/drawing/2014/main" id="{33ED3341-4954-485D-B45F-E41D8D7A967A}"/>
              </a:ext>
            </a:extLst>
          </p:cNvPr>
          <p:cNvSpPr>
            <a:spLocks xmlns:a="http://schemas.openxmlformats.org/drawingml/2006/main" noGrp="1"/>
          </p:cNvSpPr>
          <p:nvPr/>
        </p:nvSpPr>
        <p:spPr>
          <a:xfrm xmlns:a="http://schemas.openxmlformats.org/drawingml/2006/main">
            <a:off x="991552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7155A4"/>
                </a:solidFill>
                <a:latin typeface="Apple SD Gothic Neo"/>
                <a:ea typeface="Apple SD Gothic Neo"/>
                <a:cs typeface="Apple SD Gothic Neo"/>
              </a:defRPr>
            </a:pPr>
            <a:r>
              <a:rPr sz="1275" b="0">
                <a:solidFill>
                  <a:srgbClr val="7155A4"/>
                </a:solidFill>
                <a:latin typeface="Apple SD Gothic Neo"/>
                <a:ea typeface="Apple SD Gothic Neo"/>
                <a:cs typeface="Apple SD Gothic Neo"/>
              </a:rPr>
              <a:t>정정: F2와 F5 재판단 → F4 갱신 / Task Association은 입력 전제가 아닌 결과</a:t>
            </a:r>
          </a:p>
        </p:txBody>
      </p:sp>
      <p:sp>
        <p:nvSpPr>
          <p:cNvPr id="219" name="dp43-comparison / n185">
            <a:extLst xmlns:a="http://schemas.openxmlformats.org/drawingml/2006/main">
              <a:ext uri="{FF2B5EF4-FFF2-40B4-BE49-F238E27FC236}">
                <a16:creationId xmlns:a16="http://schemas.microsoft.com/office/drawing/2014/main" id="{3B982A6B-7C0C-42B5-809C-47D78D15AC0C}"/>
              </a:ext>
            </a:extLst>
          </p:cNvPr>
          <p:cNvSpPr>
            <a:spLocks xmlns:a="http://schemas.openxmlformats.org/drawingml/2006/main" noGrp="1"/>
          </p:cNvSpPr>
          <p:nvPr/>
        </p:nvSpPr>
        <p:spPr>
          <a:xfrm xmlns:a="http://schemas.openxmlformats.org/drawingml/2006/main">
            <a:off x="1250632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3-comparison / n186 / text 1">
            <a:extLst xmlns:a="http://schemas.openxmlformats.org/drawingml/2006/main">
              <a:ext uri="{FF2B5EF4-FFF2-40B4-BE49-F238E27FC236}">
                <a16:creationId xmlns:a16="http://schemas.microsoft.com/office/drawing/2014/main" id="{47D3B0A5-C969-4FF1-90AE-1F1E2537C47D}"/>
              </a:ext>
            </a:extLst>
          </p:cNvPr>
          <p:cNvSpPr>
            <a:spLocks xmlns:a="http://schemas.openxmlformats.org/drawingml/2006/main" noGrp="1"/>
          </p:cNvSpPr>
          <p:nvPr/>
        </p:nvSpPr>
        <p:spPr>
          <a:xfrm xmlns:a="http://schemas.openxmlformats.org/drawingml/2006/main">
            <a:off x="1252537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221" name="dp43-comparison / n187">
            <a:extLst xmlns:a="http://schemas.openxmlformats.org/drawingml/2006/main">
              <a:ext uri="{FF2B5EF4-FFF2-40B4-BE49-F238E27FC236}">
                <a16:creationId xmlns:a16="http://schemas.microsoft.com/office/drawing/2014/main" id="{73A08D40-A949-4080-9F23-8B3411ABD831}"/>
              </a:ext>
            </a:extLst>
          </p:cNvPr>
          <p:cNvSpPr>
            <a:spLocks xmlns:a="http://schemas.openxmlformats.org/drawingml/2006/main" noGrp="1"/>
          </p:cNvSpPr>
          <p:nvPr/>
        </p:nvSpPr>
        <p:spPr>
          <a:xfrm xmlns:a="http://schemas.openxmlformats.org/drawingml/2006/main">
            <a:off x="1298257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2" name="dp43-comparison / n188 / text 1">
            <a:extLst xmlns:a="http://schemas.openxmlformats.org/drawingml/2006/main">
              <a:ext uri="{FF2B5EF4-FFF2-40B4-BE49-F238E27FC236}">
                <a16:creationId xmlns:a16="http://schemas.microsoft.com/office/drawing/2014/main" id="{DE79E92F-7E9A-4F4C-A585-E47D39459491}"/>
              </a:ext>
            </a:extLst>
          </p:cNvPr>
          <p:cNvSpPr>
            <a:spLocks xmlns:a="http://schemas.openxmlformats.org/drawingml/2006/main" noGrp="1"/>
          </p:cNvSpPr>
          <p:nvPr/>
        </p:nvSpPr>
        <p:spPr>
          <a:xfrm xmlns:a="http://schemas.openxmlformats.org/drawingml/2006/main">
            <a:off x="1300162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223" name="dp43-comparison / n189">
            <a:extLst xmlns:a="http://schemas.openxmlformats.org/drawingml/2006/main">
              <a:ext uri="{FF2B5EF4-FFF2-40B4-BE49-F238E27FC236}">
                <a16:creationId xmlns:a16="http://schemas.microsoft.com/office/drawing/2014/main" id="{AD9C5857-4B7D-452B-A6C8-AD439C37F8B1}"/>
              </a:ext>
            </a:extLst>
          </p:cNvPr>
          <p:cNvSpPr>
            <a:spLocks xmlns:a="http://schemas.openxmlformats.org/drawingml/2006/main" noGrp="1"/>
          </p:cNvSpPr>
          <p:nvPr/>
        </p:nvSpPr>
        <p:spPr>
          <a:xfrm xmlns:a="http://schemas.openxmlformats.org/drawingml/2006/main">
            <a:off x="988695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4" name="dp43-comparison / n190 / text 1">
            <a:extLst xmlns:a="http://schemas.openxmlformats.org/drawingml/2006/main">
              <a:ext uri="{FF2B5EF4-FFF2-40B4-BE49-F238E27FC236}">
                <a16:creationId xmlns:a16="http://schemas.microsoft.com/office/drawing/2014/main" id="{713AD57F-97FD-42F2-B02E-68334EBCBDAC}"/>
              </a:ext>
            </a:extLst>
          </p:cNvPr>
          <p:cNvSpPr>
            <a:spLocks xmlns:a="http://schemas.openxmlformats.org/drawingml/2006/main" noGrp="1"/>
          </p:cNvSpPr>
          <p:nvPr/>
        </p:nvSpPr>
        <p:spPr>
          <a:xfrm xmlns:a="http://schemas.openxmlformats.org/drawingml/2006/main">
            <a:off x="990600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225" name="dp43-comparison / n191">
            <a:extLst xmlns:a="http://schemas.openxmlformats.org/drawingml/2006/main">
              <a:ext uri="{FF2B5EF4-FFF2-40B4-BE49-F238E27FC236}">
                <a16:creationId xmlns:a16="http://schemas.microsoft.com/office/drawing/2014/main" id="{CE6E102E-58A3-44F2-8425-F561801FDA27}"/>
              </a:ext>
            </a:extLst>
          </p:cNvPr>
          <p:cNvSpPr>
            <a:spLocks xmlns:a="http://schemas.openxmlformats.org/drawingml/2006/main" noGrp="1"/>
          </p:cNvSpPr>
          <p:nvPr/>
        </p:nvSpPr>
        <p:spPr>
          <a:xfrm xmlns:a="http://schemas.openxmlformats.org/drawingml/2006/main">
            <a:off x="988695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6" name="dp43-comparison / n192 / text 1">
            <a:extLst xmlns:a="http://schemas.openxmlformats.org/drawingml/2006/main">
              <a:ext uri="{FF2B5EF4-FFF2-40B4-BE49-F238E27FC236}">
                <a16:creationId xmlns:a16="http://schemas.microsoft.com/office/drawing/2014/main" id="{E027D8D3-5B20-4614-B0FC-06E3A32DA0A5}"/>
              </a:ext>
            </a:extLst>
          </p:cNvPr>
          <p:cNvSpPr>
            <a:spLocks xmlns:a="http://schemas.openxmlformats.org/drawingml/2006/main" noGrp="1"/>
          </p:cNvSpPr>
          <p:nvPr/>
        </p:nvSpPr>
        <p:spPr>
          <a:xfrm xmlns:a="http://schemas.openxmlformats.org/drawingml/2006/main">
            <a:off x="990600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Tree>
    <p:extLst>
      <p:ext uri="{BB962C8B-B14F-4D97-AF65-F5344CB8AC3E}">
        <p14:creationId xmlns:p14="http://schemas.microsoft.com/office/powerpoint/2010/main" val="7540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 name="dp44-comparison / n1">
            <a:extLst xmlns:a="http://schemas.openxmlformats.org/drawingml/2006/main">
              <a:ext uri="{FF2B5EF4-FFF2-40B4-BE49-F238E27FC236}">
                <a16:creationId xmlns:a16="http://schemas.microsoft.com/office/drawing/2014/main" id="{7CA7E70B-5B8B-4540-ADC8-CEA4C5595F4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BE86DE9F-B7EB-4733-AA43-0BEDFB2739CB}"/>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A89EDD0E-4929-4D2B-A7ED-7FE30FFF1823}"/>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28472816-D830-46FF-92BF-A6F90305C462}"/>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업무 알림의 후속 실행 구조</a:t>
            </a:r>
          </a:p>
        </p:txBody>
      </p:sp>
      <p:sp>
        <p:nvSpPr>
          <p:cNvPr id="5" name="dp44-comparison / n5 / path">
            <a:extLst xmlns:a="http://schemas.openxmlformats.org/drawingml/2006/main">
              <a:ext uri="{FF2B5EF4-FFF2-40B4-BE49-F238E27FC236}">
                <a16:creationId xmlns:a16="http://schemas.microsoft.com/office/drawing/2014/main" id="{CE988118-F205-4DF9-9350-F088E42042B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52DE0C41-4055-4FF8-8FC0-0BF27C373A87}"/>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C79CA23E-8A08-4FD4-BDC5-4B650B4B5F04}"/>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D4EC4FEF-CE17-4A81-BDD5-D85189A55FB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039D7EBA-8DFF-489D-BC83-2A480120647C}"/>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29459710-AE84-4EB5-BBBB-5D52EE5F471D}"/>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4DE1791C-4422-4096-84A0-035061AB13EF}"/>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D8CD260A-BB1D-4991-913D-DFB6A52D26B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74CBB45-28DA-40BA-97C7-3AB61DB2708B}"/>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FC6197E7-4171-4ECB-B4F3-0A91A75E70F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15" name="dp44-comparison / n15 / path">
            <a:extLst xmlns:a="http://schemas.openxmlformats.org/drawingml/2006/main">
              <a:ext uri="{FF2B5EF4-FFF2-40B4-BE49-F238E27FC236}">
                <a16:creationId xmlns:a16="http://schemas.microsoft.com/office/drawing/2014/main" id="{4B5728DD-3491-4009-A043-98DB8E1FC6AD}"/>
              </a:ext>
            </a:extLst>
          </p:cNvPr>
          <p:cNvSpPr>
            <a:spLocks xmlns:a="http://schemas.openxmlformats.org/drawingml/2006/main" noGrp="1"/>
          </p:cNvSpPr>
          <p:nvPr/>
        </p:nvSpPr>
        <p:spPr>
          <a:xfrm xmlns:a="http://schemas.openxmlformats.org/drawingml/2006/main">
            <a:off x="381000" y="8334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4-comparison / n16 / text 1">
            <a:extLst xmlns:a="http://schemas.openxmlformats.org/drawingml/2006/main">
              <a:ext uri="{FF2B5EF4-FFF2-40B4-BE49-F238E27FC236}">
                <a16:creationId xmlns:a16="http://schemas.microsoft.com/office/drawing/2014/main" id="{438040AB-E4CF-48FC-B783-0FBB3B8D3F01}"/>
              </a:ext>
            </a:extLst>
          </p:cNvPr>
          <p:cNvSpPr>
            <a:spLocks xmlns:a="http://schemas.openxmlformats.org/drawingml/2006/main" noGrp="1"/>
          </p:cNvSpPr>
          <p:nvPr/>
        </p:nvSpPr>
        <p:spPr>
          <a:xfrm xmlns:a="http://schemas.openxmlformats.org/drawingml/2006/main">
            <a:off x="400050" y="84105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정확성</a:t>
            </a:r>
          </a:p>
        </p:txBody>
      </p:sp>
      <p:sp>
        <p:nvSpPr>
          <p:cNvPr id="17" name="dp44-comparison / n17 / text 1">
            <a:extLst xmlns:a="http://schemas.openxmlformats.org/drawingml/2006/main">
              <a:ext uri="{FF2B5EF4-FFF2-40B4-BE49-F238E27FC236}">
                <a16:creationId xmlns:a16="http://schemas.microsoft.com/office/drawing/2014/main" id="{0B8AF550-2B14-4C99-B752-A9DFA26E3444}"/>
              </a:ext>
            </a:extLst>
          </p:cNvPr>
          <p:cNvSpPr>
            <a:spLocks xmlns:a="http://schemas.openxmlformats.org/drawingml/2006/main" noGrp="1"/>
          </p:cNvSpPr>
          <p:nvPr/>
        </p:nvSpPr>
        <p:spPr>
          <a:xfrm xmlns:a="http://schemas.openxmlformats.org/drawingml/2006/main">
            <a:off x="2857500" y="84105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의미 판단은 41과 동일 / 중앙에서 세대 / 대기 참조 연결</a:t>
            </a:r>
          </a:p>
        </p:txBody>
      </p:sp>
      <p:sp>
        <p:nvSpPr>
          <p:cNvPr id="18" name="dp44-comparison / n18 / text 1">
            <a:extLst xmlns:a="http://schemas.openxmlformats.org/drawingml/2006/main">
              <a:ext uri="{FF2B5EF4-FFF2-40B4-BE49-F238E27FC236}">
                <a16:creationId xmlns:a16="http://schemas.microsoft.com/office/drawing/2014/main" id="{E829E41D-B32A-4BB0-B790-9E15B905B5EF}"/>
              </a:ext>
            </a:extLst>
          </p:cNvPr>
          <p:cNvSpPr>
            <a:spLocks xmlns:a="http://schemas.openxmlformats.org/drawingml/2006/main" noGrp="1"/>
          </p:cNvSpPr>
          <p:nvPr/>
        </p:nvSpPr>
        <p:spPr>
          <a:xfrm xmlns:a="http://schemas.openxmlformats.org/drawingml/2006/main">
            <a:off x="10001250" y="84105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판단과 검사 / 단계 간 참조 / Join 오류 관리 필요</a:t>
            </a:r>
          </a:p>
        </p:txBody>
      </p:sp>
      <p:sp>
        <p:nvSpPr>
          <p:cNvPr id="19" name="dp44-comparison / n19 / path">
            <a:extLst xmlns:a="http://schemas.openxmlformats.org/drawingml/2006/main">
              <a:ext uri="{FF2B5EF4-FFF2-40B4-BE49-F238E27FC236}">
                <a16:creationId xmlns:a16="http://schemas.microsoft.com/office/drawing/2014/main" id="{2347F4A7-C8D2-4393-A28D-2D344E7C9420}"/>
              </a:ext>
            </a:extLst>
          </p:cNvPr>
          <p:cNvSpPr>
            <a:spLocks xmlns:a="http://schemas.openxmlformats.org/drawingml/2006/main" noGrp="1"/>
          </p:cNvSpPr>
          <p:nvPr/>
        </p:nvSpPr>
        <p:spPr>
          <a:xfrm xmlns:a="http://schemas.openxmlformats.org/drawingml/2006/main">
            <a:off x="381000" y="8658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4-comparison / n20 / text 1">
            <a:extLst xmlns:a="http://schemas.openxmlformats.org/drawingml/2006/main">
              <a:ext uri="{FF2B5EF4-FFF2-40B4-BE49-F238E27FC236}">
                <a16:creationId xmlns:a16="http://schemas.microsoft.com/office/drawing/2014/main" id="{0CA18773-21D0-4747-9601-D9E715D96AFC}"/>
              </a:ext>
            </a:extLst>
          </p:cNvPr>
          <p:cNvSpPr>
            <a:spLocks xmlns:a="http://schemas.openxmlformats.org/drawingml/2006/main" noGrp="1"/>
          </p:cNvSpPr>
          <p:nvPr/>
        </p:nvSpPr>
        <p:spPr>
          <a:xfrm xmlns:a="http://schemas.openxmlformats.org/drawingml/2006/main">
            <a:off x="400050" y="87344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응답성</a:t>
            </a:r>
          </a:p>
        </p:txBody>
      </p:sp>
      <p:sp>
        <p:nvSpPr>
          <p:cNvPr id="21" name="dp44-comparison / n21 / text 1">
            <a:extLst xmlns:a="http://schemas.openxmlformats.org/drawingml/2006/main">
              <a:ext uri="{FF2B5EF4-FFF2-40B4-BE49-F238E27FC236}">
                <a16:creationId xmlns:a16="http://schemas.microsoft.com/office/drawing/2014/main" id="{6D37FD0B-AB2D-4837-8F59-37E9FB568C59}"/>
              </a:ext>
            </a:extLst>
          </p:cNvPr>
          <p:cNvSpPr>
            <a:spLocks xmlns:a="http://schemas.openxmlformats.org/drawingml/2006/main" noGrp="1"/>
          </p:cNvSpPr>
          <p:nvPr/>
        </p:nvSpPr>
        <p:spPr>
          <a:xfrm xmlns:a="http://schemas.openxmlformats.org/drawingml/2006/main">
            <a:off x="2857500" y="87344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완료 회수 / 다음 지시 경로 / 중앙 전이 비용</a:t>
            </a:r>
          </a:p>
        </p:txBody>
      </p:sp>
      <p:sp>
        <p:nvSpPr>
          <p:cNvPr id="22" name="dp44-comparison / n22 / text 1">
            <a:extLst xmlns:a="http://schemas.openxmlformats.org/drawingml/2006/main">
              <a:ext uri="{FF2B5EF4-FFF2-40B4-BE49-F238E27FC236}">
                <a16:creationId xmlns:a16="http://schemas.microsoft.com/office/drawing/2014/main" id="{8EDFAC06-902C-4644-9A89-55879713074E}"/>
              </a:ext>
            </a:extLst>
          </p:cNvPr>
          <p:cNvSpPr>
            <a:spLocks xmlns:a="http://schemas.openxmlformats.org/drawingml/2006/main" noGrp="1"/>
          </p:cNvSpPr>
          <p:nvPr/>
        </p:nvSpPr>
        <p:spPr>
          <a:xfrm xmlns:a="http://schemas.openxmlformats.org/drawingml/2006/main">
            <a:off x="10001250" y="87344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조건 충족 소비자 직접 활성화 / 채널 / Join 비용</a:t>
            </a:r>
          </a:p>
        </p:txBody>
      </p:sp>
      <p:sp>
        <p:nvSpPr>
          <p:cNvPr id="23" name="dp44-comparison / n23 / path">
            <a:extLst xmlns:a="http://schemas.openxmlformats.org/drawingml/2006/main">
              <a:ext uri="{FF2B5EF4-FFF2-40B4-BE49-F238E27FC236}">
                <a16:creationId xmlns:a16="http://schemas.microsoft.com/office/drawing/2014/main" id="{E43555A0-77C3-4905-8797-C10B23A37D1B}"/>
              </a:ext>
            </a:extLst>
          </p:cNvPr>
          <p:cNvSpPr>
            <a:spLocks xmlns:a="http://schemas.openxmlformats.org/drawingml/2006/main" noGrp="1"/>
          </p:cNvSpPr>
          <p:nvPr/>
        </p:nvSpPr>
        <p:spPr>
          <a:xfrm xmlns:a="http://schemas.openxmlformats.org/drawingml/2006/main">
            <a:off x="381000" y="89820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4-comparison / n24 / text 1">
            <a:extLst xmlns:a="http://schemas.openxmlformats.org/drawingml/2006/main">
              <a:ext uri="{FF2B5EF4-FFF2-40B4-BE49-F238E27FC236}">
                <a16:creationId xmlns:a16="http://schemas.microsoft.com/office/drawing/2014/main" id="{801F202F-0DDB-4B11-944E-0E0C0BC7F106}"/>
              </a:ext>
            </a:extLst>
          </p:cNvPr>
          <p:cNvSpPr>
            <a:spLocks xmlns:a="http://schemas.openxmlformats.org/drawingml/2006/main" noGrp="1"/>
          </p:cNvSpPr>
          <p:nvPr/>
        </p:nvSpPr>
        <p:spPr>
          <a:xfrm xmlns:a="http://schemas.openxmlformats.org/drawingml/2006/main">
            <a:off x="400050" y="905827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모델 사용 비용</a:t>
            </a:r>
          </a:p>
        </p:txBody>
      </p:sp>
      <p:sp>
        <p:nvSpPr>
          <p:cNvPr id="25" name="dp44-comparison / n25 / text 1">
            <a:extLst xmlns:a="http://schemas.openxmlformats.org/drawingml/2006/main">
              <a:ext uri="{FF2B5EF4-FFF2-40B4-BE49-F238E27FC236}">
                <a16:creationId xmlns:a16="http://schemas.microsoft.com/office/drawing/2014/main" id="{F6CEFCAE-01D6-4171-A159-4E64308128B0}"/>
              </a:ext>
            </a:extLst>
          </p:cNvPr>
          <p:cNvSpPr>
            <a:spLocks xmlns:a="http://schemas.openxmlformats.org/drawingml/2006/main" noGrp="1"/>
          </p:cNvSpPr>
          <p:nvPr/>
        </p:nvSpPr>
        <p:spPr>
          <a:xfrm xmlns:a="http://schemas.openxmlformats.org/drawingml/2006/main">
            <a:off x="2857500" y="905827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의미 / 응답 job이면 동일 / 폐기 / 재시도 포함</a:t>
            </a:r>
          </a:p>
        </p:txBody>
      </p:sp>
      <p:sp>
        <p:nvSpPr>
          <p:cNvPr id="26" name="dp44-comparison / n26 / text 1">
            <a:extLst xmlns:a="http://schemas.openxmlformats.org/drawingml/2006/main">
              <a:ext uri="{FF2B5EF4-FFF2-40B4-BE49-F238E27FC236}">
                <a16:creationId xmlns:a16="http://schemas.microsoft.com/office/drawing/2014/main" id="{E309163E-BCD9-46F9-BC90-E7D51D4F75A0}"/>
              </a:ext>
            </a:extLst>
          </p:cNvPr>
          <p:cNvSpPr>
            <a:spLocks xmlns:a="http://schemas.openxmlformats.org/drawingml/2006/main" noGrp="1"/>
          </p:cNvSpPr>
          <p:nvPr/>
        </p:nvSpPr>
        <p:spPr>
          <a:xfrm xmlns:a="http://schemas.openxmlformats.org/drawingml/2006/main">
            <a:off x="10001250" y="905827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같은 job이면 동일 / 중복 생산 / 폐기 호출 포함</a:t>
            </a:r>
          </a:p>
        </p:txBody>
      </p:sp>
      <p:sp>
        <p:nvSpPr>
          <p:cNvPr id="27" name="dp44-comparison / n27 / path">
            <a:extLst xmlns:a="http://schemas.openxmlformats.org/drawingml/2006/main">
              <a:ext uri="{FF2B5EF4-FFF2-40B4-BE49-F238E27FC236}">
                <a16:creationId xmlns:a16="http://schemas.microsoft.com/office/drawing/2014/main" id="{37C93762-7359-4C4E-BEBF-0072EB6568F8}"/>
              </a:ext>
            </a:extLst>
          </p:cNvPr>
          <p:cNvSpPr>
            <a:spLocks xmlns:a="http://schemas.openxmlformats.org/drawingml/2006/main" noGrp="1"/>
          </p:cNvSpPr>
          <p:nvPr/>
        </p:nvSpPr>
        <p:spPr>
          <a:xfrm xmlns:a="http://schemas.openxmlformats.org/drawingml/2006/main">
            <a:off x="381000" y="9305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4-comparison / n28 / text 1">
            <a:extLst xmlns:a="http://schemas.openxmlformats.org/drawingml/2006/main">
              <a:ext uri="{FF2B5EF4-FFF2-40B4-BE49-F238E27FC236}">
                <a16:creationId xmlns:a16="http://schemas.microsoft.com/office/drawing/2014/main" id="{CD8F6AA0-B872-470E-A8B2-66545ACE3AE9}"/>
              </a:ext>
            </a:extLst>
          </p:cNvPr>
          <p:cNvSpPr>
            <a:spLocks xmlns:a="http://schemas.openxmlformats.org/drawingml/2006/main" noGrp="1"/>
          </p:cNvSpPr>
          <p:nvPr/>
        </p:nvSpPr>
        <p:spPr>
          <a:xfrm xmlns:a="http://schemas.openxmlformats.org/drawingml/2006/main">
            <a:off x="400050" y="9382125"/>
            <a:ext cx="23336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변경 / 메모리</a:t>
            </a:r>
          </a:p>
        </p:txBody>
      </p:sp>
      <p:sp>
        <p:nvSpPr>
          <p:cNvPr id="29" name="dp44-comparison / n29 / text 1">
            <a:extLst xmlns:a="http://schemas.openxmlformats.org/drawingml/2006/main">
              <a:ext uri="{FF2B5EF4-FFF2-40B4-BE49-F238E27FC236}">
                <a16:creationId xmlns:a16="http://schemas.microsoft.com/office/drawing/2014/main" id="{8A9C568A-6D72-4E0A-AF5C-40B23BF550FA}"/>
              </a:ext>
            </a:extLst>
          </p:cNvPr>
          <p:cNvSpPr>
            <a:spLocks xmlns:a="http://schemas.openxmlformats.org/drawingml/2006/main" noGrp="1"/>
          </p:cNvSpPr>
          <p:nvPr/>
        </p:nvSpPr>
        <p:spPr>
          <a:xfrm xmlns:a="http://schemas.openxmlformats.org/drawingml/2006/main">
            <a:off x="2857500" y="9382125"/>
            <a:ext cx="6858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조정 규칙 중앙 변경 / 하나의 진행 상태</a:t>
            </a:r>
          </a:p>
        </p:txBody>
      </p:sp>
      <p:sp>
        <p:nvSpPr>
          <p:cNvPr id="30" name="dp44-comparison / n30 / text 1">
            <a:extLst xmlns:a="http://schemas.openxmlformats.org/drawingml/2006/main">
              <a:ext uri="{FF2B5EF4-FFF2-40B4-BE49-F238E27FC236}">
                <a16:creationId xmlns:a16="http://schemas.microsoft.com/office/drawing/2014/main" id="{61AF9E22-9125-4D66-8C4A-CF06F1D8765F}"/>
              </a:ext>
            </a:extLst>
          </p:cNvPr>
          <p:cNvSpPr>
            <a:spLocks xmlns:a="http://schemas.openxmlformats.org/drawingml/2006/main" noGrp="1"/>
          </p:cNvSpPr>
          <p:nvPr/>
        </p:nvSpPr>
        <p:spPr>
          <a:xfrm xmlns:a="http://schemas.openxmlformats.org/drawingml/2006/main">
            <a:off x="10001250" y="9382125"/>
            <a:ext cx="7810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단계 조합 국소 변경 조건 / 여러 Window / 채널 상태</a:t>
            </a:r>
          </a:p>
        </p:txBody>
      </p:sp>
      <p:sp>
        <p:nvSpPr>
          <p:cNvPr id="31" name="dp44-comparison / n31 / text 1">
            <a:extLst xmlns:a="http://schemas.openxmlformats.org/drawingml/2006/main">
              <a:ext uri="{FF2B5EF4-FFF2-40B4-BE49-F238E27FC236}">
                <a16:creationId xmlns:a16="http://schemas.microsoft.com/office/drawing/2014/main" id="{8BE5F0B3-C72D-462A-A21B-86A4C0BD7000}"/>
              </a:ext>
            </a:extLst>
          </p:cNvPr>
          <p:cNvSpPr>
            <a:spLocks xmlns:a="http://schemas.openxmlformats.org/drawingml/2006/main" noGrp="1"/>
          </p:cNvSpPr>
          <p:nvPr/>
        </p:nvSpPr>
        <p:spPr>
          <a:xfrm xmlns:a="http://schemas.openxmlformats.org/drawingml/2006/main">
            <a:off x="381000" y="982980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미선정 / 미측정. A도 비동기 / 우선순위 / 동시 실행. B의 사건 채널만으로 정확성 / 속도 우위를 보장하지 않는다.</a:t>
            </a:r>
          </a:p>
        </p:txBody>
      </p:sp>
      <p:sp>
        <p:nvSpPr>
          <p:cNvPr id="32" name="dp44-comparison / n32 / text 1">
            <a:extLst xmlns:a="http://schemas.openxmlformats.org/drawingml/2006/main">
              <a:ext uri="{FF2B5EF4-FFF2-40B4-BE49-F238E27FC236}">
                <a16:creationId xmlns:a16="http://schemas.microsoft.com/office/drawing/2014/main" id="{102ED961-836C-4413-8666-32145D5FF8A3}"/>
              </a:ext>
            </a:extLst>
          </p:cNvPr>
          <p:cNvSpPr>
            <a:spLocks xmlns:a="http://schemas.openxmlformats.org/drawingml/2006/main" noGrp="1"/>
          </p:cNvSpPr>
          <p:nvPr/>
        </p:nvSpPr>
        <p:spPr>
          <a:xfrm xmlns:a="http://schemas.openxmlformats.org/drawingml/2006/main">
            <a:off x="381000" y="10096500"/>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Module 구조와 후속 실행 자료를 비교 / 준비 완료 / 내부 접수 / 외부 접수 / 실제 전달을 구별 / 수치 우열은 측정 후 판단</a:t>
            </a:r>
          </a:p>
        </p:txBody>
      </p:sp>
      <p:sp>
        <p:nvSpPr>
          <p:cNvPr id="33" name="dp44-comparison / legend44_0">
            <a:extLst xmlns:a="http://schemas.openxmlformats.org/drawingml/2006/main">
              <a:ext uri="{FF2B5EF4-FFF2-40B4-BE49-F238E27FC236}">
                <a16:creationId xmlns:a16="http://schemas.microsoft.com/office/drawing/2014/main" id="{B451605A-678A-4038-A662-EC7FCDFAC03F}"/>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4-comparison / legend44_1 / text 1">
            <a:extLst xmlns:a="http://schemas.openxmlformats.org/drawingml/2006/main">
              <a:ext uri="{FF2B5EF4-FFF2-40B4-BE49-F238E27FC236}">
                <a16:creationId xmlns:a16="http://schemas.microsoft.com/office/drawing/2014/main" id="{D7798430-1844-477E-855E-20129652BC04}"/>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4-comparison / legend44_2">
            <a:extLst xmlns:a="http://schemas.openxmlformats.org/drawingml/2006/main">
              <a:ext uri="{FF2B5EF4-FFF2-40B4-BE49-F238E27FC236}">
                <a16:creationId xmlns:a16="http://schemas.microsoft.com/office/drawing/2014/main" id="{285D5984-BEAD-4038-89F2-DCDB255E38C9}"/>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4-comparison / legend44_3 / text 1">
            <a:extLst xmlns:a="http://schemas.openxmlformats.org/drawingml/2006/main">
              <a:ext uri="{FF2B5EF4-FFF2-40B4-BE49-F238E27FC236}">
                <a16:creationId xmlns:a16="http://schemas.microsoft.com/office/drawing/2014/main" id="{65A003BC-9100-4D26-98B5-958BB583D495}"/>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4-comparison / legend44_4 / text 1">
            <a:extLst xmlns:a="http://schemas.openxmlformats.org/drawingml/2006/main">
              <a:ext uri="{FF2B5EF4-FFF2-40B4-BE49-F238E27FC236}">
                <a16:creationId xmlns:a16="http://schemas.microsoft.com/office/drawing/2014/main" id="{F0B4CB42-2D3D-4F08-A5C2-6D91CC3D2E7F}"/>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4-comparison / legend44_5">
            <a:extLst xmlns:a="http://schemas.openxmlformats.org/drawingml/2006/main">
              <a:ext uri="{FF2B5EF4-FFF2-40B4-BE49-F238E27FC236}">
                <a16:creationId xmlns:a16="http://schemas.microsoft.com/office/drawing/2014/main" id="{D39556E2-9C57-42D1-BD70-CE553643E26E}"/>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4-comparison / legend44_6 / text 1">
            <a:extLst xmlns:a="http://schemas.openxmlformats.org/drawingml/2006/main">
              <a:ext uri="{FF2B5EF4-FFF2-40B4-BE49-F238E27FC236}">
                <a16:creationId xmlns:a16="http://schemas.microsoft.com/office/drawing/2014/main" id="{5C3238A2-87EC-469F-81CC-64BEBD764C07}"/>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4-comparison / legend44_7 / text 1">
            <a:extLst xmlns:a="http://schemas.openxmlformats.org/drawingml/2006/main">
              <a:ext uri="{FF2B5EF4-FFF2-40B4-BE49-F238E27FC236}">
                <a16:creationId xmlns:a16="http://schemas.microsoft.com/office/drawing/2014/main" id="{0D259252-DE14-495C-80D0-3FD133A29AEF}"/>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4-comparison / legend44_8">
            <a:extLst xmlns:a="http://schemas.openxmlformats.org/drawingml/2006/main">
              <a:ext uri="{FF2B5EF4-FFF2-40B4-BE49-F238E27FC236}">
                <a16:creationId xmlns:a16="http://schemas.microsoft.com/office/drawing/2014/main" id="{BFB1B96D-6101-4B95-B9C7-EEAC326B7F41}"/>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44_8 / fold">
            <a:extLst xmlns:a="http://schemas.openxmlformats.org/drawingml/2006/main">
              <a:ext uri="{FF2B5EF4-FFF2-40B4-BE49-F238E27FC236}">
                <a16:creationId xmlns:a16="http://schemas.microsoft.com/office/drawing/2014/main" id="{8FAB1A1C-DEF5-4C42-832C-27265CE2ECA9}"/>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4-comparison / legend44_9 / text 1">
            <a:extLst xmlns:a="http://schemas.openxmlformats.org/drawingml/2006/main">
              <a:ext uri="{FF2B5EF4-FFF2-40B4-BE49-F238E27FC236}">
                <a16:creationId xmlns:a16="http://schemas.microsoft.com/office/drawing/2014/main" id="{EE1CD89A-A4D4-49A5-BE5D-56E45536DA1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4-comparison / legend44_10 / text 1">
            <a:extLst xmlns:a="http://schemas.openxmlformats.org/drawingml/2006/main">
              <a:ext uri="{FF2B5EF4-FFF2-40B4-BE49-F238E27FC236}">
                <a16:creationId xmlns:a16="http://schemas.microsoft.com/office/drawing/2014/main" id="{220A730C-00D0-43A6-A653-C9AF32669F2F}"/>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4-comparison / legend44_11">
            <a:extLst xmlns:a="http://schemas.openxmlformats.org/drawingml/2006/main">
              <a:ext uri="{FF2B5EF4-FFF2-40B4-BE49-F238E27FC236}">
                <a16:creationId xmlns:a16="http://schemas.microsoft.com/office/drawing/2014/main" id="{2097652B-E728-4CFE-B117-000EA7F28BD2}"/>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46" name="dp44-comparison / legend44_12 / text 1">
            <a:extLst xmlns:a="http://schemas.openxmlformats.org/drawingml/2006/main">
              <a:ext uri="{FF2B5EF4-FFF2-40B4-BE49-F238E27FC236}">
                <a16:creationId xmlns:a16="http://schemas.microsoft.com/office/drawing/2014/main" id="{60F50F9E-42F9-4600-816A-9141531EF920}"/>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State</a:t>
            </a:r>
          </a:p>
        </p:txBody>
      </p:sp>
      <p:sp>
        <p:nvSpPr>
          <p:cNvPr id="47" name="dp44-comparison / legend44_13 / text 1">
            <a:extLst xmlns:a="http://schemas.openxmlformats.org/drawingml/2006/main">
              <a:ext uri="{FF2B5EF4-FFF2-40B4-BE49-F238E27FC236}">
                <a16:creationId xmlns:a16="http://schemas.microsoft.com/office/drawing/2014/main" id="{DA9EEFD3-840B-4D31-9BBD-FC0D3EC90B3E}"/>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owner 상태</a:t>
            </a:r>
          </a:p>
        </p:txBody>
      </p:sp>
      <p:sp>
        <p:nvSpPr>
          <p:cNvPr id="48" name="dp44-comparison / legend44_14">
            <a:extLst xmlns:a="http://schemas.openxmlformats.org/drawingml/2006/main">
              <a:ext uri="{FF2B5EF4-FFF2-40B4-BE49-F238E27FC236}">
                <a16:creationId xmlns:a16="http://schemas.microsoft.com/office/drawing/2014/main" id="{5352E8BF-1FF5-4125-A5E1-7F7580809A55}"/>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4-comparison / legend44_15 / text 1">
            <a:extLst xmlns:a="http://schemas.openxmlformats.org/drawingml/2006/main">
              <a:ext uri="{FF2B5EF4-FFF2-40B4-BE49-F238E27FC236}">
                <a16:creationId xmlns:a16="http://schemas.microsoft.com/office/drawing/2014/main" id="{AD750A19-8D36-4C5C-B488-6C292E31113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4-comparison / legend44_16 / text 1">
            <a:extLst xmlns:a="http://schemas.openxmlformats.org/drawingml/2006/main">
              <a:ext uri="{FF2B5EF4-FFF2-40B4-BE49-F238E27FC236}">
                <a16:creationId xmlns:a16="http://schemas.microsoft.com/office/drawing/2014/main" id="{FBD8FCBB-A8D2-4260-ACEC-1D63CEA590F4}"/>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4-comparison / legend44_17 / path">
            <a:extLst xmlns:a="http://schemas.openxmlformats.org/drawingml/2006/main">
              <a:ext uri="{FF2B5EF4-FFF2-40B4-BE49-F238E27FC236}">
                <a16:creationId xmlns:a16="http://schemas.microsoft.com/office/drawing/2014/main" id="{69CCBC76-092C-46F1-B6E6-70D996B601E7}"/>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2" name="dp44-comparison / legend44_17 / arrow">
            <a:extLst xmlns:a="http://schemas.openxmlformats.org/drawingml/2006/main">
              <a:ext uri="{FF2B5EF4-FFF2-40B4-BE49-F238E27FC236}">
                <a16:creationId xmlns:a16="http://schemas.microsoft.com/office/drawing/2014/main" id="{A8162D23-CD3B-4A79-8416-66674B4659F9}"/>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3" name="dp44-comparison / legend44_18 / text 1">
            <a:extLst xmlns:a="http://schemas.openxmlformats.org/drawingml/2006/main">
              <a:ext uri="{FF2B5EF4-FFF2-40B4-BE49-F238E27FC236}">
                <a16:creationId xmlns:a16="http://schemas.microsoft.com/office/drawing/2014/main" id="{9E2BA2AF-7F6F-44E9-AABA-B7A922C331CE}"/>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4" name="dp44-comparison / legend44_19 / path">
            <a:extLst xmlns:a="http://schemas.openxmlformats.org/drawingml/2006/main">
              <a:ext uri="{FF2B5EF4-FFF2-40B4-BE49-F238E27FC236}">
                <a16:creationId xmlns:a16="http://schemas.microsoft.com/office/drawing/2014/main" id="{87DC56E7-0A2D-443C-846E-A466785C0545}"/>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5" name="dp44-comparison / legend44_19 / arrow">
            <a:extLst xmlns:a="http://schemas.openxmlformats.org/drawingml/2006/main">
              <a:ext uri="{FF2B5EF4-FFF2-40B4-BE49-F238E27FC236}">
                <a16:creationId xmlns:a16="http://schemas.microsoft.com/office/drawing/2014/main" id="{12A5EDE5-2FB7-40E1-B664-41A2503F16BF}"/>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4-comparison / legend44_20 / text 1">
            <a:extLst xmlns:a="http://schemas.openxmlformats.org/drawingml/2006/main">
              <a:ext uri="{FF2B5EF4-FFF2-40B4-BE49-F238E27FC236}">
                <a16:creationId xmlns:a16="http://schemas.microsoft.com/office/drawing/2014/main" id="{3BFADA49-7E70-4727-BA5B-B543DEFE81FB}"/>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57" name="dp44-comparison / n54 / text 1">
            <a:extLst xmlns:a="http://schemas.openxmlformats.org/drawingml/2006/main">
              <a:ext uri="{FF2B5EF4-FFF2-40B4-BE49-F238E27FC236}">
                <a16:creationId xmlns:a16="http://schemas.microsoft.com/office/drawing/2014/main" id="{D96FA491-0D41-4692-BA73-13F8A9FA29F6}"/>
              </a:ext>
            </a:extLst>
          </p:cNvPr>
          <p:cNvSpPr>
            <a:spLocks xmlns:a="http://schemas.openxmlformats.org/drawingml/2006/main" noGrp="1"/>
          </p:cNvSpPr>
          <p:nvPr/>
        </p:nvSpPr>
        <p:spPr>
          <a:xfrm xmlns:a="http://schemas.openxmlformats.org/drawingml/2006/main">
            <a:off x="514350" y="701040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공통: 검정</a:t>
            </a:r>
          </a:p>
        </p:txBody>
      </p:sp>
      <p:sp>
        <p:nvSpPr>
          <p:cNvPr id="58" name="dp44-comparison / n55 / text 1">
            <a:extLst xmlns:a="http://schemas.openxmlformats.org/drawingml/2006/main">
              <a:ext uri="{FF2B5EF4-FFF2-40B4-BE49-F238E27FC236}">
                <a16:creationId xmlns:a16="http://schemas.microsoft.com/office/drawing/2014/main" id="{FBA1770F-FAAC-4546-93CF-7F99772B5AD7}"/>
              </a:ext>
            </a:extLst>
          </p:cNvPr>
          <p:cNvSpPr>
            <a:spLocks xmlns:a="http://schemas.openxmlformats.org/drawingml/2006/main" noGrp="1"/>
          </p:cNvSpPr>
          <p:nvPr/>
        </p:nvSpPr>
        <p:spPr>
          <a:xfrm xmlns:a="http://schemas.openxmlformats.org/drawingml/2006/main">
            <a:off x="514350" y="721995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차이: 살구색</a:t>
            </a:r>
          </a:p>
        </p:txBody>
      </p:sp>
      <p:sp>
        <p:nvSpPr>
          <p:cNvPr id="59" name="dp44-comparison / n56">
            <a:extLst xmlns:a="http://schemas.openxmlformats.org/drawingml/2006/main">
              <a:ext uri="{FF2B5EF4-FFF2-40B4-BE49-F238E27FC236}">
                <a16:creationId xmlns:a16="http://schemas.microsoft.com/office/drawing/2014/main" id="{22F451A1-DB4C-4904-A4A5-E7EE6C8A7BCD}"/>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n57 / text 1">
            <a:extLst xmlns:a="http://schemas.openxmlformats.org/drawingml/2006/main">
              <a:ext uri="{FF2B5EF4-FFF2-40B4-BE49-F238E27FC236}">
                <a16:creationId xmlns:a16="http://schemas.microsoft.com/office/drawing/2014/main" id="{F35E117B-3A71-4165-8842-B3803C81BDC2}"/>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1" name="dp44-comparison / n58">
            <a:extLst xmlns:a="http://schemas.openxmlformats.org/drawingml/2006/main">
              <a:ext uri="{FF2B5EF4-FFF2-40B4-BE49-F238E27FC236}">
                <a16:creationId xmlns:a16="http://schemas.microsoft.com/office/drawing/2014/main" id="{BDBB32A8-6EA8-4332-9D2C-437C82E65B3C}"/>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4-comparison / n59 / text 1">
            <a:extLst xmlns:a="http://schemas.openxmlformats.org/drawingml/2006/main">
              <a:ext uri="{FF2B5EF4-FFF2-40B4-BE49-F238E27FC236}">
                <a16:creationId xmlns:a16="http://schemas.microsoft.com/office/drawing/2014/main" id="{3FCBE1DF-2DAD-4C03-8528-10CC46457EB0}"/>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63" name="dp44-comparison / n64">
            <a:extLst xmlns:a="http://schemas.openxmlformats.org/drawingml/2006/main">
              <a:ext uri="{FF2B5EF4-FFF2-40B4-BE49-F238E27FC236}">
                <a16:creationId xmlns:a16="http://schemas.microsoft.com/office/drawing/2014/main" id="{D96E3B25-B40F-4A66-97B0-5ED242BA530C}"/>
              </a:ext>
            </a:extLst>
          </p:cNvPr>
          <p:cNvSpPr>
            <a:spLocks xmlns:a="http://schemas.openxmlformats.org/drawingml/2006/main" noGrp="1"/>
          </p:cNvSpPr>
          <p:nvPr/>
        </p:nvSpPr>
        <p:spPr>
          <a:xfrm xmlns:a="http://schemas.openxmlformats.org/drawingml/2006/main">
            <a:off x="1571625" y="3105150"/>
            <a:ext cx="7715250" cy="16383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4" name="dp44-comparison / n65 / text 1">
            <a:extLst xmlns:a="http://schemas.openxmlformats.org/drawingml/2006/main">
              <a:ext uri="{FF2B5EF4-FFF2-40B4-BE49-F238E27FC236}">
                <a16:creationId xmlns:a16="http://schemas.microsoft.com/office/drawing/2014/main" id="{D3D2CC2C-DD98-49A5-9DB8-2878D4DA2D74}"/>
              </a:ext>
            </a:extLst>
          </p:cNvPr>
          <p:cNvSpPr>
            <a:spLocks xmlns:a="http://schemas.openxmlformats.org/drawingml/2006/main" noGrp="1"/>
          </p:cNvSpPr>
          <p:nvPr/>
        </p:nvSpPr>
        <p:spPr>
          <a:xfrm xmlns:a="http://schemas.openxmlformats.org/drawingml/2006/main">
            <a:off x="1695450" y="32004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65" name="dp44-comparison / n66">
            <a:extLst xmlns:a="http://schemas.openxmlformats.org/drawingml/2006/main">
              <a:ext uri="{FF2B5EF4-FFF2-40B4-BE49-F238E27FC236}">
                <a16:creationId xmlns:a16="http://schemas.microsoft.com/office/drawing/2014/main" id="{5A64ED6E-2374-4413-8310-D50CA935FAFE}"/>
              </a:ext>
            </a:extLst>
          </p:cNvPr>
          <p:cNvSpPr>
            <a:spLocks xmlns:a="http://schemas.openxmlformats.org/drawingml/2006/main" noGrp="1"/>
          </p:cNvSpPr>
          <p:nvPr/>
        </p:nvSpPr>
        <p:spPr>
          <a:xfrm xmlns:a="http://schemas.openxmlformats.org/drawingml/2006/main">
            <a:off x="1857375" y="3629025"/>
            <a:ext cx="2714625"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66" name="dp44-comparison / n67 / text 1">
            <a:extLst xmlns:a="http://schemas.openxmlformats.org/drawingml/2006/main">
              <a:ext uri="{FF2B5EF4-FFF2-40B4-BE49-F238E27FC236}">
                <a16:creationId xmlns:a16="http://schemas.microsoft.com/office/drawing/2014/main" id="{2D9605D3-D8B7-41A4-8DE1-F052B2BFE25F}"/>
              </a:ext>
            </a:extLst>
          </p:cNvPr>
          <p:cNvSpPr>
            <a:spLocks xmlns:a="http://schemas.openxmlformats.org/drawingml/2006/main" noGrp="1"/>
          </p:cNvSpPr>
          <p:nvPr/>
        </p:nvSpPr>
        <p:spPr>
          <a:xfrm xmlns:a="http://schemas.openxmlformats.org/drawingml/2006/main">
            <a:off x="1943100" y="3692366"/>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67" name="dp44-comparison / n68">
            <a:extLst xmlns:a="http://schemas.openxmlformats.org/drawingml/2006/main">
              <a:ext uri="{FF2B5EF4-FFF2-40B4-BE49-F238E27FC236}">
                <a16:creationId xmlns:a16="http://schemas.microsoft.com/office/drawing/2014/main" id="{DB98AA76-1F78-4CDD-850F-E9170CFA8875}"/>
              </a:ext>
            </a:extLst>
          </p:cNvPr>
          <p:cNvSpPr>
            <a:spLocks xmlns:a="http://schemas.openxmlformats.org/drawingml/2006/main" noGrp="1"/>
          </p:cNvSpPr>
          <p:nvPr/>
        </p:nvSpPr>
        <p:spPr>
          <a:xfrm xmlns:a="http://schemas.openxmlformats.org/drawingml/2006/main">
            <a:off x="5857875" y="3629025"/>
            <a:ext cx="3095625" cy="40957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68" name="dp44-comparison / n69 / text 1">
            <a:extLst xmlns:a="http://schemas.openxmlformats.org/drawingml/2006/main">
              <a:ext uri="{FF2B5EF4-FFF2-40B4-BE49-F238E27FC236}">
                <a16:creationId xmlns:a16="http://schemas.microsoft.com/office/drawing/2014/main" id="{EBA25EE5-B64D-499F-8CB0-264E2960B5C2}"/>
              </a:ext>
            </a:extLst>
          </p:cNvPr>
          <p:cNvSpPr>
            <a:spLocks xmlns:a="http://schemas.openxmlformats.org/drawingml/2006/main" noGrp="1"/>
          </p:cNvSpPr>
          <p:nvPr/>
        </p:nvSpPr>
        <p:spPr>
          <a:xfrm xmlns:a="http://schemas.openxmlformats.org/drawingml/2006/main">
            <a:off x="5943600" y="379095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69" name="dp44-comparison / n70 / path">
            <a:extLst xmlns:a="http://schemas.openxmlformats.org/drawingml/2006/main">
              <a:ext uri="{FF2B5EF4-FFF2-40B4-BE49-F238E27FC236}">
                <a16:creationId xmlns:a16="http://schemas.microsoft.com/office/drawing/2014/main" id="{4F003F40-8EDF-496A-AA05-7BE4E8FEC44F}"/>
              </a:ext>
            </a:extLst>
          </p:cNvPr>
          <p:cNvSpPr>
            <a:spLocks xmlns:a="http://schemas.openxmlformats.org/drawingml/2006/main" noGrp="1"/>
          </p:cNvSpPr>
          <p:nvPr/>
        </p:nvSpPr>
        <p:spPr>
          <a:xfrm xmlns:a="http://schemas.openxmlformats.org/drawingml/2006/main">
            <a:off x="2952750" y="2733675"/>
            <a:ext cx="261938" cy="895350"/>
          </a:xfrm>
          <a:custGeom xmlns:a="http://schemas.openxmlformats.org/drawingml/2006/main">
            <a:pathLst>
              <a:path w="261938" h="895350">
                <a:moveTo>
                  <a:pt x="0" y="0"/>
                </a:moveTo>
                <a:lnTo>
                  <a:pt x="0" y="285750"/>
                </a:lnTo>
                <a:lnTo>
                  <a:pt x="261938" y="285750"/>
                </a:lnTo>
                <a:lnTo>
                  <a:pt x="261938" y="895350"/>
                </a:lnTo>
              </a:path>
            </a:pathLst>
          </a:custGeom>
          <a:noFill xmlns:a="http://schemas.openxmlformats.org/drawingml/2006/main"/>
          <a:ln xmlns:a="http://schemas.openxmlformats.org/drawingml/2006/main" w="10478">
            <a:solidFill>
              <a:srgbClr val="000000"/>
            </a:solidFill>
            <a:prstDash val="solid"/>
          </a:ln>
        </p:spPr>
      </p:sp>
      <p:sp>
        <p:nvSpPr>
          <p:cNvPr id="70" name="dp44-comparison / n70 / arrow">
            <a:extLst xmlns:a="http://schemas.openxmlformats.org/drawingml/2006/main">
              <a:ext uri="{FF2B5EF4-FFF2-40B4-BE49-F238E27FC236}">
                <a16:creationId xmlns:a16="http://schemas.microsoft.com/office/drawing/2014/main" id="{51077F43-AA70-4BF1-9AC4-602C4345EF6D}"/>
              </a:ext>
            </a:extLst>
          </p:cNvPr>
          <p:cNvSpPr>
            <a:spLocks xmlns:a="http://schemas.openxmlformats.org/drawingml/2006/main" noGrp="1"/>
          </p:cNvSpPr>
          <p:nvPr/>
        </p:nvSpPr>
        <p:spPr>
          <a:xfrm xmlns:a="http://schemas.openxmlformats.org/drawingml/2006/main">
            <a:off x="3181160"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71" name="dp44-comparison / n71 / path">
            <a:extLst xmlns:a="http://schemas.openxmlformats.org/drawingml/2006/main">
              <a:ext uri="{FF2B5EF4-FFF2-40B4-BE49-F238E27FC236}">
                <a16:creationId xmlns:a16="http://schemas.microsoft.com/office/drawing/2014/main" id="{55AEA23F-734A-4B37-A901-570235D70268}"/>
              </a:ext>
            </a:extLst>
          </p:cNvPr>
          <p:cNvSpPr>
            <a:spLocks xmlns:a="http://schemas.openxmlformats.org/drawingml/2006/main" noGrp="1"/>
          </p:cNvSpPr>
          <p:nvPr/>
        </p:nvSpPr>
        <p:spPr>
          <a:xfrm xmlns:a="http://schemas.openxmlformats.org/drawingml/2006/main">
            <a:off x="4024313" y="2733675"/>
            <a:ext cx="3738563" cy="895350"/>
          </a:xfrm>
          <a:custGeom xmlns:a="http://schemas.openxmlformats.org/drawingml/2006/main">
            <a:pathLst>
              <a:path w="3738563" h="895350">
                <a:moveTo>
                  <a:pt x="3738563" y="0"/>
                </a:moveTo>
                <a:lnTo>
                  <a:pt x="3738563" y="247650"/>
                </a:lnTo>
                <a:lnTo>
                  <a:pt x="0" y="247650"/>
                </a:lnTo>
                <a:lnTo>
                  <a:pt x="0" y="895350"/>
                </a:lnTo>
              </a:path>
            </a:pathLst>
          </a:custGeom>
          <a:noFill xmlns:a="http://schemas.openxmlformats.org/drawingml/2006/main"/>
          <a:ln xmlns:a="http://schemas.openxmlformats.org/drawingml/2006/main" w="10478">
            <a:solidFill>
              <a:srgbClr val="000000"/>
            </a:solidFill>
            <a:prstDash val="solid"/>
          </a:ln>
        </p:spPr>
      </p:sp>
      <p:sp>
        <p:nvSpPr>
          <p:cNvPr id="72" name="dp44-comparison / n71 / arrow">
            <a:extLst xmlns:a="http://schemas.openxmlformats.org/drawingml/2006/main">
              <a:ext uri="{FF2B5EF4-FFF2-40B4-BE49-F238E27FC236}">
                <a16:creationId xmlns:a16="http://schemas.microsoft.com/office/drawing/2014/main" id="{1987C87B-515F-45FC-BD59-52ABB90290F4}"/>
              </a:ext>
            </a:extLst>
          </p:cNvPr>
          <p:cNvSpPr>
            <a:spLocks xmlns:a="http://schemas.openxmlformats.org/drawingml/2006/main" noGrp="1"/>
          </p:cNvSpPr>
          <p:nvPr/>
        </p:nvSpPr>
        <p:spPr>
          <a:xfrm xmlns:a="http://schemas.openxmlformats.org/drawingml/2006/main">
            <a:off x="3990785"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73" name="dp44-comparison / n72 / path">
            <a:extLst xmlns:a="http://schemas.openxmlformats.org/drawingml/2006/main">
              <a:ext uri="{FF2B5EF4-FFF2-40B4-BE49-F238E27FC236}">
                <a16:creationId xmlns:a16="http://schemas.microsoft.com/office/drawing/2014/main" id="{894C5E59-E77A-46F0-AEBF-B99FDD6A501D}"/>
              </a:ext>
            </a:extLst>
          </p:cNvPr>
          <p:cNvSpPr>
            <a:spLocks xmlns:a="http://schemas.openxmlformats.org/drawingml/2006/main" noGrp="1"/>
          </p:cNvSpPr>
          <p:nvPr/>
        </p:nvSpPr>
        <p:spPr>
          <a:xfrm xmlns:a="http://schemas.openxmlformats.org/drawingml/2006/main">
            <a:off x="4572000" y="3810000"/>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74" name="dp44-comparison / n72 / arrow">
            <a:extLst xmlns:a="http://schemas.openxmlformats.org/drawingml/2006/main">
              <a:ext uri="{FF2B5EF4-FFF2-40B4-BE49-F238E27FC236}">
                <a16:creationId xmlns:a16="http://schemas.microsoft.com/office/drawing/2014/main" id="{858CE631-B9A6-421A-A685-E94E20B2D105}"/>
              </a:ext>
            </a:extLst>
          </p:cNvPr>
          <p:cNvSpPr>
            <a:spLocks xmlns:a="http://schemas.openxmlformats.org/drawingml/2006/main" noGrp="1"/>
          </p:cNvSpPr>
          <p:nvPr/>
        </p:nvSpPr>
        <p:spPr>
          <a:xfrm xmlns:a="http://schemas.openxmlformats.org/drawingml/2006/main">
            <a:off x="5790819" y="3776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4-comparison / n73 / path">
            <a:extLst xmlns:a="http://schemas.openxmlformats.org/drawingml/2006/main">
              <a:ext uri="{FF2B5EF4-FFF2-40B4-BE49-F238E27FC236}">
                <a16:creationId xmlns:a16="http://schemas.microsoft.com/office/drawing/2014/main" id="{CF406999-73C3-4EB6-B610-64D3F4D560B5}"/>
              </a:ext>
            </a:extLst>
          </p:cNvPr>
          <p:cNvSpPr>
            <a:spLocks xmlns:a="http://schemas.openxmlformats.org/drawingml/2006/main" noGrp="1"/>
          </p:cNvSpPr>
          <p:nvPr/>
        </p:nvSpPr>
        <p:spPr>
          <a:xfrm xmlns:a="http://schemas.openxmlformats.org/drawingml/2006/main">
            <a:off x="4572000" y="3924300"/>
            <a:ext cx="1285875" cy="190500"/>
          </a:xfrm>
          <a:custGeom xmlns:a="http://schemas.openxmlformats.org/drawingml/2006/main">
            <a:pathLst>
              <a:path w="1285875" h="190500">
                <a:moveTo>
                  <a:pt x="1285875" y="0"/>
                </a:moveTo>
                <a:lnTo>
                  <a:pt x="1095375" y="0"/>
                </a:lnTo>
                <a:lnTo>
                  <a:pt x="1095375" y="190500"/>
                </a:lnTo>
                <a:lnTo>
                  <a:pt x="190500" y="190500"/>
                </a:lnTo>
                <a:lnTo>
                  <a:pt x="190500" y="0"/>
                </a:lnTo>
                <a:lnTo>
                  <a:pt x="0" y="0"/>
                </a:lnTo>
              </a:path>
            </a:pathLst>
          </a:custGeom>
          <a:noFill xmlns:a="http://schemas.openxmlformats.org/drawingml/2006/main"/>
          <a:ln xmlns:a="http://schemas.openxmlformats.org/drawingml/2006/main" w="10478">
            <a:solidFill>
              <a:srgbClr val="000000"/>
            </a:solidFill>
            <a:prstDash val="dash"/>
          </a:ln>
        </p:spPr>
      </p:sp>
      <p:sp>
        <p:nvSpPr>
          <p:cNvPr id="76" name="dp44-comparison / n73 / arrow">
            <a:extLst xmlns:a="http://schemas.openxmlformats.org/drawingml/2006/main">
              <a:ext uri="{FF2B5EF4-FFF2-40B4-BE49-F238E27FC236}">
                <a16:creationId xmlns:a16="http://schemas.microsoft.com/office/drawing/2014/main" id="{C56AA678-9299-4438-805D-BF88914356E8}"/>
              </a:ext>
            </a:extLst>
          </p:cNvPr>
          <p:cNvSpPr>
            <a:spLocks xmlns:a="http://schemas.openxmlformats.org/drawingml/2006/main" noGrp="1"/>
          </p:cNvSpPr>
          <p:nvPr/>
        </p:nvSpPr>
        <p:spPr>
          <a:xfrm xmlns:a="http://schemas.openxmlformats.org/drawingml/2006/main">
            <a:off x="4572000" y="3890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77" name="dp44-comparison / n76">
            <a:extLst xmlns:a="http://schemas.openxmlformats.org/drawingml/2006/main">
              <a:ext uri="{FF2B5EF4-FFF2-40B4-BE49-F238E27FC236}">
                <a16:creationId xmlns:a16="http://schemas.microsoft.com/office/drawing/2014/main" id="{6E69F2F5-47A0-4EF3-B357-C2CD6DF0CC39}"/>
              </a:ext>
            </a:extLst>
          </p:cNvPr>
          <p:cNvSpPr>
            <a:spLocks xmlns:a="http://schemas.openxmlformats.org/drawingml/2006/main" noGrp="1"/>
          </p:cNvSpPr>
          <p:nvPr/>
        </p:nvSpPr>
        <p:spPr>
          <a:xfrm xmlns:a="http://schemas.openxmlformats.org/drawingml/2006/main">
            <a:off x="1666875" y="5095875"/>
            <a:ext cx="2238375"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7 / text 1">
            <a:extLst xmlns:a="http://schemas.openxmlformats.org/drawingml/2006/main">
              <a:ext uri="{FF2B5EF4-FFF2-40B4-BE49-F238E27FC236}">
                <a16:creationId xmlns:a16="http://schemas.microsoft.com/office/drawing/2014/main" id="{55728AAC-DE18-4B56-B446-984644783C02}"/>
              </a:ext>
            </a:extLst>
          </p:cNvPr>
          <p:cNvSpPr>
            <a:spLocks xmlns:a="http://schemas.openxmlformats.org/drawingml/2006/main" noGrp="1"/>
          </p:cNvSpPr>
          <p:nvPr/>
        </p:nvSpPr>
        <p:spPr>
          <a:xfrm xmlns:a="http://schemas.openxmlformats.org/drawingml/2006/main">
            <a:off x="1752600" y="51525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9" name="dp44-comparison / n78">
            <a:extLst xmlns:a="http://schemas.openxmlformats.org/drawingml/2006/main">
              <a:ext uri="{FF2B5EF4-FFF2-40B4-BE49-F238E27FC236}">
                <a16:creationId xmlns:a16="http://schemas.microsoft.com/office/drawing/2014/main" id="{EF4B2F76-43B7-4CE4-9D32-F726642C98C2}"/>
              </a:ext>
            </a:extLst>
          </p:cNvPr>
          <p:cNvSpPr>
            <a:spLocks xmlns:a="http://schemas.openxmlformats.org/drawingml/2006/main" noGrp="1"/>
          </p:cNvSpPr>
          <p:nvPr/>
        </p:nvSpPr>
        <p:spPr>
          <a:xfrm xmlns:a="http://schemas.openxmlformats.org/drawingml/2006/main">
            <a:off x="4143375" y="4933950"/>
            <a:ext cx="5143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79 / text 1">
            <a:extLst xmlns:a="http://schemas.openxmlformats.org/drawingml/2006/main">
              <a:ext uri="{FF2B5EF4-FFF2-40B4-BE49-F238E27FC236}">
                <a16:creationId xmlns:a16="http://schemas.microsoft.com/office/drawing/2014/main" id="{2BCA3849-3C8E-4041-B5F1-D7E22A3710DE}"/>
              </a:ext>
            </a:extLst>
          </p:cNvPr>
          <p:cNvSpPr>
            <a:spLocks xmlns:a="http://schemas.openxmlformats.org/drawingml/2006/main" noGrp="1"/>
          </p:cNvSpPr>
          <p:nvPr/>
        </p:nvSpPr>
        <p:spPr>
          <a:xfrm xmlns:a="http://schemas.openxmlformats.org/drawingml/2006/main">
            <a:off x="4267200" y="5029200"/>
            <a:ext cx="4895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81" name="dp44-comparison / n80">
            <a:extLst xmlns:a="http://schemas.openxmlformats.org/drawingml/2006/main">
              <a:ext uri="{FF2B5EF4-FFF2-40B4-BE49-F238E27FC236}">
                <a16:creationId xmlns:a16="http://schemas.microsoft.com/office/drawing/2014/main" id="{A12F3E86-0EBC-4430-B87A-64F6BA97B197}"/>
              </a:ext>
            </a:extLst>
          </p:cNvPr>
          <p:cNvSpPr>
            <a:spLocks xmlns:a="http://schemas.openxmlformats.org/drawingml/2006/main" noGrp="1"/>
          </p:cNvSpPr>
          <p:nvPr/>
        </p:nvSpPr>
        <p:spPr>
          <a:xfrm xmlns:a="http://schemas.openxmlformats.org/drawingml/2006/main">
            <a:off x="4333875" y="5314950"/>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82" name="dp44-comparison / n81 / text 1">
            <a:extLst xmlns:a="http://schemas.openxmlformats.org/drawingml/2006/main">
              <a:ext uri="{FF2B5EF4-FFF2-40B4-BE49-F238E27FC236}">
                <a16:creationId xmlns:a16="http://schemas.microsoft.com/office/drawing/2014/main" id="{B7D8D942-610C-40EF-8C3B-9AC9D016182B}"/>
              </a:ext>
            </a:extLst>
          </p:cNvPr>
          <p:cNvSpPr>
            <a:spLocks xmlns:a="http://schemas.openxmlformats.org/drawingml/2006/main" noGrp="1"/>
          </p:cNvSpPr>
          <p:nvPr/>
        </p:nvSpPr>
        <p:spPr>
          <a:xfrm xmlns:a="http://schemas.openxmlformats.org/drawingml/2006/main">
            <a:off x="4419600" y="5366861"/>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83" name="dp44-comparison / n82">
            <a:extLst xmlns:a="http://schemas.openxmlformats.org/drawingml/2006/main">
              <a:ext uri="{FF2B5EF4-FFF2-40B4-BE49-F238E27FC236}">
                <a16:creationId xmlns:a16="http://schemas.microsoft.com/office/drawing/2014/main" id="{18932496-F640-4F6C-8E4E-B56A5950B19F}"/>
              </a:ext>
            </a:extLst>
          </p:cNvPr>
          <p:cNvSpPr>
            <a:spLocks xmlns:a="http://schemas.openxmlformats.org/drawingml/2006/main" noGrp="1"/>
          </p:cNvSpPr>
          <p:nvPr/>
        </p:nvSpPr>
        <p:spPr>
          <a:xfrm xmlns:a="http://schemas.openxmlformats.org/drawingml/2006/main">
            <a:off x="6953250" y="5314950"/>
            <a:ext cx="2143125"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84" name="dp44-comparison / n83 / text 1">
            <a:extLst xmlns:a="http://schemas.openxmlformats.org/drawingml/2006/main">
              <a:ext uri="{FF2B5EF4-FFF2-40B4-BE49-F238E27FC236}">
                <a16:creationId xmlns:a16="http://schemas.microsoft.com/office/drawing/2014/main" id="{3E1236B6-081C-4ABD-BE63-3240D37CD8DE}"/>
              </a:ext>
            </a:extLst>
          </p:cNvPr>
          <p:cNvSpPr>
            <a:spLocks xmlns:a="http://schemas.openxmlformats.org/drawingml/2006/main" noGrp="1"/>
          </p:cNvSpPr>
          <p:nvPr/>
        </p:nvSpPr>
        <p:spPr>
          <a:xfrm xmlns:a="http://schemas.openxmlformats.org/drawingml/2006/main">
            <a:off x="7038975" y="5366861"/>
            <a:ext cx="19716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Publication Control</a:t>
            </a:r>
          </a:p>
        </p:txBody>
      </p:sp>
      <p:sp>
        <p:nvSpPr>
          <p:cNvPr id="85" name="dp44-comparison / n84 / path">
            <a:extLst xmlns:a="http://schemas.openxmlformats.org/drawingml/2006/main">
              <a:ext uri="{FF2B5EF4-FFF2-40B4-BE49-F238E27FC236}">
                <a16:creationId xmlns:a16="http://schemas.microsoft.com/office/drawing/2014/main" id="{AC776D21-8C5D-49FB-B84D-F5775832F7D7}"/>
              </a:ext>
            </a:extLst>
          </p:cNvPr>
          <p:cNvSpPr>
            <a:spLocks xmlns:a="http://schemas.openxmlformats.org/drawingml/2006/main" noGrp="1"/>
          </p:cNvSpPr>
          <p:nvPr/>
        </p:nvSpPr>
        <p:spPr>
          <a:xfrm xmlns:a="http://schemas.openxmlformats.org/drawingml/2006/main">
            <a:off x="3214688" y="3990975"/>
            <a:ext cx="2214563" cy="1323975"/>
          </a:xfrm>
          <a:custGeom xmlns:a="http://schemas.openxmlformats.org/drawingml/2006/main">
            <a:pathLst>
              <a:path w="2214563" h="1323975">
                <a:moveTo>
                  <a:pt x="0" y="0"/>
                </a:moveTo>
                <a:lnTo>
                  <a:pt x="0" y="857250"/>
                </a:lnTo>
                <a:lnTo>
                  <a:pt x="2214563" y="857250"/>
                </a:lnTo>
                <a:lnTo>
                  <a:pt x="2214563" y="1323975"/>
                </a:lnTo>
              </a:path>
            </a:pathLst>
          </a:custGeom>
          <a:noFill xmlns:a="http://schemas.openxmlformats.org/drawingml/2006/main"/>
          <a:ln xmlns:a="http://schemas.openxmlformats.org/drawingml/2006/main" w="10478">
            <a:solidFill>
              <a:srgbClr val="000000"/>
            </a:solidFill>
            <a:prstDash val="solid"/>
          </a:ln>
        </p:spPr>
      </p:sp>
      <p:sp>
        <p:nvSpPr>
          <p:cNvPr id="86" name="dp44-comparison / n84 / arrow">
            <a:extLst xmlns:a="http://schemas.openxmlformats.org/drawingml/2006/main">
              <a:ext uri="{FF2B5EF4-FFF2-40B4-BE49-F238E27FC236}">
                <a16:creationId xmlns:a16="http://schemas.microsoft.com/office/drawing/2014/main" id="{E71119BA-89D6-4A68-A0FD-0BD5D838E6B6}"/>
              </a:ext>
            </a:extLst>
          </p:cNvPr>
          <p:cNvSpPr>
            <a:spLocks xmlns:a="http://schemas.openxmlformats.org/drawingml/2006/main" noGrp="1"/>
          </p:cNvSpPr>
          <p:nvPr/>
        </p:nvSpPr>
        <p:spPr>
          <a:xfrm xmlns:a="http://schemas.openxmlformats.org/drawingml/2006/main">
            <a:off x="5395722"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5 / path">
            <a:extLst xmlns:a="http://schemas.openxmlformats.org/drawingml/2006/main">
              <a:ext uri="{FF2B5EF4-FFF2-40B4-BE49-F238E27FC236}">
                <a16:creationId xmlns:a16="http://schemas.microsoft.com/office/drawing/2014/main" id="{86363246-3BF5-49E5-99FC-D481E69C11D8}"/>
              </a:ext>
            </a:extLst>
          </p:cNvPr>
          <p:cNvSpPr>
            <a:spLocks xmlns:a="http://schemas.openxmlformats.org/drawingml/2006/main" noGrp="1"/>
          </p:cNvSpPr>
          <p:nvPr/>
        </p:nvSpPr>
        <p:spPr>
          <a:xfrm xmlns:a="http://schemas.openxmlformats.org/drawingml/2006/main">
            <a:off x="4572000" y="3886200"/>
            <a:ext cx="1190625" cy="1428750"/>
          </a:xfrm>
          <a:custGeom xmlns:a="http://schemas.openxmlformats.org/drawingml/2006/main">
            <a:pathLst>
              <a:path w="1190625" h="1428750">
                <a:moveTo>
                  <a:pt x="1190625" y="1428750"/>
                </a:moveTo>
                <a:lnTo>
                  <a:pt x="1190625" y="933450"/>
                </a:lnTo>
                <a:lnTo>
                  <a:pt x="95250" y="933450"/>
                </a:lnTo>
                <a:lnTo>
                  <a:pt x="95250" y="0"/>
                </a:lnTo>
                <a:lnTo>
                  <a:pt x="0" y="0"/>
                </a:lnTo>
              </a:path>
            </a:pathLst>
          </a:custGeom>
          <a:noFill xmlns:a="http://schemas.openxmlformats.org/drawingml/2006/main"/>
          <a:ln xmlns:a="http://schemas.openxmlformats.org/drawingml/2006/main" w="10478">
            <a:solidFill>
              <a:srgbClr val="000000"/>
            </a:solidFill>
            <a:prstDash val="dash"/>
          </a:ln>
        </p:spPr>
      </p:sp>
      <p:sp>
        <p:nvSpPr>
          <p:cNvPr id="88" name="dp44-comparison / n85 / arrow">
            <a:extLst xmlns:a="http://schemas.openxmlformats.org/drawingml/2006/main">
              <a:ext uri="{FF2B5EF4-FFF2-40B4-BE49-F238E27FC236}">
                <a16:creationId xmlns:a16="http://schemas.microsoft.com/office/drawing/2014/main" id="{6C2B5C52-2649-486C-8C5D-A55AE4968E50}"/>
              </a:ext>
            </a:extLst>
          </p:cNvPr>
          <p:cNvSpPr>
            <a:spLocks xmlns:a="http://schemas.openxmlformats.org/drawingml/2006/main" noGrp="1"/>
          </p:cNvSpPr>
          <p:nvPr/>
        </p:nvSpPr>
        <p:spPr>
          <a:xfrm xmlns:a="http://schemas.openxmlformats.org/drawingml/2006/main">
            <a:off x="4572000" y="3852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89" name="dp44-comparison / n86 / path">
            <a:extLst xmlns:a="http://schemas.openxmlformats.org/drawingml/2006/main">
              <a:ext uri="{FF2B5EF4-FFF2-40B4-BE49-F238E27FC236}">
                <a16:creationId xmlns:a16="http://schemas.microsoft.com/office/drawing/2014/main" id="{1869A46E-EE6E-4E19-B681-DD60AC27CB51}"/>
              </a:ext>
            </a:extLst>
          </p:cNvPr>
          <p:cNvSpPr>
            <a:spLocks xmlns:a="http://schemas.openxmlformats.org/drawingml/2006/main" noGrp="1"/>
          </p:cNvSpPr>
          <p:nvPr/>
        </p:nvSpPr>
        <p:spPr>
          <a:xfrm xmlns:a="http://schemas.openxmlformats.org/drawingml/2006/main">
            <a:off x="4572000" y="3810000"/>
            <a:ext cx="3738563" cy="1504950"/>
          </a:xfrm>
          <a:custGeom xmlns:a="http://schemas.openxmlformats.org/drawingml/2006/main">
            <a:pathLst>
              <a:path w="3738563" h="1504950">
                <a:moveTo>
                  <a:pt x="0" y="0"/>
                </a:moveTo>
                <a:lnTo>
                  <a:pt x="142875" y="0"/>
                </a:lnTo>
                <a:lnTo>
                  <a:pt x="142875" y="952500"/>
                </a:lnTo>
                <a:lnTo>
                  <a:pt x="3738563" y="952500"/>
                </a:lnTo>
                <a:lnTo>
                  <a:pt x="3738563" y="1504950"/>
                </a:lnTo>
              </a:path>
            </a:pathLst>
          </a:custGeom>
          <a:noFill xmlns:a="http://schemas.openxmlformats.org/drawingml/2006/main"/>
          <a:ln xmlns:a="http://schemas.openxmlformats.org/drawingml/2006/main" w="10478">
            <a:solidFill>
              <a:srgbClr val="000000"/>
            </a:solidFill>
            <a:prstDash val="solid"/>
          </a:ln>
        </p:spPr>
      </p:sp>
      <p:sp>
        <p:nvSpPr>
          <p:cNvPr id="90" name="dp44-comparison / n86 / arrow">
            <a:extLst xmlns:a="http://schemas.openxmlformats.org/drawingml/2006/main">
              <a:ext uri="{FF2B5EF4-FFF2-40B4-BE49-F238E27FC236}">
                <a16:creationId xmlns:a16="http://schemas.microsoft.com/office/drawing/2014/main" id="{DF32163C-49A0-4031-AD03-EC53A67DFC27}"/>
              </a:ext>
            </a:extLst>
          </p:cNvPr>
          <p:cNvSpPr>
            <a:spLocks xmlns:a="http://schemas.openxmlformats.org/drawingml/2006/main" noGrp="1"/>
          </p:cNvSpPr>
          <p:nvPr/>
        </p:nvSpPr>
        <p:spPr>
          <a:xfrm xmlns:a="http://schemas.openxmlformats.org/drawingml/2006/main">
            <a:off x="8277035"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1" name="dp44-comparison / n89 / path">
            <a:extLst xmlns:a="http://schemas.openxmlformats.org/drawingml/2006/main">
              <a:ext uri="{FF2B5EF4-FFF2-40B4-BE49-F238E27FC236}">
                <a16:creationId xmlns:a16="http://schemas.microsoft.com/office/drawing/2014/main" id="{0D60ED75-6661-4F0D-A72E-4D301194C916}"/>
              </a:ext>
            </a:extLst>
          </p:cNvPr>
          <p:cNvSpPr>
            <a:spLocks xmlns:a="http://schemas.openxmlformats.org/drawingml/2006/main" noGrp="1"/>
          </p:cNvSpPr>
          <p:nvPr/>
        </p:nvSpPr>
        <p:spPr>
          <a:xfrm xmlns:a="http://schemas.openxmlformats.org/drawingml/2006/main">
            <a:off x="1571625" y="3810000"/>
            <a:ext cx="1214438" cy="1285875"/>
          </a:xfrm>
          <a:custGeom xmlns:a="http://schemas.openxmlformats.org/drawingml/2006/main">
            <a:pathLst>
              <a:path w="1214438" h="1285875">
                <a:moveTo>
                  <a:pt x="285750" y="0"/>
                </a:moveTo>
                <a:lnTo>
                  <a:pt x="0" y="0"/>
                </a:lnTo>
                <a:lnTo>
                  <a:pt x="0" y="1171575"/>
                </a:lnTo>
                <a:lnTo>
                  <a:pt x="1214438" y="1171575"/>
                </a:lnTo>
                <a:lnTo>
                  <a:pt x="1214438" y="1285875"/>
                </a:lnTo>
              </a:path>
            </a:pathLst>
          </a:custGeom>
          <a:noFill xmlns:a="http://schemas.openxmlformats.org/drawingml/2006/main"/>
          <a:ln xmlns:a="http://schemas.openxmlformats.org/drawingml/2006/main" w="10478">
            <a:solidFill>
              <a:srgbClr val="000000"/>
            </a:solidFill>
            <a:prstDash val="solid"/>
          </a:ln>
        </p:spPr>
      </p:sp>
      <p:sp>
        <p:nvSpPr>
          <p:cNvPr id="92" name="dp44-comparison / n89 / arrow">
            <a:extLst xmlns:a="http://schemas.openxmlformats.org/drawingml/2006/main">
              <a:ext uri="{FF2B5EF4-FFF2-40B4-BE49-F238E27FC236}">
                <a16:creationId xmlns:a16="http://schemas.microsoft.com/office/drawing/2014/main" id="{994B4D02-4DE2-4E78-9FD5-87385E7AEC5E}"/>
              </a:ext>
            </a:extLst>
          </p:cNvPr>
          <p:cNvSpPr>
            <a:spLocks xmlns:a="http://schemas.openxmlformats.org/drawingml/2006/main" noGrp="1"/>
          </p:cNvSpPr>
          <p:nvPr/>
        </p:nvSpPr>
        <p:spPr>
          <a:xfrm xmlns:a="http://schemas.openxmlformats.org/drawingml/2006/main">
            <a:off x="2752535"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4-comparison / n90 / path">
            <a:extLst xmlns:a="http://schemas.openxmlformats.org/drawingml/2006/main">
              <a:ext uri="{FF2B5EF4-FFF2-40B4-BE49-F238E27FC236}">
                <a16:creationId xmlns:a16="http://schemas.microsoft.com/office/drawing/2014/main" id="{99D12359-E141-421F-A262-CDC458B92FFC}"/>
              </a:ext>
            </a:extLst>
          </p:cNvPr>
          <p:cNvSpPr>
            <a:spLocks xmlns:a="http://schemas.openxmlformats.org/drawingml/2006/main" noGrp="1"/>
          </p:cNvSpPr>
          <p:nvPr/>
        </p:nvSpPr>
        <p:spPr>
          <a:xfrm xmlns:a="http://schemas.openxmlformats.org/drawingml/2006/main">
            <a:off x="1476375" y="3924300"/>
            <a:ext cx="381000" cy="1333500"/>
          </a:xfrm>
          <a:custGeom xmlns:a="http://schemas.openxmlformats.org/drawingml/2006/main">
            <a:pathLst>
              <a:path w="381000" h="1333500">
                <a:moveTo>
                  <a:pt x="190500" y="1333500"/>
                </a:moveTo>
                <a:lnTo>
                  <a:pt x="0" y="1333500"/>
                </a:lnTo>
                <a:lnTo>
                  <a:pt x="0" y="0"/>
                </a:lnTo>
                <a:lnTo>
                  <a:pt x="381000" y="0"/>
                </a:lnTo>
              </a:path>
            </a:pathLst>
          </a:custGeom>
          <a:noFill xmlns:a="http://schemas.openxmlformats.org/drawingml/2006/main"/>
          <a:ln xmlns:a="http://schemas.openxmlformats.org/drawingml/2006/main" w="10478">
            <a:solidFill>
              <a:srgbClr val="000000"/>
            </a:solidFill>
            <a:prstDash val="dash"/>
          </a:ln>
        </p:spPr>
      </p:sp>
      <p:sp>
        <p:nvSpPr>
          <p:cNvPr id="94" name="dp44-comparison / n90 / arrow">
            <a:extLst xmlns:a="http://schemas.openxmlformats.org/drawingml/2006/main">
              <a:ext uri="{FF2B5EF4-FFF2-40B4-BE49-F238E27FC236}">
                <a16:creationId xmlns:a16="http://schemas.microsoft.com/office/drawing/2014/main" id="{F78D5DAC-4D1D-40E5-8F11-1D1B6A000556}"/>
              </a:ext>
            </a:extLst>
          </p:cNvPr>
          <p:cNvSpPr>
            <a:spLocks xmlns:a="http://schemas.openxmlformats.org/drawingml/2006/main" noGrp="1"/>
          </p:cNvSpPr>
          <p:nvPr/>
        </p:nvSpPr>
        <p:spPr>
          <a:xfrm xmlns:a="http://schemas.openxmlformats.org/drawingml/2006/main">
            <a:off x="1790319" y="3890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95" name="dp44-comparison / n95 / path">
            <a:extLst xmlns:a="http://schemas.openxmlformats.org/drawingml/2006/main">
              <a:ext uri="{FF2B5EF4-FFF2-40B4-BE49-F238E27FC236}">
                <a16:creationId xmlns:a16="http://schemas.microsoft.com/office/drawing/2014/main" id="{3D18800B-F0DF-40BF-918B-34033C5243D7}"/>
              </a:ext>
            </a:extLst>
          </p:cNvPr>
          <p:cNvSpPr>
            <a:spLocks xmlns:a="http://schemas.openxmlformats.org/drawingml/2006/main" noGrp="1"/>
          </p:cNvSpPr>
          <p:nvPr/>
        </p:nvSpPr>
        <p:spPr>
          <a:xfrm xmlns:a="http://schemas.openxmlformats.org/drawingml/2006/main">
            <a:off x="1571625" y="7029450"/>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96" name="dp44-comparison / n60">
            <a:extLst xmlns:a="http://schemas.openxmlformats.org/drawingml/2006/main">
              <a:ext uri="{FF2B5EF4-FFF2-40B4-BE49-F238E27FC236}">
                <a16:creationId xmlns:a16="http://schemas.microsoft.com/office/drawing/2014/main" id="{D6C290AA-B32D-47BF-B0C8-DD7725A61656}"/>
              </a:ext>
            </a:extLst>
          </p:cNvPr>
          <p:cNvSpPr>
            <a:spLocks xmlns:a="http://schemas.openxmlformats.org/drawingml/2006/main" noGrp="1"/>
          </p:cNvSpPr>
          <p:nvPr/>
        </p:nvSpPr>
        <p:spPr>
          <a:xfrm xmlns:a="http://schemas.openxmlformats.org/drawingml/2006/main">
            <a:off x="1647825" y="2762250"/>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7" name="dp44-comparison / n61 / text 1">
            <a:extLst xmlns:a="http://schemas.openxmlformats.org/drawingml/2006/main">
              <a:ext uri="{FF2B5EF4-FFF2-40B4-BE49-F238E27FC236}">
                <a16:creationId xmlns:a16="http://schemas.microsoft.com/office/drawing/2014/main" id="{F211B4E6-1DE0-4D15-94BF-12D2B8AF3D92}"/>
              </a:ext>
            </a:extLst>
          </p:cNvPr>
          <p:cNvSpPr>
            <a:spLocks xmlns:a="http://schemas.openxmlformats.org/drawingml/2006/main" noGrp="1"/>
          </p:cNvSpPr>
          <p:nvPr/>
        </p:nvSpPr>
        <p:spPr>
          <a:xfrm xmlns:a="http://schemas.openxmlformats.org/drawingml/2006/main">
            <a:off x="1666875" y="2771775"/>
            <a:ext cx="34766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98" name="dp44-comparison / n62">
            <a:extLst xmlns:a="http://schemas.openxmlformats.org/drawingml/2006/main">
              <a:ext uri="{FF2B5EF4-FFF2-40B4-BE49-F238E27FC236}">
                <a16:creationId xmlns:a16="http://schemas.microsoft.com/office/drawing/2014/main" id="{109DEDEB-7357-44FC-9A6D-0E90C43A6D77}"/>
              </a:ext>
            </a:extLst>
          </p:cNvPr>
          <p:cNvSpPr>
            <a:spLocks xmlns:a="http://schemas.openxmlformats.org/drawingml/2006/main" noGrp="1"/>
          </p:cNvSpPr>
          <p:nvPr/>
        </p:nvSpPr>
        <p:spPr>
          <a:xfrm xmlns:a="http://schemas.openxmlformats.org/drawingml/2006/main">
            <a:off x="6315075" y="2762250"/>
            <a:ext cx="271119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9" name="dp44-comparison / n63 / text 1">
            <a:extLst xmlns:a="http://schemas.openxmlformats.org/drawingml/2006/main">
              <a:ext uri="{FF2B5EF4-FFF2-40B4-BE49-F238E27FC236}">
                <a16:creationId xmlns:a16="http://schemas.microsoft.com/office/drawing/2014/main" id="{A856634F-6A86-4DF7-806A-7114371FA582}"/>
              </a:ext>
            </a:extLst>
          </p:cNvPr>
          <p:cNvSpPr>
            <a:spLocks xmlns:a="http://schemas.openxmlformats.org/drawingml/2006/main" noGrp="1"/>
          </p:cNvSpPr>
          <p:nvPr/>
        </p:nvSpPr>
        <p:spPr>
          <a:xfrm xmlns:a="http://schemas.openxmlformats.org/drawingml/2006/main">
            <a:off x="6334125" y="2771775"/>
            <a:ext cx="3000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00" name="dp44-comparison / n74">
            <a:extLst xmlns:a="http://schemas.openxmlformats.org/drawingml/2006/main">
              <a:ext uri="{FF2B5EF4-FFF2-40B4-BE49-F238E27FC236}">
                <a16:creationId xmlns:a16="http://schemas.microsoft.com/office/drawing/2014/main" id="{6BAD7597-55F8-4281-BC83-196F9AF1492B}"/>
              </a:ext>
            </a:extLst>
          </p:cNvPr>
          <p:cNvSpPr>
            <a:spLocks xmlns:a="http://schemas.openxmlformats.org/drawingml/2006/main" noGrp="1"/>
          </p:cNvSpPr>
          <p:nvPr/>
        </p:nvSpPr>
        <p:spPr>
          <a:xfrm xmlns:a="http://schemas.openxmlformats.org/drawingml/2006/main">
            <a:off x="1838325" y="4286250"/>
            <a:ext cx="48036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1" name="dp44-comparison / n75 / text 1">
            <a:extLst xmlns:a="http://schemas.openxmlformats.org/drawingml/2006/main">
              <a:ext uri="{FF2B5EF4-FFF2-40B4-BE49-F238E27FC236}">
                <a16:creationId xmlns:a16="http://schemas.microsoft.com/office/drawing/2014/main" id="{29356B22-7E39-42E3-B0FC-28D47F82605D}"/>
              </a:ext>
            </a:extLst>
          </p:cNvPr>
          <p:cNvSpPr>
            <a:spLocks xmlns:a="http://schemas.openxmlformats.org/drawingml/2006/main" noGrp="1"/>
          </p:cNvSpPr>
          <p:nvPr/>
        </p:nvSpPr>
        <p:spPr>
          <a:xfrm xmlns:a="http://schemas.openxmlformats.org/drawingml/2006/main">
            <a:off x="1857375" y="4295775"/>
            <a:ext cx="7067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모든 완료 회수 → 중앙 대기 상태 갱신 → 다음 job / 게시 지시</a:t>
            </a:r>
          </a:p>
        </p:txBody>
      </p:sp>
      <p:sp>
        <p:nvSpPr>
          <p:cNvPr id="102" name="dp44-comparison / n87">
            <a:extLst xmlns:a="http://schemas.openxmlformats.org/drawingml/2006/main">
              <a:ext uri="{FF2B5EF4-FFF2-40B4-BE49-F238E27FC236}">
                <a16:creationId xmlns:a16="http://schemas.microsoft.com/office/drawing/2014/main" id="{EF5F09D4-BBF8-4033-8B88-03F533D71D3D}"/>
              </a:ext>
            </a:extLst>
          </p:cNvPr>
          <p:cNvSpPr>
            <a:spLocks xmlns:a="http://schemas.openxmlformats.org/drawingml/2006/main" noGrp="1"/>
          </p:cNvSpPr>
          <p:nvPr/>
        </p:nvSpPr>
        <p:spPr>
          <a:xfrm xmlns:a="http://schemas.openxmlformats.org/drawingml/2006/main">
            <a:off x="4362450" y="571500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3" name="dp44-comparison / n88 / text 1">
            <a:extLst xmlns:a="http://schemas.openxmlformats.org/drawingml/2006/main">
              <a:ext uri="{FF2B5EF4-FFF2-40B4-BE49-F238E27FC236}">
                <a16:creationId xmlns:a16="http://schemas.microsoft.com/office/drawing/2014/main" id="{2A68C6CE-684B-462A-A983-EB7D4487E2A0}"/>
              </a:ext>
            </a:extLst>
          </p:cNvPr>
          <p:cNvSpPr>
            <a:spLocks xmlns:a="http://schemas.openxmlformats.org/drawingml/2006/main" noGrp="1"/>
          </p:cNvSpPr>
          <p:nvPr/>
        </p:nvSpPr>
        <p:spPr>
          <a:xfrm xmlns:a="http://schemas.openxmlformats.org/drawingml/2006/main">
            <a:off x="4381500" y="5724525"/>
            <a:ext cx="47053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후보도 중앙에 반환 / 유효 후보만 게시 지시</a:t>
            </a:r>
          </a:p>
        </p:txBody>
      </p:sp>
      <p:sp>
        <p:nvSpPr>
          <p:cNvPr id="104" name="dp44-comparison / n91">
            <a:extLst xmlns:a="http://schemas.openxmlformats.org/drawingml/2006/main">
              <a:ext uri="{FF2B5EF4-FFF2-40B4-BE49-F238E27FC236}">
                <a16:creationId xmlns:a16="http://schemas.microsoft.com/office/drawing/2014/main" id="{3993929A-2A8A-45F1-807F-4F5F8F4E0EBE}"/>
              </a:ext>
            </a:extLst>
          </p:cNvPr>
          <p:cNvSpPr>
            <a:spLocks xmlns:a="http://schemas.openxmlformats.org/drawingml/2006/main" noGrp="1"/>
          </p:cNvSpPr>
          <p:nvPr/>
        </p:nvSpPr>
        <p:spPr>
          <a:xfrm xmlns:a="http://schemas.openxmlformats.org/drawingml/2006/main">
            <a:off x="1647825" y="5495925"/>
            <a:ext cx="15095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5" name="dp44-comparison / n92 / text 1">
            <a:extLst xmlns:a="http://schemas.openxmlformats.org/drawingml/2006/main">
              <a:ext uri="{FF2B5EF4-FFF2-40B4-BE49-F238E27FC236}">
                <a16:creationId xmlns:a16="http://schemas.microsoft.com/office/drawing/2014/main" id="{94A9A395-114B-4795-A050-E87CEA465168}"/>
              </a:ext>
            </a:extLst>
          </p:cNvPr>
          <p:cNvSpPr>
            <a:spLocks xmlns:a="http://schemas.openxmlformats.org/drawingml/2006/main" noGrp="1"/>
          </p:cNvSpPr>
          <p:nvPr/>
        </p:nvSpPr>
        <p:spPr>
          <a:xfrm xmlns:a="http://schemas.openxmlformats.org/drawingml/2006/main">
            <a:off x="1666875" y="55054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job 완료 → 시작한 owner</a:t>
            </a:r>
          </a:p>
        </p:txBody>
      </p:sp>
      <p:sp>
        <p:nvSpPr>
          <p:cNvPr id="106" name="dp44-comparison / n93">
            <a:extLst xmlns:a="http://schemas.openxmlformats.org/drawingml/2006/main">
              <a:ext uri="{FF2B5EF4-FFF2-40B4-BE49-F238E27FC236}">
                <a16:creationId xmlns:a16="http://schemas.microsoft.com/office/drawing/2014/main" id="{108686CB-2EEC-452A-92AA-C2DD344BE5F9}"/>
              </a:ext>
            </a:extLst>
          </p:cNvPr>
          <p:cNvSpPr>
            <a:spLocks xmlns:a="http://schemas.openxmlformats.org/drawingml/2006/main" noGrp="1"/>
          </p:cNvSpPr>
          <p:nvPr/>
        </p:nvSpPr>
        <p:spPr>
          <a:xfrm xmlns:a="http://schemas.openxmlformats.org/drawingml/2006/main">
            <a:off x="1666875" y="6172200"/>
            <a:ext cx="7524750" cy="752475"/>
          </a:xfrm>
          <a:custGeom xmlns:a="http://schemas.openxmlformats.org/drawingml/2006/main">
            <a:pathLst>
              <a:path w="7524750" h="752475">
                <a:moveTo>
                  <a:pt x="0" y="0"/>
                </a:moveTo>
                <a:lnTo>
                  <a:pt x="7353300" y="0"/>
                </a:lnTo>
                <a:lnTo>
                  <a:pt x="7524750" y="171450"/>
                </a:lnTo>
                <a:lnTo>
                  <a:pt x="7524750" y="752475"/>
                </a:lnTo>
                <a:lnTo>
                  <a:pt x="0" y="7524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07" name="dp44-comparison / n93 / fold">
            <a:extLst xmlns:a="http://schemas.openxmlformats.org/drawingml/2006/main">
              <a:ext uri="{FF2B5EF4-FFF2-40B4-BE49-F238E27FC236}">
                <a16:creationId xmlns:a16="http://schemas.microsoft.com/office/drawing/2014/main" id="{48BA9BBE-E7D4-4DD5-8B8A-9422873F304D}"/>
              </a:ext>
            </a:extLst>
          </p:cNvPr>
          <p:cNvSpPr>
            <a:spLocks xmlns:a="http://schemas.openxmlformats.org/drawingml/2006/main" noGrp="1"/>
          </p:cNvSpPr>
          <p:nvPr/>
        </p:nvSpPr>
        <p:spPr>
          <a:xfrm xmlns:a="http://schemas.openxmlformats.org/drawingml/2006/main">
            <a:off x="9020175" y="61722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08" name="dp44-comparison / n94 / text 1">
            <a:extLst xmlns:a="http://schemas.openxmlformats.org/drawingml/2006/main">
              <a:ext uri="{FF2B5EF4-FFF2-40B4-BE49-F238E27FC236}">
                <a16:creationId xmlns:a16="http://schemas.microsoft.com/office/drawing/2014/main" id="{6A09EE61-9A03-4C84-A6D1-0670A220467E}"/>
              </a:ext>
            </a:extLst>
          </p:cNvPr>
          <p:cNvSpPr>
            <a:spLocks xmlns:a="http://schemas.openxmlformats.org/drawingml/2006/main" noGrp="1"/>
          </p:cNvSpPr>
          <p:nvPr/>
        </p:nvSpPr>
        <p:spPr>
          <a:xfrm xmlns:a="http://schemas.openxmlformats.org/drawingml/2006/main">
            <a:off x="1762125" y="622935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중앙 실행 자료: job=Job1, next=PREPARE_RESPONSE, waiting=[AdoptedMeaning1]</a:t>
            </a:r>
          </a:p>
        </p:txBody>
      </p:sp>
      <p:sp>
        <p:nvSpPr>
          <p:cNvPr id="109" name="dp44-comparison / n94 / text 2">
            <a:extLst xmlns:a="http://schemas.openxmlformats.org/drawingml/2006/main">
              <a:ext uri="{FF2B5EF4-FFF2-40B4-BE49-F238E27FC236}">
                <a16:creationId xmlns:a16="http://schemas.microsoft.com/office/drawing/2014/main" id="{384B4C24-22B6-4588-9D3D-6341AA840CCC}"/>
              </a:ext>
            </a:extLst>
          </p:cNvPr>
          <p:cNvSpPr>
            <a:spLocks xmlns:a="http://schemas.openxmlformats.org/drawingml/2006/main" noGrp="1"/>
          </p:cNvSpPr>
          <p:nvPr/>
        </p:nvSpPr>
        <p:spPr>
          <a:xfrm xmlns:a="http://schemas.openxmlformats.org/drawingml/2006/main">
            <a:off x="1762125" y="637794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Job1 완료: {input_ref:Input1, generation:2, status:OK, meaning_ref:AdoptedMeaning1}</a:t>
            </a:r>
          </a:p>
        </p:txBody>
      </p:sp>
      <p:sp>
        <p:nvSpPr>
          <p:cNvPr id="110" name="dp44-comparison / n94 / text 3">
            <a:extLst xmlns:a="http://schemas.openxmlformats.org/drawingml/2006/main">
              <a:ext uri="{FF2B5EF4-FFF2-40B4-BE49-F238E27FC236}">
                <a16:creationId xmlns:a16="http://schemas.microsoft.com/office/drawing/2014/main" id="{2F3687C2-179F-4658-B5C5-3F1248F8E6FF}"/>
              </a:ext>
            </a:extLst>
          </p:cNvPr>
          <p:cNvSpPr>
            <a:spLocks xmlns:a="http://schemas.openxmlformats.org/drawingml/2006/main" noGrp="1"/>
          </p:cNvSpPr>
          <p:nvPr/>
        </p:nvSpPr>
        <p:spPr>
          <a:xfrm xmlns:a="http://schemas.openxmlformats.org/drawingml/2006/main">
            <a:off x="1762125" y="652653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중앙이 generation / 원본 확인 후 다음 job을 호출하거나 늦은 결과 폐기</a:t>
            </a:r>
          </a:p>
        </p:txBody>
      </p:sp>
      <p:sp>
        <p:nvSpPr>
          <p:cNvPr id="111" name="dp44-comparison / n94 / text 4">
            <a:extLst xmlns:a="http://schemas.openxmlformats.org/drawingml/2006/main">
              <a:ext uri="{FF2B5EF4-FFF2-40B4-BE49-F238E27FC236}">
                <a16:creationId xmlns:a16="http://schemas.microsoft.com/office/drawing/2014/main" id="{CBB0FC7B-0B0C-4585-9695-A9490C9254C1}"/>
              </a:ext>
            </a:extLst>
          </p:cNvPr>
          <p:cNvSpPr>
            <a:spLocks xmlns:a="http://schemas.openxmlformats.org/drawingml/2006/main" noGrp="1"/>
          </p:cNvSpPr>
          <p:nvPr/>
        </p:nvSpPr>
        <p:spPr>
          <a:xfrm xmlns:a="http://schemas.openxmlformats.org/drawingml/2006/main">
            <a:off x="1762125" y="667512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질문 후보와 표 설명 후보도 중앙에서 대기를 연결한다.</a:t>
            </a:r>
          </a:p>
        </p:txBody>
      </p:sp>
      <p:sp>
        <p:nvSpPr>
          <p:cNvPr id="112" name="dp44-comparison / n96">
            <a:extLst xmlns:a="http://schemas.openxmlformats.org/drawingml/2006/main">
              <a:ext uri="{FF2B5EF4-FFF2-40B4-BE49-F238E27FC236}">
                <a16:creationId xmlns:a16="http://schemas.microsoft.com/office/drawing/2014/main" id="{BD14FC09-D423-4EBC-9DE4-CF1BB001F229}"/>
              </a:ext>
            </a:extLst>
          </p:cNvPr>
          <p:cNvSpPr>
            <a:spLocks xmlns:a="http://schemas.openxmlformats.org/drawingml/2006/main" noGrp="1"/>
          </p:cNvSpPr>
          <p:nvPr/>
        </p:nvSpPr>
        <p:spPr>
          <a:xfrm xmlns:a="http://schemas.openxmlformats.org/drawingml/2006/main">
            <a:off x="1647825" y="7077075"/>
            <a:ext cx="431958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3" name="dp44-comparison / n97 / text 1">
            <a:extLst xmlns:a="http://schemas.openxmlformats.org/drawingml/2006/main">
              <a:ext uri="{FF2B5EF4-FFF2-40B4-BE49-F238E27FC236}">
                <a16:creationId xmlns:a16="http://schemas.microsoft.com/office/drawing/2014/main" id="{7A25D802-7F63-43D3-9F62-C97C51E02108}"/>
              </a:ext>
            </a:extLst>
          </p:cNvPr>
          <p:cNvSpPr>
            <a:spLocks xmlns:a="http://schemas.openxmlformats.org/drawingml/2006/main" noGrp="1"/>
          </p:cNvSpPr>
          <p:nvPr/>
        </p:nvSpPr>
        <p:spPr>
          <a:xfrm xmlns:a="http://schemas.openxmlformats.org/drawingml/2006/main">
            <a:off x="1666875" y="708660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같은 겹침: 새 입력 + 별도 업무 질문 + 이전 응답 준비 완료</a:t>
            </a:r>
          </a:p>
        </p:txBody>
      </p:sp>
      <p:sp>
        <p:nvSpPr>
          <p:cNvPr id="114" name="dp44-comparison / n98">
            <a:extLst xmlns:a="http://schemas.openxmlformats.org/drawingml/2006/main">
              <a:ext uri="{FF2B5EF4-FFF2-40B4-BE49-F238E27FC236}">
                <a16:creationId xmlns:a16="http://schemas.microsoft.com/office/drawing/2014/main" id="{6E411817-7353-411A-9DB6-DF1FDA4AEC06}"/>
              </a:ext>
            </a:extLst>
          </p:cNvPr>
          <p:cNvSpPr>
            <a:spLocks xmlns:a="http://schemas.openxmlformats.org/drawingml/2006/main" noGrp="1"/>
          </p:cNvSpPr>
          <p:nvPr/>
        </p:nvSpPr>
        <p:spPr>
          <a:xfrm xmlns:a="http://schemas.openxmlformats.org/drawingml/2006/main">
            <a:off x="1647825" y="7286625"/>
            <a:ext cx="291941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5" name="dp44-comparison / n99 / text 1">
            <a:extLst xmlns:a="http://schemas.openxmlformats.org/drawingml/2006/main">
              <a:ext uri="{FF2B5EF4-FFF2-40B4-BE49-F238E27FC236}">
                <a16:creationId xmlns:a16="http://schemas.microsoft.com/office/drawing/2014/main" id="{17065FE1-AA21-4859-9F5F-F3E43A617AF9}"/>
              </a:ext>
            </a:extLst>
          </p:cNvPr>
          <p:cNvSpPr>
            <a:spLocks xmlns:a="http://schemas.openxmlformats.org/drawingml/2006/main" noGrp="1"/>
          </p:cNvSpPr>
          <p:nvPr/>
        </p:nvSpPr>
        <p:spPr>
          <a:xfrm xmlns:a="http://schemas.openxmlformats.org/drawingml/2006/main">
            <a:off x="1666875" y="729615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완료마다 중앙으로 복귀해 다음 작업 지시</a:t>
            </a:r>
          </a:p>
        </p:txBody>
      </p:sp>
      <p:sp>
        <p:nvSpPr>
          <p:cNvPr id="116" name="dp44-comparison / n100">
            <a:extLst xmlns:a="http://schemas.openxmlformats.org/drawingml/2006/main">
              <a:ext uri="{FF2B5EF4-FFF2-40B4-BE49-F238E27FC236}">
                <a16:creationId xmlns:a16="http://schemas.microsoft.com/office/drawing/2014/main" id="{92BF35D7-B996-436B-833B-9BE62A4567D3}"/>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7" name="dp44-comparison / n101 / text 1">
            <a:extLst xmlns:a="http://schemas.openxmlformats.org/drawingml/2006/main">
              <a:ext uri="{FF2B5EF4-FFF2-40B4-BE49-F238E27FC236}">
                <a16:creationId xmlns:a16="http://schemas.microsoft.com/office/drawing/2014/main" id="{6221557F-55ED-442D-A541-6C8F44CD19B7}"/>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18" name="dp44-comparison / n102">
            <a:extLst xmlns:a="http://schemas.openxmlformats.org/drawingml/2006/main">
              <a:ext uri="{FF2B5EF4-FFF2-40B4-BE49-F238E27FC236}">
                <a16:creationId xmlns:a16="http://schemas.microsoft.com/office/drawing/2014/main" id="{35CE05C8-D61C-4D39-BFA1-520D10BCEECC}"/>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03 / text 1">
            <a:extLst xmlns:a="http://schemas.openxmlformats.org/drawingml/2006/main">
              <a:ext uri="{FF2B5EF4-FFF2-40B4-BE49-F238E27FC236}">
                <a16:creationId xmlns:a16="http://schemas.microsoft.com/office/drawing/2014/main" id="{BB3C5A1D-D79A-4A23-863A-52DD1E645501}"/>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20" name="dp44-comparison / n108">
            <a:extLst xmlns:a="http://schemas.openxmlformats.org/drawingml/2006/main">
              <a:ext uri="{FF2B5EF4-FFF2-40B4-BE49-F238E27FC236}">
                <a16:creationId xmlns:a16="http://schemas.microsoft.com/office/drawing/2014/main" id="{3777401D-629C-4783-9582-F7A42F74DA99}"/>
              </a:ext>
            </a:extLst>
          </p:cNvPr>
          <p:cNvSpPr>
            <a:spLocks xmlns:a="http://schemas.openxmlformats.org/drawingml/2006/main" noGrp="1"/>
          </p:cNvSpPr>
          <p:nvPr/>
        </p:nvSpPr>
        <p:spPr>
          <a:xfrm xmlns:a="http://schemas.openxmlformats.org/drawingml/2006/main">
            <a:off x="9858375" y="3105150"/>
            <a:ext cx="7715250" cy="16383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4-comparison / n109 / text 1">
            <a:extLst xmlns:a="http://schemas.openxmlformats.org/drawingml/2006/main">
              <a:ext uri="{FF2B5EF4-FFF2-40B4-BE49-F238E27FC236}">
                <a16:creationId xmlns:a16="http://schemas.microsoft.com/office/drawing/2014/main" id="{F487E10E-10F4-49ED-BAE8-09CCBDEF57D9}"/>
              </a:ext>
            </a:extLst>
          </p:cNvPr>
          <p:cNvSpPr>
            <a:spLocks xmlns:a="http://schemas.openxmlformats.org/drawingml/2006/main" noGrp="1"/>
          </p:cNvSpPr>
          <p:nvPr/>
        </p:nvSpPr>
        <p:spPr>
          <a:xfrm xmlns:a="http://schemas.openxmlformats.org/drawingml/2006/main">
            <a:off x="9982200" y="32004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22" name="dp44-comparison / n110">
            <a:extLst xmlns:a="http://schemas.openxmlformats.org/drawingml/2006/main">
              <a:ext uri="{FF2B5EF4-FFF2-40B4-BE49-F238E27FC236}">
                <a16:creationId xmlns:a16="http://schemas.microsoft.com/office/drawing/2014/main" id="{C46B2A1C-292F-4790-857F-043455ED0567}"/>
              </a:ext>
            </a:extLst>
          </p:cNvPr>
          <p:cNvSpPr>
            <a:spLocks xmlns:a="http://schemas.openxmlformats.org/drawingml/2006/main" noGrp="1"/>
          </p:cNvSpPr>
          <p:nvPr/>
        </p:nvSpPr>
        <p:spPr>
          <a:xfrm xmlns:a="http://schemas.openxmlformats.org/drawingml/2006/main">
            <a:off x="10144125" y="3629025"/>
            <a:ext cx="2714625"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23" name="dp44-comparison / n111 / text 1">
            <a:extLst xmlns:a="http://schemas.openxmlformats.org/drawingml/2006/main">
              <a:ext uri="{FF2B5EF4-FFF2-40B4-BE49-F238E27FC236}">
                <a16:creationId xmlns:a16="http://schemas.microsoft.com/office/drawing/2014/main" id="{1D13476B-3481-4471-B939-AF90EC39F9CD}"/>
              </a:ext>
            </a:extLst>
          </p:cNvPr>
          <p:cNvSpPr>
            <a:spLocks xmlns:a="http://schemas.openxmlformats.org/drawingml/2006/main" noGrp="1"/>
          </p:cNvSpPr>
          <p:nvPr/>
        </p:nvSpPr>
        <p:spPr>
          <a:xfrm xmlns:a="http://schemas.openxmlformats.org/drawingml/2006/main">
            <a:off x="10229850" y="3698558"/>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24" name="dp44-comparison / n112">
            <a:extLst xmlns:a="http://schemas.openxmlformats.org/drawingml/2006/main">
              <a:ext uri="{FF2B5EF4-FFF2-40B4-BE49-F238E27FC236}">
                <a16:creationId xmlns:a16="http://schemas.microsoft.com/office/drawing/2014/main" id="{46FB6877-9F5B-4184-AED9-59D588EFEC29}"/>
              </a:ext>
            </a:extLst>
          </p:cNvPr>
          <p:cNvSpPr>
            <a:spLocks xmlns:a="http://schemas.openxmlformats.org/drawingml/2006/main" noGrp="1"/>
          </p:cNvSpPr>
          <p:nvPr/>
        </p:nvSpPr>
        <p:spPr>
          <a:xfrm xmlns:a="http://schemas.openxmlformats.org/drawingml/2006/main">
            <a:off x="14144625" y="3629025"/>
            <a:ext cx="3095625"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25" name="dp44-comparison / n113 / text 1">
            <a:extLst xmlns:a="http://schemas.openxmlformats.org/drawingml/2006/main">
              <a:ext uri="{FF2B5EF4-FFF2-40B4-BE49-F238E27FC236}">
                <a16:creationId xmlns:a16="http://schemas.microsoft.com/office/drawing/2014/main" id="{45D41D7E-0BEA-4232-B2E5-959340DED744}"/>
              </a:ext>
            </a:extLst>
          </p:cNvPr>
          <p:cNvSpPr>
            <a:spLocks xmlns:a="http://schemas.openxmlformats.org/drawingml/2006/main" noGrp="1"/>
          </p:cNvSpPr>
          <p:nvPr/>
        </p:nvSpPr>
        <p:spPr>
          <a:xfrm xmlns:a="http://schemas.openxmlformats.org/drawingml/2006/main">
            <a:off x="14230350" y="3692366"/>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26" name="dp44-comparison / n114">
            <a:extLst xmlns:a="http://schemas.openxmlformats.org/drawingml/2006/main">
              <a:ext uri="{FF2B5EF4-FFF2-40B4-BE49-F238E27FC236}">
                <a16:creationId xmlns:a16="http://schemas.microsoft.com/office/drawing/2014/main" id="{0D28E0AF-5650-4B23-8417-AB0A8EB459A7}"/>
              </a:ext>
            </a:extLst>
          </p:cNvPr>
          <p:cNvSpPr>
            <a:spLocks xmlns:a="http://schemas.openxmlformats.org/drawingml/2006/main" noGrp="1"/>
          </p:cNvSpPr>
          <p:nvPr/>
        </p:nvSpPr>
        <p:spPr>
          <a:xfrm xmlns:a="http://schemas.openxmlformats.org/drawingml/2006/main">
            <a:off x="10144125" y="4200525"/>
            <a:ext cx="2714625" cy="3429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27" name="dp44-comparison / n115 / text 1">
            <a:extLst xmlns:a="http://schemas.openxmlformats.org/drawingml/2006/main">
              <a:ext uri="{FF2B5EF4-FFF2-40B4-BE49-F238E27FC236}">
                <a16:creationId xmlns:a16="http://schemas.microsoft.com/office/drawing/2014/main" id="{864AFEA7-D6C3-4B3C-985E-819FC1032D48}"/>
              </a:ext>
            </a:extLst>
          </p:cNvPr>
          <p:cNvSpPr>
            <a:spLocks xmlns:a="http://schemas.openxmlformats.org/drawingml/2006/main" noGrp="1"/>
          </p:cNvSpPr>
          <p:nvPr/>
        </p:nvSpPr>
        <p:spPr>
          <a:xfrm xmlns:a="http://schemas.openxmlformats.org/drawingml/2006/main">
            <a:off x="10229850" y="4362450"/>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28" name="dp44-comparison / n116">
            <a:extLst xmlns:a="http://schemas.openxmlformats.org/drawingml/2006/main">
              <a:ext uri="{FF2B5EF4-FFF2-40B4-BE49-F238E27FC236}">
                <a16:creationId xmlns:a16="http://schemas.microsoft.com/office/drawing/2014/main" id="{5907567D-24E9-4177-89CF-331840E655C5}"/>
              </a:ext>
            </a:extLst>
          </p:cNvPr>
          <p:cNvSpPr>
            <a:spLocks xmlns:a="http://schemas.openxmlformats.org/drawingml/2006/main" noGrp="1"/>
          </p:cNvSpPr>
          <p:nvPr/>
        </p:nvSpPr>
        <p:spPr>
          <a:xfrm xmlns:a="http://schemas.openxmlformats.org/drawingml/2006/main">
            <a:off x="14144625" y="4200525"/>
            <a:ext cx="3095625" cy="3429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29" name="dp44-comparison / n117 / text 1">
            <a:extLst xmlns:a="http://schemas.openxmlformats.org/drawingml/2006/main">
              <a:ext uri="{FF2B5EF4-FFF2-40B4-BE49-F238E27FC236}">
                <a16:creationId xmlns:a16="http://schemas.microsoft.com/office/drawing/2014/main" id="{CA51CA75-43A7-4A35-A5F3-FF7D1AA8D0B7}"/>
              </a:ext>
            </a:extLst>
          </p:cNvPr>
          <p:cNvSpPr>
            <a:spLocks xmlns:a="http://schemas.openxmlformats.org/drawingml/2006/main" noGrp="1"/>
          </p:cNvSpPr>
          <p:nvPr/>
        </p:nvSpPr>
        <p:spPr>
          <a:xfrm xmlns:a="http://schemas.openxmlformats.org/drawingml/2006/main">
            <a:off x="14230350" y="4362450"/>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30" name="dp44-comparison / n118 / path">
            <a:extLst xmlns:a="http://schemas.openxmlformats.org/drawingml/2006/main">
              <a:ext uri="{FF2B5EF4-FFF2-40B4-BE49-F238E27FC236}">
                <a16:creationId xmlns:a16="http://schemas.microsoft.com/office/drawing/2014/main" id="{B6AE4A7B-F4A3-45BA-8046-13B62DB6ECE5}"/>
              </a:ext>
            </a:extLst>
          </p:cNvPr>
          <p:cNvSpPr>
            <a:spLocks xmlns:a="http://schemas.openxmlformats.org/drawingml/2006/main" noGrp="1"/>
          </p:cNvSpPr>
          <p:nvPr/>
        </p:nvSpPr>
        <p:spPr>
          <a:xfrm xmlns:a="http://schemas.openxmlformats.org/drawingml/2006/main">
            <a:off x="11239500" y="2733675"/>
            <a:ext cx="261938" cy="895350"/>
          </a:xfrm>
          <a:custGeom xmlns:a="http://schemas.openxmlformats.org/drawingml/2006/main">
            <a:pathLst>
              <a:path w="261938" h="895350">
                <a:moveTo>
                  <a:pt x="0" y="0"/>
                </a:moveTo>
                <a:lnTo>
                  <a:pt x="0" y="285750"/>
                </a:lnTo>
                <a:lnTo>
                  <a:pt x="261938" y="285750"/>
                </a:lnTo>
                <a:lnTo>
                  <a:pt x="261938" y="895350"/>
                </a:lnTo>
              </a:path>
            </a:pathLst>
          </a:custGeom>
          <a:noFill xmlns:a="http://schemas.openxmlformats.org/drawingml/2006/main"/>
          <a:ln xmlns:a="http://schemas.openxmlformats.org/drawingml/2006/main" w="10478">
            <a:solidFill>
              <a:srgbClr val="000000"/>
            </a:solidFill>
            <a:prstDash val="solid"/>
          </a:ln>
        </p:spPr>
      </p:sp>
      <p:sp>
        <p:nvSpPr>
          <p:cNvPr id="131" name="dp44-comparison / n118 / arrow">
            <a:extLst xmlns:a="http://schemas.openxmlformats.org/drawingml/2006/main">
              <a:ext uri="{FF2B5EF4-FFF2-40B4-BE49-F238E27FC236}">
                <a16:creationId xmlns:a16="http://schemas.microsoft.com/office/drawing/2014/main" id="{4C45AA67-8E98-433A-95C9-7F98626FEAE5}"/>
              </a:ext>
            </a:extLst>
          </p:cNvPr>
          <p:cNvSpPr>
            <a:spLocks xmlns:a="http://schemas.openxmlformats.org/drawingml/2006/main" noGrp="1"/>
          </p:cNvSpPr>
          <p:nvPr/>
        </p:nvSpPr>
        <p:spPr>
          <a:xfrm xmlns:a="http://schemas.openxmlformats.org/drawingml/2006/main">
            <a:off x="11467910"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2" name="dp44-comparison / n119 / path">
            <a:extLst xmlns:a="http://schemas.openxmlformats.org/drawingml/2006/main">
              <a:ext uri="{FF2B5EF4-FFF2-40B4-BE49-F238E27FC236}">
                <a16:creationId xmlns:a16="http://schemas.microsoft.com/office/drawing/2014/main" id="{C68F3258-3043-4C8C-9B66-2E32470532EF}"/>
              </a:ext>
            </a:extLst>
          </p:cNvPr>
          <p:cNvSpPr>
            <a:spLocks xmlns:a="http://schemas.openxmlformats.org/drawingml/2006/main" noGrp="1"/>
          </p:cNvSpPr>
          <p:nvPr/>
        </p:nvSpPr>
        <p:spPr>
          <a:xfrm xmlns:a="http://schemas.openxmlformats.org/drawingml/2006/main">
            <a:off x="15692438" y="2733675"/>
            <a:ext cx="357188" cy="895350"/>
          </a:xfrm>
          <a:custGeom xmlns:a="http://schemas.openxmlformats.org/drawingml/2006/main">
            <a:pathLst>
              <a:path w="357188" h="895350">
                <a:moveTo>
                  <a:pt x="357188" y="0"/>
                </a:moveTo>
                <a:lnTo>
                  <a:pt x="357188" y="285750"/>
                </a:lnTo>
                <a:lnTo>
                  <a:pt x="0" y="285750"/>
                </a:lnTo>
                <a:lnTo>
                  <a:pt x="0" y="895350"/>
                </a:lnTo>
              </a:path>
            </a:pathLst>
          </a:custGeom>
          <a:noFill xmlns:a="http://schemas.openxmlformats.org/drawingml/2006/main"/>
          <a:ln xmlns:a="http://schemas.openxmlformats.org/drawingml/2006/main" w="10478">
            <a:solidFill>
              <a:srgbClr val="000000"/>
            </a:solidFill>
            <a:prstDash val="solid"/>
          </a:ln>
        </p:spPr>
      </p:sp>
      <p:sp>
        <p:nvSpPr>
          <p:cNvPr id="133" name="dp44-comparison / n119 / arrow">
            <a:extLst xmlns:a="http://schemas.openxmlformats.org/drawingml/2006/main">
              <a:ext uri="{FF2B5EF4-FFF2-40B4-BE49-F238E27FC236}">
                <a16:creationId xmlns:a16="http://schemas.microsoft.com/office/drawing/2014/main" id="{2D7DD980-F7C1-4F72-94EF-9090222D8C74}"/>
              </a:ext>
            </a:extLst>
          </p:cNvPr>
          <p:cNvSpPr>
            <a:spLocks xmlns:a="http://schemas.openxmlformats.org/drawingml/2006/main" noGrp="1"/>
          </p:cNvSpPr>
          <p:nvPr/>
        </p:nvSpPr>
        <p:spPr>
          <a:xfrm xmlns:a="http://schemas.openxmlformats.org/drawingml/2006/main">
            <a:off x="15658910" y="35619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4" name="dp44-comparison / n120 / path">
            <a:extLst xmlns:a="http://schemas.openxmlformats.org/drawingml/2006/main">
              <a:ext uri="{FF2B5EF4-FFF2-40B4-BE49-F238E27FC236}">
                <a16:creationId xmlns:a16="http://schemas.microsoft.com/office/drawing/2014/main" id="{41790489-198A-4A4F-8D74-19F83C34C659}"/>
              </a:ext>
            </a:extLst>
          </p:cNvPr>
          <p:cNvSpPr>
            <a:spLocks xmlns:a="http://schemas.openxmlformats.org/drawingml/2006/main" noGrp="1"/>
          </p:cNvSpPr>
          <p:nvPr/>
        </p:nvSpPr>
        <p:spPr>
          <a:xfrm xmlns:a="http://schemas.openxmlformats.org/drawingml/2006/main">
            <a:off x="11501438" y="3990975"/>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0478">
            <a:solidFill>
              <a:srgbClr val="000000"/>
            </a:solidFill>
            <a:prstDash val="solid"/>
          </a:ln>
        </p:spPr>
      </p:sp>
      <p:sp>
        <p:nvSpPr>
          <p:cNvPr id="135" name="dp44-comparison / n120 / arrow">
            <a:extLst xmlns:a="http://schemas.openxmlformats.org/drawingml/2006/main">
              <a:ext uri="{FF2B5EF4-FFF2-40B4-BE49-F238E27FC236}">
                <a16:creationId xmlns:a16="http://schemas.microsoft.com/office/drawing/2014/main" id="{DF36581A-BAA9-4F01-9C2B-CBC46B8F9BD5}"/>
              </a:ext>
            </a:extLst>
          </p:cNvPr>
          <p:cNvSpPr>
            <a:spLocks xmlns:a="http://schemas.openxmlformats.org/drawingml/2006/main" noGrp="1"/>
          </p:cNvSpPr>
          <p:nvPr/>
        </p:nvSpPr>
        <p:spPr>
          <a:xfrm xmlns:a="http://schemas.openxmlformats.org/drawingml/2006/main">
            <a:off x="11467910" y="41334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6" name="dp44-comparison / n121 / path">
            <a:extLst xmlns:a="http://schemas.openxmlformats.org/drawingml/2006/main">
              <a:ext uri="{FF2B5EF4-FFF2-40B4-BE49-F238E27FC236}">
                <a16:creationId xmlns:a16="http://schemas.microsoft.com/office/drawing/2014/main" id="{6CE20C59-AFB2-46F9-8D75-CEC850637D6F}"/>
              </a:ext>
            </a:extLst>
          </p:cNvPr>
          <p:cNvSpPr>
            <a:spLocks xmlns:a="http://schemas.openxmlformats.org/drawingml/2006/main" noGrp="1"/>
          </p:cNvSpPr>
          <p:nvPr/>
        </p:nvSpPr>
        <p:spPr>
          <a:xfrm xmlns:a="http://schemas.openxmlformats.org/drawingml/2006/main">
            <a:off x="15692438" y="3990975"/>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0478">
            <a:solidFill>
              <a:srgbClr val="000000"/>
            </a:solidFill>
            <a:prstDash val="solid"/>
          </a:ln>
        </p:spPr>
      </p:sp>
      <p:sp>
        <p:nvSpPr>
          <p:cNvPr id="137" name="dp44-comparison / n121 / arrow">
            <a:extLst xmlns:a="http://schemas.openxmlformats.org/drawingml/2006/main">
              <a:ext uri="{FF2B5EF4-FFF2-40B4-BE49-F238E27FC236}">
                <a16:creationId xmlns:a16="http://schemas.microsoft.com/office/drawing/2014/main" id="{CA882CA0-ABD6-471F-9595-4AB8A72CEBD1}"/>
              </a:ext>
            </a:extLst>
          </p:cNvPr>
          <p:cNvSpPr>
            <a:spLocks xmlns:a="http://schemas.openxmlformats.org/drawingml/2006/main" noGrp="1"/>
          </p:cNvSpPr>
          <p:nvPr/>
        </p:nvSpPr>
        <p:spPr>
          <a:xfrm xmlns:a="http://schemas.openxmlformats.org/drawingml/2006/main">
            <a:off x="15658910" y="41334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38" name="dp44-comparison / n126">
            <a:extLst xmlns:a="http://schemas.openxmlformats.org/drawingml/2006/main">
              <a:ext uri="{FF2B5EF4-FFF2-40B4-BE49-F238E27FC236}">
                <a16:creationId xmlns:a16="http://schemas.microsoft.com/office/drawing/2014/main" id="{370FC54D-FDF7-41FE-8B00-F818A07D24E8}"/>
              </a:ext>
            </a:extLst>
          </p:cNvPr>
          <p:cNvSpPr>
            <a:spLocks xmlns:a="http://schemas.openxmlformats.org/drawingml/2006/main" noGrp="1"/>
          </p:cNvSpPr>
          <p:nvPr/>
        </p:nvSpPr>
        <p:spPr>
          <a:xfrm xmlns:a="http://schemas.openxmlformats.org/drawingml/2006/main">
            <a:off x="9953625" y="5095875"/>
            <a:ext cx="2238375"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4-comparison / n127 / text 1">
            <a:extLst xmlns:a="http://schemas.openxmlformats.org/drawingml/2006/main">
              <a:ext uri="{FF2B5EF4-FFF2-40B4-BE49-F238E27FC236}">
                <a16:creationId xmlns:a16="http://schemas.microsoft.com/office/drawing/2014/main" id="{8AA54384-4386-4204-9BD2-3A588D347035}"/>
              </a:ext>
            </a:extLst>
          </p:cNvPr>
          <p:cNvSpPr>
            <a:spLocks xmlns:a="http://schemas.openxmlformats.org/drawingml/2006/main" noGrp="1"/>
          </p:cNvSpPr>
          <p:nvPr/>
        </p:nvSpPr>
        <p:spPr>
          <a:xfrm xmlns:a="http://schemas.openxmlformats.org/drawingml/2006/main">
            <a:off x="10039350" y="51525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40" name="dp44-comparison / n128">
            <a:extLst xmlns:a="http://schemas.openxmlformats.org/drawingml/2006/main">
              <a:ext uri="{FF2B5EF4-FFF2-40B4-BE49-F238E27FC236}">
                <a16:creationId xmlns:a16="http://schemas.microsoft.com/office/drawing/2014/main" id="{DF7DA820-DB64-4957-A062-963EFD14252C}"/>
              </a:ext>
            </a:extLst>
          </p:cNvPr>
          <p:cNvSpPr>
            <a:spLocks xmlns:a="http://schemas.openxmlformats.org/drawingml/2006/main" noGrp="1"/>
          </p:cNvSpPr>
          <p:nvPr/>
        </p:nvSpPr>
        <p:spPr>
          <a:xfrm xmlns:a="http://schemas.openxmlformats.org/drawingml/2006/main">
            <a:off x="12430125" y="4933950"/>
            <a:ext cx="5143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129 / text 1">
            <a:extLst xmlns:a="http://schemas.openxmlformats.org/drawingml/2006/main">
              <a:ext uri="{FF2B5EF4-FFF2-40B4-BE49-F238E27FC236}">
                <a16:creationId xmlns:a16="http://schemas.microsoft.com/office/drawing/2014/main" id="{B87FA610-D69C-4315-8994-E3B833A43B37}"/>
              </a:ext>
            </a:extLst>
          </p:cNvPr>
          <p:cNvSpPr>
            <a:spLocks xmlns:a="http://schemas.openxmlformats.org/drawingml/2006/main" noGrp="1"/>
          </p:cNvSpPr>
          <p:nvPr/>
        </p:nvSpPr>
        <p:spPr>
          <a:xfrm xmlns:a="http://schemas.openxmlformats.org/drawingml/2006/main">
            <a:off x="12553950" y="5029200"/>
            <a:ext cx="4895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42" name="dp44-comparison / n130">
            <a:extLst xmlns:a="http://schemas.openxmlformats.org/drawingml/2006/main">
              <a:ext uri="{FF2B5EF4-FFF2-40B4-BE49-F238E27FC236}">
                <a16:creationId xmlns:a16="http://schemas.microsoft.com/office/drawing/2014/main" id="{24219CC5-F910-467B-B0B8-2F066AAE0B17}"/>
              </a:ext>
            </a:extLst>
          </p:cNvPr>
          <p:cNvSpPr>
            <a:spLocks xmlns:a="http://schemas.openxmlformats.org/drawingml/2006/main" noGrp="1"/>
          </p:cNvSpPr>
          <p:nvPr/>
        </p:nvSpPr>
        <p:spPr>
          <a:xfrm xmlns:a="http://schemas.openxmlformats.org/drawingml/2006/main">
            <a:off x="12620625" y="5314950"/>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43" name="dp44-comparison / n131 / text 1">
            <a:extLst xmlns:a="http://schemas.openxmlformats.org/drawingml/2006/main">
              <a:ext uri="{FF2B5EF4-FFF2-40B4-BE49-F238E27FC236}">
                <a16:creationId xmlns:a16="http://schemas.microsoft.com/office/drawing/2014/main" id="{3F06DB26-7244-4FFB-AA2A-E61EB144993E}"/>
              </a:ext>
            </a:extLst>
          </p:cNvPr>
          <p:cNvSpPr>
            <a:spLocks xmlns:a="http://schemas.openxmlformats.org/drawingml/2006/main" noGrp="1"/>
          </p:cNvSpPr>
          <p:nvPr/>
        </p:nvSpPr>
        <p:spPr>
          <a:xfrm xmlns:a="http://schemas.openxmlformats.org/drawingml/2006/main">
            <a:off x="12706350" y="5366861"/>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44" name="dp44-comparison / n132">
            <a:extLst xmlns:a="http://schemas.openxmlformats.org/drawingml/2006/main">
              <a:ext uri="{FF2B5EF4-FFF2-40B4-BE49-F238E27FC236}">
                <a16:creationId xmlns:a16="http://schemas.microsoft.com/office/drawing/2014/main" id="{4E8E229A-67A0-4014-9D47-E7A96064BFD1}"/>
              </a:ext>
            </a:extLst>
          </p:cNvPr>
          <p:cNvSpPr>
            <a:spLocks xmlns:a="http://schemas.openxmlformats.org/drawingml/2006/main" noGrp="1"/>
          </p:cNvSpPr>
          <p:nvPr/>
        </p:nvSpPr>
        <p:spPr>
          <a:xfrm xmlns:a="http://schemas.openxmlformats.org/drawingml/2006/main">
            <a:off x="15240000" y="5314950"/>
            <a:ext cx="2143125"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45" name="dp44-comparison / n133 / text 1">
            <a:extLst xmlns:a="http://schemas.openxmlformats.org/drawingml/2006/main">
              <a:ext uri="{FF2B5EF4-FFF2-40B4-BE49-F238E27FC236}">
                <a16:creationId xmlns:a16="http://schemas.microsoft.com/office/drawing/2014/main" id="{5E25B3AB-E549-49F9-90DA-0A72ABBA8D22}"/>
              </a:ext>
            </a:extLst>
          </p:cNvPr>
          <p:cNvSpPr>
            <a:spLocks xmlns:a="http://schemas.openxmlformats.org/drawingml/2006/main" noGrp="1"/>
          </p:cNvSpPr>
          <p:nvPr/>
        </p:nvSpPr>
        <p:spPr>
          <a:xfrm xmlns:a="http://schemas.openxmlformats.org/drawingml/2006/main">
            <a:off x="15325725" y="5360670"/>
            <a:ext cx="1971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46" name="dp44-comparison / n134">
            <a:extLst xmlns:a="http://schemas.openxmlformats.org/drawingml/2006/main">
              <a:ext uri="{FF2B5EF4-FFF2-40B4-BE49-F238E27FC236}">
                <a16:creationId xmlns:a16="http://schemas.microsoft.com/office/drawing/2014/main" id="{1CDD1836-DE63-4F7A-AEB5-62FECE1D4B93}"/>
              </a:ext>
            </a:extLst>
          </p:cNvPr>
          <p:cNvSpPr>
            <a:spLocks xmlns:a="http://schemas.openxmlformats.org/drawingml/2006/main" noGrp="1"/>
          </p:cNvSpPr>
          <p:nvPr/>
        </p:nvSpPr>
        <p:spPr>
          <a:xfrm xmlns:a="http://schemas.openxmlformats.org/drawingml/2006/main">
            <a:off x="15240000" y="5715000"/>
            <a:ext cx="2143125" cy="3429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47" name="dp44-comparison / n135 / text 1">
            <a:extLst xmlns:a="http://schemas.openxmlformats.org/drawingml/2006/main">
              <a:ext uri="{FF2B5EF4-FFF2-40B4-BE49-F238E27FC236}">
                <a16:creationId xmlns:a16="http://schemas.microsoft.com/office/drawing/2014/main" id="{BE8B0401-3775-4862-9B68-0FCD006CF04B}"/>
              </a:ext>
            </a:extLst>
          </p:cNvPr>
          <p:cNvSpPr>
            <a:spLocks xmlns:a="http://schemas.openxmlformats.org/drawingml/2006/main" noGrp="1"/>
          </p:cNvSpPr>
          <p:nvPr/>
        </p:nvSpPr>
        <p:spPr>
          <a:xfrm xmlns:a="http://schemas.openxmlformats.org/drawingml/2006/main">
            <a:off x="15325725" y="5876925"/>
            <a:ext cx="19716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148" name="dp44-comparison / n136 / path">
            <a:extLst xmlns:a="http://schemas.openxmlformats.org/drawingml/2006/main">
              <a:ext uri="{FF2B5EF4-FFF2-40B4-BE49-F238E27FC236}">
                <a16:creationId xmlns:a16="http://schemas.microsoft.com/office/drawing/2014/main" id="{B23575A3-E923-43A3-8B8A-CFB4A8C091BF}"/>
              </a:ext>
            </a:extLst>
          </p:cNvPr>
          <p:cNvSpPr>
            <a:spLocks xmlns:a="http://schemas.openxmlformats.org/drawingml/2006/main" noGrp="1"/>
          </p:cNvSpPr>
          <p:nvPr/>
        </p:nvSpPr>
        <p:spPr>
          <a:xfrm xmlns:a="http://schemas.openxmlformats.org/drawingml/2006/main">
            <a:off x="14049375" y="3990975"/>
            <a:ext cx="1643063" cy="1323975"/>
          </a:xfrm>
          <a:custGeom xmlns:a="http://schemas.openxmlformats.org/drawingml/2006/main">
            <a:pathLst>
              <a:path w="1643063" h="1323975">
                <a:moveTo>
                  <a:pt x="1643063" y="0"/>
                </a:moveTo>
                <a:lnTo>
                  <a:pt x="1643063" y="866775"/>
                </a:lnTo>
                <a:lnTo>
                  <a:pt x="0" y="866775"/>
                </a:lnTo>
                <a:lnTo>
                  <a:pt x="0" y="1323975"/>
                </a:lnTo>
              </a:path>
            </a:pathLst>
          </a:custGeom>
          <a:noFill xmlns:a="http://schemas.openxmlformats.org/drawingml/2006/main"/>
          <a:ln xmlns:a="http://schemas.openxmlformats.org/drawingml/2006/main" w="10478">
            <a:solidFill>
              <a:srgbClr val="000000"/>
            </a:solidFill>
            <a:prstDash val="solid"/>
          </a:ln>
        </p:spPr>
      </p:sp>
      <p:sp>
        <p:nvSpPr>
          <p:cNvPr id="149" name="dp44-comparison / n136 / arrow">
            <a:extLst xmlns:a="http://schemas.openxmlformats.org/drawingml/2006/main">
              <a:ext uri="{FF2B5EF4-FFF2-40B4-BE49-F238E27FC236}">
                <a16:creationId xmlns:a16="http://schemas.microsoft.com/office/drawing/2014/main" id="{2DAB3C1A-7AD9-4330-B943-59CD1C33638B}"/>
              </a:ext>
            </a:extLst>
          </p:cNvPr>
          <p:cNvSpPr>
            <a:spLocks xmlns:a="http://schemas.openxmlformats.org/drawingml/2006/main" noGrp="1"/>
          </p:cNvSpPr>
          <p:nvPr/>
        </p:nvSpPr>
        <p:spPr>
          <a:xfrm xmlns:a="http://schemas.openxmlformats.org/drawingml/2006/main">
            <a:off x="14015847"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0" name="dp44-comparison / n137 / path">
            <a:extLst xmlns:a="http://schemas.openxmlformats.org/drawingml/2006/main">
              <a:ext uri="{FF2B5EF4-FFF2-40B4-BE49-F238E27FC236}">
                <a16:creationId xmlns:a16="http://schemas.microsoft.com/office/drawing/2014/main" id="{4F97DE2A-E720-4F44-8B26-7ACA19CC1388}"/>
              </a:ext>
            </a:extLst>
          </p:cNvPr>
          <p:cNvSpPr>
            <a:spLocks xmlns:a="http://schemas.openxmlformats.org/drawingml/2006/main" noGrp="1"/>
          </p:cNvSpPr>
          <p:nvPr/>
        </p:nvSpPr>
        <p:spPr>
          <a:xfrm xmlns:a="http://schemas.openxmlformats.org/drawingml/2006/main">
            <a:off x="11501438" y="3990975"/>
            <a:ext cx="2214563" cy="1323975"/>
          </a:xfrm>
          <a:custGeom xmlns:a="http://schemas.openxmlformats.org/drawingml/2006/main">
            <a:pathLst>
              <a:path w="2214563" h="1323975">
                <a:moveTo>
                  <a:pt x="0" y="0"/>
                </a:moveTo>
                <a:lnTo>
                  <a:pt x="0" y="828675"/>
                </a:lnTo>
                <a:lnTo>
                  <a:pt x="2214563" y="828675"/>
                </a:lnTo>
                <a:lnTo>
                  <a:pt x="2214563" y="1323975"/>
                </a:lnTo>
              </a:path>
            </a:pathLst>
          </a:custGeom>
          <a:noFill xmlns:a="http://schemas.openxmlformats.org/drawingml/2006/main"/>
          <a:ln xmlns:a="http://schemas.openxmlformats.org/drawingml/2006/main" w="10478">
            <a:solidFill>
              <a:srgbClr val="000000"/>
            </a:solidFill>
            <a:prstDash val="solid"/>
          </a:ln>
        </p:spPr>
      </p:sp>
      <p:sp>
        <p:nvSpPr>
          <p:cNvPr id="151" name="dp44-comparison / n137 / arrow">
            <a:extLst xmlns:a="http://schemas.openxmlformats.org/drawingml/2006/main">
              <a:ext uri="{FF2B5EF4-FFF2-40B4-BE49-F238E27FC236}">
                <a16:creationId xmlns:a16="http://schemas.microsoft.com/office/drawing/2014/main" id="{9A7118BC-173A-456C-85E0-D53EF228C284}"/>
              </a:ext>
            </a:extLst>
          </p:cNvPr>
          <p:cNvSpPr>
            <a:spLocks xmlns:a="http://schemas.openxmlformats.org/drawingml/2006/main" noGrp="1"/>
          </p:cNvSpPr>
          <p:nvPr/>
        </p:nvSpPr>
        <p:spPr>
          <a:xfrm xmlns:a="http://schemas.openxmlformats.org/drawingml/2006/main">
            <a:off x="13682472"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2" name="dp44-comparison / n138 / path">
            <a:extLst xmlns:a="http://schemas.openxmlformats.org/drawingml/2006/main">
              <a:ext uri="{FF2B5EF4-FFF2-40B4-BE49-F238E27FC236}">
                <a16:creationId xmlns:a16="http://schemas.microsoft.com/office/drawing/2014/main" id="{ECF466BF-F92E-4E05-B684-F19F99855D9F}"/>
              </a:ext>
            </a:extLst>
          </p:cNvPr>
          <p:cNvSpPr>
            <a:spLocks xmlns:a="http://schemas.openxmlformats.org/drawingml/2006/main" noGrp="1"/>
          </p:cNvSpPr>
          <p:nvPr/>
        </p:nvSpPr>
        <p:spPr>
          <a:xfrm xmlns:a="http://schemas.openxmlformats.org/drawingml/2006/main">
            <a:off x="14811375" y="54721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53" name="dp44-comparison / n138 / arrow">
            <a:extLst xmlns:a="http://schemas.openxmlformats.org/drawingml/2006/main">
              <a:ext uri="{FF2B5EF4-FFF2-40B4-BE49-F238E27FC236}">
                <a16:creationId xmlns:a16="http://schemas.microsoft.com/office/drawing/2014/main" id="{E2E62000-7BD0-4CDE-8BBE-FBBFDBB0F39E}"/>
              </a:ext>
            </a:extLst>
          </p:cNvPr>
          <p:cNvSpPr>
            <a:spLocks xmlns:a="http://schemas.openxmlformats.org/drawingml/2006/main" noGrp="1"/>
          </p:cNvSpPr>
          <p:nvPr/>
        </p:nvSpPr>
        <p:spPr>
          <a:xfrm xmlns:a="http://schemas.openxmlformats.org/drawingml/2006/main">
            <a:off x="15172944" y="54385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54" name="dp44-comparison / n139 / path">
            <a:extLst xmlns:a="http://schemas.openxmlformats.org/drawingml/2006/main">
              <a:ext uri="{FF2B5EF4-FFF2-40B4-BE49-F238E27FC236}">
                <a16:creationId xmlns:a16="http://schemas.microsoft.com/office/drawing/2014/main" id="{B5E90E44-9351-46D3-9D4D-A0DA26C4809B}"/>
              </a:ext>
            </a:extLst>
          </p:cNvPr>
          <p:cNvSpPr>
            <a:spLocks xmlns:a="http://schemas.openxmlformats.org/drawingml/2006/main" noGrp="1"/>
          </p:cNvSpPr>
          <p:nvPr/>
        </p:nvSpPr>
        <p:spPr>
          <a:xfrm xmlns:a="http://schemas.openxmlformats.org/drawingml/2006/main">
            <a:off x="12858750" y="3810000"/>
            <a:ext cx="3786188" cy="1504950"/>
          </a:xfrm>
          <a:custGeom xmlns:a="http://schemas.openxmlformats.org/drawingml/2006/main">
            <a:pathLst>
              <a:path w="3786188" h="1504950">
                <a:moveTo>
                  <a:pt x="0" y="0"/>
                </a:moveTo>
                <a:lnTo>
                  <a:pt x="142875" y="0"/>
                </a:lnTo>
                <a:lnTo>
                  <a:pt x="142875" y="962025"/>
                </a:lnTo>
                <a:lnTo>
                  <a:pt x="3786188" y="962025"/>
                </a:lnTo>
                <a:lnTo>
                  <a:pt x="3786188" y="1504950"/>
                </a:lnTo>
              </a:path>
            </a:pathLst>
          </a:custGeom>
          <a:noFill xmlns:a="http://schemas.openxmlformats.org/drawingml/2006/main"/>
          <a:ln xmlns:a="http://schemas.openxmlformats.org/drawingml/2006/main" w="10478">
            <a:solidFill>
              <a:srgbClr val="000000"/>
            </a:solidFill>
            <a:prstDash val="solid"/>
          </a:ln>
        </p:spPr>
      </p:sp>
      <p:sp>
        <p:nvSpPr>
          <p:cNvPr id="155" name="dp44-comparison / n139 / arrow">
            <a:extLst xmlns:a="http://schemas.openxmlformats.org/drawingml/2006/main">
              <a:ext uri="{FF2B5EF4-FFF2-40B4-BE49-F238E27FC236}">
                <a16:creationId xmlns:a16="http://schemas.microsoft.com/office/drawing/2014/main" id="{E99B7FBD-5EED-408A-AFCA-02E3C98FA3D3}"/>
              </a:ext>
            </a:extLst>
          </p:cNvPr>
          <p:cNvSpPr>
            <a:spLocks xmlns:a="http://schemas.openxmlformats.org/drawingml/2006/main" noGrp="1"/>
          </p:cNvSpPr>
          <p:nvPr/>
        </p:nvSpPr>
        <p:spPr>
          <a:xfrm xmlns:a="http://schemas.openxmlformats.org/drawingml/2006/main">
            <a:off x="16611410" y="52478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6" name="dp44-comparison / n142 / path">
            <a:extLst xmlns:a="http://schemas.openxmlformats.org/drawingml/2006/main">
              <a:ext uri="{FF2B5EF4-FFF2-40B4-BE49-F238E27FC236}">
                <a16:creationId xmlns:a16="http://schemas.microsoft.com/office/drawing/2014/main" id="{FCF6798A-1C17-46B4-920D-2E6C1D86C955}"/>
              </a:ext>
            </a:extLst>
          </p:cNvPr>
          <p:cNvSpPr>
            <a:spLocks xmlns:a="http://schemas.openxmlformats.org/drawingml/2006/main" noGrp="1"/>
          </p:cNvSpPr>
          <p:nvPr/>
        </p:nvSpPr>
        <p:spPr>
          <a:xfrm xmlns:a="http://schemas.openxmlformats.org/drawingml/2006/main">
            <a:off x="16787813" y="56292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10478">
            <a:solidFill>
              <a:srgbClr val="000000"/>
            </a:solidFill>
            <a:prstDash val="solid"/>
          </a:ln>
        </p:spPr>
      </p:sp>
      <p:sp>
        <p:nvSpPr>
          <p:cNvPr id="157" name="dp44-comparison / n142 / arrow">
            <a:extLst xmlns:a="http://schemas.openxmlformats.org/drawingml/2006/main">
              <a:ext uri="{FF2B5EF4-FFF2-40B4-BE49-F238E27FC236}">
                <a16:creationId xmlns:a16="http://schemas.microsoft.com/office/drawing/2014/main" id="{9F7A08C7-89A7-4428-ABD7-9239057FD0A5}"/>
              </a:ext>
            </a:extLst>
          </p:cNvPr>
          <p:cNvSpPr>
            <a:spLocks xmlns:a="http://schemas.openxmlformats.org/drawingml/2006/main" noGrp="1"/>
          </p:cNvSpPr>
          <p:nvPr/>
        </p:nvSpPr>
        <p:spPr>
          <a:xfrm xmlns:a="http://schemas.openxmlformats.org/drawingml/2006/main">
            <a:off x="16754285" y="56479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58" name="dp44-comparison / n143">
            <a:extLst xmlns:a="http://schemas.openxmlformats.org/drawingml/2006/main">
              <a:ext uri="{FF2B5EF4-FFF2-40B4-BE49-F238E27FC236}">
                <a16:creationId xmlns:a16="http://schemas.microsoft.com/office/drawing/2014/main" id="{1BC497C8-C7C4-4D8F-B610-680FB6F50477}"/>
              </a:ext>
            </a:extLst>
          </p:cNvPr>
          <p:cNvSpPr>
            <a:spLocks xmlns:a="http://schemas.openxmlformats.org/drawingml/2006/main" noGrp="1"/>
          </p:cNvSpPr>
          <p:nvPr/>
        </p:nvSpPr>
        <p:spPr>
          <a:xfrm xmlns:a="http://schemas.openxmlformats.org/drawingml/2006/main">
            <a:off x="12620625" y="5753100"/>
            <a:ext cx="2190750" cy="238125"/>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000000"/>
            </a:solidFill>
            <a:prstDash val="solid"/>
          </a:ln>
        </p:spPr>
      </p:sp>
      <p:sp>
        <p:nvSpPr>
          <p:cNvPr id="159" name="dp44-comparison / n144 / text 1">
            <a:extLst xmlns:a="http://schemas.openxmlformats.org/drawingml/2006/main">
              <a:ext uri="{FF2B5EF4-FFF2-40B4-BE49-F238E27FC236}">
                <a16:creationId xmlns:a16="http://schemas.microsoft.com/office/drawing/2014/main" id="{4019E839-9AA0-4DCA-BBB9-B3D06C73FEF9}"/>
              </a:ext>
            </a:extLst>
          </p:cNvPr>
          <p:cNvSpPr>
            <a:spLocks xmlns:a="http://schemas.openxmlformats.org/drawingml/2006/main" noGrp="1"/>
          </p:cNvSpPr>
          <p:nvPr/>
        </p:nvSpPr>
        <p:spPr>
          <a:xfrm xmlns:a="http://schemas.openxmlformats.org/drawingml/2006/main">
            <a:off x="12706350" y="57792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Control</a:t>
            </a:r>
          </a:p>
        </p:txBody>
      </p:sp>
      <p:sp>
        <p:nvSpPr>
          <p:cNvPr id="160" name="dp44-comparison / n145 / path">
            <a:extLst xmlns:a="http://schemas.openxmlformats.org/drawingml/2006/main">
              <a:ext uri="{FF2B5EF4-FFF2-40B4-BE49-F238E27FC236}">
                <a16:creationId xmlns:a16="http://schemas.microsoft.com/office/drawing/2014/main" id="{7F14BBD4-0E67-448C-A7A7-39D3CEB000C9}"/>
              </a:ext>
            </a:extLst>
          </p:cNvPr>
          <p:cNvSpPr>
            <a:spLocks xmlns:a="http://schemas.openxmlformats.org/drawingml/2006/main" noGrp="1"/>
          </p:cNvSpPr>
          <p:nvPr/>
        </p:nvSpPr>
        <p:spPr>
          <a:xfrm xmlns:a="http://schemas.openxmlformats.org/drawingml/2006/main">
            <a:off x="13716000" y="5629275"/>
            <a:ext cx="2595563" cy="123825"/>
          </a:xfrm>
          <a:custGeom xmlns:a="http://schemas.openxmlformats.org/drawingml/2006/main">
            <a:pathLst>
              <a:path w="2595563" h="123825">
                <a:moveTo>
                  <a:pt x="2595563" y="0"/>
                </a:moveTo>
                <a:lnTo>
                  <a:pt x="2595563" y="57150"/>
                </a:lnTo>
                <a:lnTo>
                  <a:pt x="0" y="57150"/>
                </a:lnTo>
                <a:lnTo>
                  <a:pt x="0" y="123825"/>
                </a:lnTo>
              </a:path>
            </a:pathLst>
          </a:custGeom>
          <a:noFill xmlns:a="http://schemas.openxmlformats.org/drawingml/2006/main"/>
          <a:ln xmlns:a="http://schemas.openxmlformats.org/drawingml/2006/main" w="10478">
            <a:solidFill>
              <a:srgbClr val="000000"/>
            </a:solidFill>
            <a:prstDash val="solid"/>
          </a:ln>
        </p:spPr>
      </p:sp>
      <p:sp>
        <p:nvSpPr>
          <p:cNvPr id="161" name="dp44-comparison / n145 / arrow">
            <a:extLst xmlns:a="http://schemas.openxmlformats.org/drawingml/2006/main">
              <a:ext uri="{FF2B5EF4-FFF2-40B4-BE49-F238E27FC236}">
                <a16:creationId xmlns:a16="http://schemas.microsoft.com/office/drawing/2014/main" id="{226C2F32-46E0-40FA-BCC3-784758D183A4}"/>
              </a:ext>
            </a:extLst>
          </p:cNvPr>
          <p:cNvSpPr>
            <a:spLocks xmlns:a="http://schemas.openxmlformats.org/drawingml/2006/main" noGrp="1"/>
          </p:cNvSpPr>
          <p:nvPr/>
        </p:nvSpPr>
        <p:spPr>
          <a:xfrm xmlns:a="http://schemas.openxmlformats.org/drawingml/2006/main">
            <a:off x="13682472" y="56860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2" name="dp44-comparison / n146 / path">
            <a:extLst xmlns:a="http://schemas.openxmlformats.org/drawingml/2006/main">
              <a:ext uri="{FF2B5EF4-FFF2-40B4-BE49-F238E27FC236}">
                <a16:creationId xmlns:a16="http://schemas.microsoft.com/office/drawing/2014/main" id="{E9EBE9E7-A925-4FD9-8CB2-EFF3D666946F}"/>
              </a:ext>
            </a:extLst>
          </p:cNvPr>
          <p:cNvSpPr>
            <a:spLocks xmlns:a="http://schemas.openxmlformats.org/drawingml/2006/main" noGrp="1"/>
          </p:cNvSpPr>
          <p:nvPr/>
        </p:nvSpPr>
        <p:spPr>
          <a:xfrm xmlns:a="http://schemas.openxmlformats.org/drawingml/2006/main">
            <a:off x="9858375" y="3810000"/>
            <a:ext cx="1214438" cy="1285875"/>
          </a:xfrm>
          <a:custGeom xmlns:a="http://schemas.openxmlformats.org/drawingml/2006/main">
            <a:pathLst>
              <a:path w="1214438" h="1285875">
                <a:moveTo>
                  <a:pt x="285750" y="0"/>
                </a:moveTo>
                <a:lnTo>
                  <a:pt x="0" y="0"/>
                </a:lnTo>
                <a:lnTo>
                  <a:pt x="0" y="1171575"/>
                </a:lnTo>
                <a:lnTo>
                  <a:pt x="1214438" y="1171575"/>
                </a:lnTo>
                <a:lnTo>
                  <a:pt x="1214438" y="1285875"/>
                </a:lnTo>
              </a:path>
            </a:pathLst>
          </a:custGeom>
          <a:noFill xmlns:a="http://schemas.openxmlformats.org/drawingml/2006/main"/>
          <a:ln xmlns:a="http://schemas.openxmlformats.org/drawingml/2006/main" w="10478">
            <a:solidFill>
              <a:srgbClr val="000000"/>
            </a:solidFill>
            <a:prstDash val="solid"/>
          </a:ln>
        </p:spPr>
      </p:sp>
      <p:sp>
        <p:nvSpPr>
          <p:cNvPr id="163" name="dp44-comparison / n146 / arrow">
            <a:extLst xmlns:a="http://schemas.openxmlformats.org/drawingml/2006/main">
              <a:ext uri="{FF2B5EF4-FFF2-40B4-BE49-F238E27FC236}">
                <a16:creationId xmlns:a16="http://schemas.microsoft.com/office/drawing/2014/main" id="{82B9E5B0-63BE-4919-82B5-2D058F1C888A}"/>
              </a:ext>
            </a:extLst>
          </p:cNvPr>
          <p:cNvSpPr>
            <a:spLocks xmlns:a="http://schemas.openxmlformats.org/drawingml/2006/main" noGrp="1"/>
          </p:cNvSpPr>
          <p:nvPr/>
        </p:nvSpPr>
        <p:spPr>
          <a:xfrm xmlns:a="http://schemas.openxmlformats.org/drawingml/2006/main">
            <a:off x="11039285"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4" name="dp44-comparison / n147 / path">
            <a:extLst xmlns:a="http://schemas.openxmlformats.org/drawingml/2006/main">
              <a:ext uri="{FF2B5EF4-FFF2-40B4-BE49-F238E27FC236}">
                <a16:creationId xmlns:a16="http://schemas.microsoft.com/office/drawing/2014/main" id="{8DEBB853-A267-4913-937B-94268A548497}"/>
              </a:ext>
            </a:extLst>
          </p:cNvPr>
          <p:cNvSpPr>
            <a:spLocks xmlns:a="http://schemas.openxmlformats.org/drawingml/2006/main" noGrp="1"/>
          </p:cNvSpPr>
          <p:nvPr/>
        </p:nvSpPr>
        <p:spPr>
          <a:xfrm xmlns:a="http://schemas.openxmlformats.org/drawingml/2006/main">
            <a:off x="9763125" y="3924300"/>
            <a:ext cx="381000" cy="1333500"/>
          </a:xfrm>
          <a:custGeom xmlns:a="http://schemas.openxmlformats.org/drawingml/2006/main">
            <a:pathLst>
              <a:path w="381000" h="1333500">
                <a:moveTo>
                  <a:pt x="190500" y="1333500"/>
                </a:moveTo>
                <a:lnTo>
                  <a:pt x="0" y="1333500"/>
                </a:lnTo>
                <a:lnTo>
                  <a:pt x="0" y="0"/>
                </a:lnTo>
                <a:lnTo>
                  <a:pt x="381000" y="0"/>
                </a:lnTo>
              </a:path>
            </a:pathLst>
          </a:custGeom>
          <a:noFill xmlns:a="http://schemas.openxmlformats.org/drawingml/2006/main"/>
          <a:ln xmlns:a="http://schemas.openxmlformats.org/drawingml/2006/main" w="10478">
            <a:solidFill>
              <a:srgbClr val="000000"/>
            </a:solidFill>
            <a:prstDash val="dash"/>
          </a:ln>
        </p:spPr>
      </p:sp>
      <p:sp>
        <p:nvSpPr>
          <p:cNvPr id="165" name="dp44-comparison / n147 / arrow">
            <a:extLst xmlns:a="http://schemas.openxmlformats.org/drawingml/2006/main">
              <a:ext uri="{FF2B5EF4-FFF2-40B4-BE49-F238E27FC236}">
                <a16:creationId xmlns:a16="http://schemas.microsoft.com/office/drawing/2014/main" id="{907E14D6-7617-4E7C-B8DB-DDF985D2493A}"/>
              </a:ext>
            </a:extLst>
          </p:cNvPr>
          <p:cNvSpPr>
            <a:spLocks xmlns:a="http://schemas.openxmlformats.org/drawingml/2006/main" noGrp="1"/>
          </p:cNvSpPr>
          <p:nvPr/>
        </p:nvSpPr>
        <p:spPr>
          <a:xfrm xmlns:a="http://schemas.openxmlformats.org/drawingml/2006/main">
            <a:off x="10077069" y="3890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66" name="dp44-comparison / n152 / path">
            <a:extLst xmlns:a="http://schemas.openxmlformats.org/drawingml/2006/main">
              <a:ext uri="{FF2B5EF4-FFF2-40B4-BE49-F238E27FC236}">
                <a16:creationId xmlns:a16="http://schemas.microsoft.com/office/drawing/2014/main" id="{EEC8C20E-39DF-4502-A0FB-84BAECC0F9C3}"/>
              </a:ext>
            </a:extLst>
          </p:cNvPr>
          <p:cNvSpPr>
            <a:spLocks xmlns:a="http://schemas.openxmlformats.org/drawingml/2006/main" noGrp="1"/>
          </p:cNvSpPr>
          <p:nvPr/>
        </p:nvSpPr>
        <p:spPr>
          <a:xfrm xmlns:a="http://schemas.openxmlformats.org/drawingml/2006/main">
            <a:off x="9858375" y="7029450"/>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67" name="dp44-comparison / n104">
            <a:extLst xmlns:a="http://schemas.openxmlformats.org/drawingml/2006/main">
              <a:ext uri="{FF2B5EF4-FFF2-40B4-BE49-F238E27FC236}">
                <a16:creationId xmlns:a16="http://schemas.microsoft.com/office/drawing/2014/main" id="{1B15B40A-69F8-44DD-B3F7-C2430637FF01}"/>
              </a:ext>
            </a:extLst>
          </p:cNvPr>
          <p:cNvSpPr>
            <a:spLocks xmlns:a="http://schemas.openxmlformats.org/drawingml/2006/main" noGrp="1"/>
          </p:cNvSpPr>
          <p:nvPr/>
        </p:nvSpPr>
        <p:spPr>
          <a:xfrm xmlns:a="http://schemas.openxmlformats.org/drawingml/2006/main">
            <a:off x="9934575" y="2762250"/>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8" name="dp44-comparison / n105 / text 1">
            <a:extLst xmlns:a="http://schemas.openxmlformats.org/drawingml/2006/main">
              <a:ext uri="{FF2B5EF4-FFF2-40B4-BE49-F238E27FC236}">
                <a16:creationId xmlns:a16="http://schemas.microsoft.com/office/drawing/2014/main" id="{F7841922-9716-48E8-AB1B-24A35FAA5552}"/>
              </a:ext>
            </a:extLst>
          </p:cNvPr>
          <p:cNvSpPr>
            <a:spLocks xmlns:a="http://schemas.openxmlformats.org/drawingml/2006/main" noGrp="1"/>
          </p:cNvSpPr>
          <p:nvPr/>
        </p:nvSpPr>
        <p:spPr>
          <a:xfrm xmlns:a="http://schemas.openxmlformats.org/drawingml/2006/main">
            <a:off x="9953625" y="2771775"/>
            <a:ext cx="34766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69" name="dp44-comparison / n106">
            <a:extLst xmlns:a="http://schemas.openxmlformats.org/drawingml/2006/main">
              <a:ext uri="{FF2B5EF4-FFF2-40B4-BE49-F238E27FC236}">
                <a16:creationId xmlns:a16="http://schemas.microsoft.com/office/drawing/2014/main" id="{5B7A34E9-D7A0-4801-BCAB-78B0A5BB08A6}"/>
              </a:ext>
            </a:extLst>
          </p:cNvPr>
          <p:cNvSpPr>
            <a:spLocks xmlns:a="http://schemas.openxmlformats.org/drawingml/2006/main" noGrp="1"/>
          </p:cNvSpPr>
          <p:nvPr/>
        </p:nvSpPr>
        <p:spPr>
          <a:xfrm xmlns:a="http://schemas.openxmlformats.org/drawingml/2006/main">
            <a:off x="14601825" y="2762250"/>
            <a:ext cx="271119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4-comparison / n107 / text 1">
            <a:extLst xmlns:a="http://schemas.openxmlformats.org/drawingml/2006/main">
              <a:ext uri="{FF2B5EF4-FFF2-40B4-BE49-F238E27FC236}">
                <a16:creationId xmlns:a16="http://schemas.microsoft.com/office/drawing/2014/main" id="{C685E0C1-685D-41E5-90CA-B949A23DE8CA}"/>
              </a:ext>
            </a:extLst>
          </p:cNvPr>
          <p:cNvSpPr>
            <a:spLocks xmlns:a="http://schemas.openxmlformats.org/drawingml/2006/main" noGrp="1"/>
          </p:cNvSpPr>
          <p:nvPr/>
        </p:nvSpPr>
        <p:spPr>
          <a:xfrm xmlns:a="http://schemas.openxmlformats.org/drawingml/2006/main">
            <a:off x="14620875" y="2771775"/>
            <a:ext cx="30003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71" name="dp44-comparison / n122">
            <a:extLst xmlns:a="http://schemas.openxmlformats.org/drawingml/2006/main">
              <a:ext uri="{FF2B5EF4-FFF2-40B4-BE49-F238E27FC236}">
                <a16:creationId xmlns:a16="http://schemas.microsoft.com/office/drawing/2014/main" id="{7B098B00-F394-4C6E-8C06-5CCB6DD3ACB2}"/>
              </a:ext>
            </a:extLst>
          </p:cNvPr>
          <p:cNvSpPr>
            <a:spLocks xmlns:a="http://schemas.openxmlformats.org/drawingml/2006/main" noGrp="1"/>
          </p:cNvSpPr>
          <p:nvPr/>
        </p:nvSpPr>
        <p:spPr>
          <a:xfrm xmlns:a="http://schemas.openxmlformats.org/drawingml/2006/main">
            <a:off x="10125075" y="3990975"/>
            <a:ext cx="13952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4-comparison / n123 / text 1">
            <a:extLst xmlns:a="http://schemas.openxmlformats.org/drawingml/2006/main">
              <a:ext uri="{FF2B5EF4-FFF2-40B4-BE49-F238E27FC236}">
                <a16:creationId xmlns:a16="http://schemas.microsoft.com/office/drawing/2014/main" id="{0201EDAE-E8B2-4700-A500-FA03675C5BE1}"/>
              </a:ext>
            </a:extLst>
          </p:cNvPr>
          <p:cNvSpPr>
            <a:spLocks xmlns:a="http://schemas.openxmlformats.org/drawingml/2006/main" noGrp="1"/>
          </p:cNvSpPr>
          <p:nvPr/>
        </p:nvSpPr>
        <p:spPr>
          <a:xfrm xmlns:a="http://schemas.openxmlformats.org/drawingml/2006/main">
            <a:off x="10144125" y="4000500"/>
            <a:ext cx="2857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input/job / 정정 세대</a:t>
            </a:r>
          </a:p>
        </p:txBody>
      </p:sp>
      <p:sp>
        <p:nvSpPr>
          <p:cNvPr id="173" name="dp44-comparison / n124">
            <a:extLst xmlns:a="http://schemas.openxmlformats.org/drawingml/2006/main">
              <a:ext uri="{FF2B5EF4-FFF2-40B4-BE49-F238E27FC236}">
                <a16:creationId xmlns:a16="http://schemas.microsoft.com/office/drawing/2014/main" id="{59973182-A5A4-4F3C-BDC6-2DB3563FE89D}"/>
              </a:ext>
            </a:extLst>
          </p:cNvPr>
          <p:cNvSpPr>
            <a:spLocks xmlns:a="http://schemas.openxmlformats.org/drawingml/2006/main" noGrp="1"/>
          </p:cNvSpPr>
          <p:nvPr/>
        </p:nvSpPr>
        <p:spPr>
          <a:xfrm xmlns:a="http://schemas.openxmlformats.org/drawingml/2006/main">
            <a:off x="14125575" y="3990975"/>
            <a:ext cx="13220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4-comparison / n125 / text 1">
            <a:extLst xmlns:a="http://schemas.openxmlformats.org/drawingml/2006/main">
              <a:ext uri="{FF2B5EF4-FFF2-40B4-BE49-F238E27FC236}">
                <a16:creationId xmlns:a16="http://schemas.microsoft.com/office/drawing/2014/main" id="{FE9A764B-1750-40B6-87A2-1AB4139194F9}"/>
              </a:ext>
            </a:extLst>
          </p:cNvPr>
          <p:cNvSpPr>
            <a:spLocks xmlns:a="http://schemas.openxmlformats.org/drawingml/2006/main" noGrp="1"/>
          </p:cNvSpPr>
          <p:nvPr/>
        </p:nvSpPr>
        <p:spPr>
          <a:xfrm xmlns:a="http://schemas.openxmlformats.org/drawingml/2006/main">
            <a:off x="14144625" y="4000500"/>
            <a:ext cx="3048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질문 참조 / 준비/대기</a:t>
            </a:r>
          </a:p>
        </p:txBody>
      </p:sp>
      <p:sp>
        <p:nvSpPr>
          <p:cNvPr id="175" name="dp44-comparison / n140">
            <a:extLst xmlns:a="http://schemas.openxmlformats.org/drawingml/2006/main">
              <a:ext uri="{FF2B5EF4-FFF2-40B4-BE49-F238E27FC236}">
                <a16:creationId xmlns:a16="http://schemas.microsoft.com/office/drawing/2014/main" id="{3615D96B-3C6B-4ED0-98B4-548CD0911447}"/>
              </a:ext>
            </a:extLst>
          </p:cNvPr>
          <p:cNvSpPr>
            <a:spLocks xmlns:a="http://schemas.openxmlformats.org/drawingml/2006/main" noGrp="1"/>
          </p:cNvSpPr>
          <p:nvPr/>
        </p:nvSpPr>
        <p:spPr>
          <a:xfrm xmlns:a="http://schemas.openxmlformats.org/drawingml/2006/main">
            <a:off x="15220950" y="4657725"/>
            <a:ext cx="166725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4-comparison / n141 / text 1">
            <a:extLst xmlns:a="http://schemas.openxmlformats.org/drawingml/2006/main">
              <a:ext uri="{FF2B5EF4-FFF2-40B4-BE49-F238E27FC236}">
                <a16:creationId xmlns:a16="http://schemas.microsoft.com/office/drawing/2014/main" id="{DF7C4E64-F016-4B44-B42F-073632CCD23F}"/>
              </a:ext>
            </a:extLst>
          </p:cNvPr>
          <p:cNvSpPr>
            <a:spLocks xmlns:a="http://schemas.openxmlformats.org/drawingml/2006/main" noGrp="1"/>
          </p:cNvSpPr>
          <p:nvPr/>
        </p:nvSpPr>
        <p:spPr>
          <a:xfrm xmlns:a="http://schemas.openxmlformats.org/drawingml/2006/main">
            <a:off x="15240000" y="46672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InputSettled / admission</a:t>
            </a:r>
          </a:p>
        </p:txBody>
      </p:sp>
      <p:sp>
        <p:nvSpPr>
          <p:cNvPr id="177" name="dp44-comparison / n148">
            <a:extLst xmlns:a="http://schemas.openxmlformats.org/drawingml/2006/main">
              <a:ext uri="{FF2B5EF4-FFF2-40B4-BE49-F238E27FC236}">
                <a16:creationId xmlns:a16="http://schemas.microsoft.com/office/drawing/2014/main" id="{9E048E76-8D09-4CF1-A35E-C08A536DCC31}"/>
              </a:ext>
            </a:extLst>
          </p:cNvPr>
          <p:cNvSpPr>
            <a:spLocks xmlns:a="http://schemas.openxmlformats.org/drawingml/2006/main" noGrp="1"/>
          </p:cNvSpPr>
          <p:nvPr/>
        </p:nvSpPr>
        <p:spPr>
          <a:xfrm xmlns:a="http://schemas.openxmlformats.org/drawingml/2006/main">
            <a:off x="9934575" y="5495925"/>
            <a:ext cx="15095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4-comparison / n149 / text 1">
            <a:extLst xmlns:a="http://schemas.openxmlformats.org/drawingml/2006/main">
              <a:ext uri="{FF2B5EF4-FFF2-40B4-BE49-F238E27FC236}">
                <a16:creationId xmlns:a16="http://schemas.microsoft.com/office/drawing/2014/main" id="{8E82EFAB-1066-43C4-96A9-35DC2B48A369}"/>
              </a:ext>
            </a:extLst>
          </p:cNvPr>
          <p:cNvSpPr>
            <a:spLocks xmlns:a="http://schemas.openxmlformats.org/drawingml/2006/main" noGrp="1"/>
          </p:cNvSpPr>
          <p:nvPr/>
        </p:nvSpPr>
        <p:spPr>
          <a:xfrm xmlns:a="http://schemas.openxmlformats.org/drawingml/2006/main">
            <a:off x="9953625" y="55054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job 완료 → 시작한 owner</a:t>
            </a:r>
          </a:p>
        </p:txBody>
      </p:sp>
      <p:sp>
        <p:nvSpPr>
          <p:cNvPr id="179" name="dp44-comparison / n150">
            <a:extLst xmlns:a="http://schemas.openxmlformats.org/drawingml/2006/main">
              <a:ext uri="{FF2B5EF4-FFF2-40B4-BE49-F238E27FC236}">
                <a16:creationId xmlns:a16="http://schemas.microsoft.com/office/drawing/2014/main" id="{45E4426A-78CA-4EAE-8CDC-76E94E0CD65A}"/>
              </a:ext>
            </a:extLst>
          </p:cNvPr>
          <p:cNvSpPr>
            <a:spLocks xmlns:a="http://schemas.openxmlformats.org/drawingml/2006/main" noGrp="1"/>
          </p:cNvSpPr>
          <p:nvPr/>
        </p:nvSpPr>
        <p:spPr>
          <a:xfrm xmlns:a="http://schemas.openxmlformats.org/drawingml/2006/main">
            <a:off x="9953625" y="6172200"/>
            <a:ext cx="7524750" cy="752475"/>
          </a:xfrm>
          <a:custGeom xmlns:a="http://schemas.openxmlformats.org/drawingml/2006/main">
            <a:pathLst>
              <a:path w="7524750" h="752475">
                <a:moveTo>
                  <a:pt x="0" y="0"/>
                </a:moveTo>
                <a:lnTo>
                  <a:pt x="7353300" y="0"/>
                </a:lnTo>
                <a:lnTo>
                  <a:pt x="7524750" y="171450"/>
                </a:lnTo>
                <a:lnTo>
                  <a:pt x="7524750" y="752475"/>
                </a:lnTo>
                <a:lnTo>
                  <a:pt x="0" y="7524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80" name="dp44-comparison / n150 / fold">
            <a:extLst xmlns:a="http://schemas.openxmlformats.org/drawingml/2006/main">
              <a:ext uri="{FF2B5EF4-FFF2-40B4-BE49-F238E27FC236}">
                <a16:creationId xmlns:a16="http://schemas.microsoft.com/office/drawing/2014/main" id="{BF5B277A-672E-450D-B364-D771A89A1CDE}"/>
              </a:ext>
            </a:extLst>
          </p:cNvPr>
          <p:cNvSpPr>
            <a:spLocks xmlns:a="http://schemas.openxmlformats.org/drawingml/2006/main" noGrp="1"/>
          </p:cNvSpPr>
          <p:nvPr/>
        </p:nvSpPr>
        <p:spPr>
          <a:xfrm xmlns:a="http://schemas.openxmlformats.org/drawingml/2006/main">
            <a:off x="17306925" y="61722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81" name="dp44-comparison / n151 / text 1">
            <a:extLst xmlns:a="http://schemas.openxmlformats.org/drawingml/2006/main">
              <a:ext uri="{FF2B5EF4-FFF2-40B4-BE49-F238E27FC236}">
                <a16:creationId xmlns:a16="http://schemas.microsoft.com/office/drawing/2014/main" id="{6103945E-AD5B-4CBD-A9DE-1944B3663984}"/>
              </a:ext>
            </a:extLst>
          </p:cNvPr>
          <p:cNvSpPr>
            <a:spLocks xmlns:a="http://schemas.openxmlformats.org/drawingml/2006/main" noGrp="1"/>
          </p:cNvSpPr>
          <p:nvPr/>
        </p:nvSpPr>
        <p:spPr>
          <a:xfrm xmlns:a="http://schemas.openxmlformats.org/drawingml/2006/main">
            <a:off x="10048875" y="622935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연결된 입력: AdoptedMeaning{input_ref:Input1, generation:2, meaning_ref:AdoptedMeaning1}</a:t>
            </a:r>
          </a:p>
        </p:txBody>
      </p:sp>
      <p:sp>
        <p:nvSpPr>
          <p:cNvPr id="182" name="dp44-comparison / n151 / text 2">
            <a:extLst xmlns:a="http://schemas.openxmlformats.org/drawingml/2006/main">
              <a:ext uri="{FF2B5EF4-FFF2-40B4-BE49-F238E27FC236}">
                <a16:creationId xmlns:a16="http://schemas.microsoft.com/office/drawing/2014/main" id="{16294708-1572-4F48-84E4-008B9162DAA0}"/>
              </a:ext>
            </a:extLst>
          </p:cNvPr>
          <p:cNvSpPr>
            <a:spLocks xmlns:a="http://schemas.openxmlformats.org/drawingml/2006/main" noGrp="1"/>
          </p:cNvSpPr>
          <p:nvPr/>
        </p:nvSpPr>
        <p:spPr>
          <a:xfrm xmlns:a="http://schemas.openxmlformats.org/drawingml/2006/main">
            <a:off x="10048875" y="637794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NoticeReady{task_ref:Task1, question_ref:Question1, source_revision:3}</a:t>
            </a:r>
          </a:p>
        </p:txBody>
      </p:sp>
      <p:sp>
        <p:nvSpPr>
          <p:cNvPr id="183" name="dp44-comparison / n151 / text 3">
            <a:extLst xmlns:a="http://schemas.openxmlformats.org/drawingml/2006/main">
              <a:ext uri="{FF2B5EF4-FFF2-40B4-BE49-F238E27FC236}">
                <a16:creationId xmlns:a16="http://schemas.microsoft.com/office/drawing/2014/main" id="{6019DE40-93F5-45D3-8998-53592565E604}"/>
              </a:ext>
            </a:extLst>
          </p:cNvPr>
          <p:cNvSpPr>
            <a:spLocks xmlns:a="http://schemas.openxmlformats.org/drawingml/2006/main" noGrp="1"/>
          </p:cNvSpPr>
          <p:nvPr/>
        </p:nvSpPr>
        <p:spPr>
          <a:xfrm xmlns:a="http://schemas.openxmlformats.org/drawingml/2006/main">
            <a:off x="10048875" y="652653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CandidateReady + 해당 admission / source / 과거 전달 snapshot → Join</a:t>
            </a:r>
          </a:p>
        </p:txBody>
      </p:sp>
      <p:sp>
        <p:nvSpPr>
          <p:cNvPr id="184" name="dp44-comparison / n151 / text 4">
            <a:extLst xmlns:a="http://schemas.openxmlformats.org/drawingml/2006/main">
              <a:ext uri="{FF2B5EF4-FFF2-40B4-BE49-F238E27FC236}">
                <a16:creationId xmlns:a16="http://schemas.microsoft.com/office/drawing/2014/main" id="{BE4D7EAD-A380-46B9-A36C-313060ADF20F}"/>
              </a:ext>
            </a:extLst>
          </p:cNvPr>
          <p:cNvSpPr>
            <a:spLocks xmlns:a="http://schemas.openxmlformats.org/drawingml/2006/main" noGrp="1"/>
          </p:cNvSpPr>
          <p:nvPr/>
        </p:nvSpPr>
        <p:spPr>
          <a:xfrm xmlns:a="http://schemas.openxmlformats.org/drawingml/2006/main">
            <a:off x="10048875" y="6675120"/>
            <a:ext cx="7258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조건 부족: 대기 / 정정으로 무효: 폐기 / 조건 충족: 게시 단계 활성화</a:t>
            </a:r>
          </a:p>
        </p:txBody>
      </p:sp>
      <p:sp>
        <p:nvSpPr>
          <p:cNvPr id="185" name="dp44-comparison / n153">
            <a:extLst xmlns:a="http://schemas.openxmlformats.org/drawingml/2006/main">
              <a:ext uri="{FF2B5EF4-FFF2-40B4-BE49-F238E27FC236}">
                <a16:creationId xmlns:a16="http://schemas.microsoft.com/office/drawing/2014/main" id="{6BE6E907-93D8-453D-8A32-93A1FA76DB87}"/>
              </a:ext>
            </a:extLst>
          </p:cNvPr>
          <p:cNvSpPr>
            <a:spLocks xmlns:a="http://schemas.openxmlformats.org/drawingml/2006/main" noGrp="1"/>
          </p:cNvSpPr>
          <p:nvPr/>
        </p:nvSpPr>
        <p:spPr>
          <a:xfrm xmlns:a="http://schemas.openxmlformats.org/drawingml/2006/main">
            <a:off x="9934575" y="7077075"/>
            <a:ext cx="431958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6" name="dp44-comparison / n154 / text 1">
            <a:extLst xmlns:a="http://schemas.openxmlformats.org/drawingml/2006/main">
              <a:ext uri="{FF2B5EF4-FFF2-40B4-BE49-F238E27FC236}">
                <a16:creationId xmlns:a16="http://schemas.microsoft.com/office/drawing/2014/main" id="{20A919E0-A050-4E8E-B89B-D00FAFE1450E}"/>
              </a:ext>
            </a:extLst>
          </p:cNvPr>
          <p:cNvSpPr>
            <a:spLocks xmlns:a="http://schemas.openxmlformats.org/drawingml/2006/main" noGrp="1"/>
          </p:cNvSpPr>
          <p:nvPr/>
        </p:nvSpPr>
        <p:spPr>
          <a:xfrm xmlns:a="http://schemas.openxmlformats.org/drawingml/2006/main">
            <a:off x="9953625" y="708660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같은 겹침: 새 입력 + 별도 업무 질문 + 이전 응답 준비 완료</a:t>
            </a:r>
          </a:p>
        </p:txBody>
      </p:sp>
      <p:sp>
        <p:nvSpPr>
          <p:cNvPr id="187" name="dp44-comparison / n155">
            <a:extLst xmlns:a="http://schemas.openxmlformats.org/drawingml/2006/main">
              <a:ext uri="{FF2B5EF4-FFF2-40B4-BE49-F238E27FC236}">
                <a16:creationId xmlns:a16="http://schemas.microsoft.com/office/drawing/2014/main" id="{24ACBB45-9DFF-4B13-9BF9-C4162837EBFF}"/>
              </a:ext>
            </a:extLst>
          </p:cNvPr>
          <p:cNvSpPr>
            <a:spLocks xmlns:a="http://schemas.openxmlformats.org/drawingml/2006/main" noGrp="1"/>
          </p:cNvSpPr>
          <p:nvPr/>
        </p:nvSpPr>
        <p:spPr>
          <a:xfrm xmlns:a="http://schemas.openxmlformats.org/drawingml/2006/main">
            <a:off x="9934575" y="7286625"/>
            <a:ext cx="419100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8" name="dp44-comparison / n156 / text 1">
            <a:extLst xmlns:a="http://schemas.openxmlformats.org/drawingml/2006/main">
              <a:ext uri="{FF2B5EF4-FFF2-40B4-BE49-F238E27FC236}">
                <a16:creationId xmlns:a16="http://schemas.microsoft.com/office/drawing/2014/main" id="{AF4273AD-2938-4E86-81DE-8FF3B6117411}"/>
              </a:ext>
            </a:extLst>
          </p:cNvPr>
          <p:cNvSpPr>
            <a:spLocks xmlns:a="http://schemas.openxmlformats.org/drawingml/2006/main" noGrp="1"/>
          </p:cNvSpPr>
          <p:nvPr/>
        </p:nvSpPr>
        <p:spPr>
          <a:xfrm xmlns:a="http://schemas.openxmlformats.org/drawingml/2006/main">
            <a:off x="9953625" y="7296150"/>
            <a:ext cx="7524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완료가 연결된 소비자의 입력이 됨 / 중앙 회수 없이 이어감</a:t>
            </a:r>
          </a:p>
        </p:txBody>
      </p:sp>
    </p:spTree>
    <p:extLst>
      <p:ext uri="{BB962C8B-B14F-4D97-AF65-F5344CB8AC3E}">
        <p14:creationId xmlns:p14="http://schemas.microsoft.com/office/powerpoint/2010/main" val="5898950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0" name="dp45-comparison / n1">
            <a:extLst xmlns:a="http://schemas.openxmlformats.org/drawingml/2006/main">
              <a:ext uri="{FF2B5EF4-FFF2-40B4-BE49-F238E27FC236}">
                <a16:creationId xmlns:a16="http://schemas.microsoft.com/office/drawing/2014/main" id="{B42A9AD6-00C8-4223-986A-CFE57D0F954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E11F4370-A196-4ED4-B1D9-CA20E49F5D24}"/>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95317B37-FCDF-42DD-9386-CA5D4A072E94}"/>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B36D4FF4-D7C0-46DA-A77C-225BBC38163B}"/>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근거의 요청별 구성과 공통 생산/조회</a:t>
            </a:r>
          </a:p>
        </p:txBody>
      </p:sp>
      <p:sp>
        <p:nvSpPr>
          <p:cNvPr id="5" name="dp45-comparison / n5 / path">
            <a:extLst xmlns:a="http://schemas.openxmlformats.org/drawingml/2006/main">
              <a:ext uri="{FF2B5EF4-FFF2-40B4-BE49-F238E27FC236}">
                <a16:creationId xmlns:a16="http://schemas.microsoft.com/office/drawing/2014/main" id="{488300F5-EA82-455F-AA03-AB2207A4D301}"/>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F09790AC-DBAC-4CD6-B798-322C7C4F0951}"/>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R23 “지난번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10603B79-0C49-456C-A6A2-1F6FC6B76D3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03144D3B-C785-484A-8EDF-48780CDCFA86}"/>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11CD189-0454-4BF8-B00B-FCB4C5748753}"/>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C1B74B9E-67D1-45C9-9A15-C7ED1EB4EDBB}"/>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352E8D93-5C72-4519-A792-009EE7B0F3EB}"/>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651928BE-06C4-4F6E-81F6-E5E5BE30051A}"/>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586DFA24-4E77-4E38-9681-68945003151F}"/>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F2D3E85E-D1AE-4EEE-BB66-BC31740E70AB}"/>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15" name="dp45-comparison / n15 / path">
            <a:extLst xmlns:a="http://schemas.openxmlformats.org/drawingml/2006/main">
              <a:ext uri="{FF2B5EF4-FFF2-40B4-BE49-F238E27FC236}">
                <a16:creationId xmlns:a16="http://schemas.microsoft.com/office/drawing/2014/main" id="{95CE25FC-B76B-438E-8ABC-14F6C78F5F56}"/>
              </a:ext>
            </a:extLst>
          </p:cNvPr>
          <p:cNvSpPr>
            <a:spLocks xmlns:a="http://schemas.openxmlformats.org/drawingml/2006/main" noGrp="1"/>
          </p:cNvSpPr>
          <p:nvPr/>
        </p:nvSpPr>
        <p:spPr>
          <a:xfrm xmlns:a="http://schemas.openxmlformats.org/drawingml/2006/main">
            <a:off x="381000" y="8315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5-comparison / n16 / text 1">
            <a:extLst xmlns:a="http://schemas.openxmlformats.org/drawingml/2006/main">
              <a:ext uri="{FF2B5EF4-FFF2-40B4-BE49-F238E27FC236}">
                <a16:creationId xmlns:a16="http://schemas.microsoft.com/office/drawing/2014/main" id="{8C0455D1-8043-4F18-B3B5-9F5C3803AB2F}"/>
              </a:ext>
            </a:extLst>
          </p:cNvPr>
          <p:cNvSpPr>
            <a:spLocks xmlns:a="http://schemas.openxmlformats.org/drawingml/2006/main" noGrp="1"/>
          </p:cNvSpPr>
          <p:nvPr/>
        </p:nvSpPr>
        <p:spPr>
          <a:xfrm xmlns:a="http://schemas.openxmlformats.org/drawingml/2006/main">
            <a:off x="400050" y="8362950"/>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새 관계 / 미묘한 조건</a:t>
            </a:r>
          </a:p>
        </p:txBody>
      </p:sp>
      <p:sp>
        <p:nvSpPr>
          <p:cNvPr id="17" name="dp45-comparison / n17 / text 1">
            <a:extLst xmlns:a="http://schemas.openxmlformats.org/drawingml/2006/main">
              <a:ext uri="{FF2B5EF4-FFF2-40B4-BE49-F238E27FC236}">
                <a16:creationId xmlns:a16="http://schemas.microsoft.com/office/drawing/2014/main" id="{B04CDF33-C4D8-479D-A09E-E7A97712817A}"/>
              </a:ext>
            </a:extLst>
          </p:cNvPr>
          <p:cNvSpPr>
            <a:spLocks xmlns:a="http://schemas.openxmlformats.org/drawingml/2006/main" noGrp="1"/>
          </p:cNvSpPr>
          <p:nvPr/>
        </p:nvSpPr>
        <p:spPr>
          <a:xfrm xmlns:a="http://schemas.openxmlformats.org/drawingml/2006/main">
            <a:off x="3000375" y="8362950"/>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요청 목적에 맞춘 원문 구성의 유연성; 검색 누락 가능</a:t>
            </a:r>
          </a:p>
        </p:txBody>
      </p:sp>
      <p:sp>
        <p:nvSpPr>
          <p:cNvPr id="18" name="dp45-comparison / n18 / text 1">
            <a:extLst xmlns:a="http://schemas.openxmlformats.org/drawingml/2006/main">
              <a:ext uri="{FF2B5EF4-FFF2-40B4-BE49-F238E27FC236}">
                <a16:creationId xmlns:a16="http://schemas.microsoft.com/office/drawing/2014/main" id="{085263EE-2021-45A7-A1B6-6E1EFFD722F2}"/>
              </a:ext>
            </a:extLst>
          </p:cNvPr>
          <p:cNvSpPr>
            <a:spLocks xmlns:a="http://schemas.openxmlformats.org/drawingml/2006/main" noGrp="1"/>
          </p:cNvSpPr>
          <p:nvPr/>
        </p:nvSpPr>
        <p:spPr>
          <a:xfrm xmlns:a="http://schemas.openxmlformats.org/drawingml/2006/main">
            <a:off x="10287000" y="8362950"/>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지원 표현 / 추출 조건에 제한; 정확성의 고정 우열 없음</a:t>
            </a:r>
          </a:p>
        </p:txBody>
      </p:sp>
      <p:sp>
        <p:nvSpPr>
          <p:cNvPr id="19" name="dp45-comparison / n19 / path">
            <a:extLst xmlns:a="http://schemas.openxmlformats.org/drawingml/2006/main">
              <a:ext uri="{FF2B5EF4-FFF2-40B4-BE49-F238E27FC236}">
                <a16:creationId xmlns:a16="http://schemas.microsoft.com/office/drawing/2014/main" id="{1B6559EF-66BE-4D50-9DBF-A87D0FF788B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5-comparison / n20 / text 1">
            <a:extLst xmlns:a="http://schemas.openxmlformats.org/drawingml/2006/main">
              <a:ext uri="{FF2B5EF4-FFF2-40B4-BE49-F238E27FC236}">
                <a16:creationId xmlns:a16="http://schemas.microsoft.com/office/drawing/2014/main" id="{78B7617B-CF27-49D5-897C-A69118BD34C1}"/>
              </a:ext>
            </a:extLst>
          </p:cNvPr>
          <p:cNvSpPr>
            <a:spLocks xmlns:a="http://schemas.openxmlformats.org/drawingml/2006/main" noGrp="1"/>
          </p:cNvSpPr>
          <p:nvPr/>
        </p:nvSpPr>
        <p:spPr>
          <a:xfrm xmlns:a="http://schemas.openxmlformats.org/drawingml/2006/main">
            <a:off x="400050" y="8639175"/>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준비된 반복 조회 R24</a:t>
            </a:r>
          </a:p>
        </p:txBody>
      </p:sp>
      <p:sp>
        <p:nvSpPr>
          <p:cNvPr id="21" name="dp45-comparison / n21 / text 1">
            <a:extLst xmlns:a="http://schemas.openxmlformats.org/drawingml/2006/main">
              <a:ext uri="{FF2B5EF4-FFF2-40B4-BE49-F238E27FC236}">
                <a16:creationId xmlns:a16="http://schemas.microsoft.com/office/drawing/2014/main" id="{42445C88-E520-42F6-9957-98F8ADDD911E}"/>
              </a:ext>
            </a:extLst>
          </p:cNvPr>
          <p:cNvSpPr>
            <a:spLocks xmlns:a="http://schemas.openxmlformats.org/drawingml/2006/main" noGrp="1"/>
          </p:cNvSpPr>
          <p:nvPr/>
        </p:nvSpPr>
        <p:spPr>
          <a:xfrm xmlns:a="http://schemas.openxmlformats.org/drawingml/2006/main">
            <a:off x="3000375" y="8639175"/>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warm 관계 cache로 조회 / 재해석 축소 가능</a:t>
            </a:r>
          </a:p>
        </p:txBody>
      </p:sp>
      <p:sp>
        <p:nvSpPr>
          <p:cNvPr id="22" name="dp45-comparison / n22 / text 1">
            <a:extLst xmlns:a="http://schemas.openxmlformats.org/drawingml/2006/main">
              <a:ext uri="{FF2B5EF4-FFF2-40B4-BE49-F238E27FC236}">
                <a16:creationId xmlns:a16="http://schemas.microsoft.com/office/drawing/2014/main" id="{C41E47E1-7696-40F5-85BF-49AB3B13339A}"/>
              </a:ext>
            </a:extLst>
          </p:cNvPr>
          <p:cNvSpPr>
            <a:spLocks xmlns:a="http://schemas.openxmlformats.org/drawingml/2006/main" noGrp="1"/>
          </p:cNvSpPr>
          <p:nvPr/>
        </p:nvSpPr>
        <p:spPr>
          <a:xfrm xmlns:a="http://schemas.openxmlformats.org/drawingml/2006/main">
            <a:off x="10287000" y="8639175"/>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유효 게시가 원본 교차 결합을 대체하면 경로 단축 가능</a:t>
            </a:r>
          </a:p>
        </p:txBody>
      </p:sp>
      <p:sp>
        <p:nvSpPr>
          <p:cNvPr id="23" name="dp45-comparison / n23 / path">
            <a:extLst xmlns:a="http://schemas.openxmlformats.org/drawingml/2006/main">
              <a:ext uri="{FF2B5EF4-FFF2-40B4-BE49-F238E27FC236}">
                <a16:creationId xmlns:a16="http://schemas.microsoft.com/office/drawing/2014/main" id="{04F354F3-EBF1-4831-AE89-C74D29B04637}"/>
              </a:ext>
            </a:extLst>
          </p:cNvPr>
          <p:cNvSpPr>
            <a:spLocks xmlns:a="http://schemas.openxmlformats.org/drawingml/2006/main" noGrp="1"/>
          </p:cNvSpPr>
          <p:nvPr/>
        </p:nvSpPr>
        <p:spPr>
          <a:xfrm xmlns:a="http://schemas.openxmlformats.org/drawingml/2006/main">
            <a:off x="381000" y="8867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5-comparison / n24 / text 1">
            <a:extLst xmlns:a="http://schemas.openxmlformats.org/drawingml/2006/main">
              <a:ext uri="{FF2B5EF4-FFF2-40B4-BE49-F238E27FC236}">
                <a16:creationId xmlns:a16="http://schemas.microsoft.com/office/drawing/2014/main" id="{624EAAF9-38B2-4224-B078-1874AD139141}"/>
              </a:ext>
            </a:extLst>
          </p:cNvPr>
          <p:cNvSpPr>
            <a:spLocks xmlns:a="http://schemas.openxmlformats.org/drawingml/2006/main" noGrp="1"/>
          </p:cNvSpPr>
          <p:nvPr/>
        </p:nvSpPr>
        <p:spPr>
          <a:xfrm xmlns:a="http://schemas.openxmlformats.org/drawingml/2006/main">
            <a:off x="400050" y="8915400"/>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첫 조회 / 정정 직후</a:t>
            </a:r>
          </a:p>
        </p:txBody>
      </p:sp>
      <p:sp>
        <p:nvSpPr>
          <p:cNvPr id="25" name="dp45-comparison / n25 / text 1">
            <a:extLst xmlns:a="http://schemas.openxmlformats.org/drawingml/2006/main">
              <a:ext uri="{FF2B5EF4-FFF2-40B4-BE49-F238E27FC236}">
                <a16:creationId xmlns:a16="http://schemas.microsoft.com/office/drawing/2014/main" id="{E8322750-66D4-45E2-B6F9-D3092782BB9C}"/>
              </a:ext>
            </a:extLst>
          </p:cNvPr>
          <p:cNvSpPr>
            <a:spLocks xmlns:a="http://schemas.openxmlformats.org/drawingml/2006/main" noGrp="1"/>
          </p:cNvSpPr>
          <p:nvPr/>
        </p:nvSpPr>
        <p:spPr>
          <a:xfrm xmlns:a="http://schemas.openxmlformats.org/drawingml/2006/main">
            <a:off x="3000375" y="8915400"/>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현재 원본으로 구성; fan-out / 해석 비용</a:t>
            </a:r>
          </a:p>
        </p:txBody>
      </p:sp>
      <p:sp>
        <p:nvSpPr>
          <p:cNvPr id="26" name="dp45-comparison / n26 / text 1">
            <a:extLst xmlns:a="http://schemas.openxmlformats.org/drawingml/2006/main">
              <a:ext uri="{FF2B5EF4-FFF2-40B4-BE49-F238E27FC236}">
                <a16:creationId xmlns:a16="http://schemas.microsoft.com/office/drawing/2014/main" id="{8A6A7CD7-221D-4126-91B3-FA2A3E78AA43}"/>
              </a:ext>
            </a:extLst>
          </p:cNvPr>
          <p:cNvSpPr>
            <a:spLocks xmlns:a="http://schemas.openxmlformats.org/drawingml/2006/main" noGrp="1"/>
          </p:cNvSpPr>
          <p:nvPr/>
        </p:nvSpPr>
        <p:spPr>
          <a:xfrm xmlns:a="http://schemas.openxmlformats.org/drawingml/2006/main">
            <a:off x="10287000" y="8915400"/>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생산 / 갱신 게시 대기; NOT_COVERED와 미지원 구별</a:t>
            </a:r>
          </a:p>
        </p:txBody>
      </p:sp>
      <p:sp>
        <p:nvSpPr>
          <p:cNvPr id="27" name="dp45-comparison / n27 / path">
            <a:extLst xmlns:a="http://schemas.openxmlformats.org/drawingml/2006/main">
              <a:ext uri="{FF2B5EF4-FFF2-40B4-BE49-F238E27FC236}">
                <a16:creationId xmlns:a16="http://schemas.microsoft.com/office/drawing/2014/main" id="{522E7424-732C-4B76-BB29-25EA221DB273}"/>
              </a:ext>
            </a:extLst>
          </p:cNvPr>
          <p:cNvSpPr>
            <a:spLocks xmlns:a="http://schemas.openxmlformats.org/drawingml/2006/main" noGrp="1"/>
          </p:cNvSpPr>
          <p:nvPr/>
        </p:nvSpPr>
        <p:spPr>
          <a:xfrm xmlns:a="http://schemas.openxmlformats.org/drawingml/2006/main">
            <a:off x="381000" y="91440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5-comparison / n28 / text 1">
            <a:extLst xmlns:a="http://schemas.openxmlformats.org/drawingml/2006/main">
              <a:ext uri="{FF2B5EF4-FFF2-40B4-BE49-F238E27FC236}">
                <a16:creationId xmlns:a16="http://schemas.microsoft.com/office/drawing/2014/main" id="{BC95112B-9590-47BA-9B25-57B857CCD093}"/>
              </a:ext>
            </a:extLst>
          </p:cNvPr>
          <p:cNvSpPr>
            <a:spLocks xmlns:a="http://schemas.openxmlformats.org/drawingml/2006/main" noGrp="1"/>
          </p:cNvSpPr>
          <p:nvPr/>
        </p:nvSpPr>
        <p:spPr>
          <a:xfrm xmlns:a="http://schemas.openxmlformats.org/drawingml/2006/main">
            <a:off x="400050" y="9191625"/>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전체 모델 비용 / 자원</a:t>
            </a:r>
          </a:p>
        </p:txBody>
      </p:sp>
      <p:sp>
        <p:nvSpPr>
          <p:cNvPr id="29" name="dp45-comparison / n29 / text 1">
            <a:extLst xmlns:a="http://schemas.openxmlformats.org/drawingml/2006/main">
              <a:ext uri="{FF2B5EF4-FFF2-40B4-BE49-F238E27FC236}">
                <a16:creationId xmlns:a16="http://schemas.microsoft.com/office/drawing/2014/main" id="{220FAFDF-D663-47C7-8000-B93018917E17}"/>
              </a:ext>
            </a:extLst>
          </p:cNvPr>
          <p:cNvSpPr>
            <a:spLocks xmlns:a="http://schemas.openxmlformats.org/drawingml/2006/main" noGrp="1"/>
          </p:cNvSpPr>
          <p:nvPr/>
        </p:nvSpPr>
        <p:spPr>
          <a:xfrm xmlns:a="http://schemas.openxmlformats.org/drawingml/2006/main">
            <a:off x="3000375" y="9191625"/>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cache 생산 / 유지 + 요청 / 재검증 사용량</a:t>
            </a:r>
          </a:p>
        </p:txBody>
      </p:sp>
      <p:sp>
        <p:nvSpPr>
          <p:cNvPr id="30" name="dp45-comparison / n30 / text 1">
            <a:extLst xmlns:a="http://schemas.openxmlformats.org/drawingml/2006/main">
              <a:ext uri="{FF2B5EF4-FFF2-40B4-BE49-F238E27FC236}">
                <a16:creationId xmlns:a16="http://schemas.microsoft.com/office/drawing/2014/main" id="{C39BA650-DDA4-4B7C-AF50-327E4E3226A2}"/>
              </a:ext>
            </a:extLst>
          </p:cNvPr>
          <p:cNvSpPr>
            <a:spLocks xmlns:a="http://schemas.openxmlformats.org/drawingml/2006/main" noGrp="1"/>
          </p:cNvSpPr>
          <p:nvPr/>
        </p:nvSpPr>
        <p:spPr>
          <a:xfrm xmlns:a="http://schemas.openxmlformats.org/drawingml/2006/main">
            <a:off x="10287000" y="9191625"/>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초기 / 갱신 / backfill / 미사용 생산 사용량; 고정 우열 없음</a:t>
            </a:r>
          </a:p>
        </p:txBody>
      </p:sp>
      <p:sp>
        <p:nvSpPr>
          <p:cNvPr id="31" name="dp45-comparison / n31 / path">
            <a:extLst xmlns:a="http://schemas.openxmlformats.org/drawingml/2006/main">
              <a:ext uri="{FF2B5EF4-FFF2-40B4-BE49-F238E27FC236}">
                <a16:creationId xmlns:a16="http://schemas.microsoft.com/office/drawing/2014/main" id="{31ABAC11-6730-4058-9074-758FE50D2AAC}"/>
              </a:ext>
            </a:extLst>
          </p:cNvPr>
          <p:cNvSpPr>
            <a:spLocks xmlns:a="http://schemas.openxmlformats.org/drawingml/2006/main" noGrp="1"/>
          </p:cNvSpPr>
          <p:nvPr/>
        </p:nvSpPr>
        <p:spPr>
          <a:xfrm xmlns:a="http://schemas.openxmlformats.org/drawingml/2006/main">
            <a:off x="381000" y="9420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5-comparison / n32 / text 1">
            <a:extLst xmlns:a="http://schemas.openxmlformats.org/drawingml/2006/main">
              <a:ext uri="{FF2B5EF4-FFF2-40B4-BE49-F238E27FC236}">
                <a16:creationId xmlns:a16="http://schemas.microsoft.com/office/drawing/2014/main" id="{CA5F4C4D-A70A-412E-9D19-CA5C8C3CD31A}"/>
              </a:ext>
            </a:extLst>
          </p:cNvPr>
          <p:cNvSpPr>
            <a:spLocks xmlns:a="http://schemas.openxmlformats.org/drawingml/2006/main" noGrp="1"/>
          </p:cNvSpPr>
          <p:nvPr/>
        </p:nvSpPr>
        <p:spPr>
          <a:xfrm xmlns:a="http://schemas.openxmlformats.org/drawingml/2006/main">
            <a:off x="400050" y="9467850"/>
            <a:ext cx="25336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변경 용이성</a:t>
            </a:r>
          </a:p>
        </p:txBody>
      </p:sp>
      <p:sp>
        <p:nvSpPr>
          <p:cNvPr id="33" name="dp45-comparison / n33 / text 1">
            <a:extLst xmlns:a="http://schemas.openxmlformats.org/drawingml/2006/main">
              <a:ext uri="{FF2B5EF4-FFF2-40B4-BE49-F238E27FC236}">
                <a16:creationId xmlns:a16="http://schemas.microsoft.com/office/drawing/2014/main" id="{40A45BCD-74FC-4729-B8A2-F4CE4913D5A0}"/>
              </a:ext>
            </a:extLst>
          </p:cNvPr>
          <p:cNvSpPr>
            <a:spLocks xmlns:a="http://schemas.openxmlformats.org/drawingml/2006/main" noGrp="1"/>
          </p:cNvSpPr>
          <p:nvPr/>
        </p:nvSpPr>
        <p:spPr>
          <a:xfrm xmlns:a="http://schemas.openxmlformats.org/drawingml/2006/main">
            <a:off x="3000375" y="9467850"/>
            <a:ext cx="70961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Source adapter로 국소화; cache schema 변경은 무효화</a:t>
            </a:r>
          </a:p>
        </p:txBody>
      </p:sp>
      <p:sp>
        <p:nvSpPr>
          <p:cNvPr id="34" name="dp45-comparison / n34 / text 1">
            <a:extLst xmlns:a="http://schemas.openxmlformats.org/drawingml/2006/main">
              <a:ext uri="{FF2B5EF4-FFF2-40B4-BE49-F238E27FC236}">
                <a16:creationId xmlns:a16="http://schemas.microsoft.com/office/drawing/2014/main" id="{B7913447-5251-49CC-AD4A-8113D6D484D3}"/>
              </a:ext>
            </a:extLst>
          </p:cNvPr>
          <p:cNvSpPr>
            <a:spLocks xmlns:a="http://schemas.openxmlformats.org/drawingml/2006/main" noGrp="1"/>
          </p:cNvSpPr>
          <p:nvPr/>
        </p:nvSpPr>
        <p:spPr>
          <a:xfrm xmlns:a="http://schemas.openxmlformats.org/drawingml/2006/main">
            <a:off x="10287000" y="9467850"/>
            <a:ext cx="7572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Source 형식은 adapter; 관계 의미는 schema / 재생산 / 독자 변경</a:t>
            </a:r>
          </a:p>
        </p:txBody>
      </p:sp>
      <p:sp>
        <p:nvSpPr>
          <p:cNvPr id="35" name="dp45-comparison / n35 / text 1">
            <a:extLst xmlns:a="http://schemas.openxmlformats.org/drawingml/2006/main">
              <a:ext uri="{FF2B5EF4-FFF2-40B4-BE49-F238E27FC236}">
                <a16:creationId xmlns:a16="http://schemas.microsoft.com/office/drawing/2014/main" id="{98FCC9F0-208E-4606-BEF1-89F65F05C1FE}"/>
              </a:ext>
            </a:extLst>
          </p:cNvPr>
          <p:cNvSpPr>
            <a:spLocks xmlns:a="http://schemas.openxmlformats.org/drawingml/2006/main" noGrp="1"/>
          </p:cNvSpPr>
          <p:nvPr/>
        </p:nvSpPr>
        <p:spPr>
          <a:xfrm xmlns:a="http://schemas.openxmlformats.org/drawingml/2006/main">
            <a:off x="381000" y="9744075"/>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A cache의 같은 효과는 B 고유 이익을 줄인다. B+ 원본 조합 우회는 명시적 혼합안.</a:t>
            </a:r>
          </a:p>
        </p:txBody>
      </p:sp>
      <p:sp>
        <p:nvSpPr>
          <p:cNvPr id="36" name="dp45-comparison / n36 / text 1">
            <a:extLst xmlns:a="http://schemas.openxmlformats.org/drawingml/2006/main">
              <a:ext uri="{FF2B5EF4-FFF2-40B4-BE49-F238E27FC236}">
                <a16:creationId xmlns:a16="http://schemas.microsoft.com/office/drawing/2014/main" id="{C26CD684-C714-4167-ADC3-5AB533639850}"/>
              </a:ext>
            </a:extLst>
          </p:cNvPr>
          <p:cNvSpPr>
            <a:spLocks xmlns:a="http://schemas.openxmlformats.org/drawingml/2006/main" noGrp="1"/>
          </p:cNvSpPr>
          <p:nvPr/>
        </p:nvSpPr>
        <p:spPr>
          <a:xfrm xmlns:a="http://schemas.openxmlformats.org/drawingml/2006/main">
            <a:off x="381000" y="99631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Reference (§9): A LangChain Retrieval / B LangMem Background + Memory API / 실행 Delayed Processing / 연결 참고 Mem0 Graph (typed 관계 증거 아님)</a:t>
            </a:r>
          </a:p>
        </p:txBody>
      </p:sp>
      <p:sp>
        <p:nvSpPr>
          <p:cNvPr id="37" name="dp45-comparison / n37 / text 1">
            <a:extLst xmlns:a="http://schemas.openxmlformats.org/drawingml/2006/main">
              <a:ext uri="{FF2B5EF4-FFF2-40B4-BE49-F238E27FC236}">
                <a16:creationId xmlns:a16="http://schemas.microsoft.com/office/drawing/2014/main" id="{86918EBB-D97D-4493-A017-8D437E41E90F}"/>
              </a:ext>
            </a:extLst>
          </p:cNvPr>
          <p:cNvSpPr>
            <a:spLocks xmlns:a="http://schemas.openxmlformats.org/drawingml/2006/main" noGrp="1"/>
          </p:cNvSpPr>
          <p:nvPr/>
        </p:nvSpPr>
        <p:spPr>
          <a:xfrm xmlns:a="http://schemas.openxmlformats.org/drawingml/2006/main">
            <a:off x="381000" y="10163175"/>
            <a:ext cx="17526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5F6B77"/>
                </a:solidFill>
                <a:latin typeface="Apple SD Gothic Neo"/>
                <a:ea typeface="Apple SD Gothic Neo"/>
                <a:cs typeface="Apple SD Gothic Neo"/>
              </a:defRPr>
            </a:pPr>
            <a:r>
              <a:rPr sz="750" b="0">
                <a:solidFill>
                  <a:srgbClr val="5F6B77"/>
                </a:solidFill>
                <a:latin typeface="Apple SD Gothic Neo"/>
                <a:ea typeface="Apple SD Gothic Neo"/>
                <a:cs typeface="Apple SD Gothic Neo"/>
              </a:rPr>
              <a:t>공식 메커니즘 선례 / VIA 구현 / 성능 증거 아님 / 모델 비용은 배경 생산 / 재시도 / 폐기된 작업도 포함</a:t>
            </a:r>
          </a:p>
        </p:txBody>
      </p:sp>
      <p:sp>
        <p:nvSpPr>
          <p:cNvPr id="38" name="dp45-comparison / legend44_0">
            <a:extLst xmlns:a="http://schemas.openxmlformats.org/drawingml/2006/main">
              <a:ext uri="{FF2B5EF4-FFF2-40B4-BE49-F238E27FC236}">
                <a16:creationId xmlns:a16="http://schemas.microsoft.com/office/drawing/2014/main" id="{4C1A49C6-CFF8-4693-81EB-6797FCA7E16B}"/>
              </a:ext>
            </a:extLst>
          </p:cNvPr>
          <p:cNvSpPr>
            <a:spLocks xmlns:a="http://schemas.openxmlformats.org/drawingml/2006/main" noGrp="1"/>
          </p:cNvSpPr>
          <p:nvPr/>
        </p:nvSpPr>
        <p:spPr>
          <a:xfrm xmlns:a="http://schemas.openxmlformats.org/drawingml/2006/main">
            <a:off x="447675" y="3257550"/>
            <a:ext cx="8191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9" name="dp45-comparison / legend44_1 / text 1">
            <a:extLst xmlns:a="http://schemas.openxmlformats.org/drawingml/2006/main">
              <a:ext uri="{FF2B5EF4-FFF2-40B4-BE49-F238E27FC236}">
                <a16:creationId xmlns:a16="http://schemas.microsoft.com/office/drawing/2014/main" id="{F478BF8C-37A0-4A63-8D5E-C279F8774CEC}"/>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0" name="dp45-comparison / legend44_2">
            <a:extLst xmlns:a="http://schemas.openxmlformats.org/drawingml/2006/main">
              <a:ext uri="{FF2B5EF4-FFF2-40B4-BE49-F238E27FC236}">
                <a16:creationId xmlns:a16="http://schemas.microsoft.com/office/drawing/2014/main" id="{8D8AA58A-4C24-4B7A-9D9F-8CEEEF7A3163}"/>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1" name="dp45-comparison / legend44_3 / text 1">
            <a:extLst xmlns:a="http://schemas.openxmlformats.org/drawingml/2006/main">
              <a:ext uri="{FF2B5EF4-FFF2-40B4-BE49-F238E27FC236}">
                <a16:creationId xmlns:a16="http://schemas.microsoft.com/office/drawing/2014/main" id="{0208E867-629D-442A-B2A6-CD4E2DB14EAC}"/>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2" name="dp45-comparison / legend44_4 / text 1">
            <a:extLst xmlns:a="http://schemas.openxmlformats.org/drawingml/2006/main">
              <a:ext uri="{FF2B5EF4-FFF2-40B4-BE49-F238E27FC236}">
                <a16:creationId xmlns:a16="http://schemas.microsoft.com/office/drawing/2014/main" id="{7F05F691-AA12-4E85-A26C-87917B7367E2}"/>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3" name="dp45-comparison / legend44_5">
            <a:extLst xmlns:a="http://schemas.openxmlformats.org/drawingml/2006/main">
              <a:ext uri="{FF2B5EF4-FFF2-40B4-BE49-F238E27FC236}">
                <a16:creationId xmlns:a16="http://schemas.microsoft.com/office/drawing/2014/main" id="{72A2EA56-8AEF-4650-8075-9E83462C7630}"/>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44_6 / text 1">
            <a:extLst xmlns:a="http://schemas.openxmlformats.org/drawingml/2006/main">
              <a:ext uri="{FF2B5EF4-FFF2-40B4-BE49-F238E27FC236}">
                <a16:creationId xmlns:a16="http://schemas.microsoft.com/office/drawing/2014/main" id="{8D6963D2-855A-4D93-9098-6B407C410B54}"/>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5" name="dp45-comparison / legend44_7 / text 1">
            <a:extLst xmlns:a="http://schemas.openxmlformats.org/drawingml/2006/main">
              <a:ext uri="{FF2B5EF4-FFF2-40B4-BE49-F238E27FC236}">
                <a16:creationId xmlns:a16="http://schemas.microsoft.com/office/drawing/2014/main" id="{33C2A24D-17ED-453B-89DC-F3D0A5C41231}"/>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6" name="dp45-comparison / legend44_8">
            <a:extLst xmlns:a="http://schemas.openxmlformats.org/drawingml/2006/main">
              <a:ext uri="{FF2B5EF4-FFF2-40B4-BE49-F238E27FC236}">
                <a16:creationId xmlns:a16="http://schemas.microsoft.com/office/drawing/2014/main" id="{DC081FD9-1564-49A4-B6E2-9D0C853F7B97}"/>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44_8 / fold">
            <a:extLst xmlns:a="http://schemas.openxmlformats.org/drawingml/2006/main">
              <a:ext uri="{FF2B5EF4-FFF2-40B4-BE49-F238E27FC236}">
                <a16:creationId xmlns:a16="http://schemas.microsoft.com/office/drawing/2014/main" id="{B6CD5DCA-2157-4FF9-8BFC-F2F80F66C0BE}"/>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8" name="dp45-comparison / legend44_9 / text 1">
            <a:extLst xmlns:a="http://schemas.openxmlformats.org/drawingml/2006/main">
              <a:ext uri="{FF2B5EF4-FFF2-40B4-BE49-F238E27FC236}">
                <a16:creationId xmlns:a16="http://schemas.microsoft.com/office/drawing/2014/main" id="{2ED0EE46-DD6A-4A23-A1AB-D0631AA4F74A}"/>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9" name="dp45-comparison / legend44_10 / text 1">
            <a:extLst xmlns:a="http://schemas.openxmlformats.org/drawingml/2006/main">
              <a:ext uri="{FF2B5EF4-FFF2-40B4-BE49-F238E27FC236}">
                <a16:creationId xmlns:a16="http://schemas.microsoft.com/office/drawing/2014/main" id="{7D6031DB-4B39-4ADD-95B1-3E71803B99C8}"/>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0" name="dp45-comparison / legend44_11">
            <a:extLst xmlns:a="http://schemas.openxmlformats.org/drawingml/2006/main">
              <a:ext uri="{FF2B5EF4-FFF2-40B4-BE49-F238E27FC236}">
                <a16:creationId xmlns:a16="http://schemas.microsoft.com/office/drawing/2014/main" id="{8314DB16-4157-482E-B8F2-8A647FAE7E22}"/>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1" name="dp45-comparison / legend44_12 / text 1">
            <a:extLst xmlns:a="http://schemas.openxmlformats.org/drawingml/2006/main">
              <a:ext uri="{FF2B5EF4-FFF2-40B4-BE49-F238E27FC236}">
                <a16:creationId xmlns:a16="http://schemas.microsoft.com/office/drawing/2014/main" id="{C3C376FE-8F04-4B80-AE28-3669AA07A89C}"/>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State</a:t>
            </a:r>
          </a:p>
        </p:txBody>
      </p:sp>
      <p:sp>
        <p:nvSpPr>
          <p:cNvPr id="52" name="dp45-comparison / legend44_13 / text 1">
            <a:extLst xmlns:a="http://schemas.openxmlformats.org/drawingml/2006/main">
              <a:ext uri="{FF2B5EF4-FFF2-40B4-BE49-F238E27FC236}">
                <a16:creationId xmlns:a16="http://schemas.microsoft.com/office/drawing/2014/main" id="{F227EBDE-3B09-4F5E-AB16-6D2A3D6AA39A}"/>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owner 상태</a:t>
            </a:r>
          </a:p>
        </p:txBody>
      </p:sp>
      <p:sp>
        <p:nvSpPr>
          <p:cNvPr id="53" name="dp45-comparison / legend44_14">
            <a:extLst xmlns:a="http://schemas.openxmlformats.org/drawingml/2006/main">
              <a:ext uri="{FF2B5EF4-FFF2-40B4-BE49-F238E27FC236}">
                <a16:creationId xmlns:a16="http://schemas.microsoft.com/office/drawing/2014/main" id="{D70FFAC2-1C9C-41C4-A192-7A0E8865D0FE}"/>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54" name="dp45-comparison / legend44_15 / text 1">
            <a:extLst xmlns:a="http://schemas.openxmlformats.org/drawingml/2006/main">
              <a:ext uri="{FF2B5EF4-FFF2-40B4-BE49-F238E27FC236}">
                <a16:creationId xmlns:a16="http://schemas.microsoft.com/office/drawing/2014/main" id="{0C2802DB-17D8-4B8E-B2D0-FBF9FDEF0320}"/>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5" name="dp45-comparison / legend44_16 / text 1">
            <a:extLst xmlns:a="http://schemas.openxmlformats.org/drawingml/2006/main">
              <a:ext uri="{FF2B5EF4-FFF2-40B4-BE49-F238E27FC236}">
                <a16:creationId xmlns:a16="http://schemas.microsoft.com/office/drawing/2014/main" id="{9199766F-ED32-47BA-968E-A4EDF2D6C031}"/>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6" name="dp45-comparison / legend44_17 / path">
            <a:extLst xmlns:a="http://schemas.openxmlformats.org/drawingml/2006/main">
              <a:ext uri="{FF2B5EF4-FFF2-40B4-BE49-F238E27FC236}">
                <a16:creationId xmlns:a16="http://schemas.microsoft.com/office/drawing/2014/main" id="{7757184C-0AB7-4897-AB5B-9B1789F13BAA}"/>
              </a:ext>
            </a:extLst>
          </p:cNvPr>
          <p:cNvSpPr>
            <a:spLocks xmlns:a="http://schemas.openxmlformats.org/drawingml/2006/main" noGrp="1"/>
          </p:cNvSpPr>
          <p:nvPr/>
        </p:nvSpPr>
        <p:spPr>
          <a:xfrm xmlns:a="http://schemas.openxmlformats.org/drawingml/2006/main">
            <a:off x="514350" y="641985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7" name="dp45-comparison / legend44_17 / arrow">
            <a:extLst xmlns:a="http://schemas.openxmlformats.org/drawingml/2006/main">
              <a:ext uri="{FF2B5EF4-FFF2-40B4-BE49-F238E27FC236}">
                <a16:creationId xmlns:a16="http://schemas.microsoft.com/office/drawing/2014/main" id="{E7EDD06A-C463-495C-A073-61D8A33E08DA}"/>
              </a:ext>
            </a:extLst>
          </p:cNvPr>
          <p:cNvSpPr>
            <a:spLocks xmlns:a="http://schemas.openxmlformats.org/drawingml/2006/main" noGrp="1"/>
          </p:cNvSpPr>
          <p:nvPr/>
        </p:nvSpPr>
        <p:spPr>
          <a:xfrm xmlns:a="http://schemas.openxmlformats.org/drawingml/2006/main">
            <a:off x="837819" y="63863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8" name="dp45-comparison / legend44_18 / text 1">
            <a:extLst xmlns:a="http://schemas.openxmlformats.org/drawingml/2006/main">
              <a:ext uri="{FF2B5EF4-FFF2-40B4-BE49-F238E27FC236}">
                <a16:creationId xmlns:a16="http://schemas.microsoft.com/office/drawing/2014/main" id="{1A6D7C65-DD97-4B5E-968B-F923614B7092}"/>
              </a:ext>
            </a:extLst>
          </p:cNvPr>
          <p:cNvSpPr>
            <a:spLocks xmlns:a="http://schemas.openxmlformats.org/drawingml/2006/main" noGrp="1"/>
          </p:cNvSpPr>
          <p:nvPr/>
        </p:nvSpPr>
        <p:spPr>
          <a:xfrm xmlns:a="http://schemas.openxmlformats.org/drawingml/2006/main">
            <a:off x="962025" y="635317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9" name="dp45-comparison / legend44_19 / path">
            <a:extLst xmlns:a="http://schemas.openxmlformats.org/drawingml/2006/main">
              <a:ext uri="{FF2B5EF4-FFF2-40B4-BE49-F238E27FC236}">
                <a16:creationId xmlns:a16="http://schemas.microsoft.com/office/drawing/2014/main" id="{F202771C-C611-4250-85E8-25C71EF12A15}"/>
              </a:ext>
            </a:extLst>
          </p:cNvPr>
          <p:cNvSpPr>
            <a:spLocks xmlns:a="http://schemas.openxmlformats.org/drawingml/2006/main" noGrp="1"/>
          </p:cNvSpPr>
          <p:nvPr/>
        </p:nvSpPr>
        <p:spPr>
          <a:xfrm xmlns:a="http://schemas.openxmlformats.org/drawingml/2006/main">
            <a:off x="514350" y="66198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0" name="dp45-comparison / legend44_19 / arrow">
            <a:extLst xmlns:a="http://schemas.openxmlformats.org/drawingml/2006/main">
              <a:ext uri="{FF2B5EF4-FFF2-40B4-BE49-F238E27FC236}">
                <a16:creationId xmlns:a16="http://schemas.microsoft.com/office/drawing/2014/main" id="{1EB7225C-E355-4DCC-9E1D-C40E12D23716}"/>
              </a:ext>
            </a:extLst>
          </p:cNvPr>
          <p:cNvSpPr>
            <a:spLocks xmlns:a="http://schemas.openxmlformats.org/drawingml/2006/main" noGrp="1"/>
          </p:cNvSpPr>
          <p:nvPr/>
        </p:nvSpPr>
        <p:spPr>
          <a:xfrm xmlns:a="http://schemas.openxmlformats.org/drawingml/2006/main">
            <a:off x="837819" y="65863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1" name="dp45-comparison / legend44_20 / text 1">
            <a:extLst xmlns:a="http://schemas.openxmlformats.org/drawingml/2006/main">
              <a:ext uri="{FF2B5EF4-FFF2-40B4-BE49-F238E27FC236}">
                <a16:creationId xmlns:a16="http://schemas.microsoft.com/office/drawing/2014/main" id="{2599942D-C238-40F2-A931-7AE501120BA2}"/>
              </a:ext>
            </a:extLst>
          </p:cNvPr>
          <p:cNvSpPr>
            <a:spLocks xmlns:a="http://schemas.openxmlformats.org/drawingml/2006/main" noGrp="1"/>
          </p:cNvSpPr>
          <p:nvPr/>
        </p:nvSpPr>
        <p:spPr>
          <a:xfrm xmlns:a="http://schemas.openxmlformats.org/drawingml/2006/main">
            <a:off x="962025" y="655320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2" name="dp45-comparison / n59 / text 1">
            <a:extLst xmlns:a="http://schemas.openxmlformats.org/drawingml/2006/main">
              <a:ext uri="{FF2B5EF4-FFF2-40B4-BE49-F238E27FC236}">
                <a16:creationId xmlns:a16="http://schemas.microsoft.com/office/drawing/2014/main" id="{D0303714-39D6-4380-8191-119AE1BDB0D0}"/>
              </a:ext>
            </a:extLst>
          </p:cNvPr>
          <p:cNvSpPr>
            <a:spLocks xmlns:a="http://schemas.openxmlformats.org/drawingml/2006/main" noGrp="1"/>
          </p:cNvSpPr>
          <p:nvPr/>
        </p:nvSpPr>
        <p:spPr>
          <a:xfrm xmlns:a="http://schemas.openxmlformats.org/drawingml/2006/main">
            <a:off x="514350" y="701040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공통: 검정</a:t>
            </a:r>
          </a:p>
        </p:txBody>
      </p:sp>
      <p:sp>
        <p:nvSpPr>
          <p:cNvPr id="63" name="dp45-comparison / n60 / text 1">
            <a:extLst xmlns:a="http://schemas.openxmlformats.org/drawingml/2006/main">
              <a:ext uri="{FF2B5EF4-FFF2-40B4-BE49-F238E27FC236}">
                <a16:creationId xmlns:a16="http://schemas.microsoft.com/office/drawing/2014/main" id="{17CE8DCB-0966-47D8-B97B-D3AE82B55C50}"/>
              </a:ext>
            </a:extLst>
          </p:cNvPr>
          <p:cNvSpPr>
            <a:spLocks xmlns:a="http://schemas.openxmlformats.org/drawingml/2006/main" noGrp="1"/>
          </p:cNvSpPr>
          <p:nvPr/>
        </p:nvSpPr>
        <p:spPr>
          <a:xfrm xmlns:a="http://schemas.openxmlformats.org/drawingml/2006/main">
            <a:off x="514350" y="7219950"/>
            <a:ext cx="7239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차이: 살구색</a:t>
            </a:r>
          </a:p>
        </p:txBody>
      </p:sp>
      <p:sp>
        <p:nvSpPr>
          <p:cNvPr id="64" name="dp45-comparison / n61">
            <a:extLst xmlns:a="http://schemas.openxmlformats.org/drawingml/2006/main">
              <a:ext uri="{FF2B5EF4-FFF2-40B4-BE49-F238E27FC236}">
                <a16:creationId xmlns:a16="http://schemas.microsoft.com/office/drawing/2014/main" id="{499E2D46-4061-4C98-BD37-F43FC74B3CE8}"/>
              </a:ext>
            </a:extLst>
          </p:cNvPr>
          <p:cNvSpPr>
            <a:spLocks xmlns:a="http://schemas.openxmlformats.org/drawingml/2006/main" noGrp="1"/>
          </p:cNvSpPr>
          <p:nvPr/>
        </p:nvSpPr>
        <p:spPr>
          <a:xfrm xmlns:a="http://schemas.openxmlformats.org/drawingml/2006/main">
            <a:off x="1666875" y="2409825"/>
            <a:ext cx="27622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5" name="dp45-comparison / n62 / text 1">
            <a:extLst xmlns:a="http://schemas.openxmlformats.org/drawingml/2006/main">
              <a:ext uri="{FF2B5EF4-FFF2-40B4-BE49-F238E27FC236}">
                <a16:creationId xmlns:a16="http://schemas.microsoft.com/office/drawing/2014/main" id="{08A22082-8377-4EE7-8A66-02AF302C4CBA}"/>
              </a:ext>
            </a:extLst>
          </p:cNvPr>
          <p:cNvSpPr>
            <a:spLocks xmlns:a="http://schemas.openxmlformats.org/drawingml/2006/main" noGrp="1"/>
          </p:cNvSpPr>
          <p:nvPr/>
        </p:nvSpPr>
        <p:spPr>
          <a:xfrm xmlns:a="http://schemas.openxmlformats.org/drawingml/2006/main">
            <a:off x="1752600" y="2446020"/>
            <a:ext cx="2590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Response Manager</a:t>
            </a:r>
          </a:p>
        </p:txBody>
      </p:sp>
      <p:sp>
        <p:nvSpPr>
          <p:cNvPr id="66" name="dp45-comparison / n63">
            <a:extLst xmlns:a="http://schemas.openxmlformats.org/drawingml/2006/main">
              <a:ext uri="{FF2B5EF4-FFF2-40B4-BE49-F238E27FC236}">
                <a16:creationId xmlns:a16="http://schemas.microsoft.com/office/drawing/2014/main" id="{FA6864DB-2E70-470C-B9D4-C54B33024D5A}"/>
              </a:ext>
            </a:extLst>
          </p:cNvPr>
          <p:cNvSpPr>
            <a:spLocks xmlns:a="http://schemas.openxmlformats.org/drawingml/2006/main" noGrp="1"/>
          </p:cNvSpPr>
          <p:nvPr/>
        </p:nvSpPr>
        <p:spPr>
          <a:xfrm xmlns:a="http://schemas.openxmlformats.org/drawingml/2006/main">
            <a:off x="6334125" y="2409825"/>
            <a:ext cx="285750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7" name="dp45-comparison / n64 / text 1">
            <a:extLst xmlns:a="http://schemas.openxmlformats.org/drawingml/2006/main">
              <a:ext uri="{FF2B5EF4-FFF2-40B4-BE49-F238E27FC236}">
                <a16:creationId xmlns:a16="http://schemas.microsoft.com/office/drawing/2014/main" id="{2798A185-7C92-44B5-A8C0-E8E9A667681D}"/>
              </a:ext>
            </a:extLst>
          </p:cNvPr>
          <p:cNvSpPr>
            <a:spLocks xmlns:a="http://schemas.openxmlformats.org/drawingml/2006/main" noGrp="1"/>
          </p:cNvSpPr>
          <p:nvPr/>
        </p:nvSpPr>
        <p:spPr>
          <a:xfrm xmlns:a="http://schemas.openxmlformats.org/drawingml/2006/main">
            <a:off x="6419850" y="2446020"/>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68" name="dp45-comparison / n71">
            <a:extLst xmlns:a="http://schemas.openxmlformats.org/drawingml/2006/main">
              <a:ext uri="{FF2B5EF4-FFF2-40B4-BE49-F238E27FC236}">
                <a16:creationId xmlns:a16="http://schemas.microsoft.com/office/drawing/2014/main" id="{DB6022E0-A1D2-49A9-A589-47981299127A}"/>
              </a:ext>
            </a:extLst>
          </p:cNvPr>
          <p:cNvSpPr>
            <a:spLocks xmlns:a="http://schemas.openxmlformats.org/drawingml/2006/main" noGrp="1"/>
          </p:cNvSpPr>
          <p:nvPr/>
        </p:nvSpPr>
        <p:spPr>
          <a:xfrm xmlns:a="http://schemas.openxmlformats.org/drawingml/2006/main">
            <a:off x="1571625" y="3276600"/>
            <a:ext cx="77152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9" name="dp45-comparison / n72 / text 1">
            <a:extLst xmlns:a="http://schemas.openxmlformats.org/drawingml/2006/main">
              <a:ext uri="{FF2B5EF4-FFF2-40B4-BE49-F238E27FC236}">
                <a16:creationId xmlns:a16="http://schemas.microsoft.com/office/drawing/2014/main" id="{B0DBB2E9-22B0-4025-9FBC-DD1A47913184}"/>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70" name="dp45-comparison / n73">
            <a:extLst xmlns:a="http://schemas.openxmlformats.org/drawingml/2006/main">
              <a:ext uri="{FF2B5EF4-FFF2-40B4-BE49-F238E27FC236}">
                <a16:creationId xmlns:a16="http://schemas.microsoft.com/office/drawing/2014/main" id="{E2672DEE-C6F6-4FEC-969A-8F7B2B961A22}"/>
              </a:ext>
            </a:extLst>
          </p:cNvPr>
          <p:cNvSpPr>
            <a:spLocks xmlns:a="http://schemas.openxmlformats.org/drawingml/2006/main" noGrp="1"/>
          </p:cNvSpPr>
          <p:nvPr/>
        </p:nvSpPr>
        <p:spPr>
          <a:xfrm xmlns:a="http://schemas.openxmlformats.org/drawingml/2006/main">
            <a:off x="1857375" y="3733800"/>
            <a:ext cx="2762250" cy="352425"/>
          </a:xfrm>
          <a:prstGeom xmlns:a="http://schemas.openxmlformats.org/drawingml/2006/main" prst="roundRect">
            <a:avLst>
              <a:gd name="adj" fmla="val 21622"/>
            </a:avLst>
          </a:prstGeom>
          <a:solidFill xmlns:a="http://schemas.openxmlformats.org/drawingml/2006/main">
            <a:srgbClr val="FFF0DD"/>
          </a:solidFill>
          <a:ln xmlns:a="http://schemas.openxmlformats.org/drawingml/2006/main" w="17145">
            <a:solidFill>
              <a:srgbClr val="B8753F"/>
            </a:solidFill>
            <a:prstDash val="solid"/>
          </a:ln>
        </p:spPr>
      </p:sp>
      <p:sp>
        <p:nvSpPr>
          <p:cNvPr id="71" name="dp45-comparison / n74 / text 1">
            <a:extLst xmlns:a="http://schemas.openxmlformats.org/drawingml/2006/main">
              <a:ext uri="{FF2B5EF4-FFF2-40B4-BE49-F238E27FC236}">
                <a16:creationId xmlns:a16="http://schemas.microsoft.com/office/drawing/2014/main" id="{742BB258-E06A-45A4-966A-6C8CA3DD7513}"/>
              </a:ext>
            </a:extLst>
          </p:cNvPr>
          <p:cNvSpPr>
            <a:spLocks xmlns:a="http://schemas.openxmlformats.org/drawingml/2006/main" noGrp="1"/>
          </p:cNvSpPr>
          <p:nvPr/>
        </p:nvSpPr>
        <p:spPr>
          <a:xfrm xmlns:a="http://schemas.openxmlformats.org/drawingml/2006/main">
            <a:off x="1943100" y="3792379"/>
            <a:ext cx="25908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72" name="dp45-comparison / n75">
            <a:extLst xmlns:a="http://schemas.openxmlformats.org/drawingml/2006/main">
              <a:ext uri="{FF2B5EF4-FFF2-40B4-BE49-F238E27FC236}">
                <a16:creationId xmlns:a16="http://schemas.microsoft.com/office/drawing/2014/main" id="{DC62BD24-75BC-4915-8AC9-86BC321F6326}"/>
              </a:ext>
            </a:extLst>
          </p:cNvPr>
          <p:cNvSpPr>
            <a:spLocks xmlns:a="http://schemas.openxmlformats.org/drawingml/2006/main" noGrp="1"/>
          </p:cNvSpPr>
          <p:nvPr/>
        </p:nvSpPr>
        <p:spPr>
          <a:xfrm xmlns:a="http://schemas.openxmlformats.org/drawingml/2006/main">
            <a:off x="1857375" y="5238750"/>
            <a:ext cx="2762250" cy="4095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n76 / text 1">
            <a:extLst xmlns:a="http://schemas.openxmlformats.org/drawingml/2006/main">
              <a:ext uri="{FF2B5EF4-FFF2-40B4-BE49-F238E27FC236}">
                <a16:creationId xmlns:a16="http://schemas.microsoft.com/office/drawing/2014/main" id="{CF284DA3-CF03-4529-9C85-D7248326492E}"/>
              </a:ext>
            </a:extLst>
          </p:cNvPr>
          <p:cNvSpPr>
            <a:spLocks xmlns:a="http://schemas.openxmlformats.org/drawingml/2006/main" noGrp="1"/>
          </p:cNvSpPr>
          <p:nvPr/>
        </p:nvSpPr>
        <p:spPr>
          <a:xfrm xmlns:a="http://schemas.openxmlformats.org/drawingml/2006/main">
            <a:off x="1943100" y="5400675"/>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74" name="dp45-comparison / n77">
            <a:extLst xmlns:a="http://schemas.openxmlformats.org/drawingml/2006/main">
              <a:ext uri="{FF2B5EF4-FFF2-40B4-BE49-F238E27FC236}">
                <a16:creationId xmlns:a16="http://schemas.microsoft.com/office/drawing/2014/main" id="{E252381F-0AD6-4B3C-8DD2-BF7A95759D6C}"/>
              </a:ext>
            </a:extLst>
          </p:cNvPr>
          <p:cNvSpPr>
            <a:spLocks xmlns:a="http://schemas.openxmlformats.org/drawingml/2006/main" noGrp="1"/>
          </p:cNvSpPr>
          <p:nvPr/>
        </p:nvSpPr>
        <p:spPr>
          <a:xfrm xmlns:a="http://schemas.openxmlformats.org/drawingml/2006/main">
            <a:off x="5953125" y="5238750"/>
            <a:ext cx="2952750" cy="40957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75" name="dp45-comparison / n78 / text 1">
            <a:extLst xmlns:a="http://schemas.openxmlformats.org/drawingml/2006/main">
              <a:ext uri="{FF2B5EF4-FFF2-40B4-BE49-F238E27FC236}">
                <a16:creationId xmlns:a16="http://schemas.microsoft.com/office/drawing/2014/main" id="{847DBFFD-9C0B-4404-AB3C-A8B5659AAE91}"/>
              </a:ext>
            </a:extLst>
          </p:cNvPr>
          <p:cNvSpPr>
            <a:spLocks xmlns:a="http://schemas.openxmlformats.org/drawingml/2006/main" noGrp="1"/>
          </p:cNvSpPr>
          <p:nvPr/>
        </p:nvSpPr>
        <p:spPr>
          <a:xfrm xmlns:a="http://schemas.openxmlformats.org/drawingml/2006/main">
            <a:off x="6038850" y="5400675"/>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76" name="dp45-comparison / n79 / path">
            <a:extLst xmlns:a="http://schemas.openxmlformats.org/drawingml/2006/main">
              <a:ext uri="{FF2B5EF4-FFF2-40B4-BE49-F238E27FC236}">
                <a16:creationId xmlns:a16="http://schemas.microsoft.com/office/drawing/2014/main" id="{F53DEEBD-E1AC-43DA-A46B-FA699B6BC840}"/>
              </a:ext>
            </a:extLst>
          </p:cNvPr>
          <p:cNvSpPr>
            <a:spLocks xmlns:a="http://schemas.openxmlformats.org/drawingml/2006/main" noGrp="1"/>
          </p:cNvSpPr>
          <p:nvPr/>
        </p:nvSpPr>
        <p:spPr>
          <a:xfrm xmlns:a="http://schemas.openxmlformats.org/drawingml/2006/main">
            <a:off x="2933700" y="2705100"/>
            <a:ext cx="1143000" cy="1028700"/>
          </a:xfrm>
          <a:custGeom xmlns:a="http://schemas.openxmlformats.org/drawingml/2006/main">
            <a:pathLst>
              <a:path w="1143000" h="1028700">
                <a:moveTo>
                  <a:pt x="1143000" y="1028700"/>
                </a:moveTo>
                <a:lnTo>
                  <a:pt x="1143000" y="447675"/>
                </a:lnTo>
                <a:lnTo>
                  <a:pt x="0" y="447675"/>
                </a:lnTo>
                <a:lnTo>
                  <a:pt x="0" y="0"/>
                </a:lnTo>
              </a:path>
            </a:pathLst>
          </a:custGeom>
          <a:noFill xmlns:a="http://schemas.openxmlformats.org/drawingml/2006/main"/>
          <a:ln xmlns:a="http://schemas.openxmlformats.org/drawingml/2006/main" w="10478">
            <a:solidFill>
              <a:srgbClr val="000000"/>
            </a:solidFill>
            <a:prstDash val="solid"/>
          </a:ln>
        </p:spPr>
      </p:sp>
      <p:sp>
        <p:nvSpPr>
          <p:cNvPr id="77" name="dp45-comparison / n79 / arrow">
            <a:extLst xmlns:a="http://schemas.openxmlformats.org/drawingml/2006/main">
              <a:ext uri="{FF2B5EF4-FFF2-40B4-BE49-F238E27FC236}">
                <a16:creationId xmlns:a16="http://schemas.microsoft.com/office/drawing/2014/main" id="{F36BB744-F030-4E21-BC28-A2F78139D591}"/>
              </a:ext>
            </a:extLst>
          </p:cNvPr>
          <p:cNvSpPr>
            <a:spLocks xmlns:a="http://schemas.openxmlformats.org/drawingml/2006/main" noGrp="1"/>
          </p:cNvSpPr>
          <p:nvPr/>
        </p:nvSpPr>
        <p:spPr>
          <a:xfrm xmlns:a="http://schemas.openxmlformats.org/drawingml/2006/main">
            <a:off x="2900172"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78" name="dp45-comparison / n80 / path">
            <a:extLst xmlns:a="http://schemas.openxmlformats.org/drawingml/2006/main">
              <a:ext uri="{FF2B5EF4-FFF2-40B4-BE49-F238E27FC236}">
                <a16:creationId xmlns:a16="http://schemas.microsoft.com/office/drawing/2014/main" id="{9BDEEFCE-798B-442F-A0F5-FC8E8A5B6FFC}"/>
              </a:ext>
            </a:extLst>
          </p:cNvPr>
          <p:cNvSpPr>
            <a:spLocks xmlns:a="http://schemas.openxmlformats.org/drawingml/2006/main" noGrp="1"/>
          </p:cNvSpPr>
          <p:nvPr/>
        </p:nvSpPr>
        <p:spPr>
          <a:xfrm xmlns:a="http://schemas.openxmlformats.org/drawingml/2006/main">
            <a:off x="2990850" y="2705100"/>
            <a:ext cx="1143000" cy="1028700"/>
          </a:xfrm>
          <a:custGeom xmlns:a="http://schemas.openxmlformats.org/drawingml/2006/main">
            <a:pathLst>
              <a:path w="1143000" h="1028700">
                <a:moveTo>
                  <a:pt x="0" y="0"/>
                </a:moveTo>
                <a:lnTo>
                  <a:pt x="0" y="504825"/>
                </a:lnTo>
                <a:lnTo>
                  <a:pt x="1143000" y="504825"/>
                </a:lnTo>
                <a:lnTo>
                  <a:pt x="1143000" y="1028700"/>
                </a:lnTo>
              </a:path>
            </a:pathLst>
          </a:custGeom>
          <a:noFill xmlns:a="http://schemas.openxmlformats.org/drawingml/2006/main"/>
          <a:ln xmlns:a="http://schemas.openxmlformats.org/drawingml/2006/main" w="10478">
            <a:solidFill>
              <a:srgbClr val="000000"/>
            </a:solidFill>
            <a:prstDash val="dash"/>
          </a:ln>
        </p:spPr>
      </p:sp>
      <p:sp>
        <p:nvSpPr>
          <p:cNvPr id="79" name="dp45-comparison / n80 / arrow">
            <a:extLst xmlns:a="http://schemas.openxmlformats.org/drawingml/2006/main">
              <a:ext uri="{FF2B5EF4-FFF2-40B4-BE49-F238E27FC236}">
                <a16:creationId xmlns:a16="http://schemas.microsoft.com/office/drawing/2014/main" id="{97C9C400-B9C6-4DD8-BC7E-59A48A94AA8C}"/>
              </a:ext>
            </a:extLst>
          </p:cNvPr>
          <p:cNvSpPr>
            <a:spLocks xmlns:a="http://schemas.openxmlformats.org/drawingml/2006/main" noGrp="1"/>
          </p:cNvSpPr>
          <p:nvPr/>
        </p:nvSpPr>
        <p:spPr>
          <a:xfrm xmlns:a="http://schemas.openxmlformats.org/drawingml/2006/main">
            <a:off x="41003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0" name="dp45-comparison / n81 / path">
            <a:extLst xmlns:a="http://schemas.openxmlformats.org/drawingml/2006/main">
              <a:ext uri="{FF2B5EF4-FFF2-40B4-BE49-F238E27FC236}">
                <a16:creationId xmlns:a16="http://schemas.microsoft.com/office/drawing/2014/main" id="{7788A376-4775-44F1-829A-DE62800A8F1A}"/>
              </a:ext>
            </a:extLst>
          </p:cNvPr>
          <p:cNvSpPr>
            <a:spLocks xmlns:a="http://schemas.openxmlformats.org/drawingml/2006/main" noGrp="1"/>
          </p:cNvSpPr>
          <p:nvPr/>
        </p:nvSpPr>
        <p:spPr>
          <a:xfrm xmlns:a="http://schemas.openxmlformats.org/drawingml/2006/main">
            <a:off x="4305300" y="2705100"/>
            <a:ext cx="3571875" cy="1028700"/>
          </a:xfrm>
          <a:custGeom xmlns:a="http://schemas.openxmlformats.org/drawingml/2006/main">
            <a:pathLst>
              <a:path w="3571875" h="1028700">
                <a:moveTo>
                  <a:pt x="0" y="1028700"/>
                </a:moveTo>
                <a:lnTo>
                  <a:pt x="0" y="447675"/>
                </a:lnTo>
                <a:lnTo>
                  <a:pt x="3571875" y="447675"/>
                </a:lnTo>
                <a:lnTo>
                  <a:pt x="3571875" y="0"/>
                </a:lnTo>
              </a:path>
            </a:pathLst>
          </a:custGeom>
          <a:noFill xmlns:a="http://schemas.openxmlformats.org/drawingml/2006/main"/>
          <a:ln xmlns:a="http://schemas.openxmlformats.org/drawingml/2006/main" w="10478">
            <a:solidFill>
              <a:srgbClr val="000000"/>
            </a:solidFill>
            <a:prstDash val="solid"/>
          </a:ln>
        </p:spPr>
      </p:sp>
      <p:sp>
        <p:nvSpPr>
          <p:cNvPr id="81" name="dp45-comparison / n81 / arrow">
            <a:extLst xmlns:a="http://schemas.openxmlformats.org/drawingml/2006/main">
              <a:ext uri="{FF2B5EF4-FFF2-40B4-BE49-F238E27FC236}">
                <a16:creationId xmlns:a16="http://schemas.microsoft.com/office/drawing/2014/main" id="{CEEABCB7-18DD-4323-9DBF-C5749B78DEFA}"/>
              </a:ext>
            </a:extLst>
          </p:cNvPr>
          <p:cNvSpPr>
            <a:spLocks xmlns:a="http://schemas.openxmlformats.org/drawingml/2006/main" noGrp="1"/>
          </p:cNvSpPr>
          <p:nvPr/>
        </p:nvSpPr>
        <p:spPr>
          <a:xfrm xmlns:a="http://schemas.openxmlformats.org/drawingml/2006/main">
            <a:off x="7843647"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82" name="dp45-comparison / n82 / path">
            <a:extLst xmlns:a="http://schemas.openxmlformats.org/drawingml/2006/main">
              <a:ext uri="{FF2B5EF4-FFF2-40B4-BE49-F238E27FC236}">
                <a16:creationId xmlns:a16="http://schemas.microsoft.com/office/drawing/2014/main" id="{1CD152AC-7DC8-4FB5-ACDD-927EB4933255}"/>
              </a:ext>
            </a:extLst>
          </p:cNvPr>
          <p:cNvSpPr>
            <a:spLocks xmlns:a="http://schemas.openxmlformats.org/drawingml/2006/main" noGrp="1"/>
          </p:cNvSpPr>
          <p:nvPr/>
        </p:nvSpPr>
        <p:spPr>
          <a:xfrm xmlns:a="http://schemas.openxmlformats.org/drawingml/2006/main">
            <a:off x="4362450" y="2705100"/>
            <a:ext cx="3571875" cy="1028700"/>
          </a:xfrm>
          <a:custGeom xmlns:a="http://schemas.openxmlformats.org/drawingml/2006/main">
            <a:pathLst>
              <a:path w="3571875" h="1028700">
                <a:moveTo>
                  <a:pt x="3571875" y="0"/>
                </a:moveTo>
                <a:lnTo>
                  <a:pt x="3571875" y="504825"/>
                </a:lnTo>
                <a:lnTo>
                  <a:pt x="0" y="504825"/>
                </a:lnTo>
                <a:lnTo>
                  <a:pt x="0" y="1028700"/>
                </a:lnTo>
              </a:path>
            </a:pathLst>
          </a:custGeom>
          <a:noFill xmlns:a="http://schemas.openxmlformats.org/drawingml/2006/main"/>
          <a:ln xmlns:a="http://schemas.openxmlformats.org/drawingml/2006/main" w="10478">
            <a:solidFill>
              <a:srgbClr val="000000"/>
            </a:solidFill>
            <a:prstDash val="dash"/>
          </a:ln>
        </p:spPr>
      </p:sp>
      <p:sp>
        <p:nvSpPr>
          <p:cNvPr id="83" name="dp45-comparison / n82 / arrow">
            <a:extLst xmlns:a="http://schemas.openxmlformats.org/drawingml/2006/main">
              <a:ext uri="{FF2B5EF4-FFF2-40B4-BE49-F238E27FC236}">
                <a16:creationId xmlns:a16="http://schemas.microsoft.com/office/drawing/2014/main" id="{D14C96E9-7713-470C-BAB7-C8E000538D1A}"/>
              </a:ext>
            </a:extLst>
          </p:cNvPr>
          <p:cNvSpPr>
            <a:spLocks xmlns:a="http://schemas.openxmlformats.org/drawingml/2006/main" noGrp="1"/>
          </p:cNvSpPr>
          <p:nvPr/>
        </p:nvSpPr>
        <p:spPr>
          <a:xfrm xmlns:a="http://schemas.openxmlformats.org/drawingml/2006/main">
            <a:off x="43289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4" name="dp45-comparison / n85 / path">
            <a:extLst xmlns:a="http://schemas.openxmlformats.org/drawingml/2006/main">
              <a:ext uri="{FF2B5EF4-FFF2-40B4-BE49-F238E27FC236}">
                <a16:creationId xmlns:a16="http://schemas.microsoft.com/office/drawing/2014/main" id="{FD875A26-B44B-4228-B3CB-D9423F25265A}"/>
              </a:ext>
            </a:extLst>
          </p:cNvPr>
          <p:cNvSpPr>
            <a:spLocks xmlns:a="http://schemas.openxmlformats.org/drawingml/2006/main" noGrp="1"/>
          </p:cNvSpPr>
          <p:nvPr/>
        </p:nvSpPr>
        <p:spPr>
          <a:xfrm xmlns:a="http://schemas.openxmlformats.org/drawingml/2006/main">
            <a:off x="2971800" y="4086225"/>
            <a:ext cx="953" cy="1152525"/>
          </a:xfrm>
          <a:custGeom xmlns:a="http://schemas.openxmlformats.org/drawingml/2006/main">
            <a:pathLst>
              <a:path w="953" h="1152525">
                <a:moveTo>
                  <a:pt x="0" y="0"/>
                </a:moveTo>
                <a:lnTo>
                  <a:pt x="0" y="1152525"/>
                </a:lnTo>
              </a:path>
            </a:pathLst>
          </a:custGeom>
          <a:noFill xmlns:a="http://schemas.openxmlformats.org/drawingml/2006/main"/>
          <a:ln xmlns:a="http://schemas.openxmlformats.org/drawingml/2006/main" w="10478">
            <a:solidFill>
              <a:srgbClr val="000000"/>
            </a:solidFill>
            <a:prstDash val="solid"/>
          </a:ln>
        </p:spPr>
      </p:sp>
      <p:sp>
        <p:nvSpPr>
          <p:cNvPr id="85" name="dp45-comparison / n85 / arrow">
            <a:extLst xmlns:a="http://schemas.openxmlformats.org/drawingml/2006/main">
              <a:ext uri="{FF2B5EF4-FFF2-40B4-BE49-F238E27FC236}">
                <a16:creationId xmlns:a16="http://schemas.microsoft.com/office/drawing/2014/main" id="{B64289D8-306D-43AF-8C29-3C6EBC32E0C3}"/>
              </a:ext>
            </a:extLst>
          </p:cNvPr>
          <p:cNvSpPr>
            <a:spLocks xmlns:a="http://schemas.openxmlformats.org/drawingml/2006/main" noGrp="1"/>
          </p:cNvSpPr>
          <p:nvPr/>
        </p:nvSpPr>
        <p:spPr>
          <a:xfrm xmlns:a="http://schemas.openxmlformats.org/drawingml/2006/main">
            <a:off x="2938272" y="51716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6" name="dp45-comparison / n86 / path">
            <a:extLst xmlns:a="http://schemas.openxmlformats.org/drawingml/2006/main">
              <a:ext uri="{FF2B5EF4-FFF2-40B4-BE49-F238E27FC236}">
                <a16:creationId xmlns:a16="http://schemas.microsoft.com/office/drawing/2014/main" id="{B6783E04-C691-4742-A86C-C68DEF6EF2B9}"/>
              </a:ext>
            </a:extLst>
          </p:cNvPr>
          <p:cNvSpPr>
            <a:spLocks xmlns:a="http://schemas.openxmlformats.org/drawingml/2006/main" noGrp="1"/>
          </p:cNvSpPr>
          <p:nvPr/>
        </p:nvSpPr>
        <p:spPr>
          <a:xfrm xmlns:a="http://schemas.openxmlformats.org/drawingml/2006/main">
            <a:off x="3505200" y="4086225"/>
            <a:ext cx="953" cy="1152525"/>
          </a:xfrm>
          <a:custGeom xmlns:a="http://schemas.openxmlformats.org/drawingml/2006/main">
            <a:pathLst>
              <a:path w="953" h="1152525">
                <a:moveTo>
                  <a:pt x="0" y="1152525"/>
                </a:moveTo>
                <a:lnTo>
                  <a:pt x="0" y="0"/>
                </a:lnTo>
              </a:path>
            </a:pathLst>
          </a:custGeom>
          <a:noFill xmlns:a="http://schemas.openxmlformats.org/drawingml/2006/main"/>
          <a:ln xmlns:a="http://schemas.openxmlformats.org/drawingml/2006/main" w="10478">
            <a:solidFill>
              <a:srgbClr val="000000"/>
            </a:solidFill>
            <a:prstDash val="dash"/>
          </a:ln>
        </p:spPr>
      </p:sp>
      <p:sp>
        <p:nvSpPr>
          <p:cNvPr id="87" name="dp45-comparison / n86 / arrow">
            <a:extLst xmlns:a="http://schemas.openxmlformats.org/drawingml/2006/main">
              <a:ext uri="{FF2B5EF4-FFF2-40B4-BE49-F238E27FC236}">
                <a16:creationId xmlns:a16="http://schemas.microsoft.com/office/drawing/2014/main" id="{84D51FA9-9A1E-44BF-BC16-30E48F33A794}"/>
              </a:ext>
            </a:extLst>
          </p:cNvPr>
          <p:cNvSpPr>
            <a:spLocks xmlns:a="http://schemas.openxmlformats.org/drawingml/2006/main" noGrp="1"/>
          </p:cNvSpPr>
          <p:nvPr/>
        </p:nvSpPr>
        <p:spPr>
          <a:xfrm xmlns:a="http://schemas.openxmlformats.org/drawingml/2006/main">
            <a:off x="3471672" y="40862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88" name="dp45-comparison / n91 / path">
            <a:extLst xmlns:a="http://schemas.openxmlformats.org/drawingml/2006/main">
              <a:ext uri="{FF2B5EF4-FFF2-40B4-BE49-F238E27FC236}">
                <a16:creationId xmlns:a16="http://schemas.microsoft.com/office/drawing/2014/main" id="{C0390316-53C4-45E0-896E-E33DB87ACA5C}"/>
              </a:ext>
            </a:extLst>
          </p:cNvPr>
          <p:cNvSpPr>
            <a:spLocks xmlns:a="http://schemas.openxmlformats.org/drawingml/2006/main" noGrp="1"/>
          </p:cNvSpPr>
          <p:nvPr/>
        </p:nvSpPr>
        <p:spPr>
          <a:xfrm xmlns:a="http://schemas.openxmlformats.org/drawingml/2006/main">
            <a:off x="4619625" y="3910013"/>
            <a:ext cx="2809875" cy="1328738"/>
          </a:xfrm>
          <a:custGeom xmlns:a="http://schemas.openxmlformats.org/drawingml/2006/main">
            <a:pathLst>
              <a:path w="2809875" h="1328738">
                <a:moveTo>
                  <a:pt x="0" y="0"/>
                </a:moveTo>
                <a:lnTo>
                  <a:pt x="190500" y="0"/>
                </a:lnTo>
                <a:lnTo>
                  <a:pt x="190500" y="1223963"/>
                </a:lnTo>
                <a:lnTo>
                  <a:pt x="2809875" y="1223963"/>
                </a:lnTo>
                <a:lnTo>
                  <a:pt x="2809875" y="1328738"/>
                </a:lnTo>
              </a:path>
            </a:pathLst>
          </a:custGeom>
          <a:noFill xmlns:a="http://schemas.openxmlformats.org/drawingml/2006/main"/>
          <a:ln xmlns:a="http://schemas.openxmlformats.org/drawingml/2006/main" w="10478">
            <a:solidFill>
              <a:srgbClr val="000000"/>
            </a:solidFill>
            <a:prstDash val="solid"/>
          </a:ln>
        </p:spPr>
      </p:sp>
      <p:sp>
        <p:nvSpPr>
          <p:cNvPr id="89" name="dp45-comparison / n91 / arrow">
            <a:extLst xmlns:a="http://schemas.openxmlformats.org/drawingml/2006/main">
              <a:ext uri="{FF2B5EF4-FFF2-40B4-BE49-F238E27FC236}">
                <a16:creationId xmlns:a16="http://schemas.microsoft.com/office/drawing/2014/main" id="{B851E218-A798-4DA5-9185-11C38853A847}"/>
              </a:ext>
            </a:extLst>
          </p:cNvPr>
          <p:cNvSpPr>
            <a:spLocks xmlns:a="http://schemas.openxmlformats.org/drawingml/2006/main" noGrp="1"/>
          </p:cNvSpPr>
          <p:nvPr/>
        </p:nvSpPr>
        <p:spPr>
          <a:xfrm xmlns:a="http://schemas.openxmlformats.org/drawingml/2006/main">
            <a:off x="7395972" y="51716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0" name="dp45-comparison / n92 / path">
            <a:extLst xmlns:a="http://schemas.openxmlformats.org/drawingml/2006/main">
              <a:ext uri="{FF2B5EF4-FFF2-40B4-BE49-F238E27FC236}">
                <a16:creationId xmlns:a16="http://schemas.microsoft.com/office/drawing/2014/main" id="{01452FC1-6D92-42E0-8C1D-1C730E79BC74}"/>
              </a:ext>
            </a:extLst>
          </p:cNvPr>
          <p:cNvSpPr>
            <a:spLocks xmlns:a="http://schemas.openxmlformats.org/drawingml/2006/main" noGrp="1"/>
          </p:cNvSpPr>
          <p:nvPr/>
        </p:nvSpPr>
        <p:spPr>
          <a:xfrm xmlns:a="http://schemas.openxmlformats.org/drawingml/2006/main">
            <a:off x="4619625" y="4005263"/>
            <a:ext cx="2952750" cy="1233488"/>
          </a:xfrm>
          <a:custGeom xmlns:a="http://schemas.openxmlformats.org/drawingml/2006/main">
            <a:pathLst>
              <a:path w="2952750" h="1233488">
                <a:moveTo>
                  <a:pt x="2952750" y="1233488"/>
                </a:moveTo>
                <a:lnTo>
                  <a:pt x="2952750" y="1071563"/>
                </a:lnTo>
                <a:lnTo>
                  <a:pt x="285750" y="1071563"/>
                </a:lnTo>
                <a:lnTo>
                  <a:pt x="285750" y="0"/>
                </a:lnTo>
                <a:lnTo>
                  <a:pt x="0" y="0"/>
                </a:lnTo>
              </a:path>
            </a:pathLst>
          </a:custGeom>
          <a:noFill xmlns:a="http://schemas.openxmlformats.org/drawingml/2006/main"/>
          <a:ln xmlns:a="http://schemas.openxmlformats.org/drawingml/2006/main" w="10478">
            <a:solidFill>
              <a:srgbClr val="000000"/>
            </a:solidFill>
            <a:prstDash val="dash"/>
          </a:ln>
        </p:spPr>
      </p:sp>
      <p:sp>
        <p:nvSpPr>
          <p:cNvPr id="91" name="dp45-comparison / n92 / arrow">
            <a:extLst xmlns:a="http://schemas.openxmlformats.org/drawingml/2006/main">
              <a:ext uri="{FF2B5EF4-FFF2-40B4-BE49-F238E27FC236}">
                <a16:creationId xmlns:a16="http://schemas.microsoft.com/office/drawing/2014/main" id="{81067C73-B84B-41F5-A3F0-BF2E5CA8EFCA}"/>
              </a:ext>
            </a:extLst>
          </p:cNvPr>
          <p:cNvSpPr>
            <a:spLocks xmlns:a="http://schemas.openxmlformats.org/drawingml/2006/main" noGrp="1"/>
          </p:cNvSpPr>
          <p:nvPr/>
        </p:nvSpPr>
        <p:spPr>
          <a:xfrm xmlns:a="http://schemas.openxmlformats.org/drawingml/2006/main">
            <a:off x="4619625" y="397173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2" name="dp45-comparison / n101">
            <a:extLst xmlns:a="http://schemas.openxmlformats.org/drawingml/2006/main">
              <a:ext uri="{FF2B5EF4-FFF2-40B4-BE49-F238E27FC236}">
                <a16:creationId xmlns:a16="http://schemas.microsoft.com/office/drawing/2014/main" id="{B87D8037-AB2D-42AE-A4B1-18A80AF081E2}"/>
              </a:ext>
            </a:extLst>
          </p:cNvPr>
          <p:cNvSpPr>
            <a:spLocks xmlns:a="http://schemas.openxmlformats.org/drawingml/2006/main" noGrp="1"/>
          </p:cNvSpPr>
          <p:nvPr/>
        </p:nvSpPr>
        <p:spPr>
          <a:xfrm xmlns:a="http://schemas.openxmlformats.org/drawingml/2006/main">
            <a:off x="1666875" y="6515100"/>
            <a:ext cx="2762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3" name="dp45-comparison / n102 / text 1">
            <a:extLst xmlns:a="http://schemas.openxmlformats.org/drawingml/2006/main">
              <a:ext uri="{FF2B5EF4-FFF2-40B4-BE49-F238E27FC236}">
                <a16:creationId xmlns:a16="http://schemas.microsoft.com/office/drawing/2014/main" id="{D95F6E06-4B15-4C30-BCC0-06B46BEB18EE}"/>
              </a:ext>
            </a:extLst>
          </p:cNvPr>
          <p:cNvSpPr>
            <a:spLocks xmlns:a="http://schemas.openxmlformats.org/drawingml/2006/main" noGrp="1"/>
          </p:cNvSpPr>
          <p:nvPr/>
        </p:nvSpPr>
        <p:spPr>
          <a:xfrm xmlns:a="http://schemas.openxmlformats.org/drawingml/2006/main">
            <a:off x="1752600" y="6543199"/>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Model Access</a:t>
            </a:r>
          </a:p>
        </p:txBody>
      </p:sp>
      <p:sp>
        <p:nvSpPr>
          <p:cNvPr id="94" name="dp45-comparison / n103">
            <a:extLst xmlns:a="http://schemas.openxmlformats.org/drawingml/2006/main">
              <a:ext uri="{FF2B5EF4-FFF2-40B4-BE49-F238E27FC236}">
                <a16:creationId xmlns:a16="http://schemas.microsoft.com/office/drawing/2014/main" id="{A1219C48-80CC-43C4-9894-7E2B54443644}"/>
              </a:ext>
            </a:extLst>
          </p:cNvPr>
          <p:cNvSpPr>
            <a:spLocks xmlns:a="http://schemas.openxmlformats.org/drawingml/2006/main" noGrp="1"/>
          </p:cNvSpPr>
          <p:nvPr/>
        </p:nvSpPr>
        <p:spPr>
          <a:xfrm xmlns:a="http://schemas.openxmlformats.org/drawingml/2006/main">
            <a:off x="6334125" y="6515100"/>
            <a:ext cx="2857500" cy="2667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95" name="dp45-comparison / n104 / text 1">
            <a:extLst xmlns:a="http://schemas.openxmlformats.org/drawingml/2006/main">
              <a:ext uri="{FF2B5EF4-FFF2-40B4-BE49-F238E27FC236}">
                <a16:creationId xmlns:a16="http://schemas.microsoft.com/office/drawing/2014/main" id="{FFDA9E05-1692-431C-9BB8-0CC77C49F6C3}"/>
              </a:ext>
            </a:extLst>
          </p:cNvPr>
          <p:cNvSpPr>
            <a:spLocks xmlns:a="http://schemas.openxmlformats.org/drawingml/2006/main" noGrp="1"/>
          </p:cNvSpPr>
          <p:nvPr/>
        </p:nvSpPr>
        <p:spPr>
          <a:xfrm xmlns:a="http://schemas.openxmlformats.org/drawingml/2006/main">
            <a:off x="6419850" y="6543199"/>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클라우드 의미 LLM</a:t>
            </a:r>
          </a:p>
        </p:txBody>
      </p:sp>
      <p:sp>
        <p:nvSpPr>
          <p:cNvPr id="96" name="dp45-comparison / n105 / path">
            <a:extLst xmlns:a="http://schemas.openxmlformats.org/drawingml/2006/main">
              <a:ext uri="{FF2B5EF4-FFF2-40B4-BE49-F238E27FC236}">
                <a16:creationId xmlns:a16="http://schemas.microsoft.com/office/drawing/2014/main" id="{6D114097-D9C3-467A-BC54-B0FEC5ABCD2B}"/>
              </a:ext>
            </a:extLst>
          </p:cNvPr>
          <p:cNvSpPr>
            <a:spLocks xmlns:a="http://schemas.openxmlformats.org/drawingml/2006/main" noGrp="1"/>
          </p:cNvSpPr>
          <p:nvPr/>
        </p:nvSpPr>
        <p:spPr>
          <a:xfrm xmlns:a="http://schemas.openxmlformats.org/drawingml/2006/main">
            <a:off x="1524000" y="3910013"/>
            <a:ext cx="1524000" cy="2605088"/>
          </a:xfrm>
          <a:custGeom xmlns:a="http://schemas.openxmlformats.org/drawingml/2006/main">
            <a:pathLst>
              <a:path w="1524000" h="2605088">
                <a:moveTo>
                  <a:pt x="333375" y="0"/>
                </a:moveTo>
                <a:lnTo>
                  <a:pt x="0" y="0"/>
                </a:lnTo>
                <a:lnTo>
                  <a:pt x="0" y="2519363"/>
                </a:lnTo>
                <a:lnTo>
                  <a:pt x="1524000" y="2519363"/>
                </a:lnTo>
                <a:lnTo>
                  <a:pt x="1524000" y="2605088"/>
                </a:lnTo>
              </a:path>
            </a:pathLst>
          </a:custGeom>
          <a:noFill xmlns:a="http://schemas.openxmlformats.org/drawingml/2006/main"/>
          <a:ln xmlns:a="http://schemas.openxmlformats.org/drawingml/2006/main" w="10478">
            <a:solidFill>
              <a:srgbClr val="000000"/>
            </a:solidFill>
            <a:prstDash val="solid"/>
          </a:ln>
        </p:spPr>
      </p:sp>
      <p:sp>
        <p:nvSpPr>
          <p:cNvPr id="97" name="dp45-comparison / n105 / arrow">
            <a:extLst xmlns:a="http://schemas.openxmlformats.org/drawingml/2006/main">
              <a:ext uri="{FF2B5EF4-FFF2-40B4-BE49-F238E27FC236}">
                <a16:creationId xmlns:a16="http://schemas.microsoft.com/office/drawing/2014/main" id="{9DB81E45-1012-4D8A-A5BB-A8E0F47EF563}"/>
              </a:ext>
            </a:extLst>
          </p:cNvPr>
          <p:cNvSpPr>
            <a:spLocks xmlns:a="http://schemas.openxmlformats.org/drawingml/2006/main" noGrp="1"/>
          </p:cNvSpPr>
          <p:nvPr/>
        </p:nvSpPr>
        <p:spPr>
          <a:xfrm xmlns:a="http://schemas.openxmlformats.org/drawingml/2006/main">
            <a:off x="3014472" y="64480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8" name="dp45-comparison / n106 / path">
            <a:extLst xmlns:a="http://schemas.openxmlformats.org/drawingml/2006/main">
              <a:ext uri="{FF2B5EF4-FFF2-40B4-BE49-F238E27FC236}">
                <a16:creationId xmlns:a16="http://schemas.microsoft.com/office/drawing/2014/main" id="{2C3E75D4-995E-4B5F-8660-6D6BC9F5EC95}"/>
              </a:ext>
            </a:extLst>
          </p:cNvPr>
          <p:cNvSpPr>
            <a:spLocks xmlns:a="http://schemas.openxmlformats.org/drawingml/2006/main" noGrp="1"/>
          </p:cNvSpPr>
          <p:nvPr/>
        </p:nvSpPr>
        <p:spPr>
          <a:xfrm xmlns:a="http://schemas.openxmlformats.org/drawingml/2006/main">
            <a:off x="1447800" y="4005263"/>
            <a:ext cx="1714500" cy="2509838"/>
          </a:xfrm>
          <a:custGeom xmlns:a="http://schemas.openxmlformats.org/drawingml/2006/main">
            <a:pathLst>
              <a:path w="1714500" h="2509838">
                <a:moveTo>
                  <a:pt x="1714500" y="2509838"/>
                </a:moveTo>
                <a:lnTo>
                  <a:pt x="1714500" y="2376488"/>
                </a:lnTo>
                <a:lnTo>
                  <a:pt x="0" y="2376488"/>
                </a:lnTo>
                <a:lnTo>
                  <a:pt x="0" y="0"/>
                </a:lnTo>
                <a:lnTo>
                  <a:pt x="409575" y="0"/>
                </a:lnTo>
              </a:path>
            </a:pathLst>
          </a:custGeom>
          <a:noFill xmlns:a="http://schemas.openxmlformats.org/drawingml/2006/main"/>
          <a:ln xmlns:a="http://schemas.openxmlformats.org/drawingml/2006/main" w="10478">
            <a:solidFill>
              <a:srgbClr val="000000"/>
            </a:solidFill>
            <a:prstDash val="dash"/>
          </a:ln>
        </p:spPr>
      </p:sp>
      <p:sp>
        <p:nvSpPr>
          <p:cNvPr id="99" name="dp45-comparison / n106 / arrow">
            <a:extLst xmlns:a="http://schemas.openxmlformats.org/drawingml/2006/main">
              <a:ext uri="{FF2B5EF4-FFF2-40B4-BE49-F238E27FC236}">
                <a16:creationId xmlns:a16="http://schemas.microsoft.com/office/drawing/2014/main" id="{83EAC638-6446-484C-B04B-3572564B8580}"/>
              </a:ext>
            </a:extLst>
          </p:cNvPr>
          <p:cNvSpPr>
            <a:spLocks xmlns:a="http://schemas.openxmlformats.org/drawingml/2006/main" noGrp="1"/>
          </p:cNvSpPr>
          <p:nvPr/>
        </p:nvSpPr>
        <p:spPr>
          <a:xfrm xmlns:a="http://schemas.openxmlformats.org/drawingml/2006/main">
            <a:off x="1790319" y="39717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0" name="dp45-comparison / n107 / path">
            <a:extLst xmlns:a="http://schemas.openxmlformats.org/drawingml/2006/main">
              <a:ext uri="{FF2B5EF4-FFF2-40B4-BE49-F238E27FC236}">
                <a16:creationId xmlns:a16="http://schemas.microsoft.com/office/drawing/2014/main" id="{B3697F9F-0456-416F-BE82-8602639A95BB}"/>
              </a:ext>
            </a:extLst>
          </p:cNvPr>
          <p:cNvSpPr>
            <a:spLocks xmlns:a="http://schemas.openxmlformats.org/drawingml/2006/main" noGrp="1"/>
          </p:cNvSpPr>
          <p:nvPr/>
        </p:nvSpPr>
        <p:spPr>
          <a:xfrm xmlns:a="http://schemas.openxmlformats.org/drawingml/2006/main">
            <a:off x="4429125" y="6610350"/>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01" name="dp45-comparison / n107 / arrow">
            <a:extLst xmlns:a="http://schemas.openxmlformats.org/drawingml/2006/main">
              <a:ext uri="{FF2B5EF4-FFF2-40B4-BE49-F238E27FC236}">
                <a16:creationId xmlns:a16="http://schemas.microsoft.com/office/drawing/2014/main" id="{720CFA73-DB51-4DD7-9621-FD180F325EE0}"/>
              </a:ext>
            </a:extLst>
          </p:cNvPr>
          <p:cNvSpPr>
            <a:spLocks xmlns:a="http://schemas.openxmlformats.org/drawingml/2006/main" noGrp="1"/>
          </p:cNvSpPr>
          <p:nvPr/>
        </p:nvSpPr>
        <p:spPr>
          <a:xfrm xmlns:a="http://schemas.openxmlformats.org/drawingml/2006/main">
            <a:off x="6267069" y="65768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2" name="dp45-comparison / n108 / path">
            <a:extLst xmlns:a="http://schemas.openxmlformats.org/drawingml/2006/main">
              <a:ext uri="{FF2B5EF4-FFF2-40B4-BE49-F238E27FC236}">
                <a16:creationId xmlns:a16="http://schemas.microsoft.com/office/drawing/2014/main" id="{180B6684-3EAA-463C-ABA0-6911370ED00F}"/>
              </a:ext>
            </a:extLst>
          </p:cNvPr>
          <p:cNvSpPr>
            <a:spLocks xmlns:a="http://schemas.openxmlformats.org/drawingml/2006/main" noGrp="1"/>
          </p:cNvSpPr>
          <p:nvPr/>
        </p:nvSpPr>
        <p:spPr>
          <a:xfrm xmlns:a="http://schemas.openxmlformats.org/drawingml/2006/main">
            <a:off x="4429125" y="6696075"/>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03" name="dp45-comparison / n108 / arrow">
            <a:extLst xmlns:a="http://schemas.openxmlformats.org/drawingml/2006/main">
              <a:ext uri="{FF2B5EF4-FFF2-40B4-BE49-F238E27FC236}">
                <a16:creationId xmlns:a16="http://schemas.microsoft.com/office/drawing/2014/main" id="{A2344475-4946-4DA1-ABB8-6B22F64C6963}"/>
              </a:ext>
            </a:extLst>
          </p:cNvPr>
          <p:cNvSpPr>
            <a:spLocks xmlns:a="http://schemas.openxmlformats.org/drawingml/2006/main" noGrp="1"/>
          </p:cNvSpPr>
          <p:nvPr/>
        </p:nvSpPr>
        <p:spPr>
          <a:xfrm xmlns:a="http://schemas.openxmlformats.org/drawingml/2006/main">
            <a:off x="4429125" y="6662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4" name="dp45-comparison / n113">
            <a:extLst xmlns:a="http://schemas.openxmlformats.org/drawingml/2006/main">
              <a:ext uri="{FF2B5EF4-FFF2-40B4-BE49-F238E27FC236}">
                <a16:creationId xmlns:a16="http://schemas.microsoft.com/office/drawing/2014/main" id="{E8A8D04A-B4A0-4051-8795-98F0AECB822B}"/>
              </a:ext>
            </a:extLst>
          </p:cNvPr>
          <p:cNvSpPr>
            <a:spLocks xmlns:a="http://schemas.openxmlformats.org/drawingml/2006/main" noGrp="1"/>
          </p:cNvSpPr>
          <p:nvPr/>
        </p:nvSpPr>
        <p:spPr>
          <a:xfrm xmlns:a="http://schemas.openxmlformats.org/drawingml/2006/main">
            <a:off x="1666875" y="7086600"/>
            <a:ext cx="2762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5" name="dp45-comparison / n114 / text 1">
            <a:extLst xmlns:a="http://schemas.openxmlformats.org/drawingml/2006/main">
              <a:ext uri="{FF2B5EF4-FFF2-40B4-BE49-F238E27FC236}">
                <a16:creationId xmlns:a16="http://schemas.microsoft.com/office/drawing/2014/main" id="{FA8C41CE-BAED-450F-BF81-A4851D8B752A}"/>
              </a:ext>
            </a:extLst>
          </p:cNvPr>
          <p:cNvSpPr>
            <a:spLocks xmlns:a="http://schemas.openxmlformats.org/drawingml/2006/main" noGrp="1"/>
          </p:cNvSpPr>
          <p:nvPr/>
        </p:nvSpPr>
        <p:spPr>
          <a:xfrm xmlns:a="http://schemas.openxmlformats.org/drawingml/2006/main">
            <a:off x="1752600" y="7124224"/>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06" name="dp45-comparison / n115">
            <a:extLst xmlns:a="http://schemas.openxmlformats.org/drawingml/2006/main">
              <a:ext uri="{FF2B5EF4-FFF2-40B4-BE49-F238E27FC236}">
                <a16:creationId xmlns:a16="http://schemas.microsoft.com/office/drawing/2014/main" id="{56CDBD7B-4BBD-45B9-978B-ECB1CFFFF4F8}"/>
              </a:ext>
            </a:extLst>
          </p:cNvPr>
          <p:cNvSpPr>
            <a:spLocks xmlns:a="http://schemas.openxmlformats.org/drawingml/2006/main" noGrp="1"/>
          </p:cNvSpPr>
          <p:nvPr/>
        </p:nvSpPr>
        <p:spPr>
          <a:xfrm xmlns:a="http://schemas.openxmlformats.org/drawingml/2006/main">
            <a:off x="6334125" y="7086600"/>
            <a:ext cx="2857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7" name="dp45-comparison / n116 / text 1">
            <a:extLst xmlns:a="http://schemas.openxmlformats.org/drawingml/2006/main">
              <a:ext uri="{FF2B5EF4-FFF2-40B4-BE49-F238E27FC236}">
                <a16:creationId xmlns:a16="http://schemas.microsoft.com/office/drawing/2014/main" id="{728BEB56-9772-4859-93D7-A0BA5A913536}"/>
              </a:ext>
            </a:extLst>
          </p:cNvPr>
          <p:cNvSpPr>
            <a:spLocks xmlns:a="http://schemas.openxmlformats.org/drawingml/2006/main" noGrp="1"/>
          </p:cNvSpPr>
          <p:nvPr/>
        </p:nvSpPr>
        <p:spPr>
          <a:xfrm xmlns:a="http://schemas.openxmlformats.org/drawingml/2006/main">
            <a:off x="6419850" y="7124224"/>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Controller</a:t>
            </a:r>
          </a:p>
        </p:txBody>
      </p:sp>
      <p:sp>
        <p:nvSpPr>
          <p:cNvPr id="108" name="dp45-comparison / n117 / path">
            <a:extLst xmlns:a="http://schemas.openxmlformats.org/drawingml/2006/main">
              <a:ext uri="{FF2B5EF4-FFF2-40B4-BE49-F238E27FC236}">
                <a16:creationId xmlns:a16="http://schemas.microsoft.com/office/drawing/2014/main" id="{5E797964-AFD6-4B22-9BF4-0D5ACB0A2862}"/>
              </a:ext>
            </a:extLst>
          </p:cNvPr>
          <p:cNvSpPr>
            <a:spLocks xmlns:a="http://schemas.openxmlformats.org/drawingml/2006/main" noGrp="1"/>
          </p:cNvSpPr>
          <p:nvPr/>
        </p:nvSpPr>
        <p:spPr>
          <a:xfrm xmlns:a="http://schemas.openxmlformats.org/drawingml/2006/main">
            <a:off x="1409700" y="4005263"/>
            <a:ext cx="447675" cy="3224213"/>
          </a:xfrm>
          <a:custGeom xmlns:a="http://schemas.openxmlformats.org/drawingml/2006/main">
            <a:pathLst>
              <a:path w="447675" h="3224213">
                <a:moveTo>
                  <a:pt x="257175" y="3224213"/>
                </a:moveTo>
                <a:lnTo>
                  <a:pt x="0" y="3224213"/>
                </a:lnTo>
                <a:lnTo>
                  <a:pt x="0" y="0"/>
                </a:lnTo>
                <a:lnTo>
                  <a:pt x="447675" y="0"/>
                </a:lnTo>
              </a:path>
            </a:pathLst>
          </a:custGeom>
          <a:noFill xmlns:a="http://schemas.openxmlformats.org/drawingml/2006/main"/>
          <a:ln xmlns:a="http://schemas.openxmlformats.org/drawingml/2006/main" w="10478">
            <a:solidFill>
              <a:srgbClr val="000000"/>
            </a:solidFill>
            <a:prstDash val="solid"/>
          </a:ln>
        </p:spPr>
      </p:sp>
      <p:sp>
        <p:nvSpPr>
          <p:cNvPr id="109" name="dp45-comparison / n117 / arrow">
            <a:extLst xmlns:a="http://schemas.openxmlformats.org/drawingml/2006/main">
              <a:ext uri="{FF2B5EF4-FFF2-40B4-BE49-F238E27FC236}">
                <a16:creationId xmlns:a16="http://schemas.microsoft.com/office/drawing/2014/main" id="{EDB9B3D4-768D-47D8-AC11-C8E0EB2ACB56}"/>
              </a:ext>
            </a:extLst>
          </p:cNvPr>
          <p:cNvSpPr>
            <a:spLocks xmlns:a="http://schemas.openxmlformats.org/drawingml/2006/main" noGrp="1"/>
          </p:cNvSpPr>
          <p:nvPr/>
        </p:nvSpPr>
        <p:spPr>
          <a:xfrm xmlns:a="http://schemas.openxmlformats.org/drawingml/2006/main">
            <a:off x="1790319" y="39717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0" name="dp45-comparison / n118 / path">
            <a:extLst xmlns:a="http://schemas.openxmlformats.org/drawingml/2006/main">
              <a:ext uri="{FF2B5EF4-FFF2-40B4-BE49-F238E27FC236}">
                <a16:creationId xmlns:a16="http://schemas.microsoft.com/office/drawing/2014/main" id="{C1727F47-39B0-45FE-9396-E48728942216}"/>
              </a:ext>
            </a:extLst>
          </p:cNvPr>
          <p:cNvSpPr>
            <a:spLocks xmlns:a="http://schemas.openxmlformats.org/drawingml/2006/main" noGrp="1"/>
          </p:cNvSpPr>
          <p:nvPr/>
        </p:nvSpPr>
        <p:spPr>
          <a:xfrm xmlns:a="http://schemas.openxmlformats.org/drawingml/2006/main">
            <a:off x="1619250" y="3824288"/>
            <a:ext cx="1428750" cy="3262313"/>
          </a:xfrm>
          <a:custGeom xmlns:a="http://schemas.openxmlformats.org/drawingml/2006/main">
            <a:pathLst>
              <a:path w="1428750" h="3262313">
                <a:moveTo>
                  <a:pt x="238125" y="0"/>
                </a:moveTo>
                <a:lnTo>
                  <a:pt x="0" y="0"/>
                </a:lnTo>
                <a:lnTo>
                  <a:pt x="0" y="3195638"/>
                </a:lnTo>
                <a:lnTo>
                  <a:pt x="1428750" y="3195638"/>
                </a:lnTo>
                <a:lnTo>
                  <a:pt x="1428750" y="3262313"/>
                </a:lnTo>
              </a:path>
            </a:pathLst>
          </a:custGeom>
          <a:noFill xmlns:a="http://schemas.openxmlformats.org/drawingml/2006/main"/>
          <a:ln xmlns:a="http://schemas.openxmlformats.org/drawingml/2006/main" w="10478">
            <a:solidFill>
              <a:srgbClr val="000000"/>
            </a:solidFill>
            <a:prstDash val="dash"/>
          </a:ln>
        </p:spPr>
      </p:sp>
      <p:sp>
        <p:nvSpPr>
          <p:cNvPr id="111" name="dp45-comparison / n118 / arrow">
            <a:extLst xmlns:a="http://schemas.openxmlformats.org/drawingml/2006/main">
              <a:ext uri="{FF2B5EF4-FFF2-40B4-BE49-F238E27FC236}">
                <a16:creationId xmlns:a16="http://schemas.microsoft.com/office/drawing/2014/main" id="{BAAB01BA-A778-4C6A-911C-5C28639A46A9}"/>
              </a:ext>
            </a:extLst>
          </p:cNvPr>
          <p:cNvSpPr>
            <a:spLocks xmlns:a="http://schemas.openxmlformats.org/drawingml/2006/main" noGrp="1"/>
          </p:cNvSpPr>
          <p:nvPr/>
        </p:nvSpPr>
        <p:spPr>
          <a:xfrm xmlns:a="http://schemas.openxmlformats.org/drawingml/2006/main">
            <a:off x="3014472" y="70195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2" name="dp45-comparison / n121 / path">
            <a:extLst xmlns:a="http://schemas.openxmlformats.org/drawingml/2006/main">
              <a:ext uri="{FF2B5EF4-FFF2-40B4-BE49-F238E27FC236}">
                <a16:creationId xmlns:a16="http://schemas.microsoft.com/office/drawing/2014/main" id="{224F4089-3D08-4AF4-B644-B979D46CA9C6}"/>
              </a:ext>
            </a:extLst>
          </p:cNvPr>
          <p:cNvSpPr>
            <a:spLocks xmlns:a="http://schemas.openxmlformats.org/drawingml/2006/main" noGrp="1"/>
          </p:cNvSpPr>
          <p:nvPr/>
        </p:nvSpPr>
        <p:spPr>
          <a:xfrm xmlns:a="http://schemas.openxmlformats.org/drawingml/2006/main">
            <a:off x="4429125" y="7229475"/>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3" name="dp45-comparison / n121 / arrow">
            <a:extLst xmlns:a="http://schemas.openxmlformats.org/drawingml/2006/main">
              <a:ext uri="{FF2B5EF4-FFF2-40B4-BE49-F238E27FC236}">
                <a16:creationId xmlns:a16="http://schemas.microsoft.com/office/drawing/2014/main" id="{3F667CFF-ED35-412D-ABEE-A560D4038771}"/>
              </a:ext>
            </a:extLst>
          </p:cNvPr>
          <p:cNvSpPr>
            <a:spLocks xmlns:a="http://schemas.openxmlformats.org/drawingml/2006/main" noGrp="1"/>
          </p:cNvSpPr>
          <p:nvPr/>
        </p:nvSpPr>
        <p:spPr>
          <a:xfrm xmlns:a="http://schemas.openxmlformats.org/drawingml/2006/main">
            <a:off x="6267069" y="7195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4" name="dp45-comparison / n65">
            <a:extLst xmlns:a="http://schemas.openxmlformats.org/drawingml/2006/main">
              <a:ext uri="{FF2B5EF4-FFF2-40B4-BE49-F238E27FC236}">
                <a16:creationId xmlns:a16="http://schemas.microsoft.com/office/drawing/2014/main" id="{84648C2A-2671-489A-A741-D140356B9035}"/>
              </a:ext>
            </a:extLst>
          </p:cNvPr>
          <p:cNvSpPr>
            <a:spLocks xmlns:a="http://schemas.openxmlformats.org/drawingml/2006/main" noGrp="1"/>
          </p:cNvSpPr>
          <p:nvPr/>
        </p:nvSpPr>
        <p:spPr>
          <a:xfrm xmlns:a="http://schemas.openxmlformats.org/drawingml/2006/main">
            <a:off x="1647825" y="2762250"/>
            <a:ext cx="230314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5" name="dp45-comparison / n66 / text 1">
            <a:extLst xmlns:a="http://schemas.openxmlformats.org/drawingml/2006/main">
              <a:ext uri="{FF2B5EF4-FFF2-40B4-BE49-F238E27FC236}">
                <a16:creationId xmlns:a16="http://schemas.microsoft.com/office/drawing/2014/main" id="{8626B57E-CFAD-4729-A45E-2FBFCC1AC76C}"/>
              </a:ext>
            </a:extLst>
          </p:cNvPr>
          <p:cNvSpPr>
            <a:spLocks xmlns:a="http://schemas.openxmlformats.org/drawingml/2006/main" noGrp="1"/>
          </p:cNvSpPr>
          <p:nvPr/>
        </p:nvSpPr>
        <p:spPr>
          <a:xfrm xmlns:a="http://schemas.openxmlformats.org/drawingml/2006/main">
            <a:off x="1666875" y="2771775"/>
            <a:ext cx="4048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P20: 실제 전달 / E20: 설명 원문</a:t>
            </a:r>
          </a:p>
        </p:txBody>
      </p:sp>
      <p:sp>
        <p:nvSpPr>
          <p:cNvPr id="116" name="dp45-comparison / n67">
            <a:extLst xmlns:a="http://schemas.openxmlformats.org/drawingml/2006/main">
              <a:ext uri="{FF2B5EF4-FFF2-40B4-BE49-F238E27FC236}">
                <a16:creationId xmlns:a16="http://schemas.microsoft.com/office/drawing/2014/main" id="{B7AA66C0-12E8-49B2-85EB-AE82BCF22E99}"/>
              </a:ext>
            </a:extLst>
          </p:cNvPr>
          <p:cNvSpPr>
            <a:spLocks xmlns:a="http://schemas.openxmlformats.org/drawingml/2006/main" noGrp="1"/>
          </p:cNvSpPr>
          <p:nvPr/>
        </p:nvSpPr>
        <p:spPr>
          <a:xfrm xmlns:a="http://schemas.openxmlformats.org/drawingml/2006/main">
            <a:off x="6315075" y="2762250"/>
            <a:ext cx="232333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7" name="dp45-comparison / n68 / text 1">
            <a:extLst xmlns:a="http://schemas.openxmlformats.org/drawingml/2006/main">
              <a:ext uri="{FF2B5EF4-FFF2-40B4-BE49-F238E27FC236}">
                <a16:creationId xmlns:a16="http://schemas.microsoft.com/office/drawing/2014/main" id="{09217BC6-CF54-4DB8-84CA-A2DABE47E4F0}"/>
              </a:ext>
            </a:extLst>
          </p:cNvPr>
          <p:cNvSpPr>
            <a:spLocks xmlns:a="http://schemas.openxmlformats.org/drawingml/2006/main" noGrp="1"/>
          </p:cNvSpPr>
          <p:nvPr/>
        </p:nvSpPr>
        <p:spPr>
          <a:xfrm xmlns:a="http://schemas.openxmlformats.org/drawingml/2006/main">
            <a:off x="6334125" y="2771775"/>
            <a:ext cx="3000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T21 → D21 개정 2 / T22 → D22 개정 1</a:t>
            </a:r>
          </a:p>
        </p:txBody>
      </p:sp>
      <p:sp>
        <p:nvSpPr>
          <p:cNvPr id="118" name="dp45-comparison / n69">
            <a:extLst xmlns:a="http://schemas.openxmlformats.org/drawingml/2006/main">
              <a:ext uri="{FF2B5EF4-FFF2-40B4-BE49-F238E27FC236}">
                <a16:creationId xmlns:a16="http://schemas.microsoft.com/office/drawing/2014/main" id="{9A21B623-9857-4D4F-9D29-AF466DE0F6FC}"/>
              </a:ext>
            </a:extLst>
          </p:cNvPr>
          <p:cNvSpPr>
            <a:spLocks xmlns:a="http://schemas.openxmlformats.org/drawingml/2006/main" noGrp="1"/>
          </p:cNvSpPr>
          <p:nvPr/>
        </p:nvSpPr>
        <p:spPr>
          <a:xfrm xmlns:a="http://schemas.openxmlformats.org/drawingml/2006/main">
            <a:off x="1647825" y="2943225"/>
            <a:ext cx="395935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9" name="dp45-comparison / n70 / text 1">
            <a:extLst xmlns:a="http://schemas.openxmlformats.org/drawingml/2006/main">
              <a:ext uri="{FF2B5EF4-FFF2-40B4-BE49-F238E27FC236}">
                <a16:creationId xmlns:a16="http://schemas.microsoft.com/office/drawing/2014/main" id="{214310FE-E8C7-4255-BA6B-A58D1AE6B75E}"/>
              </a:ext>
            </a:extLst>
          </p:cNvPr>
          <p:cNvSpPr>
            <a:spLocks xmlns:a="http://schemas.openxmlformats.org/drawingml/2006/main" noGrp="1"/>
          </p:cNvSpPr>
          <p:nvPr/>
        </p:nvSpPr>
        <p:spPr>
          <a:xfrm xmlns:a="http://schemas.openxmlformats.org/drawingml/2006/main">
            <a:off x="1666875" y="2952750"/>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같은 원본: 전달한 예외 문구 + 제품 조사 결과 + 견적 결과</a:t>
            </a:r>
          </a:p>
        </p:txBody>
      </p:sp>
      <p:sp>
        <p:nvSpPr>
          <p:cNvPr id="120" name="dp45-comparison / n83">
            <a:extLst xmlns:a="http://schemas.openxmlformats.org/drawingml/2006/main">
              <a:ext uri="{FF2B5EF4-FFF2-40B4-BE49-F238E27FC236}">
                <a16:creationId xmlns:a16="http://schemas.microsoft.com/office/drawing/2014/main" id="{E71A0739-B838-471B-812A-8D3550AFEED0}"/>
              </a:ext>
            </a:extLst>
          </p:cNvPr>
          <p:cNvSpPr>
            <a:spLocks xmlns:a="http://schemas.openxmlformats.org/drawingml/2006/main" noGrp="1"/>
          </p:cNvSpPr>
          <p:nvPr/>
        </p:nvSpPr>
        <p:spPr>
          <a:xfrm xmlns:a="http://schemas.openxmlformats.org/drawingml/2006/main">
            <a:off x="5029200" y="3362325"/>
            <a:ext cx="2505837"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1" name="dp45-comparison / n84 / text 1">
            <a:extLst xmlns:a="http://schemas.openxmlformats.org/drawingml/2006/main">
              <a:ext uri="{FF2B5EF4-FFF2-40B4-BE49-F238E27FC236}">
                <a16:creationId xmlns:a16="http://schemas.microsoft.com/office/drawing/2014/main" id="{6A1EFBEC-CFE3-4896-AC5E-75556B658FE3}"/>
              </a:ext>
            </a:extLst>
          </p:cNvPr>
          <p:cNvSpPr>
            <a:spLocks xmlns:a="http://schemas.openxmlformats.org/drawingml/2006/main" noGrp="1"/>
          </p:cNvSpPr>
          <p:nvPr/>
        </p:nvSpPr>
        <p:spPr>
          <a:xfrm xmlns:a="http://schemas.openxmlformats.org/drawingml/2006/main">
            <a:off x="5048250" y="3371850"/>
            <a:ext cx="3905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이번 요청에 맞춘 원본 조회 / 반환</a:t>
            </a:r>
          </a:p>
        </p:txBody>
      </p:sp>
      <p:sp>
        <p:nvSpPr>
          <p:cNvPr id="122" name="dp45-comparison / n87">
            <a:extLst xmlns:a="http://schemas.openxmlformats.org/drawingml/2006/main">
              <a:ext uri="{FF2B5EF4-FFF2-40B4-BE49-F238E27FC236}">
                <a16:creationId xmlns:a16="http://schemas.microsoft.com/office/drawing/2014/main" id="{AAAADC34-5F51-401A-8EB2-0C4032FC496D}"/>
              </a:ext>
            </a:extLst>
          </p:cNvPr>
          <p:cNvSpPr>
            <a:spLocks xmlns:a="http://schemas.openxmlformats.org/drawingml/2006/main" noGrp="1"/>
          </p:cNvSpPr>
          <p:nvPr/>
        </p:nvSpPr>
        <p:spPr>
          <a:xfrm xmlns:a="http://schemas.openxmlformats.org/drawingml/2006/main">
            <a:off x="1933575" y="43529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3" name="dp45-comparison / n88 / text 1">
            <a:extLst xmlns:a="http://schemas.openxmlformats.org/drawingml/2006/main">
              <a:ext uri="{FF2B5EF4-FFF2-40B4-BE49-F238E27FC236}">
                <a16:creationId xmlns:a16="http://schemas.microsoft.com/office/drawing/2014/main" id="{6C8A338C-4371-4C62-B0D0-98C94373BDC5}"/>
              </a:ext>
            </a:extLst>
          </p:cNvPr>
          <p:cNvSpPr>
            <a:spLocks xmlns:a="http://schemas.openxmlformats.org/drawingml/2006/main" noGrp="1"/>
          </p:cNvSpPr>
          <p:nvPr/>
        </p:nvSpPr>
        <p:spPr>
          <a:xfrm xmlns:a="http://schemas.openxmlformats.org/drawingml/2006/main">
            <a:off x="1952625" y="4362450"/>
            <a:ext cx="2571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24" name="dp45-comparison / n89">
            <a:extLst xmlns:a="http://schemas.openxmlformats.org/drawingml/2006/main">
              <a:ext uri="{FF2B5EF4-FFF2-40B4-BE49-F238E27FC236}">
                <a16:creationId xmlns:a16="http://schemas.microsoft.com/office/drawing/2014/main" id="{970D0451-7C29-4E2B-BAEC-FECB4359316A}"/>
              </a:ext>
            </a:extLst>
          </p:cNvPr>
          <p:cNvSpPr>
            <a:spLocks xmlns:a="http://schemas.openxmlformats.org/drawingml/2006/main" noGrp="1"/>
          </p:cNvSpPr>
          <p:nvPr/>
        </p:nvSpPr>
        <p:spPr>
          <a:xfrm xmlns:a="http://schemas.openxmlformats.org/drawingml/2006/main">
            <a:off x="1933575" y="4572000"/>
            <a:ext cx="2140458"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5" name="dp45-comparison / n90 / text 1">
            <a:extLst xmlns:a="http://schemas.openxmlformats.org/drawingml/2006/main">
              <a:ext uri="{FF2B5EF4-FFF2-40B4-BE49-F238E27FC236}">
                <a16:creationId xmlns:a16="http://schemas.microsoft.com/office/drawing/2014/main" id="{27B9DC09-6C02-473B-B963-1233A5FF1B5D}"/>
              </a:ext>
            </a:extLst>
          </p:cNvPr>
          <p:cNvSpPr>
            <a:spLocks xmlns:a="http://schemas.openxmlformats.org/drawingml/2006/main" noGrp="1"/>
          </p:cNvSpPr>
          <p:nvPr/>
        </p:nvSpPr>
        <p:spPr>
          <a:xfrm xmlns:a="http://schemas.openxmlformats.org/drawingml/2006/main">
            <a:off x="1952625" y="4581525"/>
            <a:ext cx="2571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부족하면 추가 조회 / 부분 갱신</a:t>
            </a:r>
          </a:p>
        </p:txBody>
      </p:sp>
      <p:sp>
        <p:nvSpPr>
          <p:cNvPr id="126" name="dp45-comparison / n93">
            <a:extLst xmlns:a="http://schemas.openxmlformats.org/drawingml/2006/main">
              <a:ext uri="{FF2B5EF4-FFF2-40B4-BE49-F238E27FC236}">
                <a16:creationId xmlns:a16="http://schemas.microsoft.com/office/drawing/2014/main" id="{2591741B-51E8-465B-BA63-60D32B5C9763}"/>
              </a:ext>
            </a:extLst>
          </p:cNvPr>
          <p:cNvSpPr>
            <a:spLocks xmlns:a="http://schemas.openxmlformats.org/drawingml/2006/main" noGrp="1"/>
          </p:cNvSpPr>
          <p:nvPr/>
        </p:nvSpPr>
        <p:spPr>
          <a:xfrm xmlns:a="http://schemas.openxmlformats.org/drawingml/2006/main">
            <a:off x="5191125" y="3705225"/>
            <a:ext cx="3714750" cy="1257300"/>
          </a:xfrm>
          <a:custGeom xmlns:a="http://schemas.openxmlformats.org/drawingml/2006/main">
            <a:pathLst>
              <a:path w="3714750" h="1257300">
                <a:moveTo>
                  <a:pt x="0" y="0"/>
                </a:moveTo>
                <a:lnTo>
                  <a:pt x="3543300" y="0"/>
                </a:lnTo>
                <a:lnTo>
                  <a:pt x="3714750" y="171450"/>
                </a:lnTo>
                <a:lnTo>
                  <a:pt x="3714750" y="1257300"/>
                </a:lnTo>
                <a:lnTo>
                  <a:pt x="0" y="1257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27" name="dp45-comparison / n93 / fold">
            <a:extLst xmlns:a="http://schemas.openxmlformats.org/drawingml/2006/main">
              <a:ext uri="{FF2B5EF4-FFF2-40B4-BE49-F238E27FC236}">
                <a16:creationId xmlns:a16="http://schemas.microsoft.com/office/drawing/2014/main" id="{9B9E44F6-DF8B-4E4A-A895-397ED99F774F}"/>
              </a:ext>
            </a:extLst>
          </p:cNvPr>
          <p:cNvSpPr>
            <a:spLocks xmlns:a="http://schemas.openxmlformats.org/drawingml/2006/main" noGrp="1"/>
          </p:cNvSpPr>
          <p:nvPr/>
        </p:nvSpPr>
        <p:spPr>
          <a:xfrm xmlns:a="http://schemas.openxmlformats.org/drawingml/2006/main">
            <a:off x="8734425" y="37052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28" name="dp45-comparison / n94 / text 1">
            <a:extLst xmlns:a="http://schemas.openxmlformats.org/drawingml/2006/main">
              <a:ext uri="{FF2B5EF4-FFF2-40B4-BE49-F238E27FC236}">
                <a16:creationId xmlns:a16="http://schemas.microsoft.com/office/drawing/2014/main" id="{F413A941-CE5F-4594-BBA7-E3259262F9DC}"/>
              </a:ext>
            </a:extLst>
          </p:cNvPr>
          <p:cNvSpPr>
            <a:spLocks xmlns:a="http://schemas.openxmlformats.org/drawingml/2006/main" noGrp="1"/>
          </p:cNvSpPr>
          <p:nvPr/>
        </p:nvSpPr>
        <p:spPr>
          <a:xfrm xmlns:a="http://schemas.openxmlformats.org/drawingml/2006/main">
            <a:off x="5286375" y="376237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요청의 Bundle1 / Receipt1: PARTIAL</a:t>
            </a:r>
          </a:p>
        </p:txBody>
      </p:sp>
      <p:sp>
        <p:nvSpPr>
          <p:cNvPr id="129" name="dp45-comparison / n94 / text 2">
            <a:extLst xmlns:a="http://schemas.openxmlformats.org/drawingml/2006/main">
              <a:ext uri="{FF2B5EF4-FFF2-40B4-BE49-F238E27FC236}">
                <a16:creationId xmlns:a16="http://schemas.microsoft.com/office/drawing/2014/main" id="{4CA0D8CC-2EE8-4179-89DE-239BDBD20D8A}"/>
              </a:ext>
            </a:extLst>
          </p:cNvPr>
          <p:cNvSpPr>
            <a:spLocks xmlns:a="http://schemas.openxmlformats.org/drawingml/2006/main" noGrp="1"/>
          </p:cNvSpPr>
          <p:nvPr/>
        </p:nvSpPr>
        <p:spPr>
          <a:xfrm xmlns:a="http://schemas.openxmlformats.org/drawingml/2006/main">
            <a:off x="5286375" y="389953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원본 발췌 E20[27,52), 실제 전달 P20:</a:t>
            </a:r>
          </a:p>
        </p:txBody>
      </p:sp>
      <p:sp>
        <p:nvSpPr>
          <p:cNvPr id="130" name="dp45-comparison / n94 / text 3">
            <a:extLst xmlns:a="http://schemas.openxmlformats.org/drawingml/2006/main">
              <a:ext uri="{FF2B5EF4-FFF2-40B4-BE49-F238E27FC236}">
                <a16:creationId xmlns:a16="http://schemas.microsoft.com/office/drawing/2014/main" id="{1978804E-C4E9-4147-9592-5E257F63344A}"/>
              </a:ext>
            </a:extLst>
          </p:cNvPr>
          <p:cNvSpPr>
            <a:spLocks xmlns:a="http://schemas.openxmlformats.org/drawingml/2006/main" noGrp="1"/>
          </p:cNvSpPr>
          <p:nvPr/>
        </p:nvSpPr>
        <p:spPr>
          <a:xfrm xmlns:a="http://schemas.openxmlformats.org/drawingml/2006/main">
            <a:off x="5286375" y="403669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 유지보수 기간을</a:t>
            </a:r>
          </a:p>
        </p:txBody>
      </p:sp>
      <p:sp>
        <p:nvSpPr>
          <p:cNvPr id="131" name="dp45-comparison / n94 / text 4">
            <a:extLst xmlns:a="http://schemas.openxmlformats.org/drawingml/2006/main">
              <a:ext uri="{FF2B5EF4-FFF2-40B4-BE49-F238E27FC236}">
                <a16:creationId xmlns:a16="http://schemas.microsoft.com/office/drawing/2014/main" id="{192927F1-BA54-4E94-9C31-8A7708FA89B9}"/>
              </a:ext>
            </a:extLst>
          </p:cNvPr>
          <p:cNvSpPr>
            <a:spLocks xmlns:a="http://schemas.openxmlformats.org/drawingml/2006/main" noGrp="1"/>
          </p:cNvSpPr>
          <p:nvPr/>
        </p:nvSpPr>
        <p:spPr>
          <a:xfrm xmlns:a="http://schemas.openxmlformats.org/drawingml/2006/main">
            <a:off x="5286375" y="417385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우선합니다.”</a:t>
            </a:r>
          </a:p>
        </p:txBody>
      </p:sp>
      <p:sp>
        <p:nvSpPr>
          <p:cNvPr id="132" name="dp45-comparison / n94 / text 5">
            <a:extLst xmlns:a="http://schemas.openxmlformats.org/drawingml/2006/main">
              <a:ext uri="{FF2B5EF4-FFF2-40B4-BE49-F238E27FC236}">
                <a16:creationId xmlns:a16="http://schemas.microsoft.com/office/drawing/2014/main" id="{472BB7E5-42D1-40EE-B63C-235B30AF2BF3}"/>
              </a:ext>
            </a:extLst>
          </p:cNvPr>
          <p:cNvSpPr>
            <a:spLocks xmlns:a="http://schemas.openxmlformats.org/drawingml/2006/main" noGrp="1"/>
          </p:cNvSpPr>
          <p:nvPr/>
        </p:nvSpPr>
        <p:spPr>
          <a:xfrm xmlns:a="http://schemas.openxmlformats.org/drawingml/2006/main">
            <a:off x="5286375" y="431101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T21 → D21 개정 2 / T22 → D22 개정 1</a:t>
            </a:r>
          </a:p>
        </p:txBody>
      </p:sp>
      <p:sp>
        <p:nvSpPr>
          <p:cNvPr id="133" name="dp45-comparison / n94 / text 6">
            <a:extLst xmlns:a="http://schemas.openxmlformats.org/drawingml/2006/main">
              <a:ext uri="{FF2B5EF4-FFF2-40B4-BE49-F238E27FC236}">
                <a16:creationId xmlns:a16="http://schemas.microsoft.com/office/drawing/2014/main" id="{E3AEB611-9585-4DD7-A4BC-DFE98AC71902}"/>
              </a:ext>
            </a:extLst>
          </p:cNvPr>
          <p:cNvSpPr>
            <a:spLocks xmlns:a="http://schemas.openxmlformats.org/drawingml/2006/main" noGrp="1"/>
          </p:cNvSpPr>
          <p:nvPr/>
        </p:nvSpPr>
        <p:spPr>
          <a:xfrm xmlns:a="http://schemas.openxmlformats.org/drawingml/2006/main">
            <a:off x="5286375" y="4448175"/>
            <a:ext cx="34480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읽은 범위 / source revision / 누락 포함</a:t>
            </a:r>
          </a:p>
        </p:txBody>
      </p:sp>
      <p:sp>
        <p:nvSpPr>
          <p:cNvPr id="134" name="dp45-comparison / n95">
            <a:extLst xmlns:a="http://schemas.openxmlformats.org/drawingml/2006/main">
              <a:ext uri="{FF2B5EF4-FFF2-40B4-BE49-F238E27FC236}">
                <a16:creationId xmlns:a16="http://schemas.microsoft.com/office/drawing/2014/main" id="{7D8A411B-C900-4816-87B5-196BBE6AACAE}"/>
              </a:ext>
            </a:extLst>
          </p:cNvPr>
          <p:cNvSpPr>
            <a:spLocks xmlns:a="http://schemas.openxmlformats.org/drawingml/2006/main" noGrp="1"/>
          </p:cNvSpPr>
          <p:nvPr/>
        </p:nvSpPr>
        <p:spPr>
          <a:xfrm xmlns:a="http://schemas.openxmlformats.org/drawingml/2006/main">
            <a:off x="1838325" y="5734050"/>
            <a:ext cx="270738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5-comparison / n96 / text 1">
            <a:extLst xmlns:a="http://schemas.openxmlformats.org/drawingml/2006/main">
              <a:ext uri="{FF2B5EF4-FFF2-40B4-BE49-F238E27FC236}">
                <a16:creationId xmlns:a16="http://schemas.microsoft.com/office/drawing/2014/main" id="{B05936EB-9918-4DF6-9E6F-B19C0744F1F5}"/>
              </a:ext>
            </a:extLst>
          </p:cNvPr>
          <p:cNvSpPr>
            <a:spLocks xmlns:a="http://schemas.openxmlformats.org/drawingml/2006/main" noGrp="1"/>
          </p:cNvSpPr>
          <p:nvPr/>
        </p:nvSpPr>
        <p:spPr>
          <a:xfrm xmlns:a="http://schemas.openxmlformats.org/drawingml/2006/main">
            <a:off x="1857375" y="5743575"/>
            <a:ext cx="2762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cache는 선택 tactic / 이번 조회가 구성 책임</a:t>
            </a:r>
          </a:p>
        </p:txBody>
      </p:sp>
      <p:sp>
        <p:nvSpPr>
          <p:cNvPr id="136" name="dp45-comparison / n97">
            <a:extLst xmlns:a="http://schemas.openxmlformats.org/drawingml/2006/main">
              <a:ext uri="{FF2B5EF4-FFF2-40B4-BE49-F238E27FC236}">
                <a16:creationId xmlns:a16="http://schemas.microsoft.com/office/drawing/2014/main" id="{0B662218-79C3-46EB-8495-0263CB7F2041}"/>
              </a:ext>
            </a:extLst>
          </p:cNvPr>
          <p:cNvSpPr>
            <a:spLocks xmlns:a="http://schemas.openxmlformats.org/drawingml/2006/main" noGrp="1"/>
          </p:cNvSpPr>
          <p:nvPr/>
        </p:nvSpPr>
        <p:spPr>
          <a:xfrm xmlns:a="http://schemas.openxmlformats.org/drawingml/2006/main">
            <a:off x="5934075" y="5734050"/>
            <a:ext cx="25382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5-comparison / n98 / text 1">
            <a:extLst xmlns:a="http://schemas.openxmlformats.org/drawingml/2006/main">
              <a:ext uri="{FF2B5EF4-FFF2-40B4-BE49-F238E27FC236}">
                <a16:creationId xmlns:a16="http://schemas.microsoft.com/office/drawing/2014/main" id="{F7E29E9A-4F8D-493D-AA0D-F534C959A488}"/>
              </a:ext>
            </a:extLst>
          </p:cNvPr>
          <p:cNvSpPr>
            <a:spLocks xmlns:a="http://schemas.openxmlformats.org/drawingml/2006/main" noGrp="1"/>
          </p:cNvSpPr>
          <p:nvPr/>
        </p:nvSpPr>
        <p:spPr>
          <a:xfrm xmlns:a="http://schemas.openxmlformats.org/drawingml/2006/main">
            <a:off x="5953125" y="5743575"/>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요청 수명: 발췌 / 결과 참조 / 읽은 범위</a:t>
            </a:r>
          </a:p>
        </p:txBody>
      </p:sp>
      <p:sp>
        <p:nvSpPr>
          <p:cNvPr id="138" name="dp45-comparison / n99">
            <a:extLst xmlns:a="http://schemas.openxmlformats.org/drawingml/2006/main">
              <a:ext uri="{FF2B5EF4-FFF2-40B4-BE49-F238E27FC236}">
                <a16:creationId xmlns:a16="http://schemas.microsoft.com/office/drawing/2014/main" id="{85CC3C10-E06F-4687-A13A-B1F190C1A6E8}"/>
              </a:ext>
            </a:extLst>
          </p:cNvPr>
          <p:cNvSpPr>
            <a:spLocks xmlns:a="http://schemas.openxmlformats.org/drawingml/2006/main" noGrp="1"/>
          </p:cNvSpPr>
          <p:nvPr/>
        </p:nvSpPr>
        <p:spPr>
          <a:xfrm xmlns:a="http://schemas.openxmlformats.org/drawingml/2006/main">
            <a:off x="1838325" y="5991225"/>
            <a:ext cx="363664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5-comparison / n100 / text 1">
            <a:extLst xmlns:a="http://schemas.openxmlformats.org/drawingml/2006/main">
              <a:ext uri="{FF2B5EF4-FFF2-40B4-BE49-F238E27FC236}">
                <a16:creationId xmlns:a16="http://schemas.microsoft.com/office/drawing/2014/main" id="{44726877-E1C8-4D78-A5A2-9D4698033AD5}"/>
              </a:ext>
            </a:extLst>
          </p:cNvPr>
          <p:cNvSpPr>
            <a:spLocks xmlns:a="http://schemas.openxmlformats.org/drawingml/2006/main" noGrp="1"/>
          </p:cNvSpPr>
          <p:nvPr/>
        </p:nvSpPr>
        <p:spPr>
          <a:xfrm xmlns:a="http://schemas.openxmlformats.org/drawingml/2006/main">
            <a:off x="1857375" y="6000750"/>
            <a:ext cx="70008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정정 / 삭제 → 파생 버전 차단 → 원본 재검증 / 재조회</a:t>
            </a:r>
          </a:p>
        </p:txBody>
      </p:sp>
      <p:sp>
        <p:nvSpPr>
          <p:cNvPr id="140" name="dp45-comparison / n109">
            <a:extLst xmlns:a="http://schemas.openxmlformats.org/drawingml/2006/main">
              <a:ext uri="{FF2B5EF4-FFF2-40B4-BE49-F238E27FC236}">
                <a16:creationId xmlns:a16="http://schemas.microsoft.com/office/drawing/2014/main" id="{0C73DED2-1704-4CAE-9E81-1278BB7995FC}"/>
              </a:ext>
            </a:extLst>
          </p:cNvPr>
          <p:cNvSpPr>
            <a:spLocks xmlns:a="http://schemas.openxmlformats.org/drawingml/2006/main" noGrp="1"/>
          </p:cNvSpPr>
          <p:nvPr/>
        </p:nvSpPr>
        <p:spPr>
          <a:xfrm xmlns:a="http://schemas.openxmlformats.org/drawingml/2006/main">
            <a:off x="4695825" y="6496050"/>
            <a:ext cx="10820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1" name="dp45-comparison / n110 / text 1">
            <a:extLst xmlns:a="http://schemas.openxmlformats.org/drawingml/2006/main">
              <a:ext uri="{FF2B5EF4-FFF2-40B4-BE49-F238E27FC236}">
                <a16:creationId xmlns:a16="http://schemas.microsoft.com/office/drawing/2014/main" id="{3731D10D-3E56-4C65-8699-DD59AA28CE8C}"/>
              </a:ext>
            </a:extLst>
          </p:cNvPr>
          <p:cNvSpPr>
            <a:spLocks xmlns:a="http://schemas.openxmlformats.org/drawingml/2006/main" noGrp="1"/>
          </p:cNvSpPr>
          <p:nvPr/>
        </p:nvSpPr>
        <p:spPr>
          <a:xfrm xmlns:a="http://schemas.openxmlformats.org/drawingml/2006/main">
            <a:off x="4714875" y="6505575"/>
            <a:ext cx="1476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조건부 C-CONTEXT</a:t>
            </a:r>
          </a:p>
        </p:txBody>
      </p:sp>
      <p:sp>
        <p:nvSpPr>
          <p:cNvPr id="142" name="dp45-comparison / n111">
            <a:extLst xmlns:a="http://schemas.openxmlformats.org/drawingml/2006/main">
              <a:ext uri="{FF2B5EF4-FFF2-40B4-BE49-F238E27FC236}">
                <a16:creationId xmlns:a16="http://schemas.microsoft.com/office/drawing/2014/main" id="{94E95508-FD1D-447F-AAD1-0224292FD518}"/>
              </a:ext>
            </a:extLst>
          </p:cNvPr>
          <p:cNvSpPr>
            <a:spLocks xmlns:a="http://schemas.openxmlformats.org/drawingml/2006/main" noGrp="1"/>
          </p:cNvSpPr>
          <p:nvPr/>
        </p:nvSpPr>
        <p:spPr>
          <a:xfrm xmlns:a="http://schemas.openxmlformats.org/drawingml/2006/main">
            <a:off x="1647825" y="6819900"/>
            <a:ext cx="6166961" cy="13906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112 / text 1">
            <a:extLst xmlns:a="http://schemas.openxmlformats.org/drawingml/2006/main">
              <a:ext uri="{FF2B5EF4-FFF2-40B4-BE49-F238E27FC236}">
                <a16:creationId xmlns:a16="http://schemas.microsoft.com/office/drawing/2014/main" id="{4F2DF780-74D7-4D89-A58D-F9435CF45CF0}"/>
              </a:ext>
            </a:extLst>
          </p:cNvPr>
          <p:cNvSpPr>
            <a:spLocks xmlns:a="http://schemas.openxmlformats.org/drawingml/2006/main" noGrp="1"/>
          </p:cNvSpPr>
          <p:nvPr/>
        </p:nvSpPr>
        <p:spPr>
          <a:xfrm xmlns:a="http://schemas.openxmlformats.org/drawingml/2006/main">
            <a:off x="1666875" y="6829425"/>
            <a:ext cx="75247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Query1 {purpose:REQUEST_UNDERSTANDING, relation_kinds:[EXPLAINS_ITEM,HAS_RESULT], original_required:true}</a:t>
            </a:r>
          </a:p>
        </p:txBody>
      </p:sp>
      <p:sp>
        <p:nvSpPr>
          <p:cNvPr id="144" name="dp45-comparison / n119">
            <a:extLst xmlns:a="http://schemas.openxmlformats.org/drawingml/2006/main">
              <a:ext uri="{FF2B5EF4-FFF2-40B4-BE49-F238E27FC236}">
                <a16:creationId xmlns:a16="http://schemas.microsoft.com/office/drawing/2014/main" id="{843DDEC7-0C05-4318-91C3-90AF549353E1}"/>
              </a:ext>
            </a:extLst>
          </p:cNvPr>
          <p:cNvSpPr>
            <a:spLocks xmlns:a="http://schemas.openxmlformats.org/drawingml/2006/main" noGrp="1"/>
          </p:cNvSpPr>
          <p:nvPr/>
        </p:nvSpPr>
        <p:spPr>
          <a:xfrm xmlns:a="http://schemas.openxmlformats.org/drawingml/2006/main">
            <a:off x="4791075" y="6248400"/>
            <a:ext cx="279425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120 / text 1">
            <a:extLst xmlns:a="http://schemas.openxmlformats.org/drawingml/2006/main">
              <a:ext uri="{FF2B5EF4-FFF2-40B4-BE49-F238E27FC236}">
                <a16:creationId xmlns:a16="http://schemas.microsoft.com/office/drawing/2014/main" id="{1D99C09C-AB10-48ED-8460-6FBA0F3EB132}"/>
              </a:ext>
            </a:extLst>
          </p:cNvPr>
          <p:cNvSpPr>
            <a:spLocks xmlns:a="http://schemas.openxmlformats.org/drawingml/2006/main" noGrp="1"/>
          </p:cNvSpPr>
          <p:nvPr/>
        </p:nvSpPr>
        <p:spPr>
          <a:xfrm xmlns:a="http://schemas.openxmlformats.org/drawingml/2006/main">
            <a:off x="4810125" y="6257925"/>
            <a:ext cx="4191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Query1 → / ← Bundle1 + Receipt1 (PARTIAL)</a:t>
            </a:r>
          </a:p>
        </p:txBody>
      </p:sp>
      <p:sp>
        <p:nvSpPr>
          <p:cNvPr id="146" name="dp45-comparison / n122">
            <a:extLst xmlns:a="http://schemas.openxmlformats.org/drawingml/2006/main">
              <a:ext uri="{FF2B5EF4-FFF2-40B4-BE49-F238E27FC236}">
                <a16:creationId xmlns:a16="http://schemas.microsoft.com/office/drawing/2014/main" id="{F81B51AF-3ED4-490B-8ABE-03C43E6EA29D}"/>
              </a:ext>
            </a:extLst>
          </p:cNvPr>
          <p:cNvSpPr>
            <a:spLocks xmlns:a="http://schemas.openxmlformats.org/drawingml/2006/main" noGrp="1"/>
          </p:cNvSpPr>
          <p:nvPr/>
        </p:nvSpPr>
        <p:spPr>
          <a:xfrm xmlns:a="http://schemas.openxmlformats.org/drawingml/2006/main">
            <a:off x="4667250" y="7143750"/>
            <a:ext cx="133978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123 / text 1">
            <a:extLst xmlns:a="http://schemas.openxmlformats.org/drawingml/2006/main">
              <a:ext uri="{FF2B5EF4-FFF2-40B4-BE49-F238E27FC236}">
                <a16:creationId xmlns:a16="http://schemas.microsoft.com/office/drawing/2014/main" id="{AD1F9FFB-92C4-467B-ADD0-F54DF81BC975}"/>
              </a:ext>
            </a:extLst>
          </p:cNvPr>
          <p:cNvSpPr>
            <a:spLocks xmlns:a="http://schemas.openxmlformats.org/drawingml/2006/main" noGrp="1"/>
          </p:cNvSpPr>
          <p:nvPr/>
        </p:nvSpPr>
        <p:spPr>
          <a:xfrm xmlns:a="http://schemas.openxmlformats.org/drawingml/2006/main">
            <a:off x="4686300" y="7153275"/>
            <a:ext cx="15335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의미 제안 → 검증 / 채택</a:t>
            </a:r>
          </a:p>
        </p:txBody>
      </p:sp>
      <p:sp>
        <p:nvSpPr>
          <p:cNvPr id="148" name="dp45-comparison / n124">
            <a:extLst xmlns:a="http://schemas.openxmlformats.org/drawingml/2006/main">
              <a:ext uri="{FF2B5EF4-FFF2-40B4-BE49-F238E27FC236}">
                <a16:creationId xmlns:a16="http://schemas.microsoft.com/office/drawing/2014/main" id="{A5040666-021D-4E26-9BEE-698CEF4BA95B}"/>
              </a:ext>
            </a:extLst>
          </p:cNvPr>
          <p:cNvSpPr>
            <a:spLocks xmlns:a="http://schemas.openxmlformats.org/drawingml/2006/main" noGrp="1"/>
          </p:cNvSpPr>
          <p:nvPr/>
        </p:nvSpPr>
        <p:spPr>
          <a:xfrm xmlns:a="http://schemas.openxmlformats.org/drawingml/2006/main">
            <a:off x="9953625" y="2409825"/>
            <a:ext cx="27622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49" name="dp45-comparison / n125 / text 1">
            <a:extLst xmlns:a="http://schemas.openxmlformats.org/drawingml/2006/main">
              <a:ext uri="{FF2B5EF4-FFF2-40B4-BE49-F238E27FC236}">
                <a16:creationId xmlns:a16="http://schemas.microsoft.com/office/drawing/2014/main" id="{C9A6581C-A95D-43E9-B50E-585C157117BA}"/>
              </a:ext>
            </a:extLst>
          </p:cNvPr>
          <p:cNvSpPr>
            <a:spLocks xmlns:a="http://schemas.openxmlformats.org/drawingml/2006/main" noGrp="1"/>
          </p:cNvSpPr>
          <p:nvPr/>
        </p:nvSpPr>
        <p:spPr>
          <a:xfrm xmlns:a="http://schemas.openxmlformats.org/drawingml/2006/main">
            <a:off x="10039350" y="2446020"/>
            <a:ext cx="2590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Response Manager</a:t>
            </a:r>
          </a:p>
        </p:txBody>
      </p:sp>
      <p:sp>
        <p:nvSpPr>
          <p:cNvPr id="150" name="dp45-comparison / n126">
            <a:extLst xmlns:a="http://schemas.openxmlformats.org/drawingml/2006/main">
              <a:ext uri="{FF2B5EF4-FFF2-40B4-BE49-F238E27FC236}">
                <a16:creationId xmlns:a16="http://schemas.microsoft.com/office/drawing/2014/main" id="{6CFD0485-7B27-4372-9A47-88EB2BD5ECF7}"/>
              </a:ext>
            </a:extLst>
          </p:cNvPr>
          <p:cNvSpPr>
            <a:spLocks xmlns:a="http://schemas.openxmlformats.org/drawingml/2006/main" noGrp="1"/>
          </p:cNvSpPr>
          <p:nvPr/>
        </p:nvSpPr>
        <p:spPr>
          <a:xfrm xmlns:a="http://schemas.openxmlformats.org/drawingml/2006/main">
            <a:off x="14620875" y="2409825"/>
            <a:ext cx="285750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1" name="dp45-comparison / n127 / text 1">
            <a:extLst xmlns:a="http://schemas.openxmlformats.org/drawingml/2006/main">
              <a:ext uri="{FF2B5EF4-FFF2-40B4-BE49-F238E27FC236}">
                <a16:creationId xmlns:a16="http://schemas.microsoft.com/office/drawing/2014/main" id="{96B829E6-90FB-4D1E-9D24-A5C9DCAA9061}"/>
              </a:ext>
            </a:extLst>
          </p:cNvPr>
          <p:cNvSpPr>
            <a:spLocks xmlns:a="http://schemas.openxmlformats.org/drawingml/2006/main" noGrp="1"/>
          </p:cNvSpPr>
          <p:nvPr/>
        </p:nvSpPr>
        <p:spPr>
          <a:xfrm xmlns:a="http://schemas.openxmlformats.org/drawingml/2006/main">
            <a:off x="14706600" y="2446020"/>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52" name="dp45-comparison / n134">
            <a:extLst xmlns:a="http://schemas.openxmlformats.org/drawingml/2006/main">
              <a:ext uri="{FF2B5EF4-FFF2-40B4-BE49-F238E27FC236}">
                <a16:creationId xmlns:a16="http://schemas.microsoft.com/office/drawing/2014/main" id="{28025EF2-D43C-4F66-88F3-D594975ABFAC}"/>
              </a:ext>
            </a:extLst>
          </p:cNvPr>
          <p:cNvSpPr>
            <a:spLocks xmlns:a="http://schemas.openxmlformats.org/drawingml/2006/main" noGrp="1"/>
          </p:cNvSpPr>
          <p:nvPr/>
        </p:nvSpPr>
        <p:spPr>
          <a:xfrm xmlns:a="http://schemas.openxmlformats.org/drawingml/2006/main">
            <a:off x="9858375" y="3276600"/>
            <a:ext cx="7715250" cy="30289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53" name="dp45-comparison / n135 / text 1">
            <a:extLst xmlns:a="http://schemas.openxmlformats.org/drawingml/2006/main">
              <a:ext uri="{FF2B5EF4-FFF2-40B4-BE49-F238E27FC236}">
                <a16:creationId xmlns:a16="http://schemas.microsoft.com/office/drawing/2014/main" id="{E6FDB7C0-819E-4505-BC41-4D01C15F1D1E}"/>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54" name="dp45-comparison / n136">
            <a:extLst xmlns:a="http://schemas.openxmlformats.org/drawingml/2006/main">
              <a:ext uri="{FF2B5EF4-FFF2-40B4-BE49-F238E27FC236}">
                <a16:creationId xmlns:a16="http://schemas.microsoft.com/office/drawing/2014/main" id="{BD8A25EF-0D14-45EA-B574-1E8BD83270B9}"/>
              </a:ext>
            </a:extLst>
          </p:cNvPr>
          <p:cNvSpPr>
            <a:spLocks xmlns:a="http://schemas.openxmlformats.org/drawingml/2006/main" noGrp="1"/>
          </p:cNvSpPr>
          <p:nvPr/>
        </p:nvSpPr>
        <p:spPr>
          <a:xfrm xmlns:a="http://schemas.openxmlformats.org/drawingml/2006/main">
            <a:off x="10144125" y="3733800"/>
            <a:ext cx="2762250" cy="352425"/>
          </a:xfrm>
          <a:prstGeom xmlns:a="http://schemas.openxmlformats.org/drawingml/2006/main" prst="roundRect">
            <a:avLst>
              <a:gd name="adj" fmla="val 21622"/>
            </a:avLst>
          </a:prstGeom>
          <a:solidFill xmlns:a="http://schemas.openxmlformats.org/drawingml/2006/main">
            <a:srgbClr val="FFF0DD"/>
          </a:solidFill>
          <a:ln xmlns:a="http://schemas.openxmlformats.org/drawingml/2006/main" w="17145">
            <a:solidFill>
              <a:srgbClr val="B8753F"/>
            </a:solidFill>
            <a:prstDash val="solid"/>
          </a:ln>
        </p:spPr>
      </p:sp>
      <p:sp>
        <p:nvSpPr>
          <p:cNvPr id="155" name="dp45-comparison / n137 / text 1">
            <a:extLst xmlns:a="http://schemas.openxmlformats.org/drawingml/2006/main">
              <a:ext uri="{FF2B5EF4-FFF2-40B4-BE49-F238E27FC236}">
                <a16:creationId xmlns:a16="http://schemas.microsoft.com/office/drawing/2014/main" id="{0C8F2563-DF9B-4551-99CD-704F1D096D19}"/>
              </a:ext>
            </a:extLst>
          </p:cNvPr>
          <p:cNvSpPr>
            <a:spLocks xmlns:a="http://schemas.openxmlformats.org/drawingml/2006/main" noGrp="1"/>
          </p:cNvSpPr>
          <p:nvPr/>
        </p:nvSpPr>
        <p:spPr>
          <a:xfrm xmlns:a="http://schemas.openxmlformats.org/drawingml/2006/main">
            <a:off x="10229850" y="3792379"/>
            <a:ext cx="25908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56" name="dp45-comparison / n138">
            <a:extLst xmlns:a="http://schemas.openxmlformats.org/drawingml/2006/main">
              <a:ext uri="{FF2B5EF4-FFF2-40B4-BE49-F238E27FC236}">
                <a16:creationId xmlns:a16="http://schemas.microsoft.com/office/drawing/2014/main" id="{C685FBB3-C9F4-4A35-B72E-0276F3F4F70B}"/>
              </a:ext>
            </a:extLst>
          </p:cNvPr>
          <p:cNvSpPr>
            <a:spLocks xmlns:a="http://schemas.openxmlformats.org/drawingml/2006/main" noGrp="1"/>
          </p:cNvSpPr>
          <p:nvPr/>
        </p:nvSpPr>
        <p:spPr>
          <a:xfrm xmlns:a="http://schemas.openxmlformats.org/drawingml/2006/main">
            <a:off x="14239875" y="3733800"/>
            <a:ext cx="2952750" cy="4572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57" name="dp45-comparison / n139 / text 1">
            <a:extLst xmlns:a="http://schemas.openxmlformats.org/drawingml/2006/main">
              <a:ext uri="{FF2B5EF4-FFF2-40B4-BE49-F238E27FC236}">
                <a16:creationId xmlns:a16="http://schemas.microsoft.com/office/drawing/2014/main" id="{07F4DD00-6FBF-4E19-9FF0-1AEE197699CC}"/>
              </a:ext>
            </a:extLst>
          </p:cNvPr>
          <p:cNvSpPr>
            <a:spLocks xmlns:a="http://schemas.openxmlformats.org/drawingml/2006/main" noGrp="1"/>
          </p:cNvSpPr>
          <p:nvPr/>
        </p:nvSpPr>
        <p:spPr>
          <a:xfrm xmlns:a="http://schemas.openxmlformats.org/drawingml/2006/main">
            <a:off x="14325600" y="3895725"/>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58" name="dp45-comparison / n140">
            <a:extLst xmlns:a="http://schemas.openxmlformats.org/drawingml/2006/main">
              <a:ext uri="{FF2B5EF4-FFF2-40B4-BE49-F238E27FC236}">
                <a16:creationId xmlns:a16="http://schemas.microsoft.com/office/drawing/2014/main" id="{6388AD47-01F2-4320-AB61-56A309BED39A}"/>
              </a:ext>
            </a:extLst>
          </p:cNvPr>
          <p:cNvSpPr>
            <a:spLocks xmlns:a="http://schemas.openxmlformats.org/drawingml/2006/main" noGrp="1"/>
          </p:cNvSpPr>
          <p:nvPr/>
        </p:nvSpPr>
        <p:spPr>
          <a:xfrm xmlns:a="http://schemas.openxmlformats.org/drawingml/2006/main">
            <a:off x="10144125" y="5238750"/>
            <a:ext cx="2762250" cy="352425"/>
          </a:xfrm>
          <a:prstGeom xmlns:a="http://schemas.openxmlformats.org/drawingml/2006/main" prst="roundRect">
            <a:avLst>
              <a:gd name="adj" fmla="val 21622"/>
            </a:avLst>
          </a:prstGeom>
          <a:solidFill xmlns:a="http://schemas.openxmlformats.org/drawingml/2006/main">
            <a:srgbClr val="FFF0DD"/>
          </a:solidFill>
          <a:ln xmlns:a="http://schemas.openxmlformats.org/drawingml/2006/main" w="17145">
            <a:solidFill>
              <a:srgbClr val="B8753F"/>
            </a:solidFill>
            <a:prstDash val="solid"/>
          </a:ln>
        </p:spPr>
      </p:sp>
      <p:sp>
        <p:nvSpPr>
          <p:cNvPr id="159" name="dp45-comparison / n141 / text 1">
            <a:extLst xmlns:a="http://schemas.openxmlformats.org/drawingml/2006/main">
              <a:ext uri="{FF2B5EF4-FFF2-40B4-BE49-F238E27FC236}">
                <a16:creationId xmlns:a16="http://schemas.microsoft.com/office/drawing/2014/main" id="{9C9E948F-9E52-4D46-AC86-81F524B5D263}"/>
              </a:ext>
            </a:extLst>
          </p:cNvPr>
          <p:cNvSpPr>
            <a:spLocks xmlns:a="http://schemas.openxmlformats.org/drawingml/2006/main" noGrp="1"/>
          </p:cNvSpPr>
          <p:nvPr/>
        </p:nvSpPr>
        <p:spPr>
          <a:xfrm xmlns:a="http://schemas.openxmlformats.org/drawingml/2006/main">
            <a:off x="10229850" y="5297329"/>
            <a:ext cx="25908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60" name="dp45-comparison / n142">
            <a:extLst xmlns:a="http://schemas.openxmlformats.org/drawingml/2006/main">
              <a:ext uri="{FF2B5EF4-FFF2-40B4-BE49-F238E27FC236}">
                <a16:creationId xmlns:a16="http://schemas.microsoft.com/office/drawing/2014/main" id="{14061034-EDCA-461E-8EAE-CD4802F2073C}"/>
              </a:ext>
            </a:extLst>
          </p:cNvPr>
          <p:cNvSpPr>
            <a:spLocks xmlns:a="http://schemas.openxmlformats.org/drawingml/2006/main" noGrp="1"/>
          </p:cNvSpPr>
          <p:nvPr/>
        </p:nvSpPr>
        <p:spPr>
          <a:xfrm xmlns:a="http://schemas.openxmlformats.org/drawingml/2006/main">
            <a:off x="14239875" y="5238750"/>
            <a:ext cx="2952750" cy="40957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61" name="dp45-comparison / n143 / text 1">
            <a:extLst xmlns:a="http://schemas.openxmlformats.org/drawingml/2006/main">
              <a:ext uri="{FF2B5EF4-FFF2-40B4-BE49-F238E27FC236}">
                <a16:creationId xmlns:a16="http://schemas.microsoft.com/office/drawing/2014/main" id="{2056CB8F-24E3-4D3A-ABFB-26BC44D0EEFD}"/>
              </a:ext>
            </a:extLst>
          </p:cNvPr>
          <p:cNvSpPr>
            <a:spLocks xmlns:a="http://schemas.openxmlformats.org/drawingml/2006/main" noGrp="1"/>
          </p:cNvSpPr>
          <p:nvPr/>
        </p:nvSpPr>
        <p:spPr>
          <a:xfrm xmlns:a="http://schemas.openxmlformats.org/drawingml/2006/main">
            <a:off x="14325600" y="5400675"/>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Coverage State</a:t>
            </a:r>
          </a:p>
        </p:txBody>
      </p:sp>
      <p:sp>
        <p:nvSpPr>
          <p:cNvPr id="162" name="dp45-comparison / n144 / path">
            <a:extLst xmlns:a="http://schemas.openxmlformats.org/drawingml/2006/main">
              <a:ext uri="{FF2B5EF4-FFF2-40B4-BE49-F238E27FC236}">
                <a16:creationId xmlns:a16="http://schemas.microsoft.com/office/drawing/2014/main" id="{9B79A271-B0A0-457C-AB2F-4E565617FA9B}"/>
              </a:ext>
            </a:extLst>
          </p:cNvPr>
          <p:cNvSpPr>
            <a:spLocks xmlns:a="http://schemas.openxmlformats.org/drawingml/2006/main" noGrp="1"/>
          </p:cNvSpPr>
          <p:nvPr/>
        </p:nvSpPr>
        <p:spPr>
          <a:xfrm xmlns:a="http://schemas.openxmlformats.org/drawingml/2006/main">
            <a:off x="11220450" y="2705100"/>
            <a:ext cx="1143000" cy="1028700"/>
          </a:xfrm>
          <a:custGeom xmlns:a="http://schemas.openxmlformats.org/drawingml/2006/main">
            <a:pathLst>
              <a:path w="1143000" h="1028700">
                <a:moveTo>
                  <a:pt x="0" y="0"/>
                </a:moveTo>
                <a:lnTo>
                  <a:pt x="0" y="447675"/>
                </a:lnTo>
                <a:lnTo>
                  <a:pt x="1143000" y="447675"/>
                </a:lnTo>
                <a:lnTo>
                  <a:pt x="1143000" y="1028700"/>
                </a:lnTo>
              </a:path>
            </a:pathLst>
          </a:custGeom>
          <a:noFill xmlns:a="http://schemas.openxmlformats.org/drawingml/2006/main"/>
          <a:ln xmlns:a="http://schemas.openxmlformats.org/drawingml/2006/main" w="10478">
            <a:solidFill>
              <a:srgbClr val="000000"/>
            </a:solidFill>
            <a:prstDash val="solid"/>
          </a:ln>
        </p:spPr>
      </p:sp>
      <p:sp>
        <p:nvSpPr>
          <p:cNvPr id="163" name="dp45-comparison / n144 / arrow">
            <a:extLst xmlns:a="http://schemas.openxmlformats.org/drawingml/2006/main">
              <a:ext uri="{FF2B5EF4-FFF2-40B4-BE49-F238E27FC236}">
                <a16:creationId xmlns:a16="http://schemas.microsoft.com/office/drawing/2014/main" id="{DCD7C0AD-18B0-4625-93C7-FD2079829A67}"/>
              </a:ext>
            </a:extLst>
          </p:cNvPr>
          <p:cNvSpPr>
            <a:spLocks xmlns:a="http://schemas.openxmlformats.org/drawingml/2006/main" noGrp="1"/>
          </p:cNvSpPr>
          <p:nvPr/>
        </p:nvSpPr>
        <p:spPr>
          <a:xfrm xmlns:a="http://schemas.openxmlformats.org/drawingml/2006/main">
            <a:off x="123299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4" name="dp45-comparison / n145 / path">
            <a:extLst xmlns:a="http://schemas.openxmlformats.org/drawingml/2006/main">
              <a:ext uri="{FF2B5EF4-FFF2-40B4-BE49-F238E27FC236}">
                <a16:creationId xmlns:a16="http://schemas.microsoft.com/office/drawing/2014/main" id="{AA0DB6AD-640D-4AAB-B69B-13CCF95CE1EC}"/>
              </a:ext>
            </a:extLst>
          </p:cNvPr>
          <p:cNvSpPr>
            <a:spLocks xmlns:a="http://schemas.openxmlformats.org/drawingml/2006/main" noGrp="1"/>
          </p:cNvSpPr>
          <p:nvPr/>
        </p:nvSpPr>
        <p:spPr>
          <a:xfrm xmlns:a="http://schemas.openxmlformats.org/drawingml/2006/main">
            <a:off x="11277600" y="2705100"/>
            <a:ext cx="1143000" cy="1028700"/>
          </a:xfrm>
          <a:custGeom xmlns:a="http://schemas.openxmlformats.org/drawingml/2006/main">
            <a:pathLst>
              <a:path w="1143000" h="1028700">
                <a:moveTo>
                  <a:pt x="1143000" y="1028700"/>
                </a:moveTo>
                <a:lnTo>
                  <a:pt x="1143000" y="504825"/>
                </a:lnTo>
                <a:lnTo>
                  <a:pt x="0" y="504825"/>
                </a:lnTo>
                <a:lnTo>
                  <a:pt x="0" y="0"/>
                </a:lnTo>
              </a:path>
            </a:pathLst>
          </a:custGeom>
          <a:noFill xmlns:a="http://schemas.openxmlformats.org/drawingml/2006/main"/>
          <a:ln xmlns:a="http://schemas.openxmlformats.org/drawingml/2006/main" w="10478">
            <a:solidFill>
              <a:srgbClr val="000000"/>
            </a:solidFill>
            <a:prstDash val="dash"/>
          </a:ln>
        </p:spPr>
      </p:sp>
      <p:sp>
        <p:nvSpPr>
          <p:cNvPr id="165" name="dp45-comparison / n145 / arrow">
            <a:extLst xmlns:a="http://schemas.openxmlformats.org/drawingml/2006/main">
              <a:ext uri="{FF2B5EF4-FFF2-40B4-BE49-F238E27FC236}">
                <a16:creationId xmlns:a16="http://schemas.microsoft.com/office/drawing/2014/main" id="{377FC17C-6253-47CF-B55C-9E2B48C56EC6}"/>
              </a:ext>
            </a:extLst>
          </p:cNvPr>
          <p:cNvSpPr>
            <a:spLocks xmlns:a="http://schemas.openxmlformats.org/drawingml/2006/main" noGrp="1"/>
          </p:cNvSpPr>
          <p:nvPr/>
        </p:nvSpPr>
        <p:spPr>
          <a:xfrm xmlns:a="http://schemas.openxmlformats.org/drawingml/2006/main">
            <a:off x="11244072"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66" name="dp45-comparison / n146 / path">
            <a:extLst xmlns:a="http://schemas.openxmlformats.org/drawingml/2006/main">
              <a:ext uri="{FF2B5EF4-FFF2-40B4-BE49-F238E27FC236}">
                <a16:creationId xmlns:a16="http://schemas.microsoft.com/office/drawing/2014/main" id="{FAAD3628-3777-4896-8E52-CB14E0E45AE7}"/>
              </a:ext>
            </a:extLst>
          </p:cNvPr>
          <p:cNvSpPr>
            <a:spLocks xmlns:a="http://schemas.openxmlformats.org/drawingml/2006/main" noGrp="1"/>
          </p:cNvSpPr>
          <p:nvPr/>
        </p:nvSpPr>
        <p:spPr>
          <a:xfrm xmlns:a="http://schemas.openxmlformats.org/drawingml/2006/main">
            <a:off x="12592050" y="2705100"/>
            <a:ext cx="3571875" cy="1028700"/>
          </a:xfrm>
          <a:custGeom xmlns:a="http://schemas.openxmlformats.org/drawingml/2006/main">
            <a:pathLst>
              <a:path w="3571875" h="1028700">
                <a:moveTo>
                  <a:pt x="3571875" y="0"/>
                </a:moveTo>
                <a:lnTo>
                  <a:pt x="3571875" y="447675"/>
                </a:lnTo>
                <a:lnTo>
                  <a:pt x="0" y="447675"/>
                </a:lnTo>
                <a:lnTo>
                  <a:pt x="0" y="1028700"/>
                </a:lnTo>
              </a:path>
            </a:pathLst>
          </a:custGeom>
          <a:noFill xmlns:a="http://schemas.openxmlformats.org/drawingml/2006/main"/>
          <a:ln xmlns:a="http://schemas.openxmlformats.org/drawingml/2006/main" w="10478">
            <a:solidFill>
              <a:srgbClr val="000000"/>
            </a:solidFill>
            <a:prstDash val="solid"/>
          </a:ln>
        </p:spPr>
      </p:sp>
      <p:sp>
        <p:nvSpPr>
          <p:cNvPr id="167" name="dp45-comparison / n146 / arrow">
            <a:extLst xmlns:a="http://schemas.openxmlformats.org/drawingml/2006/main">
              <a:ext uri="{FF2B5EF4-FFF2-40B4-BE49-F238E27FC236}">
                <a16:creationId xmlns:a16="http://schemas.microsoft.com/office/drawing/2014/main" id="{6CE7C4F1-34B6-462C-A2E9-BE4796812484}"/>
              </a:ext>
            </a:extLst>
          </p:cNvPr>
          <p:cNvSpPr>
            <a:spLocks xmlns:a="http://schemas.openxmlformats.org/drawingml/2006/main" noGrp="1"/>
          </p:cNvSpPr>
          <p:nvPr/>
        </p:nvSpPr>
        <p:spPr>
          <a:xfrm xmlns:a="http://schemas.openxmlformats.org/drawingml/2006/main">
            <a:off x="12558522" y="3666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68" name="dp45-comparison / n147 / path">
            <a:extLst xmlns:a="http://schemas.openxmlformats.org/drawingml/2006/main">
              <a:ext uri="{FF2B5EF4-FFF2-40B4-BE49-F238E27FC236}">
                <a16:creationId xmlns:a16="http://schemas.microsoft.com/office/drawing/2014/main" id="{1B528C89-9962-421D-8769-312FC7A29CAC}"/>
              </a:ext>
            </a:extLst>
          </p:cNvPr>
          <p:cNvSpPr>
            <a:spLocks xmlns:a="http://schemas.openxmlformats.org/drawingml/2006/main" noGrp="1"/>
          </p:cNvSpPr>
          <p:nvPr/>
        </p:nvSpPr>
        <p:spPr>
          <a:xfrm xmlns:a="http://schemas.openxmlformats.org/drawingml/2006/main">
            <a:off x="12649200" y="2705100"/>
            <a:ext cx="3571875" cy="1028700"/>
          </a:xfrm>
          <a:custGeom xmlns:a="http://schemas.openxmlformats.org/drawingml/2006/main">
            <a:pathLst>
              <a:path w="3571875" h="1028700">
                <a:moveTo>
                  <a:pt x="0" y="1028700"/>
                </a:moveTo>
                <a:lnTo>
                  <a:pt x="0" y="504825"/>
                </a:lnTo>
                <a:lnTo>
                  <a:pt x="3571875" y="504825"/>
                </a:lnTo>
                <a:lnTo>
                  <a:pt x="3571875" y="0"/>
                </a:lnTo>
              </a:path>
            </a:pathLst>
          </a:custGeom>
          <a:noFill xmlns:a="http://schemas.openxmlformats.org/drawingml/2006/main"/>
          <a:ln xmlns:a="http://schemas.openxmlformats.org/drawingml/2006/main" w="10478">
            <a:solidFill>
              <a:srgbClr val="000000"/>
            </a:solidFill>
            <a:prstDash val="dash"/>
          </a:ln>
        </p:spPr>
      </p:sp>
      <p:sp>
        <p:nvSpPr>
          <p:cNvPr id="169" name="dp45-comparison / n147 / arrow">
            <a:extLst xmlns:a="http://schemas.openxmlformats.org/drawingml/2006/main">
              <a:ext uri="{FF2B5EF4-FFF2-40B4-BE49-F238E27FC236}">
                <a16:creationId xmlns:a16="http://schemas.microsoft.com/office/drawing/2014/main" id="{E844376A-9C14-451E-99AC-F06855CB2F65}"/>
              </a:ext>
            </a:extLst>
          </p:cNvPr>
          <p:cNvSpPr>
            <a:spLocks xmlns:a="http://schemas.openxmlformats.org/drawingml/2006/main" noGrp="1"/>
          </p:cNvSpPr>
          <p:nvPr/>
        </p:nvSpPr>
        <p:spPr>
          <a:xfrm xmlns:a="http://schemas.openxmlformats.org/drawingml/2006/main">
            <a:off x="16187547"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70" name="dp45-comparison / n150 / path">
            <a:extLst xmlns:a="http://schemas.openxmlformats.org/drawingml/2006/main">
              <a:ext uri="{FF2B5EF4-FFF2-40B4-BE49-F238E27FC236}">
                <a16:creationId xmlns:a16="http://schemas.microsoft.com/office/drawing/2014/main" id="{A349D558-A69D-42BF-AF57-A8B486B87C4A}"/>
              </a:ext>
            </a:extLst>
          </p:cNvPr>
          <p:cNvSpPr>
            <a:spLocks xmlns:a="http://schemas.openxmlformats.org/drawingml/2006/main" noGrp="1"/>
          </p:cNvSpPr>
          <p:nvPr/>
        </p:nvSpPr>
        <p:spPr>
          <a:xfrm xmlns:a="http://schemas.openxmlformats.org/drawingml/2006/main">
            <a:off x="12906375" y="3843338"/>
            <a:ext cx="1333500" cy="4763"/>
          </a:xfrm>
          <a:custGeom xmlns:a="http://schemas.openxmlformats.org/drawingml/2006/main">
            <a:pathLst>
              <a:path w="1333500" h="4763">
                <a:moveTo>
                  <a:pt x="0" y="0"/>
                </a:moveTo>
                <a:lnTo>
                  <a:pt x="1333500" y="4763"/>
                </a:lnTo>
              </a:path>
            </a:pathLst>
          </a:custGeom>
          <a:noFill xmlns:a="http://schemas.openxmlformats.org/drawingml/2006/main"/>
          <a:ln xmlns:a="http://schemas.openxmlformats.org/drawingml/2006/main" w="10478">
            <a:solidFill>
              <a:srgbClr val="000000"/>
            </a:solidFill>
            <a:prstDash val="solid"/>
          </a:ln>
        </p:spPr>
      </p:sp>
      <p:sp>
        <p:nvSpPr>
          <p:cNvPr id="171" name="dp45-comparison / n150 / arrow">
            <a:extLst xmlns:a="http://schemas.openxmlformats.org/drawingml/2006/main">
              <a:ext uri="{FF2B5EF4-FFF2-40B4-BE49-F238E27FC236}">
                <a16:creationId xmlns:a16="http://schemas.microsoft.com/office/drawing/2014/main" id="{C1BCA46C-D0E9-4A3C-9A5C-E5056FD93101}"/>
              </a:ext>
            </a:extLst>
          </p:cNvPr>
          <p:cNvSpPr>
            <a:spLocks xmlns:a="http://schemas.openxmlformats.org/drawingml/2006/main" noGrp="1"/>
          </p:cNvSpPr>
          <p:nvPr/>
        </p:nvSpPr>
        <p:spPr>
          <a:xfrm xmlns:a="http://schemas.openxmlformats.org/drawingml/2006/main">
            <a:off x="14172700" y="3814333"/>
            <a:ext cx="67175" cy="67056"/>
          </a:xfrm>
          <a:custGeom xmlns:a="http://schemas.openxmlformats.org/drawingml/2006/main">
            <a:pathLst>
              <a:path w="67175" h="67056">
                <a:moveTo>
                  <a:pt x="0" y="67056"/>
                </a:moveTo>
                <a:lnTo>
                  <a:pt x="67175" y="33767"/>
                </a:lnTo>
                <a:lnTo>
                  <a:pt x="239" y="0"/>
                </a:lnTo>
              </a:path>
            </a:pathLst>
          </a:custGeom>
          <a:noFill xmlns:a="http://schemas.openxmlformats.org/drawingml/2006/main"/>
          <a:ln xmlns:a="http://schemas.openxmlformats.org/drawingml/2006/main" w="13411">
            <a:solidFill>
              <a:srgbClr val="000000"/>
            </a:solidFill>
            <a:prstDash val="solid"/>
          </a:ln>
        </p:spPr>
      </p:sp>
      <p:sp>
        <p:nvSpPr>
          <p:cNvPr id="172" name="dp45-comparison / n153 / path">
            <a:extLst xmlns:a="http://schemas.openxmlformats.org/drawingml/2006/main">
              <a:ext uri="{FF2B5EF4-FFF2-40B4-BE49-F238E27FC236}">
                <a16:creationId xmlns:a16="http://schemas.microsoft.com/office/drawing/2014/main" id="{856CB38D-0468-4B61-B750-32C4AB98E125}"/>
              </a:ext>
            </a:extLst>
          </p:cNvPr>
          <p:cNvSpPr>
            <a:spLocks xmlns:a="http://schemas.openxmlformats.org/drawingml/2006/main" noGrp="1"/>
          </p:cNvSpPr>
          <p:nvPr/>
        </p:nvSpPr>
        <p:spPr>
          <a:xfrm xmlns:a="http://schemas.openxmlformats.org/drawingml/2006/main">
            <a:off x="12906375" y="3995738"/>
            <a:ext cx="1333500" cy="1362075"/>
          </a:xfrm>
          <a:custGeom xmlns:a="http://schemas.openxmlformats.org/drawingml/2006/main">
            <a:pathLst>
              <a:path w="1333500" h="1362075">
                <a:moveTo>
                  <a:pt x="0" y="0"/>
                </a:moveTo>
                <a:lnTo>
                  <a:pt x="1143000" y="0"/>
                </a:lnTo>
                <a:lnTo>
                  <a:pt x="1143000" y="1362075"/>
                </a:lnTo>
                <a:lnTo>
                  <a:pt x="1333500" y="1362075"/>
                </a:lnTo>
              </a:path>
            </a:pathLst>
          </a:custGeom>
          <a:noFill xmlns:a="http://schemas.openxmlformats.org/drawingml/2006/main"/>
          <a:ln xmlns:a="http://schemas.openxmlformats.org/drawingml/2006/main" w="10478">
            <a:solidFill>
              <a:srgbClr val="000000"/>
            </a:solidFill>
            <a:prstDash val="solid"/>
          </a:ln>
        </p:spPr>
      </p:sp>
      <p:sp>
        <p:nvSpPr>
          <p:cNvPr id="173" name="dp45-comparison / n153 / arrow">
            <a:extLst xmlns:a="http://schemas.openxmlformats.org/drawingml/2006/main">
              <a:ext uri="{FF2B5EF4-FFF2-40B4-BE49-F238E27FC236}">
                <a16:creationId xmlns:a16="http://schemas.microsoft.com/office/drawing/2014/main" id="{B346F551-61BD-42E9-A79F-9577B6FAC103}"/>
              </a:ext>
            </a:extLst>
          </p:cNvPr>
          <p:cNvSpPr>
            <a:spLocks xmlns:a="http://schemas.openxmlformats.org/drawingml/2006/main" noGrp="1"/>
          </p:cNvSpPr>
          <p:nvPr/>
        </p:nvSpPr>
        <p:spPr>
          <a:xfrm xmlns:a="http://schemas.openxmlformats.org/drawingml/2006/main">
            <a:off x="14172819" y="53242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74" name="dp45-comparison / n156 / path">
            <a:extLst xmlns:a="http://schemas.openxmlformats.org/drawingml/2006/main">
              <a:ext uri="{FF2B5EF4-FFF2-40B4-BE49-F238E27FC236}">
                <a16:creationId xmlns:a16="http://schemas.microsoft.com/office/drawing/2014/main" id="{B154DEDE-6E34-4BFA-9C94-384D529F6FC2}"/>
              </a:ext>
            </a:extLst>
          </p:cNvPr>
          <p:cNvSpPr>
            <a:spLocks xmlns:a="http://schemas.openxmlformats.org/drawingml/2006/main" noGrp="1"/>
          </p:cNvSpPr>
          <p:nvPr/>
        </p:nvSpPr>
        <p:spPr>
          <a:xfrm xmlns:a="http://schemas.openxmlformats.org/drawingml/2006/main">
            <a:off x="12906375" y="4191000"/>
            <a:ext cx="2809875" cy="1128713"/>
          </a:xfrm>
          <a:custGeom xmlns:a="http://schemas.openxmlformats.org/drawingml/2006/main">
            <a:pathLst>
              <a:path w="2809875" h="1128713">
                <a:moveTo>
                  <a:pt x="0" y="1128713"/>
                </a:moveTo>
                <a:lnTo>
                  <a:pt x="666750" y="1128713"/>
                </a:lnTo>
                <a:lnTo>
                  <a:pt x="666750" y="57150"/>
                </a:lnTo>
                <a:lnTo>
                  <a:pt x="2809875" y="57150"/>
                </a:lnTo>
                <a:lnTo>
                  <a:pt x="2809875" y="0"/>
                </a:lnTo>
              </a:path>
            </a:pathLst>
          </a:custGeom>
          <a:noFill xmlns:a="http://schemas.openxmlformats.org/drawingml/2006/main"/>
          <a:ln xmlns:a="http://schemas.openxmlformats.org/drawingml/2006/main" w="10478">
            <a:solidFill>
              <a:srgbClr val="000000"/>
            </a:solidFill>
            <a:prstDash val="solid"/>
          </a:ln>
        </p:spPr>
      </p:sp>
      <p:sp>
        <p:nvSpPr>
          <p:cNvPr id="175" name="dp45-comparison / n156 / arrow">
            <a:extLst xmlns:a="http://schemas.openxmlformats.org/drawingml/2006/main">
              <a:ext uri="{FF2B5EF4-FFF2-40B4-BE49-F238E27FC236}">
                <a16:creationId xmlns:a16="http://schemas.microsoft.com/office/drawing/2014/main" id="{627F5BF5-DA2A-4E39-B4A4-6DCE87800EE1}"/>
              </a:ext>
            </a:extLst>
          </p:cNvPr>
          <p:cNvSpPr>
            <a:spLocks xmlns:a="http://schemas.openxmlformats.org/drawingml/2006/main" noGrp="1"/>
          </p:cNvSpPr>
          <p:nvPr/>
        </p:nvSpPr>
        <p:spPr>
          <a:xfrm xmlns:a="http://schemas.openxmlformats.org/drawingml/2006/main">
            <a:off x="15682722" y="41910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76" name="dp45-comparison / n157 / path">
            <a:extLst xmlns:a="http://schemas.openxmlformats.org/drawingml/2006/main">
              <a:ext uri="{FF2B5EF4-FFF2-40B4-BE49-F238E27FC236}">
                <a16:creationId xmlns:a16="http://schemas.microsoft.com/office/drawing/2014/main" id="{A9184B8B-05E0-49BA-95E0-59B079892F78}"/>
              </a:ext>
            </a:extLst>
          </p:cNvPr>
          <p:cNvSpPr>
            <a:spLocks xmlns:a="http://schemas.openxmlformats.org/drawingml/2006/main" noGrp="1"/>
          </p:cNvSpPr>
          <p:nvPr/>
        </p:nvSpPr>
        <p:spPr>
          <a:xfrm xmlns:a="http://schemas.openxmlformats.org/drawingml/2006/main">
            <a:off x="12906375" y="4191000"/>
            <a:ext cx="2952750" cy="1252538"/>
          </a:xfrm>
          <a:custGeom xmlns:a="http://schemas.openxmlformats.org/drawingml/2006/main">
            <a:pathLst>
              <a:path w="2952750" h="1252538">
                <a:moveTo>
                  <a:pt x="2952750" y="0"/>
                </a:moveTo>
                <a:lnTo>
                  <a:pt x="2952750" y="85725"/>
                </a:lnTo>
                <a:lnTo>
                  <a:pt x="762000" y="85725"/>
                </a:lnTo>
                <a:lnTo>
                  <a:pt x="762000" y="1252538"/>
                </a:lnTo>
                <a:lnTo>
                  <a:pt x="0" y="1252538"/>
                </a:lnTo>
              </a:path>
            </a:pathLst>
          </a:custGeom>
          <a:noFill xmlns:a="http://schemas.openxmlformats.org/drawingml/2006/main"/>
          <a:ln xmlns:a="http://schemas.openxmlformats.org/drawingml/2006/main" w="10478">
            <a:solidFill>
              <a:srgbClr val="000000"/>
            </a:solidFill>
            <a:prstDash val="dash"/>
          </a:ln>
        </p:spPr>
      </p:sp>
      <p:sp>
        <p:nvSpPr>
          <p:cNvPr id="177" name="dp45-comparison / n157 / arrow">
            <a:extLst xmlns:a="http://schemas.openxmlformats.org/drawingml/2006/main">
              <a:ext uri="{FF2B5EF4-FFF2-40B4-BE49-F238E27FC236}">
                <a16:creationId xmlns:a16="http://schemas.microsoft.com/office/drawing/2014/main" id="{3DFB3625-DA7B-44C1-BF14-F9C1BE376A75}"/>
              </a:ext>
            </a:extLst>
          </p:cNvPr>
          <p:cNvSpPr>
            <a:spLocks xmlns:a="http://schemas.openxmlformats.org/drawingml/2006/main" noGrp="1"/>
          </p:cNvSpPr>
          <p:nvPr/>
        </p:nvSpPr>
        <p:spPr>
          <a:xfrm xmlns:a="http://schemas.openxmlformats.org/drawingml/2006/main">
            <a:off x="12906375" y="54100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78" name="dp45-comparison / n158 / path">
            <a:extLst xmlns:a="http://schemas.openxmlformats.org/drawingml/2006/main">
              <a:ext uri="{FF2B5EF4-FFF2-40B4-BE49-F238E27FC236}">
                <a16:creationId xmlns:a16="http://schemas.microsoft.com/office/drawing/2014/main" id="{E3861460-6063-4A9E-93B5-5A09046F118A}"/>
              </a:ext>
            </a:extLst>
          </p:cNvPr>
          <p:cNvSpPr>
            <a:spLocks xmlns:a="http://schemas.openxmlformats.org/drawingml/2006/main" noGrp="1"/>
          </p:cNvSpPr>
          <p:nvPr/>
        </p:nvSpPr>
        <p:spPr>
          <a:xfrm xmlns:a="http://schemas.openxmlformats.org/drawingml/2006/main">
            <a:off x="12906375" y="5529263"/>
            <a:ext cx="1333500" cy="9525"/>
          </a:xfrm>
          <a:custGeom xmlns:a="http://schemas.openxmlformats.org/drawingml/2006/main">
            <a:pathLst>
              <a:path w="1333500" h="9525">
                <a:moveTo>
                  <a:pt x="1333500" y="0"/>
                </a:moveTo>
                <a:lnTo>
                  <a:pt x="0" y="9525"/>
                </a:lnTo>
              </a:path>
            </a:pathLst>
          </a:custGeom>
          <a:noFill xmlns:a="http://schemas.openxmlformats.org/drawingml/2006/main"/>
          <a:ln xmlns:a="http://schemas.openxmlformats.org/drawingml/2006/main" w="10478">
            <a:solidFill>
              <a:srgbClr val="000000"/>
            </a:solidFill>
            <a:prstDash val="dash"/>
          </a:ln>
        </p:spPr>
      </p:sp>
      <p:sp>
        <p:nvSpPr>
          <p:cNvPr id="179" name="dp45-comparison / n158 / arrow">
            <a:extLst xmlns:a="http://schemas.openxmlformats.org/drawingml/2006/main">
              <a:ext uri="{FF2B5EF4-FFF2-40B4-BE49-F238E27FC236}">
                <a16:creationId xmlns:a16="http://schemas.microsoft.com/office/drawing/2014/main" id="{BF4975D7-FEF8-4E02-AD73-B7EBE0BEDEEF}"/>
              </a:ext>
            </a:extLst>
          </p:cNvPr>
          <p:cNvSpPr>
            <a:spLocks xmlns:a="http://schemas.openxmlformats.org/drawingml/2006/main" noGrp="1"/>
          </p:cNvSpPr>
          <p:nvPr/>
        </p:nvSpPr>
        <p:spPr>
          <a:xfrm xmlns:a="http://schemas.openxmlformats.org/drawingml/2006/main">
            <a:off x="12906375" y="5504781"/>
            <a:ext cx="67294" cy="67054"/>
          </a:xfrm>
          <a:custGeom xmlns:a="http://schemas.openxmlformats.org/drawingml/2006/main">
            <a:pathLst>
              <a:path w="67294" h="67054">
                <a:moveTo>
                  <a:pt x="66815" y="0"/>
                </a:moveTo>
                <a:lnTo>
                  <a:pt x="0" y="34006"/>
                </a:lnTo>
                <a:lnTo>
                  <a:pt x="67294" y="67054"/>
                </a:lnTo>
              </a:path>
            </a:pathLst>
          </a:custGeom>
          <a:noFill xmlns:a="http://schemas.openxmlformats.org/drawingml/2006/main"/>
          <a:ln xmlns:a="http://schemas.openxmlformats.org/drawingml/2006/main" w="13411">
            <a:solidFill>
              <a:srgbClr val="000000"/>
            </a:solidFill>
            <a:prstDash val="solid"/>
          </a:ln>
        </p:spPr>
      </p:sp>
      <p:sp>
        <p:nvSpPr>
          <p:cNvPr id="180" name="dp45-comparison / n159 / path">
            <a:extLst xmlns:a="http://schemas.openxmlformats.org/drawingml/2006/main">
              <a:ext uri="{FF2B5EF4-FFF2-40B4-BE49-F238E27FC236}">
                <a16:creationId xmlns:a16="http://schemas.microsoft.com/office/drawing/2014/main" id="{1D4D87B6-D1B3-45D2-8CDC-1AC8040A09A0}"/>
              </a:ext>
            </a:extLst>
          </p:cNvPr>
          <p:cNvSpPr>
            <a:spLocks xmlns:a="http://schemas.openxmlformats.org/drawingml/2006/main" noGrp="1"/>
          </p:cNvSpPr>
          <p:nvPr/>
        </p:nvSpPr>
        <p:spPr>
          <a:xfrm xmlns:a="http://schemas.openxmlformats.org/drawingml/2006/main">
            <a:off x="11258550" y="4086225"/>
            <a:ext cx="953" cy="1152525"/>
          </a:xfrm>
          <a:custGeom xmlns:a="http://schemas.openxmlformats.org/drawingml/2006/main">
            <a:pathLst>
              <a:path w="953" h="1152525">
                <a:moveTo>
                  <a:pt x="0" y="1152525"/>
                </a:moveTo>
                <a:lnTo>
                  <a:pt x="0" y="0"/>
                </a:lnTo>
              </a:path>
            </a:pathLst>
          </a:custGeom>
          <a:noFill xmlns:a="http://schemas.openxmlformats.org/drawingml/2006/main"/>
          <a:ln xmlns:a="http://schemas.openxmlformats.org/drawingml/2006/main" w="10478">
            <a:solidFill>
              <a:srgbClr val="000000"/>
            </a:solidFill>
            <a:prstDash val="solid"/>
          </a:ln>
        </p:spPr>
      </p:sp>
      <p:sp>
        <p:nvSpPr>
          <p:cNvPr id="181" name="dp45-comparison / n159 / arrow">
            <a:extLst xmlns:a="http://schemas.openxmlformats.org/drawingml/2006/main">
              <a:ext uri="{FF2B5EF4-FFF2-40B4-BE49-F238E27FC236}">
                <a16:creationId xmlns:a16="http://schemas.microsoft.com/office/drawing/2014/main" id="{5D3DAF42-1A37-4FDC-A511-817BC1660DB6}"/>
              </a:ext>
            </a:extLst>
          </p:cNvPr>
          <p:cNvSpPr>
            <a:spLocks xmlns:a="http://schemas.openxmlformats.org/drawingml/2006/main" noGrp="1"/>
          </p:cNvSpPr>
          <p:nvPr/>
        </p:nvSpPr>
        <p:spPr>
          <a:xfrm xmlns:a="http://schemas.openxmlformats.org/drawingml/2006/main">
            <a:off x="11225022" y="40862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82" name="dp45-comparison / n160 / path">
            <a:extLst xmlns:a="http://schemas.openxmlformats.org/drawingml/2006/main">
              <a:ext uri="{FF2B5EF4-FFF2-40B4-BE49-F238E27FC236}">
                <a16:creationId xmlns:a16="http://schemas.microsoft.com/office/drawing/2014/main" id="{66C30AFE-F39D-4467-ABD6-865938F9AAC6}"/>
              </a:ext>
            </a:extLst>
          </p:cNvPr>
          <p:cNvSpPr>
            <a:spLocks xmlns:a="http://schemas.openxmlformats.org/drawingml/2006/main" noGrp="1"/>
          </p:cNvSpPr>
          <p:nvPr/>
        </p:nvSpPr>
        <p:spPr>
          <a:xfrm xmlns:a="http://schemas.openxmlformats.org/drawingml/2006/main">
            <a:off x="11791950" y="4086225"/>
            <a:ext cx="953" cy="1152525"/>
          </a:xfrm>
          <a:custGeom xmlns:a="http://schemas.openxmlformats.org/drawingml/2006/main">
            <a:pathLst>
              <a:path w="953" h="1152525">
                <a:moveTo>
                  <a:pt x="0" y="0"/>
                </a:moveTo>
                <a:lnTo>
                  <a:pt x="0" y="1152525"/>
                </a:lnTo>
              </a:path>
            </a:pathLst>
          </a:custGeom>
          <a:noFill xmlns:a="http://schemas.openxmlformats.org/drawingml/2006/main"/>
          <a:ln xmlns:a="http://schemas.openxmlformats.org/drawingml/2006/main" w="10478">
            <a:solidFill>
              <a:srgbClr val="000000"/>
            </a:solidFill>
            <a:prstDash val="dash"/>
          </a:ln>
        </p:spPr>
      </p:sp>
      <p:sp>
        <p:nvSpPr>
          <p:cNvPr id="183" name="dp45-comparison / n160 / arrow">
            <a:extLst xmlns:a="http://schemas.openxmlformats.org/drawingml/2006/main">
              <a:ext uri="{FF2B5EF4-FFF2-40B4-BE49-F238E27FC236}">
                <a16:creationId xmlns:a16="http://schemas.microsoft.com/office/drawing/2014/main" id="{611F1DA9-3CFE-48CA-A1F6-D3B0625B7D2D}"/>
              </a:ext>
            </a:extLst>
          </p:cNvPr>
          <p:cNvSpPr>
            <a:spLocks xmlns:a="http://schemas.openxmlformats.org/drawingml/2006/main" noGrp="1"/>
          </p:cNvSpPr>
          <p:nvPr/>
        </p:nvSpPr>
        <p:spPr>
          <a:xfrm xmlns:a="http://schemas.openxmlformats.org/drawingml/2006/main">
            <a:off x="11758422" y="51716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4" name="dp45-comparison / n169 / path">
            <a:extLst xmlns:a="http://schemas.openxmlformats.org/drawingml/2006/main">
              <a:ext uri="{FF2B5EF4-FFF2-40B4-BE49-F238E27FC236}">
                <a16:creationId xmlns:a16="http://schemas.microsoft.com/office/drawing/2014/main" id="{0B4B86F5-780A-4DC2-80D5-4EDE774A59B9}"/>
              </a:ext>
            </a:extLst>
          </p:cNvPr>
          <p:cNvSpPr>
            <a:spLocks xmlns:a="http://schemas.openxmlformats.org/drawingml/2006/main" noGrp="1"/>
          </p:cNvSpPr>
          <p:nvPr/>
        </p:nvSpPr>
        <p:spPr>
          <a:xfrm xmlns:a="http://schemas.openxmlformats.org/drawingml/2006/main">
            <a:off x="12192000" y="2643188"/>
            <a:ext cx="5505450" cy="3271838"/>
          </a:xfrm>
          <a:custGeom xmlns:a="http://schemas.openxmlformats.org/drawingml/2006/main">
            <a:pathLst>
              <a:path w="5505450" h="3271838">
                <a:moveTo>
                  <a:pt x="0" y="2947988"/>
                </a:moveTo>
                <a:lnTo>
                  <a:pt x="0" y="3271838"/>
                </a:lnTo>
                <a:lnTo>
                  <a:pt x="5505450" y="3271838"/>
                </a:lnTo>
                <a:lnTo>
                  <a:pt x="5505450" y="0"/>
                </a:lnTo>
                <a:lnTo>
                  <a:pt x="5286375" y="0"/>
                </a:lnTo>
              </a:path>
            </a:pathLst>
          </a:custGeom>
          <a:noFill xmlns:a="http://schemas.openxmlformats.org/drawingml/2006/main"/>
          <a:ln xmlns:a="http://schemas.openxmlformats.org/drawingml/2006/main" w="10478">
            <a:solidFill>
              <a:srgbClr val="000000"/>
            </a:solidFill>
            <a:prstDash val="solid"/>
          </a:ln>
        </p:spPr>
      </p:sp>
      <p:sp>
        <p:nvSpPr>
          <p:cNvPr id="185" name="dp45-comparison / n169 / arrow">
            <a:extLst xmlns:a="http://schemas.openxmlformats.org/drawingml/2006/main">
              <a:ext uri="{FF2B5EF4-FFF2-40B4-BE49-F238E27FC236}">
                <a16:creationId xmlns:a16="http://schemas.microsoft.com/office/drawing/2014/main" id="{D35F5352-6929-45B2-8C6D-2F0F437248DA}"/>
              </a:ext>
            </a:extLst>
          </p:cNvPr>
          <p:cNvSpPr>
            <a:spLocks xmlns:a="http://schemas.openxmlformats.org/drawingml/2006/main" noGrp="1"/>
          </p:cNvSpPr>
          <p:nvPr/>
        </p:nvSpPr>
        <p:spPr>
          <a:xfrm xmlns:a="http://schemas.openxmlformats.org/drawingml/2006/main">
            <a:off x="17478375" y="26096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86" name="dp45-comparison / n170 / path">
            <a:extLst xmlns:a="http://schemas.openxmlformats.org/drawingml/2006/main">
              <a:ext uri="{FF2B5EF4-FFF2-40B4-BE49-F238E27FC236}">
                <a16:creationId xmlns:a16="http://schemas.microsoft.com/office/drawing/2014/main" id="{6A7F7116-A38C-416E-B527-700630D57CBD}"/>
              </a:ext>
            </a:extLst>
          </p:cNvPr>
          <p:cNvSpPr>
            <a:spLocks xmlns:a="http://schemas.openxmlformats.org/drawingml/2006/main" noGrp="1"/>
          </p:cNvSpPr>
          <p:nvPr/>
        </p:nvSpPr>
        <p:spPr>
          <a:xfrm xmlns:a="http://schemas.openxmlformats.org/drawingml/2006/main">
            <a:off x="12239625" y="2690813"/>
            <a:ext cx="5419725" cy="3243263"/>
          </a:xfrm>
          <a:custGeom xmlns:a="http://schemas.openxmlformats.org/drawingml/2006/main">
            <a:pathLst>
              <a:path w="5419725" h="3243263">
                <a:moveTo>
                  <a:pt x="5238750" y="0"/>
                </a:moveTo>
                <a:lnTo>
                  <a:pt x="5419725" y="0"/>
                </a:lnTo>
                <a:lnTo>
                  <a:pt x="5419725" y="3243263"/>
                </a:lnTo>
                <a:lnTo>
                  <a:pt x="0" y="3243263"/>
                </a:lnTo>
                <a:lnTo>
                  <a:pt x="0" y="2900363"/>
                </a:lnTo>
              </a:path>
            </a:pathLst>
          </a:custGeom>
          <a:noFill xmlns:a="http://schemas.openxmlformats.org/drawingml/2006/main"/>
          <a:ln xmlns:a="http://schemas.openxmlformats.org/drawingml/2006/main" w="10478">
            <a:solidFill>
              <a:srgbClr val="000000"/>
            </a:solidFill>
            <a:prstDash val="dash"/>
          </a:ln>
        </p:spPr>
      </p:sp>
      <p:sp>
        <p:nvSpPr>
          <p:cNvPr id="187" name="dp45-comparison / n170 / arrow">
            <a:extLst xmlns:a="http://schemas.openxmlformats.org/drawingml/2006/main">
              <a:ext uri="{FF2B5EF4-FFF2-40B4-BE49-F238E27FC236}">
                <a16:creationId xmlns:a16="http://schemas.microsoft.com/office/drawing/2014/main" id="{D334897C-8CDD-4A17-8D43-EA313C16DCA3}"/>
              </a:ext>
            </a:extLst>
          </p:cNvPr>
          <p:cNvSpPr>
            <a:spLocks xmlns:a="http://schemas.openxmlformats.org/drawingml/2006/main" noGrp="1"/>
          </p:cNvSpPr>
          <p:nvPr/>
        </p:nvSpPr>
        <p:spPr>
          <a:xfrm xmlns:a="http://schemas.openxmlformats.org/drawingml/2006/main">
            <a:off x="12206097" y="55911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88" name="dp45-comparison / n171 / path">
            <a:extLst xmlns:a="http://schemas.openxmlformats.org/drawingml/2006/main">
              <a:ext uri="{FF2B5EF4-FFF2-40B4-BE49-F238E27FC236}">
                <a16:creationId xmlns:a16="http://schemas.microsoft.com/office/drawing/2014/main" id="{3651E45C-3067-412B-B1A9-125CD0AB1BC1}"/>
              </a:ext>
            </a:extLst>
          </p:cNvPr>
          <p:cNvSpPr>
            <a:spLocks xmlns:a="http://schemas.openxmlformats.org/drawingml/2006/main" noGrp="1"/>
          </p:cNvSpPr>
          <p:nvPr/>
        </p:nvSpPr>
        <p:spPr>
          <a:xfrm xmlns:a="http://schemas.openxmlformats.org/drawingml/2006/main">
            <a:off x="12287250" y="2705100"/>
            <a:ext cx="5334000" cy="3248025"/>
          </a:xfrm>
          <a:custGeom xmlns:a="http://schemas.openxmlformats.org/drawingml/2006/main">
            <a:pathLst>
              <a:path w="5334000" h="3248025">
                <a:moveTo>
                  <a:pt x="95250" y="2886075"/>
                </a:moveTo>
                <a:lnTo>
                  <a:pt x="95250" y="3248025"/>
                </a:lnTo>
                <a:lnTo>
                  <a:pt x="5334000" y="3248025"/>
                </a:lnTo>
                <a:lnTo>
                  <a:pt x="5334000" y="371475"/>
                </a:lnTo>
                <a:lnTo>
                  <a:pt x="0" y="371475"/>
                </a:lnTo>
                <a:lnTo>
                  <a:pt x="0" y="0"/>
                </a:lnTo>
              </a:path>
            </a:pathLst>
          </a:custGeom>
          <a:noFill xmlns:a="http://schemas.openxmlformats.org/drawingml/2006/main"/>
          <a:ln xmlns:a="http://schemas.openxmlformats.org/drawingml/2006/main" w="10478">
            <a:solidFill>
              <a:srgbClr val="000000"/>
            </a:solidFill>
            <a:prstDash val="solid"/>
          </a:ln>
        </p:spPr>
      </p:sp>
      <p:sp>
        <p:nvSpPr>
          <p:cNvPr id="189" name="dp45-comparison / n171 / arrow">
            <a:extLst xmlns:a="http://schemas.openxmlformats.org/drawingml/2006/main">
              <a:ext uri="{FF2B5EF4-FFF2-40B4-BE49-F238E27FC236}">
                <a16:creationId xmlns:a16="http://schemas.microsoft.com/office/drawing/2014/main" id="{2621F2DD-326D-4E65-A1E0-447DA86ACCE8}"/>
              </a:ext>
            </a:extLst>
          </p:cNvPr>
          <p:cNvSpPr>
            <a:spLocks xmlns:a="http://schemas.openxmlformats.org/drawingml/2006/main" noGrp="1"/>
          </p:cNvSpPr>
          <p:nvPr/>
        </p:nvSpPr>
        <p:spPr>
          <a:xfrm xmlns:a="http://schemas.openxmlformats.org/drawingml/2006/main">
            <a:off x="12253722" y="2705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0" name="dp45-comparison / n172 / path">
            <a:extLst xmlns:a="http://schemas.openxmlformats.org/drawingml/2006/main">
              <a:ext uri="{FF2B5EF4-FFF2-40B4-BE49-F238E27FC236}">
                <a16:creationId xmlns:a16="http://schemas.microsoft.com/office/drawing/2014/main" id="{398B2BB0-123B-4D99-B396-9F8FA6511D9B}"/>
              </a:ext>
            </a:extLst>
          </p:cNvPr>
          <p:cNvSpPr>
            <a:spLocks xmlns:a="http://schemas.openxmlformats.org/drawingml/2006/main" noGrp="1"/>
          </p:cNvSpPr>
          <p:nvPr/>
        </p:nvSpPr>
        <p:spPr>
          <a:xfrm xmlns:a="http://schemas.openxmlformats.org/drawingml/2006/main">
            <a:off x="12334875" y="2705100"/>
            <a:ext cx="5248275" cy="3267075"/>
          </a:xfrm>
          <a:custGeom xmlns:a="http://schemas.openxmlformats.org/drawingml/2006/main">
            <a:pathLst>
              <a:path w="5248275" h="3267075">
                <a:moveTo>
                  <a:pt x="0" y="0"/>
                </a:moveTo>
                <a:lnTo>
                  <a:pt x="0" y="409575"/>
                </a:lnTo>
                <a:lnTo>
                  <a:pt x="5248275" y="409575"/>
                </a:lnTo>
                <a:lnTo>
                  <a:pt x="5248275" y="3267075"/>
                </a:lnTo>
                <a:lnTo>
                  <a:pt x="95250" y="3267075"/>
                </a:lnTo>
                <a:lnTo>
                  <a:pt x="95250" y="2886075"/>
                </a:lnTo>
              </a:path>
            </a:pathLst>
          </a:custGeom>
          <a:noFill xmlns:a="http://schemas.openxmlformats.org/drawingml/2006/main"/>
          <a:ln xmlns:a="http://schemas.openxmlformats.org/drawingml/2006/main" w="10478">
            <a:solidFill>
              <a:srgbClr val="000000"/>
            </a:solidFill>
            <a:prstDash val="dash"/>
          </a:ln>
        </p:spPr>
      </p:sp>
      <p:sp>
        <p:nvSpPr>
          <p:cNvPr id="191" name="dp45-comparison / n172 / arrow">
            <a:extLst xmlns:a="http://schemas.openxmlformats.org/drawingml/2006/main">
              <a:ext uri="{FF2B5EF4-FFF2-40B4-BE49-F238E27FC236}">
                <a16:creationId xmlns:a16="http://schemas.microsoft.com/office/drawing/2014/main" id="{F87588C8-8094-4CF1-980E-899B9563D5DD}"/>
              </a:ext>
            </a:extLst>
          </p:cNvPr>
          <p:cNvSpPr>
            <a:spLocks xmlns:a="http://schemas.openxmlformats.org/drawingml/2006/main" noGrp="1"/>
          </p:cNvSpPr>
          <p:nvPr/>
        </p:nvSpPr>
        <p:spPr>
          <a:xfrm xmlns:a="http://schemas.openxmlformats.org/drawingml/2006/main">
            <a:off x="12396597" y="55911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2" name="dp45-comparison / n177">
            <a:extLst xmlns:a="http://schemas.openxmlformats.org/drawingml/2006/main">
              <a:ext uri="{FF2B5EF4-FFF2-40B4-BE49-F238E27FC236}">
                <a16:creationId xmlns:a16="http://schemas.microsoft.com/office/drawing/2014/main" id="{352DD5E5-A4B9-4CDE-B83B-993EBAC4A5B4}"/>
              </a:ext>
            </a:extLst>
          </p:cNvPr>
          <p:cNvSpPr>
            <a:spLocks xmlns:a="http://schemas.openxmlformats.org/drawingml/2006/main" noGrp="1"/>
          </p:cNvSpPr>
          <p:nvPr/>
        </p:nvSpPr>
        <p:spPr>
          <a:xfrm xmlns:a="http://schemas.openxmlformats.org/drawingml/2006/main">
            <a:off x="9953625" y="6515100"/>
            <a:ext cx="2762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3" name="dp45-comparison / n178 / text 1">
            <a:extLst xmlns:a="http://schemas.openxmlformats.org/drawingml/2006/main">
              <a:ext uri="{FF2B5EF4-FFF2-40B4-BE49-F238E27FC236}">
                <a16:creationId xmlns:a16="http://schemas.microsoft.com/office/drawing/2014/main" id="{31D79D82-1249-45BA-8ED4-4C71CBD71291}"/>
              </a:ext>
            </a:extLst>
          </p:cNvPr>
          <p:cNvSpPr>
            <a:spLocks xmlns:a="http://schemas.openxmlformats.org/drawingml/2006/main" noGrp="1"/>
          </p:cNvSpPr>
          <p:nvPr/>
        </p:nvSpPr>
        <p:spPr>
          <a:xfrm xmlns:a="http://schemas.openxmlformats.org/drawingml/2006/main">
            <a:off x="10039350" y="6543199"/>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Model Access</a:t>
            </a:r>
          </a:p>
        </p:txBody>
      </p:sp>
      <p:sp>
        <p:nvSpPr>
          <p:cNvPr id="194" name="dp45-comparison / n179">
            <a:extLst xmlns:a="http://schemas.openxmlformats.org/drawingml/2006/main">
              <a:ext uri="{FF2B5EF4-FFF2-40B4-BE49-F238E27FC236}">
                <a16:creationId xmlns:a16="http://schemas.microsoft.com/office/drawing/2014/main" id="{23B38149-DC47-428C-9473-122E1A29EDDB}"/>
              </a:ext>
            </a:extLst>
          </p:cNvPr>
          <p:cNvSpPr>
            <a:spLocks xmlns:a="http://schemas.openxmlformats.org/drawingml/2006/main" noGrp="1"/>
          </p:cNvSpPr>
          <p:nvPr/>
        </p:nvSpPr>
        <p:spPr>
          <a:xfrm xmlns:a="http://schemas.openxmlformats.org/drawingml/2006/main">
            <a:off x="14620875" y="6515100"/>
            <a:ext cx="2857500" cy="2667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5" name="dp45-comparison / n180 / text 1">
            <a:extLst xmlns:a="http://schemas.openxmlformats.org/drawingml/2006/main">
              <a:ext uri="{FF2B5EF4-FFF2-40B4-BE49-F238E27FC236}">
                <a16:creationId xmlns:a16="http://schemas.microsoft.com/office/drawing/2014/main" id="{869FD25D-CA3E-48C1-BB18-05683F30B694}"/>
              </a:ext>
            </a:extLst>
          </p:cNvPr>
          <p:cNvSpPr>
            <a:spLocks xmlns:a="http://schemas.openxmlformats.org/drawingml/2006/main" noGrp="1"/>
          </p:cNvSpPr>
          <p:nvPr/>
        </p:nvSpPr>
        <p:spPr>
          <a:xfrm xmlns:a="http://schemas.openxmlformats.org/drawingml/2006/main">
            <a:off x="14706600" y="6543199"/>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클라우드 의미 LLM</a:t>
            </a:r>
          </a:p>
        </p:txBody>
      </p:sp>
      <p:sp>
        <p:nvSpPr>
          <p:cNvPr id="196" name="dp45-comparison / n181 / path">
            <a:extLst xmlns:a="http://schemas.openxmlformats.org/drawingml/2006/main">
              <a:ext uri="{FF2B5EF4-FFF2-40B4-BE49-F238E27FC236}">
                <a16:creationId xmlns:a16="http://schemas.microsoft.com/office/drawing/2014/main" id="{26E4F445-A0E5-4BD1-A641-22411F149879}"/>
              </a:ext>
            </a:extLst>
          </p:cNvPr>
          <p:cNvSpPr>
            <a:spLocks xmlns:a="http://schemas.openxmlformats.org/drawingml/2006/main" noGrp="1"/>
          </p:cNvSpPr>
          <p:nvPr/>
        </p:nvSpPr>
        <p:spPr>
          <a:xfrm xmlns:a="http://schemas.openxmlformats.org/drawingml/2006/main">
            <a:off x="9810750" y="3910013"/>
            <a:ext cx="1524000" cy="2605088"/>
          </a:xfrm>
          <a:custGeom xmlns:a="http://schemas.openxmlformats.org/drawingml/2006/main">
            <a:pathLst>
              <a:path w="1524000" h="2605088">
                <a:moveTo>
                  <a:pt x="333375" y="0"/>
                </a:moveTo>
                <a:lnTo>
                  <a:pt x="0" y="0"/>
                </a:lnTo>
                <a:lnTo>
                  <a:pt x="0" y="2519363"/>
                </a:lnTo>
                <a:lnTo>
                  <a:pt x="1524000" y="2519363"/>
                </a:lnTo>
                <a:lnTo>
                  <a:pt x="1524000" y="2605088"/>
                </a:lnTo>
              </a:path>
            </a:pathLst>
          </a:custGeom>
          <a:noFill xmlns:a="http://schemas.openxmlformats.org/drawingml/2006/main"/>
          <a:ln xmlns:a="http://schemas.openxmlformats.org/drawingml/2006/main" w="10478">
            <a:solidFill>
              <a:srgbClr val="000000"/>
            </a:solidFill>
            <a:prstDash val="solid"/>
          </a:ln>
        </p:spPr>
      </p:sp>
      <p:sp>
        <p:nvSpPr>
          <p:cNvPr id="197" name="dp45-comparison / n181 / arrow">
            <a:extLst xmlns:a="http://schemas.openxmlformats.org/drawingml/2006/main">
              <a:ext uri="{FF2B5EF4-FFF2-40B4-BE49-F238E27FC236}">
                <a16:creationId xmlns:a16="http://schemas.microsoft.com/office/drawing/2014/main" id="{4CBA6845-A6AE-4BDC-9D27-9FA986E552E0}"/>
              </a:ext>
            </a:extLst>
          </p:cNvPr>
          <p:cNvSpPr>
            <a:spLocks xmlns:a="http://schemas.openxmlformats.org/drawingml/2006/main" noGrp="1"/>
          </p:cNvSpPr>
          <p:nvPr/>
        </p:nvSpPr>
        <p:spPr>
          <a:xfrm xmlns:a="http://schemas.openxmlformats.org/drawingml/2006/main">
            <a:off x="11301222" y="64480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8" name="dp45-comparison / n182 / path">
            <a:extLst xmlns:a="http://schemas.openxmlformats.org/drawingml/2006/main">
              <a:ext uri="{FF2B5EF4-FFF2-40B4-BE49-F238E27FC236}">
                <a16:creationId xmlns:a16="http://schemas.microsoft.com/office/drawing/2014/main" id="{0E7300D3-8FC7-4115-A215-EE398F46E49F}"/>
              </a:ext>
            </a:extLst>
          </p:cNvPr>
          <p:cNvSpPr>
            <a:spLocks xmlns:a="http://schemas.openxmlformats.org/drawingml/2006/main" noGrp="1"/>
          </p:cNvSpPr>
          <p:nvPr/>
        </p:nvSpPr>
        <p:spPr>
          <a:xfrm xmlns:a="http://schemas.openxmlformats.org/drawingml/2006/main">
            <a:off x="9734550" y="4005263"/>
            <a:ext cx="1714500" cy="2509838"/>
          </a:xfrm>
          <a:custGeom xmlns:a="http://schemas.openxmlformats.org/drawingml/2006/main">
            <a:pathLst>
              <a:path w="1714500" h="2509838">
                <a:moveTo>
                  <a:pt x="1714500" y="2509838"/>
                </a:moveTo>
                <a:lnTo>
                  <a:pt x="1714500" y="2376488"/>
                </a:lnTo>
                <a:lnTo>
                  <a:pt x="0" y="2376488"/>
                </a:lnTo>
                <a:lnTo>
                  <a:pt x="0" y="0"/>
                </a:lnTo>
                <a:lnTo>
                  <a:pt x="409575" y="0"/>
                </a:lnTo>
              </a:path>
            </a:pathLst>
          </a:custGeom>
          <a:noFill xmlns:a="http://schemas.openxmlformats.org/drawingml/2006/main"/>
          <a:ln xmlns:a="http://schemas.openxmlformats.org/drawingml/2006/main" w="10478">
            <a:solidFill>
              <a:srgbClr val="000000"/>
            </a:solidFill>
            <a:prstDash val="dash"/>
          </a:ln>
        </p:spPr>
      </p:sp>
      <p:sp>
        <p:nvSpPr>
          <p:cNvPr id="199" name="dp45-comparison / n182 / arrow">
            <a:extLst xmlns:a="http://schemas.openxmlformats.org/drawingml/2006/main">
              <a:ext uri="{FF2B5EF4-FFF2-40B4-BE49-F238E27FC236}">
                <a16:creationId xmlns:a16="http://schemas.microsoft.com/office/drawing/2014/main" id="{D2C6BCDC-7A62-4194-80EB-8071E8AA5BD8}"/>
              </a:ext>
            </a:extLst>
          </p:cNvPr>
          <p:cNvSpPr>
            <a:spLocks xmlns:a="http://schemas.openxmlformats.org/drawingml/2006/main" noGrp="1"/>
          </p:cNvSpPr>
          <p:nvPr/>
        </p:nvSpPr>
        <p:spPr>
          <a:xfrm xmlns:a="http://schemas.openxmlformats.org/drawingml/2006/main">
            <a:off x="10077069" y="39717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3 / path">
            <a:extLst xmlns:a="http://schemas.openxmlformats.org/drawingml/2006/main">
              <a:ext uri="{FF2B5EF4-FFF2-40B4-BE49-F238E27FC236}">
                <a16:creationId xmlns:a16="http://schemas.microsoft.com/office/drawing/2014/main" id="{D7764CF5-0D1A-4602-BFF2-882294526C82}"/>
              </a:ext>
            </a:extLst>
          </p:cNvPr>
          <p:cNvSpPr>
            <a:spLocks xmlns:a="http://schemas.openxmlformats.org/drawingml/2006/main" noGrp="1"/>
          </p:cNvSpPr>
          <p:nvPr/>
        </p:nvSpPr>
        <p:spPr>
          <a:xfrm xmlns:a="http://schemas.openxmlformats.org/drawingml/2006/main">
            <a:off x="12715875" y="6610350"/>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01" name="dp45-comparison / n183 / arrow">
            <a:extLst xmlns:a="http://schemas.openxmlformats.org/drawingml/2006/main">
              <a:ext uri="{FF2B5EF4-FFF2-40B4-BE49-F238E27FC236}">
                <a16:creationId xmlns:a16="http://schemas.microsoft.com/office/drawing/2014/main" id="{74AEAEE6-4B77-4624-9D51-091BA78FCBB9}"/>
              </a:ext>
            </a:extLst>
          </p:cNvPr>
          <p:cNvSpPr>
            <a:spLocks xmlns:a="http://schemas.openxmlformats.org/drawingml/2006/main" noGrp="1"/>
          </p:cNvSpPr>
          <p:nvPr/>
        </p:nvSpPr>
        <p:spPr>
          <a:xfrm xmlns:a="http://schemas.openxmlformats.org/drawingml/2006/main">
            <a:off x="14553819" y="65768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2" name="dp45-comparison / n184 / path">
            <a:extLst xmlns:a="http://schemas.openxmlformats.org/drawingml/2006/main">
              <a:ext uri="{FF2B5EF4-FFF2-40B4-BE49-F238E27FC236}">
                <a16:creationId xmlns:a16="http://schemas.microsoft.com/office/drawing/2014/main" id="{B18A9565-DEB8-4ACF-8B7B-31A8331D2D57}"/>
              </a:ext>
            </a:extLst>
          </p:cNvPr>
          <p:cNvSpPr>
            <a:spLocks xmlns:a="http://schemas.openxmlformats.org/drawingml/2006/main" noGrp="1"/>
          </p:cNvSpPr>
          <p:nvPr/>
        </p:nvSpPr>
        <p:spPr>
          <a:xfrm xmlns:a="http://schemas.openxmlformats.org/drawingml/2006/main">
            <a:off x="12715875" y="6696075"/>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03" name="dp45-comparison / n184 / arrow">
            <a:extLst xmlns:a="http://schemas.openxmlformats.org/drawingml/2006/main">
              <a:ext uri="{FF2B5EF4-FFF2-40B4-BE49-F238E27FC236}">
                <a16:creationId xmlns:a16="http://schemas.microsoft.com/office/drawing/2014/main" id="{7551A686-4939-47CA-9D51-6EFC26A674B7}"/>
              </a:ext>
            </a:extLst>
          </p:cNvPr>
          <p:cNvSpPr>
            <a:spLocks xmlns:a="http://schemas.openxmlformats.org/drawingml/2006/main" noGrp="1"/>
          </p:cNvSpPr>
          <p:nvPr/>
        </p:nvSpPr>
        <p:spPr>
          <a:xfrm xmlns:a="http://schemas.openxmlformats.org/drawingml/2006/main">
            <a:off x="12715875" y="6662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9">
            <a:extLst xmlns:a="http://schemas.openxmlformats.org/drawingml/2006/main">
              <a:ext uri="{FF2B5EF4-FFF2-40B4-BE49-F238E27FC236}">
                <a16:creationId xmlns:a16="http://schemas.microsoft.com/office/drawing/2014/main" id="{AFEE4DCF-961A-4170-A0F5-441E691822A5}"/>
              </a:ext>
            </a:extLst>
          </p:cNvPr>
          <p:cNvSpPr>
            <a:spLocks xmlns:a="http://schemas.openxmlformats.org/drawingml/2006/main" noGrp="1"/>
          </p:cNvSpPr>
          <p:nvPr/>
        </p:nvSpPr>
        <p:spPr>
          <a:xfrm xmlns:a="http://schemas.openxmlformats.org/drawingml/2006/main">
            <a:off x="9953625" y="7086600"/>
            <a:ext cx="27622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5" name="dp45-comparison / n190 / text 1">
            <a:extLst xmlns:a="http://schemas.openxmlformats.org/drawingml/2006/main">
              <a:ext uri="{FF2B5EF4-FFF2-40B4-BE49-F238E27FC236}">
                <a16:creationId xmlns:a16="http://schemas.microsoft.com/office/drawing/2014/main" id="{E5D0FD58-1731-4CC7-8182-71F7FDAF287D}"/>
              </a:ext>
            </a:extLst>
          </p:cNvPr>
          <p:cNvSpPr>
            <a:spLocks xmlns:a="http://schemas.openxmlformats.org/drawingml/2006/main" noGrp="1"/>
          </p:cNvSpPr>
          <p:nvPr/>
        </p:nvSpPr>
        <p:spPr>
          <a:xfrm xmlns:a="http://schemas.openxmlformats.org/drawingml/2006/main">
            <a:off x="10039350" y="7124224"/>
            <a:ext cx="2590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206" name="dp45-comparison / n191">
            <a:extLst xmlns:a="http://schemas.openxmlformats.org/drawingml/2006/main">
              <a:ext uri="{FF2B5EF4-FFF2-40B4-BE49-F238E27FC236}">
                <a16:creationId xmlns:a16="http://schemas.microsoft.com/office/drawing/2014/main" id="{98457EC7-5342-45AC-BEEB-E5B92C7E5E9D}"/>
              </a:ext>
            </a:extLst>
          </p:cNvPr>
          <p:cNvSpPr>
            <a:spLocks xmlns:a="http://schemas.openxmlformats.org/drawingml/2006/main" noGrp="1"/>
          </p:cNvSpPr>
          <p:nvPr/>
        </p:nvSpPr>
        <p:spPr>
          <a:xfrm xmlns:a="http://schemas.openxmlformats.org/drawingml/2006/main">
            <a:off x="14620875" y="7086600"/>
            <a:ext cx="28575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7" name="dp45-comparison / n192 / text 1">
            <a:extLst xmlns:a="http://schemas.openxmlformats.org/drawingml/2006/main">
              <a:ext uri="{FF2B5EF4-FFF2-40B4-BE49-F238E27FC236}">
                <a16:creationId xmlns:a16="http://schemas.microsoft.com/office/drawing/2014/main" id="{638D98FE-39E3-4942-9B42-DDDF3DD5D3D4}"/>
              </a:ext>
            </a:extLst>
          </p:cNvPr>
          <p:cNvSpPr>
            <a:spLocks xmlns:a="http://schemas.openxmlformats.org/drawingml/2006/main" noGrp="1"/>
          </p:cNvSpPr>
          <p:nvPr/>
        </p:nvSpPr>
        <p:spPr>
          <a:xfrm xmlns:a="http://schemas.openxmlformats.org/drawingml/2006/main">
            <a:off x="14706600" y="7124224"/>
            <a:ext cx="26860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Controller</a:t>
            </a:r>
          </a:p>
        </p:txBody>
      </p:sp>
      <p:sp>
        <p:nvSpPr>
          <p:cNvPr id="208" name="dp45-comparison / n193 / path">
            <a:extLst xmlns:a="http://schemas.openxmlformats.org/drawingml/2006/main">
              <a:ext uri="{FF2B5EF4-FFF2-40B4-BE49-F238E27FC236}">
                <a16:creationId xmlns:a16="http://schemas.microsoft.com/office/drawing/2014/main" id="{101685B6-08B9-4DF3-8A9E-12027015C9C5}"/>
              </a:ext>
            </a:extLst>
          </p:cNvPr>
          <p:cNvSpPr>
            <a:spLocks xmlns:a="http://schemas.openxmlformats.org/drawingml/2006/main" noGrp="1"/>
          </p:cNvSpPr>
          <p:nvPr/>
        </p:nvSpPr>
        <p:spPr>
          <a:xfrm xmlns:a="http://schemas.openxmlformats.org/drawingml/2006/main">
            <a:off x="9696450" y="5510213"/>
            <a:ext cx="447675" cy="1719263"/>
          </a:xfrm>
          <a:custGeom xmlns:a="http://schemas.openxmlformats.org/drawingml/2006/main">
            <a:pathLst>
              <a:path w="447675" h="1719263">
                <a:moveTo>
                  <a:pt x="257175" y="1719263"/>
                </a:moveTo>
                <a:lnTo>
                  <a:pt x="0" y="1719263"/>
                </a:lnTo>
                <a:lnTo>
                  <a:pt x="0" y="0"/>
                </a:lnTo>
                <a:lnTo>
                  <a:pt x="447675" y="0"/>
                </a:lnTo>
              </a:path>
            </a:pathLst>
          </a:custGeom>
          <a:noFill xmlns:a="http://schemas.openxmlformats.org/drawingml/2006/main"/>
          <a:ln xmlns:a="http://schemas.openxmlformats.org/drawingml/2006/main" w="10478">
            <a:solidFill>
              <a:srgbClr val="000000"/>
            </a:solidFill>
            <a:prstDash val="solid"/>
          </a:ln>
        </p:spPr>
      </p:sp>
      <p:sp>
        <p:nvSpPr>
          <p:cNvPr id="209" name="dp45-comparison / n193 / arrow">
            <a:extLst xmlns:a="http://schemas.openxmlformats.org/drawingml/2006/main">
              <a:ext uri="{FF2B5EF4-FFF2-40B4-BE49-F238E27FC236}">
                <a16:creationId xmlns:a16="http://schemas.microsoft.com/office/drawing/2014/main" id="{3EE919BE-E3F3-4EBD-9288-7BF43CB4D95D}"/>
              </a:ext>
            </a:extLst>
          </p:cNvPr>
          <p:cNvSpPr>
            <a:spLocks xmlns:a="http://schemas.openxmlformats.org/drawingml/2006/main" noGrp="1"/>
          </p:cNvSpPr>
          <p:nvPr/>
        </p:nvSpPr>
        <p:spPr>
          <a:xfrm xmlns:a="http://schemas.openxmlformats.org/drawingml/2006/main">
            <a:off x="10077069" y="54766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0" name="dp45-comparison / n194 / path">
            <a:extLst xmlns:a="http://schemas.openxmlformats.org/drawingml/2006/main">
              <a:ext uri="{FF2B5EF4-FFF2-40B4-BE49-F238E27FC236}">
                <a16:creationId xmlns:a16="http://schemas.microsoft.com/office/drawing/2014/main" id="{22C19028-2D60-4E84-A871-3FA1063584D1}"/>
              </a:ext>
            </a:extLst>
          </p:cNvPr>
          <p:cNvSpPr>
            <a:spLocks xmlns:a="http://schemas.openxmlformats.org/drawingml/2006/main" noGrp="1"/>
          </p:cNvSpPr>
          <p:nvPr/>
        </p:nvSpPr>
        <p:spPr>
          <a:xfrm xmlns:a="http://schemas.openxmlformats.org/drawingml/2006/main">
            <a:off x="9906000" y="5329238"/>
            <a:ext cx="1428750" cy="1757363"/>
          </a:xfrm>
          <a:custGeom xmlns:a="http://schemas.openxmlformats.org/drawingml/2006/main">
            <a:pathLst>
              <a:path w="1428750" h="1757363">
                <a:moveTo>
                  <a:pt x="238125" y="0"/>
                </a:moveTo>
                <a:lnTo>
                  <a:pt x="0" y="0"/>
                </a:lnTo>
                <a:lnTo>
                  <a:pt x="0" y="1690688"/>
                </a:lnTo>
                <a:lnTo>
                  <a:pt x="1428750" y="1690688"/>
                </a:lnTo>
                <a:lnTo>
                  <a:pt x="1428750" y="1757363"/>
                </a:lnTo>
              </a:path>
            </a:pathLst>
          </a:custGeom>
          <a:noFill xmlns:a="http://schemas.openxmlformats.org/drawingml/2006/main"/>
          <a:ln xmlns:a="http://schemas.openxmlformats.org/drawingml/2006/main" w="10478">
            <a:solidFill>
              <a:srgbClr val="000000"/>
            </a:solidFill>
            <a:prstDash val="dash"/>
          </a:ln>
        </p:spPr>
      </p:sp>
      <p:sp>
        <p:nvSpPr>
          <p:cNvPr id="211" name="dp45-comparison / n194 / arrow">
            <a:extLst xmlns:a="http://schemas.openxmlformats.org/drawingml/2006/main">
              <a:ext uri="{FF2B5EF4-FFF2-40B4-BE49-F238E27FC236}">
                <a16:creationId xmlns:a16="http://schemas.microsoft.com/office/drawing/2014/main" id="{539CEA3E-B5E6-4B80-81FA-9C6F7D596DDD}"/>
              </a:ext>
            </a:extLst>
          </p:cNvPr>
          <p:cNvSpPr>
            <a:spLocks xmlns:a="http://schemas.openxmlformats.org/drawingml/2006/main" noGrp="1"/>
          </p:cNvSpPr>
          <p:nvPr/>
        </p:nvSpPr>
        <p:spPr>
          <a:xfrm xmlns:a="http://schemas.openxmlformats.org/drawingml/2006/main">
            <a:off x="11301222" y="70195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2" name="dp45-comparison / n197 / path">
            <a:extLst xmlns:a="http://schemas.openxmlformats.org/drawingml/2006/main">
              <a:ext uri="{FF2B5EF4-FFF2-40B4-BE49-F238E27FC236}">
                <a16:creationId xmlns:a16="http://schemas.microsoft.com/office/drawing/2014/main" id="{CEFA49E3-7D5F-4869-966F-FA72F8A3FE3E}"/>
              </a:ext>
            </a:extLst>
          </p:cNvPr>
          <p:cNvSpPr>
            <a:spLocks xmlns:a="http://schemas.openxmlformats.org/drawingml/2006/main" noGrp="1"/>
          </p:cNvSpPr>
          <p:nvPr/>
        </p:nvSpPr>
        <p:spPr>
          <a:xfrm xmlns:a="http://schemas.openxmlformats.org/drawingml/2006/main">
            <a:off x="12715875" y="7229475"/>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13" name="dp45-comparison / n197 / arrow">
            <a:extLst xmlns:a="http://schemas.openxmlformats.org/drawingml/2006/main">
              <a:ext uri="{FF2B5EF4-FFF2-40B4-BE49-F238E27FC236}">
                <a16:creationId xmlns:a16="http://schemas.microsoft.com/office/drawing/2014/main" id="{B3571E6F-0DA8-41EB-8F38-57F669AE89D9}"/>
              </a:ext>
            </a:extLst>
          </p:cNvPr>
          <p:cNvSpPr>
            <a:spLocks xmlns:a="http://schemas.openxmlformats.org/drawingml/2006/main" noGrp="1"/>
          </p:cNvSpPr>
          <p:nvPr/>
        </p:nvSpPr>
        <p:spPr>
          <a:xfrm xmlns:a="http://schemas.openxmlformats.org/drawingml/2006/main">
            <a:off x="14553819" y="7195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4" name="dp45-comparison / n128">
            <a:extLst xmlns:a="http://schemas.openxmlformats.org/drawingml/2006/main">
              <a:ext uri="{FF2B5EF4-FFF2-40B4-BE49-F238E27FC236}">
                <a16:creationId xmlns:a16="http://schemas.microsoft.com/office/drawing/2014/main" id="{3B5AF149-DB0A-4785-AE16-503FD58C5754}"/>
              </a:ext>
            </a:extLst>
          </p:cNvPr>
          <p:cNvSpPr>
            <a:spLocks xmlns:a="http://schemas.openxmlformats.org/drawingml/2006/main" noGrp="1"/>
          </p:cNvSpPr>
          <p:nvPr/>
        </p:nvSpPr>
        <p:spPr>
          <a:xfrm xmlns:a="http://schemas.openxmlformats.org/drawingml/2006/main">
            <a:off x="9934575" y="2762250"/>
            <a:ext cx="2303145"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5" name="dp45-comparison / n129 / text 1">
            <a:extLst xmlns:a="http://schemas.openxmlformats.org/drawingml/2006/main">
              <a:ext uri="{FF2B5EF4-FFF2-40B4-BE49-F238E27FC236}">
                <a16:creationId xmlns:a16="http://schemas.microsoft.com/office/drawing/2014/main" id="{B04FC5DB-52BE-4AA4-8276-CF26494D5226}"/>
              </a:ext>
            </a:extLst>
          </p:cNvPr>
          <p:cNvSpPr>
            <a:spLocks xmlns:a="http://schemas.openxmlformats.org/drawingml/2006/main" noGrp="1"/>
          </p:cNvSpPr>
          <p:nvPr/>
        </p:nvSpPr>
        <p:spPr>
          <a:xfrm xmlns:a="http://schemas.openxmlformats.org/drawingml/2006/main">
            <a:off x="9953625" y="2771775"/>
            <a:ext cx="40481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P20: 실제 전달 / E20: 설명 원문</a:t>
            </a:r>
          </a:p>
        </p:txBody>
      </p:sp>
      <p:sp>
        <p:nvSpPr>
          <p:cNvPr id="216" name="dp45-comparison / n130">
            <a:extLst xmlns:a="http://schemas.openxmlformats.org/drawingml/2006/main">
              <a:ext uri="{FF2B5EF4-FFF2-40B4-BE49-F238E27FC236}">
                <a16:creationId xmlns:a16="http://schemas.microsoft.com/office/drawing/2014/main" id="{9AD4C998-1EFD-4734-9912-465C2AC6FE0A}"/>
              </a:ext>
            </a:extLst>
          </p:cNvPr>
          <p:cNvSpPr>
            <a:spLocks xmlns:a="http://schemas.openxmlformats.org/drawingml/2006/main" noGrp="1"/>
          </p:cNvSpPr>
          <p:nvPr/>
        </p:nvSpPr>
        <p:spPr>
          <a:xfrm xmlns:a="http://schemas.openxmlformats.org/drawingml/2006/main">
            <a:off x="14601825" y="2762250"/>
            <a:ext cx="232333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7" name="dp45-comparison / n131 / text 1">
            <a:extLst xmlns:a="http://schemas.openxmlformats.org/drawingml/2006/main">
              <a:ext uri="{FF2B5EF4-FFF2-40B4-BE49-F238E27FC236}">
                <a16:creationId xmlns:a16="http://schemas.microsoft.com/office/drawing/2014/main" id="{FCC2F296-7190-4113-9ABF-157B91020309}"/>
              </a:ext>
            </a:extLst>
          </p:cNvPr>
          <p:cNvSpPr>
            <a:spLocks xmlns:a="http://schemas.openxmlformats.org/drawingml/2006/main" noGrp="1"/>
          </p:cNvSpPr>
          <p:nvPr/>
        </p:nvSpPr>
        <p:spPr>
          <a:xfrm xmlns:a="http://schemas.openxmlformats.org/drawingml/2006/main">
            <a:off x="14620875" y="2771775"/>
            <a:ext cx="3000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T21 → D21 개정 2 / T22 → D22 개정 1</a:t>
            </a:r>
          </a:p>
        </p:txBody>
      </p:sp>
      <p:sp>
        <p:nvSpPr>
          <p:cNvPr id="218" name="dp45-comparison / n132">
            <a:extLst xmlns:a="http://schemas.openxmlformats.org/drawingml/2006/main">
              <a:ext uri="{FF2B5EF4-FFF2-40B4-BE49-F238E27FC236}">
                <a16:creationId xmlns:a16="http://schemas.microsoft.com/office/drawing/2014/main" id="{8807E074-DB74-4112-8E4A-57BC0C7B0C3B}"/>
              </a:ext>
            </a:extLst>
          </p:cNvPr>
          <p:cNvSpPr>
            <a:spLocks xmlns:a="http://schemas.openxmlformats.org/drawingml/2006/main" noGrp="1"/>
          </p:cNvSpPr>
          <p:nvPr/>
        </p:nvSpPr>
        <p:spPr>
          <a:xfrm xmlns:a="http://schemas.openxmlformats.org/drawingml/2006/main">
            <a:off x="9934575" y="2943225"/>
            <a:ext cx="395935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9" name="dp45-comparison / n133 / text 1">
            <a:extLst xmlns:a="http://schemas.openxmlformats.org/drawingml/2006/main">
              <a:ext uri="{FF2B5EF4-FFF2-40B4-BE49-F238E27FC236}">
                <a16:creationId xmlns:a16="http://schemas.microsoft.com/office/drawing/2014/main" id="{E09B28C6-E1E3-4274-A4D0-FD64BED52CD8}"/>
              </a:ext>
            </a:extLst>
          </p:cNvPr>
          <p:cNvSpPr>
            <a:spLocks xmlns:a="http://schemas.openxmlformats.org/drawingml/2006/main" noGrp="1"/>
          </p:cNvSpPr>
          <p:nvPr/>
        </p:nvSpPr>
        <p:spPr>
          <a:xfrm xmlns:a="http://schemas.openxmlformats.org/drawingml/2006/main">
            <a:off x="9953625" y="2952750"/>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같은 원본: 전달한 예외 문구 + 제품 조사 결과 + 견적 결과</a:t>
            </a:r>
          </a:p>
        </p:txBody>
      </p:sp>
      <p:sp>
        <p:nvSpPr>
          <p:cNvPr id="220" name="dp45-comparison / n148">
            <a:extLst xmlns:a="http://schemas.openxmlformats.org/drawingml/2006/main">
              <a:ext uri="{FF2B5EF4-FFF2-40B4-BE49-F238E27FC236}">
                <a16:creationId xmlns:a16="http://schemas.microsoft.com/office/drawing/2014/main" id="{BE1A0B59-0777-40F9-BFCE-ED45F8C8FEE3}"/>
              </a:ext>
            </a:extLst>
          </p:cNvPr>
          <p:cNvSpPr>
            <a:spLocks xmlns:a="http://schemas.openxmlformats.org/drawingml/2006/main" noGrp="1"/>
          </p:cNvSpPr>
          <p:nvPr/>
        </p:nvSpPr>
        <p:spPr>
          <a:xfrm xmlns:a="http://schemas.openxmlformats.org/drawingml/2006/main">
            <a:off x="13315950" y="3362325"/>
            <a:ext cx="2527173"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1" name="dp45-comparison / n149 / text 1">
            <a:extLst xmlns:a="http://schemas.openxmlformats.org/drawingml/2006/main">
              <a:ext uri="{FF2B5EF4-FFF2-40B4-BE49-F238E27FC236}">
                <a16:creationId xmlns:a16="http://schemas.microsoft.com/office/drawing/2014/main" id="{8B9B80FE-6B1D-44FB-8F75-58DAD34518D2}"/>
              </a:ext>
            </a:extLst>
          </p:cNvPr>
          <p:cNvSpPr>
            <a:spLocks xmlns:a="http://schemas.openxmlformats.org/drawingml/2006/main" noGrp="1"/>
          </p:cNvSpPr>
          <p:nvPr/>
        </p:nvSpPr>
        <p:spPr>
          <a:xfrm xmlns:a="http://schemas.openxmlformats.org/drawingml/2006/main">
            <a:off x="13335000" y="3371850"/>
            <a:ext cx="3905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① 원본 변경 알림 → 범위 읽기 / 생산</a:t>
            </a:r>
          </a:p>
        </p:txBody>
      </p:sp>
      <p:sp>
        <p:nvSpPr>
          <p:cNvPr id="222" name="dp45-comparison / n151">
            <a:extLst xmlns:a="http://schemas.openxmlformats.org/drawingml/2006/main">
              <a:ext uri="{FF2B5EF4-FFF2-40B4-BE49-F238E27FC236}">
                <a16:creationId xmlns:a16="http://schemas.microsoft.com/office/drawing/2014/main" id="{E2ECB48B-225B-4B2C-B393-C987CC86BEC0}"/>
              </a:ext>
            </a:extLst>
          </p:cNvPr>
          <p:cNvSpPr>
            <a:spLocks xmlns:a="http://schemas.openxmlformats.org/drawingml/2006/main" noGrp="1"/>
          </p:cNvSpPr>
          <p:nvPr/>
        </p:nvSpPr>
        <p:spPr>
          <a:xfrm xmlns:a="http://schemas.openxmlformats.org/drawingml/2006/main">
            <a:off x="12982575" y="362902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3" name="dp45-comparison / n152 / text 1">
            <a:extLst xmlns:a="http://schemas.openxmlformats.org/drawingml/2006/main">
              <a:ext uri="{FF2B5EF4-FFF2-40B4-BE49-F238E27FC236}">
                <a16:creationId xmlns:a16="http://schemas.microsoft.com/office/drawing/2014/main" id="{3EEB52A2-FA66-45C2-B9F5-D499403A3411}"/>
              </a:ext>
            </a:extLst>
          </p:cNvPr>
          <p:cNvSpPr>
            <a:spLocks xmlns:a="http://schemas.openxmlformats.org/drawingml/2006/main" noGrp="1"/>
          </p:cNvSpPr>
          <p:nvPr/>
        </p:nvSpPr>
        <p:spPr>
          <a:xfrm xmlns:a="http://schemas.openxmlformats.org/drawingml/2006/main">
            <a:off x="13001625" y="3638550"/>
            <a:ext cx="11430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같은 개정 게시</a:t>
            </a:r>
          </a:p>
        </p:txBody>
      </p:sp>
      <p:sp>
        <p:nvSpPr>
          <p:cNvPr id="224" name="dp45-comparison / n154">
            <a:extLst xmlns:a="http://schemas.openxmlformats.org/drawingml/2006/main">
              <a:ext uri="{FF2B5EF4-FFF2-40B4-BE49-F238E27FC236}">
                <a16:creationId xmlns:a16="http://schemas.microsoft.com/office/drawing/2014/main" id="{0E8794C3-2BD4-4C36-A294-B0F472CD3A75}"/>
              </a:ext>
            </a:extLst>
          </p:cNvPr>
          <p:cNvSpPr>
            <a:spLocks xmlns:a="http://schemas.openxmlformats.org/drawingml/2006/main" noGrp="1"/>
          </p:cNvSpPr>
          <p:nvPr/>
        </p:nvSpPr>
        <p:spPr>
          <a:xfrm xmlns:a="http://schemas.openxmlformats.org/drawingml/2006/main">
            <a:off x="14239875" y="4314825"/>
            <a:ext cx="2952750" cy="771525"/>
          </a:xfrm>
          <a:custGeom xmlns:a="http://schemas.openxmlformats.org/drawingml/2006/main">
            <a:pathLst>
              <a:path w="2952750" h="771525">
                <a:moveTo>
                  <a:pt x="0" y="0"/>
                </a:moveTo>
                <a:lnTo>
                  <a:pt x="2781300" y="0"/>
                </a:lnTo>
                <a:lnTo>
                  <a:pt x="2952750" y="171450"/>
                </a:lnTo>
                <a:lnTo>
                  <a:pt x="2952750" y="771525"/>
                </a:lnTo>
                <a:lnTo>
                  <a:pt x="0" y="77152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25" name="dp45-comparison / n154 / fold">
            <a:extLst xmlns:a="http://schemas.openxmlformats.org/drawingml/2006/main">
              <a:ext uri="{FF2B5EF4-FFF2-40B4-BE49-F238E27FC236}">
                <a16:creationId xmlns:a16="http://schemas.microsoft.com/office/drawing/2014/main" id="{A6F687BA-56B0-41FD-9BCD-2CAFC9B14CC6}"/>
              </a:ext>
            </a:extLst>
          </p:cNvPr>
          <p:cNvSpPr>
            <a:spLocks xmlns:a="http://schemas.openxmlformats.org/drawingml/2006/main" noGrp="1"/>
          </p:cNvSpPr>
          <p:nvPr/>
        </p:nvSpPr>
        <p:spPr>
          <a:xfrm xmlns:a="http://schemas.openxmlformats.org/drawingml/2006/main">
            <a:off x="17021175" y="4314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26" name="dp45-comparison / n155 / text 1">
            <a:extLst xmlns:a="http://schemas.openxmlformats.org/drawingml/2006/main">
              <a:ext uri="{FF2B5EF4-FFF2-40B4-BE49-F238E27FC236}">
                <a16:creationId xmlns:a16="http://schemas.microsoft.com/office/drawing/2014/main" id="{B8CF1A39-A142-4F8D-BD22-DE49110FF3C0}"/>
              </a:ext>
            </a:extLst>
          </p:cNvPr>
          <p:cNvSpPr>
            <a:spLocks xmlns:a="http://schemas.openxmlformats.org/drawingml/2006/main" noGrp="1"/>
          </p:cNvSpPr>
          <p:nvPr/>
        </p:nvSpPr>
        <p:spPr>
          <a:xfrm xmlns:a="http://schemas.openxmlformats.org/drawingml/2006/main">
            <a:off x="14335125" y="437197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EXPLAINS_ITEM(P20 → E20)</a:t>
            </a:r>
          </a:p>
        </p:txBody>
      </p:sp>
      <p:sp>
        <p:nvSpPr>
          <p:cNvPr id="227" name="dp45-comparison / n155 / text 2">
            <a:extLst xmlns:a="http://schemas.openxmlformats.org/drawingml/2006/main">
              <a:ext uri="{FF2B5EF4-FFF2-40B4-BE49-F238E27FC236}">
                <a16:creationId xmlns:a16="http://schemas.microsoft.com/office/drawing/2014/main" id="{59F8DF2E-7EFE-4B5B-A565-6691D26B8AD5}"/>
              </a:ext>
            </a:extLst>
          </p:cNvPr>
          <p:cNvSpPr>
            <a:spLocks xmlns:a="http://schemas.openxmlformats.org/drawingml/2006/main" noGrp="1"/>
          </p:cNvSpPr>
          <p:nvPr/>
        </p:nvSpPr>
        <p:spPr>
          <a:xfrm xmlns:a="http://schemas.openxmlformats.org/drawingml/2006/main">
            <a:off x="14335125" y="449199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MODEL_DERIVED / source[27,52)</a:t>
            </a:r>
          </a:p>
        </p:txBody>
      </p:sp>
      <p:sp>
        <p:nvSpPr>
          <p:cNvPr id="228" name="dp45-comparison / n155 / text 3">
            <a:extLst xmlns:a="http://schemas.openxmlformats.org/drawingml/2006/main">
              <a:ext uri="{FF2B5EF4-FFF2-40B4-BE49-F238E27FC236}">
                <a16:creationId xmlns:a16="http://schemas.microsoft.com/office/drawing/2014/main" id="{A56B1342-C45C-44C9-BB88-4C979B3F61BA}"/>
              </a:ext>
            </a:extLst>
          </p:cNvPr>
          <p:cNvSpPr>
            <a:spLocks xmlns:a="http://schemas.openxmlformats.org/drawingml/2006/main" noGrp="1"/>
          </p:cNvSpPr>
          <p:nvPr/>
        </p:nvSpPr>
        <p:spPr>
          <a:xfrm xmlns:a="http://schemas.openxmlformats.org/drawingml/2006/main">
            <a:off x="14335125" y="461200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Memory2/3: HAS_RESULT(T21/22 → D21/22)</a:t>
            </a:r>
          </a:p>
        </p:txBody>
      </p:sp>
      <p:sp>
        <p:nvSpPr>
          <p:cNvPr id="229" name="dp45-comparison / n155 / text 4">
            <a:extLst xmlns:a="http://schemas.openxmlformats.org/drawingml/2006/main">
              <a:ext uri="{FF2B5EF4-FFF2-40B4-BE49-F238E27FC236}">
                <a16:creationId xmlns:a16="http://schemas.microsoft.com/office/drawing/2014/main" id="{5CBD47F5-20C5-4F11-896A-4DA984C06C6E}"/>
              </a:ext>
            </a:extLst>
          </p:cNvPr>
          <p:cNvSpPr>
            <a:spLocks xmlns:a="http://schemas.openxmlformats.org/drawingml/2006/main" noGrp="1"/>
          </p:cNvSpPr>
          <p:nvPr/>
        </p:nvSpPr>
        <p:spPr>
          <a:xfrm xmlns:a="http://schemas.openxmlformats.org/drawingml/2006/main">
            <a:off x="14335125" y="473202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EXPLICIT / 확인된 개정 참조</a:t>
            </a:r>
          </a:p>
        </p:txBody>
      </p:sp>
      <p:sp>
        <p:nvSpPr>
          <p:cNvPr id="230" name="dp45-comparison / n161">
            <a:extLst xmlns:a="http://schemas.openxmlformats.org/drawingml/2006/main">
              <a:ext uri="{FF2B5EF4-FFF2-40B4-BE49-F238E27FC236}">
                <a16:creationId xmlns:a16="http://schemas.microsoft.com/office/drawing/2014/main" id="{33F0B25F-5EA6-47A9-A22F-54D51DB68617}"/>
              </a:ext>
            </a:extLst>
          </p:cNvPr>
          <p:cNvSpPr>
            <a:spLocks xmlns:a="http://schemas.openxmlformats.org/drawingml/2006/main" noGrp="1"/>
          </p:cNvSpPr>
          <p:nvPr/>
        </p:nvSpPr>
        <p:spPr>
          <a:xfrm xmlns:a="http://schemas.openxmlformats.org/drawingml/2006/main">
            <a:off x="10220325" y="4371975"/>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1" name="dp45-comparison / n162 / text 1">
            <a:extLst xmlns:a="http://schemas.openxmlformats.org/drawingml/2006/main">
              <a:ext uri="{FF2B5EF4-FFF2-40B4-BE49-F238E27FC236}">
                <a16:creationId xmlns:a16="http://schemas.microsoft.com/office/drawing/2014/main" id="{3ACEB675-B35B-4AD7-B806-D06C63141D8E}"/>
              </a:ext>
            </a:extLst>
          </p:cNvPr>
          <p:cNvSpPr>
            <a:spLocks xmlns:a="http://schemas.openxmlformats.org/drawingml/2006/main" noGrp="1"/>
          </p:cNvSpPr>
          <p:nvPr/>
        </p:nvSpPr>
        <p:spPr>
          <a:xfrm xmlns:a="http://schemas.openxmlformats.org/drawingml/2006/main">
            <a:off x="10239375" y="4381500"/>
            <a:ext cx="2619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NOT_COVERED ↑ 지원 범위 생산</a:t>
            </a:r>
          </a:p>
        </p:txBody>
      </p:sp>
      <p:sp>
        <p:nvSpPr>
          <p:cNvPr id="232" name="dp45-comparison / n163">
            <a:extLst xmlns:a="http://schemas.openxmlformats.org/drawingml/2006/main">
              <a:ext uri="{FF2B5EF4-FFF2-40B4-BE49-F238E27FC236}">
                <a16:creationId xmlns:a16="http://schemas.microsoft.com/office/drawing/2014/main" id="{07FE04CD-0E1E-485D-9541-E8DF496BE481}"/>
              </a:ext>
            </a:extLst>
          </p:cNvPr>
          <p:cNvSpPr>
            <a:spLocks xmlns:a="http://schemas.openxmlformats.org/drawingml/2006/main" noGrp="1"/>
          </p:cNvSpPr>
          <p:nvPr/>
        </p:nvSpPr>
        <p:spPr>
          <a:xfrm xmlns:a="http://schemas.openxmlformats.org/drawingml/2006/main">
            <a:off x="10220325" y="4591050"/>
            <a:ext cx="23827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3" name="dp45-comparison / n164 / text 1">
            <a:extLst xmlns:a="http://schemas.openxmlformats.org/drawingml/2006/main">
              <a:ext uri="{FF2B5EF4-FFF2-40B4-BE49-F238E27FC236}">
                <a16:creationId xmlns:a16="http://schemas.microsoft.com/office/drawing/2014/main" id="{809A4F17-69E3-445E-B5B1-85CBEB44EB7E}"/>
              </a:ext>
            </a:extLst>
          </p:cNvPr>
          <p:cNvSpPr>
            <a:spLocks xmlns:a="http://schemas.openxmlformats.org/drawingml/2006/main" noGrp="1"/>
          </p:cNvSpPr>
          <p:nvPr/>
        </p:nvSpPr>
        <p:spPr>
          <a:xfrm xmlns:a="http://schemas.openxmlformats.org/drawingml/2006/main">
            <a:off x="10239375" y="4600575"/>
            <a:ext cx="2571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게시 revision ↓ 확인 뒤 Reader 재조회</a:t>
            </a:r>
          </a:p>
        </p:txBody>
      </p:sp>
      <p:sp>
        <p:nvSpPr>
          <p:cNvPr id="234" name="dp45-comparison / n165">
            <a:extLst xmlns:a="http://schemas.openxmlformats.org/drawingml/2006/main">
              <a:ext uri="{FF2B5EF4-FFF2-40B4-BE49-F238E27FC236}">
                <a16:creationId xmlns:a16="http://schemas.microsoft.com/office/drawing/2014/main" id="{B22FF169-F944-4173-88D0-5593EBC221F4}"/>
              </a:ext>
            </a:extLst>
          </p:cNvPr>
          <p:cNvSpPr>
            <a:spLocks xmlns:a="http://schemas.openxmlformats.org/drawingml/2006/main" noGrp="1"/>
          </p:cNvSpPr>
          <p:nvPr/>
        </p:nvSpPr>
        <p:spPr>
          <a:xfrm xmlns:a="http://schemas.openxmlformats.org/drawingml/2006/main">
            <a:off x="10125075" y="5734050"/>
            <a:ext cx="273253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5" name="dp45-comparison / n166 / text 1">
            <a:extLst xmlns:a="http://schemas.openxmlformats.org/drawingml/2006/main">
              <a:ext uri="{FF2B5EF4-FFF2-40B4-BE49-F238E27FC236}">
                <a16:creationId xmlns:a16="http://schemas.microsoft.com/office/drawing/2014/main" id="{FEE5B5B0-F1B6-4682-A1DC-5BE10ECD671C}"/>
              </a:ext>
            </a:extLst>
          </p:cNvPr>
          <p:cNvSpPr>
            <a:spLocks xmlns:a="http://schemas.openxmlformats.org/drawingml/2006/main" noGrp="1"/>
          </p:cNvSpPr>
          <p:nvPr/>
        </p:nvSpPr>
        <p:spPr>
          <a:xfrm xmlns:a="http://schemas.openxmlformats.org/drawingml/2006/main">
            <a:off x="10144125" y="5743575"/>
            <a:ext cx="3333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UNSUPPORTED_RELATION: 지원 밖 / 생산 안 함</a:t>
            </a:r>
          </a:p>
        </p:txBody>
      </p:sp>
      <p:sp>
        <p:nvSpPr>
          <p:cNvPr id="236" name="dp45-comparison / n167">
            <a:extLst xmlns:a="http://schemas.openxmlformats.org/drawingml/2006/main">
              <a:ext uri="{FF2B5EF4-FFF2-40B4-BE49-F238E27FC236}">
                <a16:creationId xmlns:a16="http://schemas.microsoft.com/office/drawing/2014/main" id="{D61967C5-2822-40D8-925C-38CF067C0CD4}"/>
              </a:ext>
            </a:extLst>
          </p:cNvPr>
          <p:cNvSpPr>
            <a:spLocks xmlns:a="http://schemas.openxmlformats.org/drawingml/2006/main" noGrp="1"/>
          </p:cNvSpPr>
          <p:nvPr/>
        </p:nvSpPr>
        <p:spPr>
          <a:xfrm xmlns:a="http://schemas.openxmlformats.org/drawingml/2006/main">
            <a:off x="14220825" y="5734050"/>
            <a:ext cx="249250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5-comparison / n168 / text 1">
            <a:extLst xmlns:a="http://schemas.openxmlformats.org/drawingml/2006/main">
              <a:ext uri="{FF2B5EF4-FFF2-40B4-BE49-F238E27FC236}">
                <a16:creationId xmlns:a16="http://schemas.microsoft.com/office/drawing/2014/main" id="{4865F4BE-6739-4DFA-B104-44E48EF53B64}"/>
              </a:ext>
            </a:extLst>
          </p:cNvPr>
          <p:cNvSpPr>
            <a:spLocks xmlns:a="http://schemas.openxmlformats.org/drawingml/2006/main" noGrp="1"/>
          </p:cNvSpPr>
          <p:nvPr/>
        </p:nvSpPr>
        <p:spPr>
          <a:xfrm xmlns:a="http://schemas.openxmlformats.org/drawingml/2006/main">
            <a:off x="14239875" y="5743575"/>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Coverage1[27,52) / gap[0,27) / 개정 1</a:t>
            </a:r>
          </a:p>
        </p:txBody>
      </p:sp>
      <p:sp>
        <p:nvSpPr>
          <p:cNvPr id="238" name="dp45-comparison / n173">
            <a:extLst xmlns:a="http://schemas.openxmlformats.org/drawingml/2006/main">
              <a:ext uri="{FF2B5EF4-FFF2-40B4-BE49-F238E27FC236}">
                <a16:creationId xmlns:a16="http://schemas.microsoft.com/office/drawing/2014/main" id="{4CE9D8FA-7928-46A0-8B9E-0C0B8F14B4CD}"/>
              </a:ext>
            </a:extLst>
          </p:cNvPr>
          <p:cNvSpPr>
            <a:spLocks xmlns:a="http://schemas.openxmlformats.org/drawingml/2006/main" noGrp="1"/>
          </p:cNvSpPr>
          <p:nvPr/>
        </p:nvSpPr>
        <p:spPr>
          <a:xfrm xmlns:a="http://schemas.openxmlformats.org/drawingml/2006/main">
            <a:off x="13077825" y="5895975"/>
            <a:ext cx="279196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5-comparison / n174 / text 1">
            <a:extLst xmlns:a="http://schemas.openxmlformats.org/drawingml/2006/main">
              <a:ext uri="{FF2B5EF4-FFF2-40B4-BE49-F238E27FC236}">
                <a16:creationId xmlns:a16="http://schemas.microsoft.com/office/drawing/2014/main" id="{2CDE0CD6-7886-46A3-AC0E-B4D20372E769}"/>
              </a:ext>
            </a:extLst>
          </p:cNvPr>
          <p:cNvSpPr>
            <a:spLocks xmlns:a="http://schemas.openxmlformats.org/drawingml/2006/main" noGrp="1"/>
          </p:cNvSpPr>
          <p:nvPr/>
        </p:nvSpPr>
        <p:spPr>
          <a:xfrm xmlns:a="http://schemas.openxmlformats.org/drawingml/2006/main">
            <a:off x="13096875" y="5905500"/>
            <a:ext cx="4048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Reader → owner: 현재 개정 / 요청한 원문 확인</a:t>
            </a:r>
          </a:p>
        </p:txBody>
      </p:sp>
      <p:sp>
        <p:nvSpPr>
          <p:cNvPr id="240" name="dp45-comparison / n175">
            <a:extLst xmlns:a="http://schemas.openxmlformats.org/drawingml/2006/main">
              <a:ext uri="{FF2B5EF4-FFF2-40B4-BE49-F238E27FC236}">
                <a16:creationId xmlns:a16="http://schemas.microsoft.com/office/drawing/2014/main" id="{BCAF3EC2-A6DA-4D88-9AF6-E6DBA98B285C}"/>
              </a:ext>
            </a:extLst>
          </p:cNvPr>
          <p:cNvSpPr>
            <a:spLocks xmlns:a="http://schemas.openxmlformats.org/drawingml/2006/main" noGrp="1"/>
          </p:cNvSpPr>
          <p:nvPr/>
        </p:nvSpPr>
        <p:spPr>
          <a:xfrm xmlns:a="http://schemas.openxmlformats.org/drawingml/2006/main">
            <a:off x="10125075" y="6086475"/>
            <a:ext cx="356235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5-comparison / n176 / text 1">
            <a:extLst xmlns:a="http://schemas.openxmlformats.org/drawingml/2006/main">
              <a:ext uri="{FF2B5EF4-FFF2-40B4-BE49-F238E27FC236}">
                <a16:creationId xmlns:a16="http://schemas.microsoft.com/office/drawing/2014/main" id="{1655555D-A51C-4128-9BE5-9E4A59FEE7FF}"/>
              </a:ext>
            </a:extLst>
          </p:cNvPr>
          <p:cNvSpPr>
            <a:spLocks xmlns:a="http://schemas.openxmlformats.org/drawingml/2006/main" noGrp="1"/>
          </p:cNvSpPr>
          <p:nvPr/>
        </p:nvSpPr>
        <p:spPr>
          <a:xfrm xmlns:a="http://schemas.openxmlformats.org/drawingml/2006/main">
            <a:off x="10144125" y="6096000"/>
            <a:ext cx="7000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정정 / 삭제 → 사용 fence → 부분 재생산 / 옛 job 게시 거부</a:t>
            </a:r>
          </a:p>
        </p:txBody>
      </p:sp>
      <p:sp>
        <p:nvSpPr>
          <p:cNvPr id="242" name="dp45-comparison / n185">
            <a:extLst xmlns:a="http://schemas.openxmlformats.org/drawingml/2006/main">
              <a:ext uri="{FF2B5EF4-FFF2-40B4-BE49-F238E27FC236}">
                <a16:creationId xmlns:a16="http://schemas.microsoft.com/office/drawing/2014/main" id="{8B1E5DB8-BDF9-41CB-9F65-FA2674B61121}"/>
              </a:ext>
            </a:extLst>
          </p:cNvPr>
          <p:cNvSpPr>
            <a:spLocks xmlns:a="http://schemas.openxmlformats.org/drawingml/2006/main" noGrp="1"/>
          </p:cNvSpPr>
          <p:nvPr/>
        </p:nvSpPr>
        <p:spPr>
          <a:xfrm xmlns:a="http://schemas.openxmlformats.org/drawingml/2006/main">
            <a:off x="12982575" y="6496050"/>
            <a:ext cx="10820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5-comparison / n186 / text 1">
            <a:extLst xmlns:a="http://schemas.openxmlformats.org/drawingml/2006/main">
              <a:ext uri="{FF2B5EF4-FFF2-40B4-BE49-F238E27FC236}">
                <a16:creationId xmlns:a16="http://schemas.microsoft.com/office/drawing/2014/main" id="{24649DF2-D846-492A-BEE0-21D85ABA5A6B}"/>
              </a:ext>
            </a:extLst>
          </p:cNvPr>
          <p:cNvSpPr>
            <a:spLocks xmlns:a="http://schemas.openxmlformats.org/drawingml/2006/main" noGrp="1"/>
          </p:cNvSpPr>
          <p:nvPr/>
        </p:nvSpPr>
        <p:spPr>
          <a:xfrm xmlns:a="http://schemas.openxmlformats.org/drawingml/2006/main">
            <a:off x="13001625" y="6505575"/>
            <a:ext cx="1476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조건부 C-CONTEXT</a:t>
            </a:r>
          </a:p>
        </p:txBody>
      </p:sp>
      <p:sp>
        <p:nvSpPr>
          <p:cNvPr id="244" name="dp45-comparison / n187">
            <a:extLst xmlns:a="http://schemas.openxmlformats.org/drawingml/2006/main">
              <a:ext uri="{FF2B5EF4-FFF2-40B4-BE49-F238E27FC236}">
                <a16:creationId xmlns:a16="http://schemas.microsoft.com/office/drawing/2014/main" id="{55E3CA58-EED3-46CD-9834-4D880EC59C99}"/>
              </a:ext>
            </a:extLst>
          </p:cNvPr>
          <p:cNvSpPr>
            <a:spLocks xmlns:a="http://schemas.openxmlformats.org/drawingml/2006/main" noGrp="1"/>
          </p:cNvSpPr>
          <p:nvPr/>
        </p:nvSpPr>
        <p:spPr>
          <a:xfrm xmlns:a="http://schemas.openxmlformats.org/drawingml/2006/main">
            <a:off x="9934575" y="6819900"/>
            <a:ext cx="6166961" cy="13906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5-comparison / n188 / text 1">
            <a:extLst xmlns:a="http://schemas.openxmlformats.org/drawingml/2006/main">
              <a:ext uri="{FF2B5EF4-FFF2-40B4-BE49-F238E27FC236}">
                <a16:creationId xmlns:a16="http://schemas.microsoft.com/office/drawing/2014/main" id="{AB4E3358-D94B-4108-9E5B-24A1157B97D0}"/>
              </a:ext>
            </a:extLst>
          </p:cNvPr>
          <p:cNvSpPr>
            <a:spLocks xmlns:a="http://schemas.openxmlformats.org/drawingml/2006/main" noGrp="1"/>
          </p:cNvSpPr>
          <p:nvPr/>
        </p:nvSpPr>
        <p:spPr>
          <a:xfrm xmlns:a="http://schemas.openxmlformats.org/drawingml/2006/main">
            <a:off x="9953625" y="6829425"/>
            <a:ext cx="75247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Query1 {purpose:REQUEST_UNDERSTANDING, relation_kinds:[EXPLAINS_ITEM,HAS_RESULT], original_required:true}</a:t>
            </a:r>
          </a:p>
        </p:txBody>
      </p:sp>
      <p:sp>
        <p:nvSpPr>
          <p:cNvPr id="246" name="dp45-comparison / n195">
            <a:extLst xmlns:a="http://schemas.openxmlformats.org/drawingml/2006/main">
              <a:ext uri="{FF2B5EF4-FFF2-40B4-BE49-F238E27FC236}">
                <a16:creationId xmlns:a16="http://schemas.microsoft.com/office/drawing/2014/main" id="{BD607B73-E86E-4F24-82AE-04A6D64144EF}"/>
              </a:ext>
            </a:extLst>
          </p:cNvPr>
          <p:cNvSpPr>
            <a:spLocks xmlns:a="http://schemas.openxmlformats.org/drawingml/2006/main" noGrp="1"/>
          </p:cNvSpPr>
          <p:nvPr/>
        </p:nvSpPr>
        <p:spPr>
          <a:xfrm xmlns:a="http://schemas.openxmlformats.org/drawingml/2006/main">
            <a:off x="13077825" y="6248400"/>
            <a:ext cx="279425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5-comparison / n196 / text 1">
            <a:extLst xmlns:a="http://schemas.openxmlformats.org/drawingml/2006/main">
              <a:ext uri="{FF2B5EF4-FFF2-40B4-BE49-F238E27FC236}">
                <a16:creationId xmlns:a16="http://schemas.microsoft.com/office/drawing/2014/main" id="{BE09CE10-9D49-4730-88E4-BDD55A4FF1C2}"/>
              </a:ext>
            </a:extLst>
          </p:cNvPr>
          <p:cNvSpPr>
            <a:spLocks xmlns:a="http://schemas.openxmlformats.org/drawingml/2006/main" noGrp="1"/>
          </p:cNvSpPr>
          <p:nvPr/>
        </p:nvSpPr>
        <p:spPr>
          <a:xfrm xmlns:a="http://schemas.openxmlformats.org/drawingml/2006/main">
            <a:off x="13096875" y="6257925"/>
            <a:ext cx="4191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Query1 → / ← Bundle1 + Receipt1 (PARTIAL)</a:t>
            </a:r>
          </a:p>
        </p:txBody>
      </p:sp>
      <p:sp>
        <p:nvSpPr>
          <p:cNvPr id="248" name="dp45-comparison / n198">
            <a:extLst xmlns:a="http://schemas.openxmlformats.org/drawingml/2006/main">
              <a:ext uri="{FF2B5EF4-FFF2-40B4-BE49-F238E27FC236}">
                <a16:creationId xmlns:a16="http://schemas.microsoft.com/office/drawing/2014/main" id="{2F80335F-92CF-4747-BE59-89F9D8FEDDDF}"/>
              </a:ext>
            </a:extLst>
          </p:cNvPr>
          <p:cNvSpPr>
            <a:spLocks xmlns:a="http://schemas.openxmlformats.org/drawingml/2006/main" noGrp="1"/>
          </p:cNvSpPr>
          <p:nvPr/>
        </p:nvSpPr>
        <p:spPr>
          <a:xfrm xmlns:a="http://schemas.openxmlformats.org/drawingml/2006/main">
            <a:off x="12954000" y="7143750"/>
            <a:ext cx="133978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5-comparison / n199 / text 1">
            <a:extLst xmlns:a="http://schemas.openxmlformats.org/drawingml/2006/main">
              <a:ext uri="{FF2B5EF4-FFF2-40B4-BE49-F238E27FC236}">
                <a16:creationId xmlns:a16="http://schemas.microsoft.com/office/drawing/2014/main" id="{6F707C36-3269-443D-A8F3-615486500C0C}"/>
              </a:ext>
            </a:extLst>
          </p:cNvPr>
          <p:cNvSpPr>
            <a:spLocks xmlns:a="http://schemas.openxmlformats.org/drawingml/2006/main" noGrp="1"/>
          </p:cNvSpPr>
          <p:nvPr/>
        </p:nvSpPr>
        <p:spPr>
          <a:xfrm xmlns:a="http://schemas.openxmlformats.org/drawingml/2006/main">
            <a:off x="12973050" y="7153275"/>
            <a:ext cx="15335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의미 제안 → 검증 / 채택</a:t>
            </a:r>
          </a:p>
        </p:txBody>
      </p:sp>
    </p:spTree>
    <p:extLst>
      <p:ext uri="{BB962C8B-B14F-4D97-AF65-F5344CB8AC3E}">
        <p14:creationId xmlns:p14="http://schemas.microsoft.com/office/powerpoint/2010/main" val="1697307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2026-10-08T11:10:12.6040000Z</dcterms:created>
  <dcterms:modified xsi:type="dcterms:W3CDTF">2026-10-08T11:10:12.6040000Z</dcterms:modified>
</coreProperties>
</file>