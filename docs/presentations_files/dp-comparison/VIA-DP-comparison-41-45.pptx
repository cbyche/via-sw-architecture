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57A1B3B5-A02A-4646-BC6D-5803BDAB566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1F6E8F51-AE71-4A0A-A111-7BFB9A6A8141}"/>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D7332C71-D7F7-4AD1-854E-7C89AC35BB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C446A31-B3D5-42DE-A868-26BEF59B756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2F3B9E39-7161-4C4E-831B-CFA11C11260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B2924FF5-733E-43D2-957E-4D64F54809DF}"/>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CB9BA101-601B-4A2E-8733-C372576E1BEF}"/>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B56DD655-D374-4855-B79D-9099456173A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0B4681FF-71F6-40D3-B765-5B2F592CF47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C450A2FA-0F3D-471A-BCA1-6E2AA6FDD478}"/>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10B26DA9-7920-4A30-9CE2-622DB8AE5BAE}"/>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661F2810-337D-41BE-B092-C9E33F5293DD}"/>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FB54C814-7A04-4A36-8C65-FE40B0DECDE5}"/>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4B32F017-6DBB-420D-82CA-C619ACD7B609}"/>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52FD54E-3A1D-4FFA-BC07-9F51CCA30158}"/>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4F885B1A-53D7-47FE-A504-7CA5C7B15BFF}"/>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F085C7C-1B41-4F98-A5C6-B74CD7EF0B8D}"/>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51D2DA4-1DC3-4DF3-80BF-2C83FC8EB1B9}"/>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DE928223-F7F2-4793-8CDC-A5AAE0F8174A}"/>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D4CC35E7-BF9A-4AE3-A971-35C1FA0A163D}"/>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51FE88B1-9ABA-4471-81B4-D7B5E9710116}"/>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9E23D9B-03FA-49AB-9A1C-6848A7A3EC9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A967188F-A0BD-4E9C-AA66-862F1706E351}"/>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B2C6E22-EAD9-4FBB-A0A6-3D63314EBD4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71632376-B1EB-411C-992F-A9687C03E63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3CAD3B3B-601E-4725-BF6D-1C27BA11A38F}"/>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5C9D7AA1-CB13-4D75-809F-8F5210550187}"/>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CEB14FB9-8908-4211-8EE3-7411264C3C59}"/>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EFEE536A-5EDB-4860-88A6-AA018A070C9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872733D7-5D96-488B-96AB-AD875C09DDCE}"/>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6009BB6-2F92-4E6D-954B-976FC2E0539A}"/>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54AA47D5-E2AB-4D67-AB7B-2476865B87F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569C28B5-9FAF-41E6-8F3C-4B9BD31FEEBD}"/>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C036A37A-B21D-452E-A261-27E4CD8C1DEE}"/>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0A887829-4BEC-4814-AE70-98870540F452}"/>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6EBBAB68-052D-49E0-8246-0F59140E65DA}"/>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FA05CBE6-14BB-4D66-B94D-E749C7A3D681}"/>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E85EB85B-95BB-42A7-A4E6-E8681F6DEE07}"/>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B7DEAF0-F84C-449F-A310-B17BA37ABFA8}"/>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68E532D3-7764-4819-A0D4-742BD58B0029}"/>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695FA089-113A-4683-99B1-1E7BEEE5D97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B5E17B66-7BD7-4024-AD88-C4D071145A30}"/>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140CB6B2-FCF6-43A5-89FC-764A929A048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549CE93-D109-4BFB-B52C-641D844FE915}"/>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154E3416-DD18-4131-882C-F9847E72F72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DD69FA3B-782F-4709-A1DA-54D2442CB75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A1077E08-82A8-425B-82CF-17DD31C5CBD4}"/>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A668521-D8A9-40EB-8E57-64C2D7AC8BE9}"/>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4F12B602-197B-46CF-9E49-A1E7370FF07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8C4C318B-6D7E-4A76-89CF-2F3F833DA903}"/>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8099927-C228-4297-82A4-A73D0D68E20C}"/>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59C84894-CFEA-40EC-ACD9-2D4824C435A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B05CC794-E42D-4DA4-AA98-30F8A7B0AE7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9880461B-A691-4B5C-9ED9-E76DA7F90208}"/>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86A4F4AE-2693-42E6-A0AE-4955AAE9EB7D}"/>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22C36A3E-3209-451F-B22C-4D655777D7C3}"/>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58B39E94-FA9E-4CA6-9D22-74807CA7E51C}"/>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5A6E00EA-10DF-4C83-A503-CBF6BF8B711C}"/>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522F1BE8-8146-48B4-87C0-8AF28CD08711}"/>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6AEFF0F8-54CD-4F02-A2FF-FDA582EE7D4C}"/>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A35A36EB-A6CB-4D2B-8653-3403EAA91ECD}"/>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3927C3FD-5180-4020-949E-E32543198172}"/>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37E62757-9FF8-4A9F-97B6-0F99F4054F35}"/>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FCFF254D-DE7D-4DC1-A11E-2D85CCD9BCC4}"/>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9F9F8317-E01B-4F7C-8C4E-818F81E2F69A}"/>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719AD54A-F128-4491-BD42-1D4110135E7B}"/>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C6A99869-5B83-462D-B0DB-7007587D6300}"/>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EB041BC7-20E3-4CA9-8658-D2DC344B6910}"/>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18E4DD8A-B9CF-44D0-B3ED-C81545378C37}"/>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22BB8455-B215-4113-8986-96A536EDBC74}"/>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E9ED30FE-BAEA-470B-8B48-08AD7C34BC5F}"/>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964A48F9-F644-40DC-84A3-B9B92A363FE1}"/>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2640B75A-850F-4BE1-890B-4098D8238771}"/>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F34E8306-7D42-40A7-BB4A-8F3275692F92}"/>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B815EF6E-1288-42C8-973E-94CF133D8127}"/>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3871CBE4-25EF-425C-B1FA-F5F6E891DCF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A5362E75-4047-4990-8BCF-9213CCA44A04}"/>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30E61F88-951A-4D70-98DF-CFE80C5E274F}"/>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BE86D03F-5BC9-4F35-BA17-C3D144AE254B}"/>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CC00C96A-5605-4EF3-9197-83CA90AF1C74}"/>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2BD6AD57-FECB-4DF3-A683-CE356407519B}"/>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84B757A3-4E3A-4171-ABAD-AB76439403B2}"/>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AF1A0FB7-97B7-46F1-A57F-0F1ACF00505C}"/>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DA2D3C15-0092-410A-855D-E6531FCCA9A9}"/>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073F6D02-0FEF-4139-874E-2F552C600BC4}"/>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CF959AE8-367D-4613-A885-6E111430A567}"/>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96C387F5-3710-4225-AECB-9595DE621324}"/>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6F681451-79C2-4000-8092-97CDB19C564F}"/>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646BFCBC-851B-4D4C-8404-9D887C573A0B}"/>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4C7B1FB5-705A-4E3C-827C-DDE086E93082}"/>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AC535086-4683-48C5-A737-56955D3A0B4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0C6E747-A187-43FA-8EEF-0AD5B2B1AC90}"/>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34710075-7AC8-467E-B104-1811F4E18658}"/>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41EEDD8D-360A-4EEF-830A-73EEA3224318}"/>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AC3332A4-95D8-41E4-BACD-29CF37C65551}"/>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12858CFA-CFF7-44A5-A97F-CFB4EAFEB85E}"/>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4F6D2AD-7C87-4E32-A5F5-B45F12074C6E}"/>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6952527C-92FB-4F4F-937F-E45AFCBCEA82}"/>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E154A2A5-1E7A-41C1-AAE7-54D1A54ACA36}"/>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E2B86888-410A-4478-B968-35463C93A7C2}"/>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2B9FAAEE-4A2A-4503-944C-6A2D949F6F5F}"/>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2D107DF3-ECC6-4DEF-893E-D0C20983F5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097F23E0-BD86-46FE-A5D9-ACC09B9660F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9CED5455-4B00-4119-994A-75D0E3C1E977}"/>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C795FC44-269E-4040-B486-93FD6175BAD2}"/>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8F7CE55A-1B9D-4295-9DE4-DF3D247990B5}"/>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3532FFA9-7925-4DE3-A984-2BB3EC22BAEE}"/>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5AE71989-78F0-42B8-8C88-0C7A89ED0F1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00D10E39-6868-4E8F-8BF3-67F9634B8C41}"/>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16E577E8-061F-4C00-A893-A47DA08AB79B}"/>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75E16E91-3923-423D-B80F-5584A769BF8A}"/>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225A00BC-9525-44A8-A09C-C2C22FA321F7}"/>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45FD93CF-F795-4200-89D1-09427B827DBE}"/>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44621FBA-CBEC-4150-A4E4-BDC5A3D0CB16}"/>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B503696-AED4-4DEC-B010-F06E8800D765}"/>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8709CDF4-91EC-409D-9452-5A3CAEBBDD60}"/>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233F8632-D529-4385-8757-1D80F165C629}"/>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77D0476E-7A29-4C80-8B88-11D790B455BD}"/>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9153FBD9-210C-47E3-A169-F3DAB44B5C60}"/>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750DFE64-D1C2-44CB-B822-43C545358644}"/>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E5D34ED1-E032-4B6C-92BB-838DB3C9B39B}"/>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5DB62F24-545B-4B42-B89C-B8857B337C7D}"/>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48294FBE-8BA7-492E-A0F7-59EBC64D97EE}"/>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E045D7-2E46-4E1B-A57C-D507E8BB7BE9}"/>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D13E9214-8815-4085-817D-6FD8E635D67B}"/>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D8F62592-2967-4FF7-829E-76EF9FFE5384}"/>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BB97B239-E462-4447-B304-7E630D7D269A}"/>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2E9B2F76-A409-4278-9289-3660AEE0C149}"/>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8855406F-290B-4FE2-B96E-7A6699D83E84}"/>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00D43D0B-7645-45EE-B5CE-92DCA47D2B7E}"/>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9F224368-44DC-43E6-8FB6-E049EEAD4531}"/>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88175948-2449-494C-976A-3E962CC889D4}"/>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F8ACF62B-7854-4D72-A1C1-E07F557BA0E2}"/>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356561E4-95FC-42BD-B865-63690B40C1DA}"/>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B2909077-DB27-4BD5-86FC-B233C4C376F7}"/>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A8F212C9-7A4F-4E8F-BD1A-0C48F22ABC2A}"/>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61AB9209-C30F-48AE-91D2-373A758D3DAD}"/>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AF42A935-DCAC-4F1E-B833-19037AD552C0}"/>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4A3A7FB8-3792-435A-AB41-C991FA68B7DC}"/>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E301F650-6BDB-4283-9413-0512F2D2FFC8}"/>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BBC187DB-1914-477E-A99F-9CD6C2C48414}"/>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88CDE6D4-5BBD-4FBF-A2DB-ECC7A055FE2C}"/>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32A75A-EDA4-4F81-8514-08D5D43699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BB431D57-B675-4E67-A493-2D41FDF8B664}"/>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628BBBD-8302-468D-B1FA-BABB3F1AC73B}"/>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76BA1DB7-2CA9-4E7F-A355-EADE6DE7E589}"/>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A65D4DDD-6B43-4FE7-B9D7-EA86AF9F1D0A}"/>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78470D59-32A8-4527-B8B0-C06F9663710C}"/>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B44F155D-E26A-42BB-AAA5-5F8456CB56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B23F98C3-4260-484C-8360-258093B6DD5E}"/>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7A9FA23D-4D50-449E-AF8C-0190C30747E1}"/>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43E50768-DF99-4A02-A4B8-EF6E20792927}"/>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A6BA9BC9-0D77-4377-A88B-51B93F7B800D}"/>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8204F947-AC06-44E4-9DDA-A10378825F6B}"/>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C78EE188-A80F-4124-A693-66D284564522}"/>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C0F3FA52-DC19-4E5E-B218-88069A76BC42}"/>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563D5FBC-49A3-43DA-8196-CC005C605D99}"/>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0388BB11-0F41-42EB-8445-C8AEF541663B}"/>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F7783B52-C765-4F21-AA3B-AFCF41BBCA3F}"/>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9988E592-7337-49E9-80BB-254BF6E23C4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D27D7F72-E061-45E0-9108-19057B8C9248}"/>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D5082171-4D09-4020-8431-476F505B8A96}"/>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15DE7506-2E1C-483A-AC29-F927B62D032C}"/>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2D17211B-3933-4BA9-92FD-25DB2E67AC1E}"/>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2A904BA9-D00F-4ED4-885A-BA558AA062E4}"/>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36ED7DC5-E7E3-4568-9CBF-0A8983BD1CDC}"/>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50168386-74CC-48E9-8BCB-2FB8F6C6AC08}"/>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BC9D589B-B1A3-48D5-89E6-BF5BEFBE607C}"/>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73159142-6382-4FEA-AF38-CFFBD498DA80}"/>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0DA5384A-6A1D-48B0-AED9-D15387C577C6}"/>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30281246-F3B1-455A-803C-7F107245CAE8}"/>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5B7D25C2-AAA9-4ED6-9460-C5A48D9AE6A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008473BE-376E-4BDD-8F4B-ED4A004BB98A}"/>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9AA677FE-0F07-4740-8F67-E5BB8B423A4C}"/>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C2F7389A-29D4-4929-A0F8-0FD9C44AB1E5}"/>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85E45EA8-55AA-49B2-902D-0D46422C4DC6}"/>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CE4E1344-DB79-4F03-84FA-FF6F29BFFC9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1018AAB0-4288-4DF5-ADAC-DA33A7CFE1D2}"/>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5DA68B80-AF4B-4A73-9EAD-670F46312669}"/>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CF55FDB-E6CC-4DF0-8137-36908C44B3B5}"/>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A9D58508-BD5F-4D58-8397-9CF7F3BF9188}"/>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091240E7-FE5C-4EFA-8372-76CB839983F0}"/>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030B8B00-DE4B-40D5-AA04-F3DEE05D7B7F}"/>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5E240BA0-3847-4A6A-8D97-0AA15C0773A1}"/>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B0D176AA-E71C-42A7-8B19-4CAED6B944B5}"/>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E0D60B11-F85F-49D1-A736-63CF17339697}"/>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0BB6837E-4372-45C1-AA2E-6ECBF0BFDDEC}"/>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CE774D25-1202-455A-A1E7-14A011075EC4}"/>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173EF771-360F-4C50-AA31-50DBDB275793}"/>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503A942B-F687-48A7-8576-A9BBF7541BE1}"/>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13086E60-BBBE-4F27-A996-B62FAC9F4DE0}"/>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344E92DF-6687-434B-9DD8-892383E143BA}"/>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0F983429-9841-49FB-A34D-FEE24E88BCB0}"/>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04FD70E-65AD-4B22-BB02-B1D3DCE3E2F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044F7F09-AD49-441B-A3BB-7345BD37D860}"/>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B0FC1B09-77D4-4133-AEE6-3DB34333BBCD}"/>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A4CD0723-A106-4082-B8BA-EA9CB8A2E94F}"/>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667DDFFB-E270-49BE-8AE1-CDE360D53DCB}"/>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0DE7D442-E5CB-4435-8222-E1F2D460D408}"/>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A8C354D6-22E0-4C9C-9277-D1DFCAE5B5E9}"/>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5355501-095A-41CA-ACF2-2736410DF8F5}"/>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43C13E13-E7C9-48FE-8559-80776DC4A1CE}"/>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9F552DB0-4FA1-428F-AD87-16B97F2C24AA}"/>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4262CAD4-363F-43A3-B379-AE328B857CE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89D45628-BA6B-4701-A86D-F04F785A551A}"/>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EEB9B874-BE34-4F68-9962-D49A96AD0C12}"/>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BEA7D25A-0523-4B5F-A7B4-29A568986B2B}"/>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6425947B-ACB7-4F8C-9D6A-ED3E5E0098C8}"/>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A72A518C-DB06-4008-84AC-65AC5C1BBB00}"/>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D8FE55AF-92AD-4E7B-BFF4-FCC77381E9EF}"/>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21B1EBE-6209-43A0-BF94-5E138962D672}"/>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17EBCD49-17C8-41FE-B712-E7DF24CD9249}"/>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F56F581B-E9A4-4D2A-A1FC-561609D8F43A}"/>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91184975-D24E-44AE-B91B-8D21E2B9C964}"/>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B6E437F6-BA73-4E25-8C5A-4BE698954EA6}"/>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8008180E-124F-4C81-85D3-5687C5829669}"/>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BBC065B5-CA9D-42C8-8A36-7EE9C5ACDE76}"/>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C14EA5E9-E30A-48E2-BBB7-FC066492E8F9}"/>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688BBE5C-25E7-4EBD-9E03-D40482AACE2E}"/>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A7A93BEF-3B0A-4681-A1B9-8F19DFD57AB7}"/>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4FD124E7-8A3B-4BFB-A6C0-76FFD15A0397}"/>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D97C0DD1-E904-45E5-A4CF-C667A4665DF5}"/>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87878C61-E977-418D-9245-DCA01F3CDA46}"/>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AE3DC6D3-ED72-4E9C-9B3B-0AD82F47E9D0}"/>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D57B96B-DD72-498E-96D8-8F249103B71D}"/>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70F5F1A4-EF9E-41A6-9994-F879A97299CB}"/>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2051074-AF10-4FE8-B104-66288F52AFF6}"/>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1B284331-A6A7-42D5-B7F5-101E1CE084A6}"/>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95625B07-8CF7-473C-A257-250A91673C61}"/>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7B7CC84D-D298-455C-BFD3-72A3D68F46C7}"/>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349FB1A6-BC4E-4796-9182-FF645FB0168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8B43EE34-658B-4AB3-8345-55602D12CFEE}"/>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453FF06D-D08D-42F7-86D8-F2FE6A816981}"/>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86465418-4FA5-4112-B2F3-CC52AC7C3B32}"/>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4E6145E1-D664-47CC-A79A-86308F7E000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9610F539-E2AD-41E0-A466-C6ABA7DC7E73}"/>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4B0C75C0-B77C-4BCC-8B17-23FE03478F7B}"/>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783B8A53-8377-4E9A-A4C7-1DCBDEB7FADC}"/>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82A998D7-BFD7-4460-A5A7-8F36D62B097E}"/>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ECABED5D-B16E-40BE-AE0A-8B187054748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10BECBD-BFF2-42CF-94F9-3F33C6F0EEA1}"/>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0004B26B-D50D-47C3-BC91-2DB6E348275A}"/>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E30E79B-D031-4766-878D-966A94FBB758}"/>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21343D6-E8F1-4895-92F3-2B257A9C8F62}"/>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9CFFB1A8-155A-4B26-AA08-6DBE83B5F3F0}"/>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46648A5-7CF9-4A00-B88F-9E7216CBDBE8}"/>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D73CABB7-5A22-41AA-B848-3DD1F3D3C65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54181040-F264-4879-8CDB-CB4CF253B58C}"/>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84844043-B34B-4ACB-B7A6-F4E0D0D0D8E9}"/>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3C643D83-69A0-48B0-9AAC-E7D58A30615F}"/>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C5864417-8C3D-4AFE-A734-F007D8B5C25F}"/>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BDB51207-59B3-4590-A7FB-15DCC0703E50}"/>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DB7FAE6B-5F1C-427B-9A61-6897E654CFEE}"/>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41E4E346-4EE1-4326-9E74-2AF29BA4F593}"/>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82C7C78A-67C6-498E-8EDA-66BC3316D8B0}"/>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5340ED8F-6CC3-412C-8648-3883C3455BD6}"/>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79AF3B00-0DDF-490E-9311-AC60EDAFB3BE}"/>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30AD34E9-B184-4F9C-841E-B7C47E4E67C4}"/>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B51F32DF-AF24-4598-9002-F297A0FEED36}"/>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560C28C6-74BE-472D-AE42-CBE27E90B634}"/>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18D1F114-5A7F-43D4-A7C0-C5DBEF6789D4}"/>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6D944190-3F71-4F5E-9A8E-C2E7BB3F671D}"/>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0FFE173A-8621-4950-A6BE-8A725C59B32F}"/>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198FE77B-C569-4FAF-AE6B-6F9D1B65B09F}"/>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AD7C2118-09C6-4AEE-A6F0-C1DF149B33A7}"/>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5198A0E9-1443-4083-B06E-C45591193705}"/>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A7E886F9-B5C5-4B33-8A8C-4E3831B7C025}"/>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E6BC042B-0F15-42BE-93F8-FE4BD356E740}"/>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C7E65A8F-D7FD-4985-A485-CEAC9ACA55B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BEDF18DD-4195-491F-9A60-CAE75AE353E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0AC21907-AD6A-4FC4-8329-00714B41D24E}"/>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846BD444-0F88-45E5-BDCD-B3FA0C8F2E37}"/>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6F43C12D-41E1-4AED-B61D-B85D2C90DF21}"/>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4F443B98-E6DD-4072-9C48-02566B52A095}"/>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F6A6CB6C-A92C-4922-9108-744F99BF195F}"/>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A0E89990-2D43-411A-BB09-F0F6D798347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AAEC3B1-0FC6-44FA-B00E-48473E43AA83}"/>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34002BE9-491B-4236-BA2A-6BAC6AA43957}"/>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EB4E4D17-96EE-4B8B-9577-FFC4AA0CA572}"/>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8237E76D-FC32-46A6-98EA-C6DD68328E60}"/>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F41620A7-5ACA-4D8F-934C-6AA414A889EB}"/>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05EB4BD1-31D6-4571-9D46-64F7DBC9960A}"/>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C60F83EC-731E-4B8F-BDAC-AADF9E51515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3DF37FFF-9629-479F-98BC-3F1DAEE2C711}"/>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6B710342-901F-4EC6-9250-5AA679B314C5}"/>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62C01E8D-2A8D-4F9B-9CDA-B6F7EB0DC6DF}"/>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181FC0E3-1685-421C-88BD-63C45236DC86}"/>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603270DE-B8E3-453B-BB8D-12EE8AE799D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044D00FE-1193-4CCB-BD71-BAE2A51D5B0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0B06A49F-9C14-45AF-98FE-F8DB7747850B}"/>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9BE8C889-786B-40EA-8707-87CB49BC3353}"/>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E80DDC9-12F7-42D0-A980-C9DD0D95FE8E}"/>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132176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7CA7E70B-5B8B-4540-ADC8-CEA4C5595F4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BE86DE9F-B7EB-4733-AA43-0BEDFB2739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A89EDD0E-4929-4D2B-A7ED-7FE30FFF182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28472816-D830-46FF-92BF-A6F90305C462}"/>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CE988118-F205-4DF9-9350-F088E42042B2}"/>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52DE0C41-4055-4FF8-8FC0-0BF27C373A87}"/>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C79CA23E-8A08-4FD4-BDC5-4B650B4B5F04}"/>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D4EC4FEF-CE17-4A81-BDD5-D85189A55FB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039D7EBA-8DFF-489D-BC83-2A480120647C}"/>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29459710-AE84-4EB5-BBBB-5D52EE5F471D}"/>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4DE1791C-4422-4096-84A0-035061AB13E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D8CD260A-BB1D-4991-913D-DFB6A52D26B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A74CBB45-28DA-40BA-97C7-3AB61DB2708B}"/>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FC6197E7-4171-4ECB-B4F3-0A91A75E70F3}"/>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4B5728DD-3491-4009-A043-98DB8E1FC6AD}"/>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38040AB-E4CF-48FC-B783-0FBB3B8D3F01}"/>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0B8AF550-2B14-4C99-B752-A9DFA26E344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E829E41D-B32A-4BB0-B790-9E15B905B5EF}"/>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347F4A7-C8D2-4393-A28D-2D344E7C942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0CA18773-21D0-4747-9601-D9E715D96AFC}"/>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6D37FD0B-AB2D-4837-8F59-37E9FB568C59}"/>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8EDFAC06-902C-4644-9A89-55879713074E}"/>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E43555A0-77C3-4905-8797-C10B23A37D1B}"/>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801F202F-0DDB-4B11-944E-0E0C0BC7F10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F6CEFCAE-01D6-4171-A159-4E64308128B0}"/>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E309163E-BCD9-46F9-BC90-E7D51D4F75A0}"/>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37C93762-7359-4C4E-BEBF-0072EB6568F8}"/>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D8F6AA0-B872-470E-A8B2-66545ACE3AE9}"/>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A9C568A-6D72-4E0A-AF5C-40B23BF550FA}"/>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61AF9E22-9125-4D66-8C4A-CF06F1D8765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8BE5F0B3-C72D-462A-A21B-86A4C0BD7000}"/>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102ED961-836C-4413-8666-32145D5FF8A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B451605A-678A-4038-A662-EC7FCDFAC03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D7798430-1844-477E-855E-20129652BC0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285D5984-BEAD-4038-89F2-DCDB255E38C9}"/>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65A003BC-9100-4D26-98B5-958BB583D495}"/>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F0B4CB42-2D3D-4F08-A5C2-6D91CC3D2E7F}"/>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D39556E2-9C57-42D1-BD70-CE553643E26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5C3238A2-87EC-469F-81CC-64BEBD764C0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0D259252-DE14-495C-80D0-3FD133A29AEF}"/>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BFB1B96D-6101-4B95-B9C7-EEAC326B7F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FAB1A1C-DEF5-4C42-832C-27265CE2ECA9}"/>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EE1CD89A-A4D4-49A5-BE5D-56E45536DA11}"/>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220A730C-00D0-43A6-A653-C9AF32669F2F}"/>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2097652B-E728-4CFE-B117-000EA7F28BD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60F50F9E-42F9-4600-816A-9141531EF920}"/>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DA9EEFD3-840B-4D31-9BBD-FC0D3EC90B3E}"/>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5352E8BF-1FF5-4125-A5E1-7F7580809A55}"/>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AD750A19-8D36-4C5C-B488-6C292E31113E}"/>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FBD8FCBB-A8D2-4260-ACEC-1D63CEA590F4}"/>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69CCBC76-092C-46F1-B6E6-70D996B601E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A8162D23-CD3B-4A79-8416-66674B4659F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9E2BA2AF-7F6F-44E9-AABA-B7A922C331CE}"/>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87DC56E7-0A2D-443C-846E-A466785C054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12A5EDE5-2FB7-40E1-B664-41A2503F16B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3BFADA49-7E70-4727-BA5B-B543DEFE81FB}"/>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D96FA491-0D41-4692-BA73-13F8A9FA29F6}"/>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FBA1770F-FAAC-4546-93CF-7F99772B5AD7}"/>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22F451A1-DB4C-4904-A4A5-E7EE6C8A7BCD}"/>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F35E117B-3A71-4165-8842-B3803C81BDC2}"/>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BDBB32A8-6EA8-4332-9D2C-437C82E65B3C}"/>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3FCBE1DF-2DAD-4C03-8528-10CC46457EB0}"/>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D96E3B25-B40F-4A66-97B0-5ED242BA530C}"/>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D3D2CC2C-DD98-49A5-9DB8-2878D4DA2D74}"/>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5A64ED6E-2374-4413-8310-D50CA935FAFE}"/>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2D9605D3-D8B7-41A4-8DE1-F052B2BFE25F}"/>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DB98AA76-1F78-4CDD-850F-E9170CFA8875}"/>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BA25EE5-B64D-499F-8CB0-264E2960B5C2}"/>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4F003F40-8EDF-496A-AA05-7BE4E8FEC44F}"/>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1077F43-AA70-4BF1-9AC4-602C4345EF6D}"/>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55AEA23F-734A-4B37-A901-570235D70268}"/>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1987C87B-515F-45FC-BD59-52ABB90290F4}"/>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894C5E59-E77A-46F0-AEBF-B99FDD6A501D}"/>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858CE631-B9A6-421A-A685-E94E20B2D105}"/>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CF406999-73C3-4EB6-B610-64D3F4D560B5}"/>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56AA678-9299-4438-805D-BF88914356E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6E69F2F5-47A0-4EF3-B357-C2CD6DF0CC39}"/>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55728AAC-DE18-4B56-B446-984644783C02}"/>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EF4B2F76-43B7-4CE4-9D32-F726642C98C2}"/>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2BCA3849-3C8E-4041-B5F1-D7E22A3710DE}"/>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A12F3E86-0EBC-4430-B87A-64F6BA97B197}"/>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B7D8D942-610C-40EF-8C3B-9AC9D016182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18932496-F640-4F6C-8E4E-B56A5950B19F}"/>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3E1236B6-081C-4ABD-BE63-3240D37CD8DE}"/>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AC776D21-8C5D-49FB-B84D-F5775832F7D7}"/>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E71119BA-89D6-4A68-A0FD-0BD5D838E6B6}"/>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86363246-3BF5-49E5-99FC-D481E69C11D8}"/>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6C2B5C52-2649-486C-8C5D-A55AE4968E50}"/>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1869A46E-EE6E-4E19-B681-DD60AC27CB51}"/>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DF32163C-49A0-4031-AD03-EC53A67DFC27}"/>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0D60ED75-6661-4F0D-A72E-4D301194C916}"/>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94B4D02-4DE2-4E78-9FD5-87385E7AEC5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99D12359-E141-421F-A262-CDC458B92FFC}"/>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F78D5DAC-4D1D-40E5-8F11-1D1B6A000556}"/>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3D18800B-F0DF-40BF-918B-34033C5243D7}"/>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D6C290AA-B32D-47BF-B0C8-DD7725A61656}"/>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F211B4E6-1DE0-4D15-94BF-12D2B8AF3D92}"/>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109DEDEB-7357-44FC-9A6D-0E90C43A6D77}"/>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A856634F-6A86-4DF7-806A-7114371FA582}"/>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BAD7597-55F8-4281-BC83-196F9AF1492B}"/>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29356B22-7E39-42E3-B0FC-28D47F82605D}"/>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EF5F09D4-BBF8-4033-8B88-03F533D71D3D}"/>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2A68C6CE-684B-462A-A983-EB7D4487E2A0}"/>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3993929A-2A8A-45F1-807F-4F5F8F4E0EBE}"/>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4A9A395-114B-4795-A050-E87CEA465168}"/>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108686CB-2EEC-452A-92AA-C2DD344BE5F9}"/>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48BA9BBE-E7D4-4DD5-8B8A-9422873F304D}"/>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6A09EE61-9A03-4C84-A6D1-0670A220467E}"/>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384B4C24-22B6-4588-9D3D-6341AA840CCC}"/>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2F3687C2-179F-4658-B5C5-3F1248F8E6FF}"/>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CBB0FC7B-0B0C-4585-9695-A9490C9254C1}"/>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BD14FC09-D423-4EBC-9DE4-CF1BB001F229}"/>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7A25D802-7F63-43D3-9F62-C97C51E02108}"/>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6E411817-7353-411A-9DB6-DF1FDA4AEC06}"/>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17065FE1-AA21-4859-9F5F-F3E43A617AF9}"/>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92BF35D7-B996-436B-833B-9BE62A4567D3}"/>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221557F-55ED-442D-A541-6C8F44CD19B7}"/>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35CE05C8-D61C-4D39-BFA1-520D10BCEECC}"/>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BB3C5A1D-D79A-4A23-863A-52DD1E645501}"/>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3777401D-629C-4783-9582-F7A42F74DA99}"/>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F487E10E-10F4-49ED-BAE8-09CCBDEF57D9}"/>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C46B2A1C-292F-4790-857F-043455ED0567}"/>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1D13476B-3481-4471-B939-AF90EC39F9CD}"/>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46FB6877-9F5B-4184-AED9-59D588EFEC29}"/>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5D41D7E-0BEA-4232-B2E5-959340DED74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0D28E0AF-5650-4B23-8417-AB0A8EB459A7}"/>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864AFEA7-D6C3-4B3C-985E-819FC1032D48}"/>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5907567D-24E9-4177-89CF-331840E655C5}"/>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CA51CA75-43A7-4A35-A5F3-FF7D1AA8D0B7}"/>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B6AE4A7B-F4A3-45BA-8046-13B62DB6ECE5}"/>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4C45AA67-8E98-433A-95C9-7F98626FEAE5}"/>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C68F3258-3043-4C8C-9B66-2E32470532EF}"/>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2D7DD980-F7C1-4F72-94EF-9090222D8C74}"/>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41790489-198A-4A4F-8D74-19F83C34C6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DF36581A-BAA9-4F01-9C2B-CBC46B8F9BD5}"/>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6CE20C59-AFB2-46F9-8D75-CEC850637D6F}"/>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CA882CA0-ABD6-471F-9595-4AB8A72CEBD1}"/>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370FC54D-FDF7-41FE-8B00-F818A07D24E8}"/>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8AA54384-4386-4204-9BD2-3A588D347035}"/>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F7DA820-DB64-4957-A062-963EFD14252C}"/>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B87FA610-D69C-4315-8994-E3B833A43B37}"/>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24219CC5-F910-467B-B0B8-2F066AAE0B17}"/>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3F06DB26-7244-4FFB-AA2A-E61EB144993E}"/>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4E8E229A-67A0-4014-9D47-E7A96064BFD1}"/>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5E25B3AB-E549-49F9-90DA-0A72ABBA8D22}"/>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1CDD1836-DE63-4F7A-AEB5-62FECE1D4B93}"/>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BE8B0401-3775-4862-9B68-0FCD006CF04B}"/>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B23575A3-E923-43A3-8B8A-CFB4A8C091BF}"/>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2DAB3C1A-7AD9-4330-B943-59CD1C33638B}"/>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4F97DE2A-E720-4F44-8B26-7ACA19CC1388}"/>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A7118BC-173A-456C-85E0-D53EF228C284}"/>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ECF466BF-F92E-4E05-B684-F19F99855D9F}"/>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E2E62000-7BD0-4CDE-8BBE-FBBFDBB0F39E}"/>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B5E90E44-9351-46D3-9D4D-A0DA26C4809B}"/>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E99B7FBD-5EED-408A-AFCA-02E3C98FA3D3}"/>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FCF6798A-1C17-46B4-920D-2E6C1D86C955}"/>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9F7A08C7-89A7-4428-ABD7-9239057FD0A5}"/>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1BC497C8-C7C4-4D8F-B610-680FB6F50477}"/>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4019E839-9AA0-4DCA-BBB9-B3D06C73FEF9}"/>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7F14BBD4-0E67-448C-A7A7-39D3CEB000C9}"/>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226C2F32-46E0-40FA-BCC3-784758D183A4}"/>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E9EBE9E7-A925-4FD9-8CB2-EFF3D666946F}"/>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82B9E5B0-63BE-4919-82B5-2D058F1C888A}"/>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8DEBB853-A267-4913-937B-94268A548497}"/>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907E14D6-7617-4E7C-B8DB-DDF985D2493A}"/>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EC8C20E-39DF-4502-A0FB-84BAECC0F9C3}"/>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1B15B40A-69F8-44DD-B3F7-C2430637FF01}"/>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F7841922-9716-48E8-AB1B-24A35FAA5552}"/>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5B7A34E9-D7A0-4801-BCAB-78B0A5BB08A6}"/>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C685E0C1-685D-41E5-90CA-B949A23DE8CA}"/>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7B098B00-F394-4C6E-8C06-5CCB6DD3ACB2}"/>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0201EDAE-E8B2-4700-A500-FA03675C5BE1}"/>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59973182-A5A4-4F3C-BDC6-2DB3563FE89D}"/>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FE9A764B-1750-40B6-87A2-1AB4139194F9}"/>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3615D96B-3C6B-4ED0-98B4-548CD0911447}"/>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DF7C4E64-F016-4B44-B42F-073632CCD23F}"/>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9E048E76-8D09-4CF1-A35E-C08A536DCC31}"/>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8E82EFAB-1066-43C4-96A9-35DC2B48A369}"/>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45E4426A-78CA-4EAE-8CDC-76E94E0CD65A}"/>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BF5B277A-672E-450D-B364-D771A89A1CDE}"/>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6103945E-AD5B-4CBD-A9DE-1944B3663984}"/>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16294708-1572-4F48-84E4-008B9162DAA0}"/>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6019DE40-93F5-45D3-8998-53592565E604}"/>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BE4D7EAD-A380-46B9-A36C-313060ADF20F}"/>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6BE6E907-93D8-453D-8A32-93A1FA76DB87}"/>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20A919E0-A050-4E8E-B89B-D00FAFE1450E}"/>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24ACBB45-9DFF-4B13-9BF9-C4162837EBFF}"/>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AF4273AD-2938-4E86-81DE-8FF3B6117411}"/>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5898950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