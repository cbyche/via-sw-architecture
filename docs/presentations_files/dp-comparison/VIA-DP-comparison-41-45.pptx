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틀 해석기를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0" name="dp41-comparison / n1">
            <a:extLst xmlns:a="http://schemas.openxmlformats.org/drawingml/2006/main">
              <a:ext uri="{FF2B5EF4-FFF2-40B4-BE49-F238E27FC236}">
                <a16:creationId xmlns:a16="http://schemas.microsoft.com/office/drawing/2014/main" id="{A12E708D-FACF-42BD-8FB9-7523DAFE26C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EB60FB9-9E7C-4DBB-9D21-6ABD63CEEEF5}"/>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F2F0CE98-554C-4146-8BD6-47D374F5A7D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D2913468-DFFB-4816-B919-CBAE0185A44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DAC217BF-5675-4C24-8F20-2AB4AAF4E5EF}"/>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21E9AFBF-1D2B-44B2-8E8D-8BE8AEFD9C4B}"/>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5D1AD1EA-E587-4FF1-B27D-B00B554B9D9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0D156E4F-649C-4A82-93B1-FDA95321B3B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4F0D5794-0E2B-4053-B72E-FE0BBA41900B}"/>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1DC8E7B0-6119-484A-A9A5-46074F5A8CF7}"/>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BABC5C73-8BCF-49CA-8946-CBB41F9E6622}"/>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97CD90AF-2A19-4C5D-AE18-DA21695BA2B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D6CF90BA-4329-40A5-822C-C2DCE3004AF8}"/>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B13896A5-63B2-4B18-80E1-E26FF8CE1B08}"/>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96FA86FC-68D6-42C1-9DE2-9FC5E65CE37E}"/>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8127E7AF-6A68-415E-8E8F-4DBB13B22D99}"/>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136A01E0-734C-4310-8B63-CBADE92617C9}"/>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99F7C48B-938E-4A8E-9886-65C934448365}"/>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E3D2C1BF-92D0-42B3-9C4C-FF7AF93A5C30}"/>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0709A5AE-BB2F-45BE-BF51-69A52A48B782}"/>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0A55E0D6-1D79-4981-A944-143FD9420C52}"/>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0A2437FF-0137-4A94-BED2-A2D627CBA47D}"/>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186A77F7-649B-4D49-B337-26BB1D7719E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EAADC41D-FE8E-4DF0-98D4-8083113A6295}"/>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80AC683B-A595-4E1B-9464-7EAA9E13A104}"/>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B95D5BED-98E7-4D69-8A45-83A984321269}"/>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8A7DB190-978A-437C-AAB6-3E316D575DB4}"/>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E4910D15-8CEC-45F8-8A0E-30638C3CAD6F}"/>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5B1A6A94-FE4B-4185-9383-0DD0B948200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2ABA2A76-A6CB-40DE-87CF-4FA2F50F6591}"/>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CCED3528-1FB9-4DDA-BE84-701F9CF197E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ED1FBF24-7B6F-4023-B742-B3DBCEC5E111}"/>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FA6E633A-0F5D-40D8-8BC3-E44764B21B1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753D5B36-5CD7-41B9-88D7-6E2CD19F8751}"/>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21CD6491-AE6E-4214-9D86-25FEB856D2E5}"/>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CE310EC9-2890-4550-A6EF-88C656B5660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84245809-1F0C-491B-8FEE-896C56C53168}"/>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06686698-72BF-46DB-B523-91F66388299B}"/>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C47E5655-42B0-4E63-939D-74367FAF7E46}"/>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0F99AD30-9455-4071-9530-9CB447A1619C}"/>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382AFE55-1465-473F-B36E-F730A01F4246}"/>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AD874A43-1510-4D05-BF85-487129D5CE76}"/>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D841B0B-3C7B-448F-9EAF-E0044F496AB4}"/>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F6909873-E483-493F-9B24-5DCF820B5944}"/>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B05F4639-7982-4A99-8A46-41AE51909337}"/>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4AFD9416-4215-42FC-A146-2B45730C3A73}"/>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22074FED-0ED9-4E4A-87C5-8E8EB916CE06}"/>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DC0FE81C-8F0F-4D10-98E3-0C922F4FF175}"/>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145E806-CFAD-4B77-AC5D-E372625F4ED2}"/>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8E133D53-F815-4D7E-BBDE-E7FCDB5BBF7C}"/>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B667DA0C-9359-4F2F-A32E-BCD99623B016}"/>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5BB309C6-15E6-41F2-A4A4-C4BAC3128032}"/>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51813DE-F88E-4AED-9D05-39605C93C3F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2B450F04-27EF-43E8-9C37-FA065A4574BE}"/>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E8821E49-26A3-4674-B044-D9942FC23E1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1B91C773-D555-46A1-991E-6082815B4C1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C493D82B-9585-4322-9373-1EE77EBBC35C}"/>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899397A6-C8A1-41FD-BD23-122B7D4B0DEC}"/>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7CFF63EA-43F3-4C52-BB6B-9044CAAE4AD4}"/>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90D87F86-C5F5-45D5-81A0-13C14A3A936A}"/>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CDFAB29E-20C6-43D1-8FFC-4855C4837F28}"/>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6D9B6306-F1F2-497C-89F6-840C7FD87B42}"/>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7C1B6E04-4308-4C2A-B7CC-A890D50E4A47}"/>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1ABFE143-9D94-4E92-A20A-972C0C9E8D1C}"/>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7FE4537F-9E3F-4893-B036-C6159D2787AB}"/>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9362ED84-E555-4E60-B640-25E235B2F9A2}"/>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26926B6A-5AE3-45A0-A7C0-9E1CD46C280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68B484E2-7524-43AE-8970-9579745A14A2}"/>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CFBEEC52-764D-473A-89C0-07EE6B41E181}"/>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582956CA-2A06-4EE4-B00C-1E0B5A30F97E}"/>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F82C8434-E2DC-40A6-B3B7-121D9E80F3DF}"/>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19D0DA38-1BA4-45E6-9FFF-9B49CE645EC6}"/>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B776B21B-CE08-4250-939B-E885A075E7EA}"/>
              </a:ext>
            </a:extLst>
          </p:cNvPr>
          <p:cNvSpPr>
            <a:spLocks xmlns:a="http://schemas.openxmlformats.org/drawingml/2006/main" noGrp="1"/>
          </p:cNvSpPr>
          <p:nvPr/>
        </p:nvSpPr>
        <p:spPr>
          <a:xfrm xmlns:a="http://schemas.openxmlformats.org/drawingml/2006/main">
            <a:off x="1476375" y="3257550"/>
            <a:ext cx="7953375" cy="2000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204B2C01-953E-4943-B842-F7AC9499CC77}"/>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224F229F-237A-4F0A-9507-DF2E3EA77E05}"/>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255CFA10-5B8C-4D64-A5E6-F5659629FBD0}"/>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1F33AFAC-4DF2-4574-839B-075779D6BAA0}"/>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8F9D987A-ECB5-40FE-B60F-32FD46888C5D}"/>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67B41207-63C2-432E-AD8D-E4CC828DFFC9}"/>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B7257CD5-EB8A-41F0-BF43-7E4E671CECC0}"/>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64962298-D5E0-438E-802D-C963778CDC86}"/>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AF38198-53BD-4476-A749-4F4D407F256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9771B5B6-282D-4900-96A6-98FF9813D639}"/>
              </a:ext>
            </a:extLst>
          </p:cNvPr>
          <p:cNvSpPr>
            <a:spLocks xmlns:a="http://schemas.openxmlformats.org/drawingml/2006/main" noGrp="1"/>
          </p:cNvSpPr>
          <p:nvPr/>
        </p:nvSpPr>
        <p:spPr>
          <a:xfrm xmlns:a="http://schemas.openxmlformats.org/drawingml/2006/main">
            <a:off x="7143750" y="4819650"/>
            <a:ext cx="200025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74E0309B-FF29-4C71-B104-7A4F58020CE5}"/>
              </a:ext>
            </a:extLst>
          </p:cNvPr>
          <p:cNvSpPr>
            <a:spLocks xmlns:a="http://schemas.openxmlformats.org/drawingml/2006/main" noGrp="1"/>
          </p:cNvSpPr>
          <p:nvPr/>
        </p:nvSpPr>
        <p:spPr>
          <a:xfrm xmlns:a="http://schemas.openxmlformats.org/drawingml/2006/main">
            <a:off x="7229475" y="4866799"/>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5C038707-736B-423F-BE73-903461024B7A}"/>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E9C874B7-B040-4058-857F-372C13CCF13C}"/>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88 / path">
            <a:extLst xmlns:a="http://schemas.openxmlformats.org/drawingml/2006/main">
              <a:ext uri="{FF2B5EF4-FFF2-40B4-BE49-F238E27FC236}">
                <a16:creationId xmlns:a16="http://schemas.microsoft.com/office/drawing/2014/main" id="{27A8E8B6-76F0-4B46-B231-E6E01583152D}"/>
              </a:ext>
            </a:extLst>
          </p:cNvPr>
          <p:cNvSpPr>
            <a:spLocks xmlns:a="http://schemas.openxmlformats.org/drawingml/2006/main" noGrp="1"/>
          </p:cNvSpPr>
          <p:nvPr/>
        </p:nvSpPr>
        <p:spPr>
          <a:xfrm xmlns:a="http://schemas.openxmlformats.org/drawingml/2006/main">
            <a:off x="4000500" y="3914775"/>
            <a:ext cx="3619500" cy="953"/>
          </a:xfrm>
          <a:custGeom xmlns:a="http://schemas.openxmlformats.org/drawingml/2006/main">
            <a:pathLst>
              <a:path w="3619500" h="953">
                <a:moveTo>
                  <a:pt x="3619500" y="0"/>
                </a:move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88 / arrow">
            <a:extLst xmlns:a="http://schemas.openxmlformats.org/drawingml/2006/main">
              <a:ext uri="{FF2B5EF4-FFF2-40B4-BE49-F238E27FC236}">
                <a16:creationId xmlns:a16="http://schemas.microsoft.com/office/drawing/2014/main" id="{CCF1B852-832A-4E2A-8EE7-8C7AF8231AA3}"/>
              </a:ext>
            </a:extLst>
          </p:cNvPr>
          <p:cNvSpPr>
            <a:spLocks xmlns:a="http://schemas.openxmlformats.org/drawingml/2006/main" noGrp="1"/>
          </p:cNvSpPr>
          <p:nvPr/>
        </p:nvSpPr>
        <p:spPr>
          <a:xfrm xmlns:a="http://schemas.openxmlformats.org/drawingml/2006/main">
            <a:off x="40005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7B409037-83DF-463A-A7E0-6210AB59B3D2}"/>
              </a:ext>
            </a:extLst>
          </p:cNvPr>
          <p:cNvSpPr>
            <a:spLocks xmlns:a="http://schemas.openxmlformats.org/drawingml/2006/main" noGrp="1"/>
          </p:cNvSpPr>
          <p:nvPr/>
        </p:nvSpPr>
        <p:spPr>
          <a:xfrm xmlns:a="http://schemas.openxmlformats.org/drawingml/2006/main">
            <a:off x="1571625" y="3838575"/>
            <a:ext cx="5572125" cy="1352550"/>
          </a:xfrm>
          <a:custGeom xmlns:a="http://schemas.openxmlformats.org/drawingml/2006/main">
            <a:pathLst>
              <a:path w="5572125" h="1352550">
                <a:moveTo>
                  <a:pt x="95250" y="0"/>
                </a:moveTo>
                <a:lnTo>
                  <a:pt x="0" y="0"/>
                </a:lnTo>
                <a:lnTo>
                  <a:pt x="0" y="1352550"/>
                </a:lnTo>
                <a:lnTo>
                  <a:pt x="5381625" y="1352550"/>
                </a:lnTo>
                <a:lnTo>
                  <a:pt x="5381625" y="1133475"/>
                </a:lnTo>
                <a:lnTo>
                  <a:pt x="5572125" y="11334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09BF4DEB-20E6-41A2-A000-D26C63EBF8A4}"/>
              </a:ext>
            </a:extLst>
          </p:cNvPr>
          <p:cNvSpPr>
            <a:spLocks xmlns:a="http://schemas.openxmlformats.org/drawingml/2006/main" noGrp="1"/>
          </p:cNvSpPr>
          <p:nvPr/>
        </p:nvSpPr>
        <p:spPr>
          <a:xfrm xmlns:a="http://schemas.openxmlformats.org/drawingml/2006/main">
            <a:off x="7076694" y="4938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98">
            <a:extLst xmlns:a="http://schemas.openxmlformats.org/drawingml/2006/main">
              <a:ext uri="{FF2B5EF4-FFF2-40B4-BE49-F238E27FC236}">
                <a16:creationId xmlns:a16="http://schemas.microsoft.com/office/drawing/2014/main" id="{B1CEAB7A-FFF5-42FC-AFC6-747A464185B8}"/>
              </a:ext>
            </a:extLst>
          </p:cNvPr>
          <p:cNvSpPr>
            <a:spLocks xmlns:a="http://schemas.openxmlformats.org/drawingml/2006/main" noGrp="1"/>
          </p:cNvSpPr>
          <p:nvPr/>
        </p:nvSpPr>
        <p:spPr>
          <a:xfrm xmlns:a="http://schemas.openxmlformats.org/drawingml/2006/main">
            <a:off x="4362450"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99 / text 1">
            <a:extLst xmlns:a="http://schemas.openxmlformats.org/drawingml/2006/main">
              <a:ext uri="{FF2B5EF4-FFF2-40B4-BE49-F238E27FC236}">
                <a16:creationId xmlns:a16="http://schemas.microsoft.com/office/drawing/2014/main" id="{F59C5FDD-8EE4-47AD-BAFA-73779899C04D}"/>
              </a:ext>
            </a:extLst>
          </p:cNvPr>
          <p:cNvSpPr>
            <a:spLocks xmlns:a="http://schemas.openxmlformats.org/drawingml/2006/main" noGrp="1"/>
          </p:cNvSpPr>
          <p:nvPr/>
        </p:nvSpPr>
        <p:spPr>
          <a:xfrm xmlns:a="http://schemas.openxmlformats.org/drawingml/2006/main">
            <a:off x="4448175"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0 / path">
            <a:extLst xmlns:a="http://schemas.openxmlformats.org/drawingml/2006/main">
              <a:ext uri="{FF2B5EF4-FFF2-40B4-BE49-F238E27FC236}">
                <a16:creationId xmlns:a16="http://schemas.microsoft.com/office/drawing/2014/main" id="{437BF1A2-76CA-44E9-AAD0-FF1522CF0A2D}"/>
              </a:ext>
            </a:extLst>
          </p:cNvPr>
          <p:cNvSpPr>
            <a:spLocks xmlns:a="http://schemas.openxmlformats.org/drawingml/2006/main" noGrp="1"/>
          </p:cNvSpPr>
          <p:nvPr/>
        </p:nvSpPr>
        <p:spPr>
          <a:xfrm xmlns:a="http://schemas.openxmlformats.org/drawingml/2006/main">
            <a:off x="5457825" y="3771900"/>
            <a:ext cx="4010025" cy="1733550"/>
          </a:xfrm>
          <a:custGeom xmlns:a="http://schemas.openxmlformats.org/drawingml/2006/main">
            <a:pathLst>
              <a:path w="4010025" h="1733550">
                <a:moveTo>
                  <a:pt x="3781425" y="0"/>
                </a:moveTo>
                <a:lnTo>
                  <a:pt x="4010025" y="0"/>
                </a:lnTo>
                <a:lnTo>
                  <a:pt x="4010025" y="1590675"/>
                </a:lnTo>
                <a:lnTo>
                  <a:pt x="0" y="1590675"/>
                </a:lnTo>
                <a:lnTo>
                  <a:pt x="0" y="1733550"/>
                </a:lnTo>
              </a:path>
            </a:pathLst>
          </a:custGeom>
          <a:noFill xmlns:a="http://schemas.openxmlformats.org/drawingml/2006/main"/>
          <a:ln xmlns:a="http://schemas.openxmlformats.org/drawingml/2006/main" w="10478">
            <a:solidFill>
              <a:srgbClr val="000000"/>
            </a:solidFill>
            <a:prstDash val="solid"/>
          </a:ln>
        </p:spPr>
      </p:sp>
      <p:sp>
        <p:nvSpPr>
          <p:cNvPr id="94" name="dp41-comparison / n100 / arrow">
            <a:extLst xmlns:a="http://schemas.openxmlformats.org/drawingml/2006/main">
              <a:ext uri="{FF2B5EF4-FFF2-40B4-BE49-F238E27FC236}">
                <a16:creationId xmlns:a16="http://schemas.microsoft.com/office/drawing/2014/main" id="{1B2CF867-E354-4B3D-BF24-E7179456A952}"/>
              </a:ext>
            </a:extLst>
          </p:cNvPr>
          <p:cNvSpPr>
            <a:spLocks xmlns:a="http://schemas.openxmlformats.org/drawingml/2006/main" noGrp="1"/>
          </p:cNvSpPr>
          <p:nvPr/>
        </p:nvSpPr>
        <p:spPr>
          <a:xfrm xmlns:a="http://schemas.openxmlformats.org/drawingml/2006/main">
            <a:off x="5424297"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1 / path">
            <a:extLst xmlns:a="http://schemas.openxmlformats.org/drawingml/2006/main">
              <a:ext uri="{FF2B5EF4-FFF2-40B4-BE49-F238E27FC236}">
                <a16:creationId xmlns:a16="http://schemas.microsoft.com/office/drawing/2014/main" id="{8972E166-A82D-45B6-9717-072721E121FF}"/>
              </a:ext>
            </a:extLst>
          </p:cNvPr>
          <p:cNvSpPr>
            <a:spLocks xmlns:a="http://schemas.openxmlformats.org/drawingml/2006/main" noGrp="1"/>
          </p:cNvSpPr>
          <p:nvPr/>
        </p:nvSpPr>
        <p:spPr>
          <a:xfrm xmlns:a="http://schemas.openxmlformats.org/drawingml/2006/main">
            <a:off x="5543550" y="3914775"/>
            <a:ext cx="3848100" cy="1590675"/>
          </a:xfrm>
          <a:custGeom xmlns:a="http://schemas.openxmlformats.org/drawingml/2006/main">
            <a:pathLst>
              <a:path w="3848100" h="1590675">
                <a:moveTo>
                  <a:pt x="0" y="1590675"/>
                </a:moveTo>
                <a:lnTo>
                  <a:pt x="0" y="1485900"/>
                </a:lnTo>
                <a:lnTo>
                  <a:pt x="3848100" y="148590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1 / arrow">
            <a:extLst xmlns:a="http://schemas.openxmlformats.org/drawingml/2006/main">
              <a:ext uri="{FF2B5EF4-FFF2-40B4-BE49-F238E27FC236}">
                <a16:creationId xmlns:a16="http://schemas.microsoft.com/office/drawing/2014/main" id="{1EA10149-8CBB-4E60-90C9-D7D3397D91C8}"/>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2">
            <a:extLst xmlns:a="http://schemas.openxmlformats.org/drawingml/2006/main">
              <a:ext uri="{FF2B5EF4-FFF2-40B4-BE49-F238E27FC236}">
                <a16:creationId xmlns:a16="http://schemas.microsoft.com/office/drawing/2014/main" id="{288B5558-0FE3-4F2C-ABCE-467A2B3F71F5}"/>
              </a:ext>
            </a:extLst>
          </p:cNvPr>
          <p:cNvSpPr>
            <a:spLocks xmlns:a="http://schemas.openxmlformats.org/drawingml/2006/main" noGrp="1"/>
          </p:cNvSpPr>
          <p:nvPr/>
        </p:nvSpPr>
        <p:spPr>
          <a:xfrm xmlns:a="http://schemas.openxmlformats.org/drawingml/2006/main">
            <a:off x="7096125"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3 / text 1">
            <a:extLst xmlns:a="http://schemas.openxmlformats.org/drawingml/2006/main">
              <a:ext uri="{FF2B5EF4-FFF2-40B4-BE49-F238E27FC236}">
                <a16:creationId xmlns:a16="http://schemas.microsoft.com/office/drawing/2014/main" id="{0808EF4F-1441-4B83-940C-BDE09F4D0D49}"/>
              </a:ext>
            </a:extLst>
          </p:cNvPr>
          <p:cNvSpPr>
            <a:spLocks xmlns:a="http://schemas.openxmlformats.org/drawingml/2006/main" noGrp="1"/>
          </p:cNvSpPr>
          <p:nvPr/>
        </p:nvSpPr>
        <p:spPr>
          <a:xfrm xmlns:a="http://schemas.openxmlformats.org/drawingml/2006/main">
            <a:off x="7181850"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04 / path">
            <a:extLst xmlns:a="http://schemas.openxmlformats.org/drawingml/2006/main">
              <a:ext uri="{FF2B5EF4-FFF2-40B4-BE49-F238E27FC236}">
                <a16:creationId xmlns:a16="http://schemas.microsoft.com/office/drawing/2014/main" id="{63CE3475-4463-4C20-A657-4603E54E44B9}"/>
              </a:ext>
            </a:extLst>
          </p:cNvPr>
          <p:cNvSpPr>
            <a:spLocks xmlns:a="http://schemas.openxmlformats.org/drawingml/2006/main" noGrp="1"/>
          </p:cNvSpPr>
          <p:nvPr/>
        </p:nvSpPr>
        <p:spPr>
          <a:xfrm xmlns:a="http://schemas.openxmlformats.org/drawingml/2006/main">
            <a:off x="8191500" y="3771900"/>
            <a:ext cx="1276350" cy="1733550"/>
          </a:xfrm>
          <a:custGeom xmlns:a="http://schemas.openxmlformats.org/drawingml/2006/main">
            <a:pathLst>
              <a:path w="1276350" h="1733550">
                <a:moveTo>
                  <a:pt x="1047750" y="0"/>
                </a:moveTo>
                <a:lnTo>
                  <a:pt x="1276350" y="0"/>
                </a:lnTo>
                <a:lnTo>
                  <a:pt x="1276350" y="1638300"/>
                </a:lnTo>
                <a:lnTo>
                  <a:pt x="0" y="1638300"/>
                </a:lnTo>
                <a:lnTo>
                  <a:pt x="0" y="1733550"/>
                </a:lnTo>
              </a:path>
            </a:pathLst>
          </a:custGeom>
          <a:noFill xmlns:a="http://schemas.openxmlformats.org/drawingml/2006/main"/>
          <a:ln xmlns:a="http://schemas.openxmlformats.org/drawingml/2006/main" w="10478">
            <a:solidFill>
              <a:srgbClr val="000000"/>
            </a:solidFill>
            <a:prstDash val="solid"/>
          </a:ln>
        </p:spPr>
      </p:sp>
      <p:sp>
        <p:nvSpPr>
          <p:cNvPr id="100" name="dp41-comparison / n104 / arrow">
            <a:extLst xmlns:a="http://schemas.openxmlformats.org/drawingml/2006/main">
              <a:ext uri="{FF2B5EF4-FFF2-40B4-BE49-F238E27FC236}">
                <a16:creationId xmlns:a16="http://schemas.microsoft.com/office/drawing/2014/main" id="{E50987A9-2D0A-4F9B-9815-E2FC2B0BD678}"/>
              </a:ext>
            </a:extLst>
          </p:cNvPr>
          <p:cNvSpPr>
            <a:spLocks xmlns:a="http://schemas.openxmlformats.org/drawingml/2006/main" noGrp="1"/>
          </p:cNvSpPr>
          <p:nvPr/>
        </p:nvSpPr>
        <p:spPr>
          <a:xfrm xmlns:a="http://schemas.openxmlformats.org/drawingml/2006/main">
            <a:off x="8157972"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05 / path">
            <a:extLst xmlns:a="http://schemas.openxmlformats.org/drawingml/2006/main">
              <a:ext uri="{FF2B5EF4-FFF2-40B4-BE49-F238E27FC236}">
                <a16:creationId xmlns:a16="http://schemas.microsoft.com/office/drawing/2014/main" id="{243A4061-0774-43AB-A98E-63DBF9D652F8}"/>
              </a:ext>
            </a:extLst>
          </p:cNvPr>
          <p:cNvSpPr>
            <a:spLocks xmlns:a="http://schemas.openxmlformats.org/drawingml/2006/main" noGrp="1"/>
          </p:cNvSpPr>
          <p:nvPr/>
        </p:nvSpPr>
        <p:spPr>
          <a:xfrm xmlns:a="http://schemas.openxmlformats.org/drawingml/2006/main">
            <a:off x="8277225" y="3914775"/>
            <a:ext cx="1114425" cy="1590675"/>
          </a:xfrm>
          <a:custGeom xmlns:a="http://schemas.openxmlformats.org/drawingml/2006/main">
            <a:pathLst>
              <a:path w="1114425" h="1590675">
                <a:moveTo>
                  <a:pt x="0" y="1590675"/>
                </a:moveTo>
                <a:lnTo>
                  <a:pt x="0" y="1533525"/>
                </a:lnTo>
                <a:lnTo>
                  <a:pt x="1114425" y="153352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05 / arrow">
            <a:extLst xmlns:a="http://schemas.openxmlformats.org/drawingml/2006/main">
              <a:ext uri="{FF2B5EF4-FFF2-40B4-BE49-F238E27FC236}">
                <a16:creationId xmlns:a16="http://schemas.microsoft.com/office/drawing/2014/main" id="{94A85FF3-AE85-4E41-9BDD-450CDEF09DF5}"/>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0 / path">
            <a:extLst xmlns:a="http://schemas.openxmlformats.org/drawingml/2006/main">
              <a:ext uri="{FF2B5EF4-FFF2-40B4-BE49-F238E27FC236}">
                <a16:creationId xmlns:a16="http://schemas.microsoft.com/office/drawing/2014/main" id="{692FF3CC-0466-46BC-B941-5AEB5DBA73A9}"/>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0 / arrow">
            <a:extLst xmlns:a="http://schemas.openxmlformats.org/drawingml/2006/main">
              <a:ext uri="{FF2B5EF4-FFF2-40B4-BE49-F238E27FC236}">
                <a16:creationId xmlns:a16="http://schemas.microsoft.com/office/drawing/2014/main" id="{C73B571B-5410-4215-870E-5ECBDC197532}"/>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1 / path">
            <a:extLst xmlns:a="http://schemas.openxmlformats.org/drawingml/2006/main">
              <a:ext uri="{FF2B5EF4-FFF2-40B4-BE49-F238E27FC236}">
                <a16:creationId xmlns:a16="http://schemas.microsoft.com/office/drawing/2014/main" id="{3FB55060-87B0-4697-941D-986E39A50E6F}"/>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1 / arrow">
            <a:extLst xmlns:a="http://schemas.openxmlformats.org/drawingml/2006/main">
              <a:ext uri="{FF2B5EF4-FFF2-40B4-BE49-F238E27FC236}">
                <a16:creationId xmlns:a16="http://schemas.microsoft.com/office/drawing/2014/main" id="{28479BD1-05E8-4F27-831C-50A633B07AD9}"/>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2 / path">
            <a:extLst xmlns:a="http://schemas.openxmlformats.org/drawingml/2006/main">
              <a:ext uri="{FF2B5EF4-FFF2-40B4-BE49-F238E27FC236}">
                <a16:creationId xmlns:a16="http://schemas.microsoft.com/office/drawing/2014/main" id="{3B5129B0-0D25-4211-86EA-30F227D81DF8}"/>
              </a:ext>
            </a:extLst>
          </p:cNvPr>
          <p:cNvSpPr>
            <a:spLocks xmlns:a="http://schemas.openxmlformats.org/drawingml/2006/main" noGrp="1"/>
          </p:cNvSpPr>
          <p:nvPr/>
        </p:nvSpPr>
        <p:spPr>
          <a:xfrm xmlns:a="http://schemas.openxmlformats.org/drawingml/2006/main">
            <a:off x="1476375" y="5876925"/>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5">
            <a:extLst xmlns:a="http://schemas.openxmlformats.org/drawingml/2006/main">
              <a:ext uri="{FF2B5EF4-FFF2-40B4-BE49-F238E27FC236}">
                <a16:creationId xmlns:a16="http://schemas.microsoft.com/office/drawing/2014/main" id="{79E571FF-9AA7-4CDC-BEAB-8AF16C8EDBC0}"/>
              </a:ext>
            </a:extLst>
          </p:cNvPr>
          <p:cNvSpPr>
            <a:spLocks xmlns:a="http://schemas.openxmlformats.org/drawingml/2006/main" noGrp="1"/>
          </p:cNvSpPr>
          <p:nvPr/>
        </p:nvSpPr>
        <p:spPr>
          <a:xfrm xmlns:a="http://schemas.openxmlformats.org/drawingml/2006/main">
            <a:off x="1666875" y="6257925"/>
            <a:ext cx="1714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16 / text 1">
            <a:extLst xmlns:a="http://schemas.openxmlformats.org/drawingml/2006/main">
              <a:ext uri="{FF2B5EF4-FFF2-40B4-BE49-F238E27FC236}">
                <a16:creationId xmlns:a16="http://schemas.microsoft.com/office/drawing/2014/main" id="{9749AA9E-DCBB-486A-BC74-7063208E2B07}"/>
              </a:ext>
            </a:extLst>
          </p:cNvPr>
          <p:cNvSpPr>
            <a:spLocks xmlns:a="http://schemas.openxmlformats.org/drawingml/2006/main" noGrp="1"/>
          </p:cNvSpPr>
          <p:nvPr/>
        </p:nvSpPr>
        <p:spPr>
          <a:xfrm xmlns:a="http://schemas.openxmlformats.org/drawingml/2006/main">
            <a:off x="1752600" y="6326981"/>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17">
            <a:extLst xmlns:a="http://schemas.openxmlformats.org/drawingml/2006/main">
              <a:ext uri="{FF2B5EF4-FFF2-40B4-BE49-F238E27FC236}">
                <a16:creationId xmlns:a16="http://schemas.microsoft.com/office/drawing/2014/main" id="{E884669C-A470-48FA-BB8B-D390A4638808}"/>
              </a:ext>
            </a:extLst>
          </p:cNvPr>
          <p:cNvSpPr>
            <a:spLocks xmlns:a="http://schemas.openxmlformats.org/drawingml/2006/main" noGrp="1"/>
          </p:cNvSpPr>
          <p:nvPr/>
        </p:nvSpPr>
        <p:spPr>
          <a:xfrm xmlns:a="http://schemas.openxmlformats.org/drawingml/2006/main">
            <a:off x="4048125" y="6181725"/>
            <a:ext cx="1428750" cy="4762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18 / text 1">
            <a:extLst xmlns:a="http://schemas.openxmlformats.org/drawingml/2006/main">
              <a:ext uri="{FF2B5EF4-FFF2-40B4-BE49-F238E27FC236}">
                <a16:creationId xmlns:a16="http://schemas.microsoft.com/office/drawing/2014/main" id="{569FDD67-A50E-4C99-BA9E-60296EB0C785}"/>
              </a:ext>
            </a:extLst>
          </p:cNvPr>
          <p:cNvSpPr>
            <a:spLocks xmlns:a="http://schemas.openxmlformats.org/drawingml/2006/main" noGrp="1"/>
          </p:cNvSpPr>
          <p:nvPr/>
        </p:nvSpPr>
        <p:spPr>
          <a:xfrm xmlns:a="http://schemas.openxmlformats.org/drawingml/2006/main">
            <a:off x="4133850" y="6326981"/>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19">
            <a:extLst xmlns:a="http://schemas.openxmlformats.org/drawingml/2006/main">
              <a:ext uri="{FF2B5EF4-FFF2-40B4-BE49-F238E27FC236}">
                <a16:creationId xmlns:a16="http://schemas.microsoft.com/office/drawing/2014/main" id="{900F2355-F3BD-44E0-892B-8099F30C72CF}"/>
              </a:ext>
            </a:extLst>
          </p:cNvPr>
          <p:cNvSpPr>
            <a:spLocks xmlns:a="http://schemas.openxmlformats.org/drawingml/2006/main" noGrp="1"/>
          </p:cNvSpPr>
          <p:nvPr/>
        </p:nvSpPr>
        <p:spPr>
          <a:xfrm xmlns:a="http://schemas.openxmlformats.org/drawingml/2006/main">
            <a:off x="6429375" y="6257925"/>
            <a:ext cx="2095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0 / text 1">
            <a:extLst xmlns:a="http://schemas.openxmlformats.org/drawingml/2006/main">
              <a:ext uri="{FF2B5EF4-FFF2-40B4-BE49-F238E27FC236}">
                <a16:creationId xmlns:a16="http://schemas.microsoft.com/office/drawing/2014/main" id="{E1FB43F5-514C-4221-ABD6-B3F9FCB44D74}"/>
              </a:ext>
            </a:extLst>
          </p:cNvPr>
          <p:cNvSpPr>
            <a:spLocks xmlns:a="http://schemas.openxmlformats.org/drawingml/2006/main" noGrp="1"/>
          </p:cNvSpPr>
          <p:nvPr/>
        </p:nvSpPr>
        <p:spPr>
          <a:xfrm xmlns:a="http://schemas.openxmlformats.org/drawingml/2006/main">
            <a:off x="6515100" y="632698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1">
            <a:extLst xmlns:a="http://schemas.openxmlformats.org/drawingml/2006/main">
              <a:ext uri="{FF2B5EF4-FFF2-40B4-BE49-F238E27FC236}">
                <a16:creationId xmlns:a16="http://schemas.microsoft.com/office/drawing/2014/main" id="{EE0B77FC-9D4B-4C21-9A8A-9CF2655A1A2A}"/>
              </a:ext>
            </a:extLst>
          </p:cNvPr>
          <p:cNvSpPr>
            <a:spLocks xmlns:a="http://schemas.openxmlformats.org/drawingml/2006/main" noGrp="1"/>
          </p:cNvSpPr>
          <p:nvPr/>
        </p:nvSpPr>
        <p:spPr>
          <a:xfrm xmlns:a="http://schemas.openxmlformats.org/drawingml/2006/main">
            <a:off x="6953250" y="7105650"/>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2 / text 1">
            <a:extLst xmlns:a="http://schemas.openxmlformats.org/drawingml/2006/main">
              <a:ext uri="{FF2B5EF4-FFF2-40B4-BE49-F238E27FC236}">
                <a16:creationId xmlns:a16="http://schemas.microsoft.com/office/drawing/2014/main" id="{F1F63191-0BC5-4C0E-B2C9-2AF9F579AB05}"/>
              </a:ext>
            </a:extLst>
          </p:cNvPr>
          <p:cNvSpPr>
            <a:spLocks xmlns:a="http://schemas.openxmlformats.org/drawingml/2006/main" noGrp="1"/>
          </p:cNvSpPr>
          <p:nvPr/>
        </p:nvSpPr>
        <p:spPr>
          <a:xfrm xmlns:a="http://schemas.openxmlformats.org/drawingml/2006/main">
            <a:off x="7038975" y="71651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3 / path">
            <a:extLst xmlns:a="http://schemas.openxmlformats.org/drawingml/2006/main">
              <a:ext uri="{FF2B5EF4-FFF2-40B4-BE49-F238E27FC236}">
                <a16:creationId xmlns:a16="http://schemas.microsoft.com/office/drawing/2014/main" id="{ABBF9B62-5BC0-4E02-938A-7B06F9EF22C1}"/>
              </a:ext>
            </a:extLst>
          </p:cNvPr>
          <p:cNvSpPr>
            <a:spLocks xmlns:a="http://schemas.openxmlformats.org/drawingml/2006/main" noGrp="1"/>
          </p:cNvSpPr>
          <p:nvPr/>
        </p:nvSpPr>
        <p:spPr>
          <a:xfrm xmlns:a="http://schemas.openxmlformats.org/drawingml/2006/main">
            <a:off x="3381375" y="6419850"/>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3 / arrow">
            <a:extLst xmlns:a="http://schemas.openxmlformats.org/drawingml/2006/main">
              <a:ext uri="{FF2B5EF4-FFF2-40B4-BE49-F238E27FC236}">
                <a16:creationId xmlns:a16="http://schemas.microsoft.com/office/drawing/2014/main" id="{481FA05D-D5EB-4E32-9C6B-E13053DBC88E}"/>
              </a:ext>
            </a:extLst>
          </p:cNvPr>
          <p:cNvSpPr>
            <a:spLocks xmlns:a="http://schemas.openxmlformats.org/drawingml/2006/main" noGrp="1"/>
          </p:cNvSpPr>
          <p:nvPr/>
        </p:nvSpPr>
        <p:spPr>
          <a:xfrm xmlns:a="http://schemas.openxmlformats.org/drawingml/2006/main">
            <a:off x="398106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4 / path">
            <a:extLst xmlns:a="http://schemas.openxmlformats.org/drawingml/2006/main">
              <a:ext uri="{FF2B5EF4-FFF2-40B4-BE49-F238E27FC236}">
                <a16:creationId xmlns:a16="http://schemas.microsoft.com/office/drawing/2014/main" id="{1B2D616E-FF8C-48FE-A902-E60CD28CE5C2}"/>
              </a:ext>
            </a:extLst>
          </p:cNvPr>
          <p:cNvSpPr>
            <a:spLocks xmlns:a="http://schemas.openxmlformats.org/drawingml/2006/main" noGrp="1"/>
          </p:cNvSpPr>
          <p:nvPr/>
        </p:nvSpPr>
        <p:spPr>
          <a:xfrm xmlns:a="http://schemas.openxmlformats.org/drawingml/2006/main">
            <a:off x="5476875" y="6419850"/>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4 / arrow">
            <a:extLst xmlns:a="http://schemas.openxmlformats.org/drawingml/2006/main">
              <a:ext uri="{FF2B5EF4-FFF2-40B4-BE49-F238E27FC236}">
                <a16:creationId xmlns:a16="http://schemas.microsoft.com/office/drawing/2014/main" id="{47D30DBF-2121-4206-86AA-9963E75B3148}"/>
              </a:ext>
            </a:extLst>
          </p:cNvPr>
          <p:cNvSpPr>
            <a:spLocks xmlns:a="http://schemas.openxmlformats.org/drawingml/2006/main" noGrp="1"/>
          </p:cNvSpPr>
          <p:nvPr/>
        </p:nvSpPr>
        <p:spPr>
          <a:xfrm xmlns:a="http://schemas.openxmlformats.org/drawingml/2006/main">
            <a:off x="63623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27 / path">
            <a:extLst xmlns:a="http://schemas.openxmlformats.org/drawingml/2006/main">
              <a:ext uri="{FF2B5EF4-FFF2-40B4-BE49-F238E27FC236}">
                <a16:creationId xmlns:a16="http://schemas.microsoft.com/office/drawing/2014/main" id="{E2243D1D-E1C0-4168-AC45-C2AC7D65B8FF}"/>
              </a:ext>
            </a:extLst>
          </p:cNvPr>
          <p:cNvSpPr>
            <a:spLocks xmlns:a="http://schemas.openxmlformats.org/drawingml/2006/main" noGrp="1"/>
          </p:cNvSpPr>
          <p:nvPr/>
        </p:nvSpPr>
        <p:spPr>
          <a:xfrm xmlns:a="http://schemas.openxmlformats.org/drawingml/2006/main">
            <a:off x="2524125" y="6581775"/>
            <a:ext cx="4953000" cy="276225"/>
          </a:xfrm>
          <a:custGeom xmlns:a="http://schemas.openxmlformats.org/drawingml/2006/main">
            <a:pathLst>
              <a:path w="4953000" h="276225">
                <a:moveTo>
                  <a:pt x="4953000" y="0"/>
                </a:moveTo>
                <a:lnTo>
                  <a:pt x="4953000" y="276225"/>
                </a:lnTo>
                <a:lnTo>
                  <a:pt x="0" y="276225"/>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27 / arrow">
            <a:extLst xmlns:a="http://schemas.openxmlformats.org/drawingml/2006/main">
              <a:ext uri="{FF2B5EF4-FFF2-40B4-BE49-F238E27FC236}">
                <a16:creationId xmlns:a16="http://schemas.microsoft.com/office/drawing/2014/main" id="{11580191-590A-4A93-882B-CEE2EE977CC3}"/>
              </a:ext>
            </a:extLst>
          </p:cNvPr>
          <p:cNvSpPr>
            <a:spLocks xmlns:a="http://schemas.openxmlformats.org/drawingml/2006/main" noGrp="1"/>
          </p:cNvSpPr>
          <p:nvPr/>
        </p:nvSpPr>
        <p:spPr>
          <a:xfrm xmlns:a="http://schemas.openxmlformats.org/drawingml/2006/main">
            <a:off x="2490597" y="6581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0 / path">
            <a:extLst xmlns:a="http://schemas.openxmlformats.org/drawingml/2006/main">
              <a:ext uri="{FF2B5EF4-FFF2-40B4-BE49-F238E27FC236}">
                <a16:creationId xmlns:a16="http://schemas.microsoft.com/office/drawing/2014/main" id="{33C320CD-7D55-4B73-83F9-03977506F238}"/>
              </a:ext>
            </a:extLst>
          </p:cNvPr>
          <p:cNvSpPr>
            <a:spLocks xmlns:a="http://schemas.openxmlformats.org/drawingml/2006/main" noGrp="1"/>
          </p:cNvSpPr>
          <p:nvPr/>
        </p:nvSpPr>
        <p:spPr>
          <a:xfrm xmlns:a="http://schemas.openxmlformats.org/drawingml/2006/main">
            <a:off x="4762500" y="6657975"/>
            <a:ext cx="2190750" cy="600075"/>
          </a:xfrm>
          <a:custGeom xmlns:a="http://schemas.openxmlformats.org/drawingml/2006/main">
            <a:pathLst>
              <a:path w="2190750" h="600075">
                <a:moveTo>
                  <a:pt x="0" y="0"/>
                </a:moveTo>
                <a:lnTo>
                  <a:pt x="0" y="600075"/>
                </a:lnTo>
                <a:lnTo>
                  <a:pt x="2190750" y="600075"/>
                </a:lnTo>
              </a:path>
            </a:pathLst>
          </a:custGeom>
          <a:noFill xmlns:a="http://schemas.openxmlformats.org/drawingml/2006/main"/>
          <a:ln xmlns:a="http://schemas.openxmlformats.org/drawingml/2006/main" w="10478">
            <a:solidFill>
              <a:srgbClr val="000000"/>
            </a:solidFill>
            <a:prstDash val="solid"/>
          </a:ln>
        </p:spPr>
      </p:sp>
      <p:sp>
        <p:nvSpPr>
          <p:cNvPr id="123" name="dp41-comparison / n130 / arrow">
            <a:extLst xmlns:a="http://schemas.openxmlformats.org/drawingml/2006/main">
              <a:ext uri="{FF2B5EF4-FFF2-40B4-BE49-F238E27FC236}">
                <a16:creationId xmlns:a16="http://schemas.microsoft.com/office/drawing/2014/main" id="{0D02630B-1764-4196-8129-2386AE6D8D75}"/>
              </a:ext>
            </a:extLst>
          </p:cNvPr>
          <p:cNvSpPr>
            <a:spLocks xmlns:a="http://schemas.openxmlformats.org/drawingml/2006/main" noGrp="1"/>
          </p:cNvSpPr>
          <p:nvPr/>
        </p:nvSpPr>
        <p:spPr>
          <a:xfrm xmlns:a="http://schemas.openxmlformats.org/drawingml/2006/main">
            <a:off x="6886194" y="7224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1050C3C-9916-4FA6-BED0-B2B92FEAEBEA}"/>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3A522EAC-2CC5-42C0-9C17-FD6BA9EE3D0E}"/>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E894A732-A81C-4903-9570-480944743115}"/>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F8A17791-07C8-4666-BA5D-0527DA3A779A}"/>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3510E053-7A97-43D4-98E3-CE8750CC0343}"/>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CEFC316F-63D7-4DA7-8C0B-9F81B7039965}"/>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B322692A-0147-4AAD-8A64-1B116891699A}"/>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9D8772F-0A1C-41EE-AC37-77B6A6391B42}"/>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371CBEA3-29A4-4419-9661-6E0286EF3369}"/>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9">
            <a:extLst xmlns:a="http://schemas.openxmlformats.org/drawingml/2006/main">
              <a:ext uri="{FF2B5EF4-FFF2-40B4-BE49-F238E27FC236}">
                <a16:creationId xmlns:a16="http://schemas.microsoft.com/office/drawing/2014/main" id="{51E53387-F12E-4E37-825F-25E0CFE9246E}"/>
              </a:ext>
            </a:extLst>
          </p:cNvPr>
          <p:cNvSpPr>
            <a:spLocks xmlns:a="http://schemas.openxmlformats.org/drawingml/2006/main" noGrp="1"/>
          </p:cNvSpPr>
          <p:nvPr/>
        </p:nvSpPr>
        <p:spPr>
          <a:xfrm xmlns:a="http://schemas.openxmlformats.org/drawingml/2006/main">
            <a:off x="4267200" y="356235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90 / text 1">
            <a:extLst xmlns:a="http://schemas.openxmlformats.org/drawingml/2006/main">
              <a:ext uri="{FF2B5EF4-FFF2-40B4-BE49-F238E27FC236}">
                <a16:creationId xmlns:a16="http://schemas.microsoft.com/office/drawing/2014/main" id="{F042A5AC-A2B5-44F1-9895-66D5F360BCCA}"/>
              </a:ext>
            </a:extLst>
          </p:cNvPr>
          <p:cNvSpPr>
            <a:spLocks xmlns:a="http://schemas.openxmlformats.org/drawingml/2006/main" noGrp="1"/>
          </p:cNvSpPr>
          <p:nvPr/>
        </p:nvSpPr>
        <p:spPr>
          <a:xfrm xmlns:a="http://schemas.openxmlformats.org/drawingml/2006/main">
            <a:off x="4286250" y="3571875"/>
            <a:ext cx="27146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요청 / 근거 반환</a:t>
            </a:r>
          </a:p>
        </p:txBody>
      </p:sp>
      <p:sp>
        <p:nvSpPr>
          <p:cNvPr id="135" name="dp41-comparison / n91">
            <a:extLst xmlns:a="http://schemas.openxmlformats.org/drawingml/2006/main">
              <a:ext uri="{FF2B5EF4-FFF2-40B4-BE49-F238E27FC236}">
                <a16:creationId xmlns:a16="http://schemas.microsoft.com/office/drawing/2014/main" id="{0780D713-AF9B-4E3F-9748-252F22E1CE7A}"/>
              </a:ext>
            </a:extLst>
          </p:cNvPr>
          <p:cNvSpPr>
            <a:spLocks xmlns:a="http://schemas.openxmlformats.org/drawingml/2006/main" noGrp="1"/>
          </p:cNvSpPr>
          <p:nvPr/>
        </p:nvSpPr>
        <p:spPr>
          <a:xfrm xmlns:a="http://schemas.openxmlformats.org/drawingml/2006/main">
            <a:off x="4381500" y="4114800"/>
            <a:ext cx="2571750" cy="542925"/>
          </a:xfrm>
          <a:custGeom xmlns:a="http://schemas.openxmlformats.org/drawingml/2006/main">
            <a:pathLst>
              <a:path w="2571750" h="542925">
                <a:moveTo>
                  <a:pt x="0" y="0"/>
                </a:moveTo>
                <a:lnTo>
                  <a:pt x="2400300" y="0"/>
                </a:lnTo>
                <a:lnTo>
                  <a:pt x="2571750" y="171450"/>
                </a:lnTo>
                <a:lnTo>
                  <a:pt x="2571750" y="542925"/>
                </a:lnTo>
                <a:lnTo>
                  <a:pt x="0" y="5429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6" name="dp41-comparison / n91 / fold">
            <a:extLst xmlns:a="http://schemas.openxmlformats.org/drawingml/2006/main">
              <a:ext uri="{FF2B5EF4-FFF2-40B4-BE49-F238E27FC236}">
                <a16:creationId xmlns:a16="http://schemas.microsoft.com/office/drawing/2014/main" id="{1A41580A-CFB8-45F9-A644-3905C073807C}"/>
              </a:ext>
            </a:extLst>
          </p:cNvPr>
          <p:cNvSpPr>
            <a:spLocks xmlns:a="http://schemas.openxmlformats.org/drawingml/2006/main" noGrp="1"/>
          </p:cNvSpPr>
          <p:nvPr/>
        </p:nvSpPr>
        <p:spPr>
          <a:xfrm xmlns:a="http://schemas.openxmlformats.org/drawingml/2006/main">
            <a:off x="6781800" y="4114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7" name="dp41-comparison / n92 / text 1">
            <a:extLst xmlns:a="http://schemas.openxmlformats.org/drawingml/2006/main">
              <a:ext uri="{FF2B5EF4-FFF2-40B4-BE49-F238E27FC236}">
                <a16:creationId xmlns:a16="http://schemas.microsoft.com/office/drawing/2014/main" id="{0A2DA74A-ED22-4CA4-B62A-6770E6191C9A}"/>
              </a:ext>
            </a:extLst>
          </p:cNvPr>
          <p:cNvSpPr>
            <a:spLocks xmlns:a="http://schemas.openxmlformats.org/drawingml/2006/main" noGrp="1"/>
          </p:cNvSpPr>
          <p:nvPr/>
        </p:nvSpPr>
        <p:spPr>
          <a:xfrm xmlns:a="http://schemas.openxmlformats.org/drawingml/2006/main">
            <a:off x="4476750" y="4171950"/>
            <a:ext cx="2305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요청 (ReadRequest)</a:t>
            </a:r>
          </a:p>
        </p:txBody>
      </p:sp>
      <p:sp>
        <p:nvSpPr>
          <p:cNvPr id="138" name="dp41-comparison / n92 / text 2">
            <a:extLst xmlns:a="http://schemas.openxmlformats.org/drawingml/2006/main">
              <a:ext uri="{FF2B5EF4-FFF2-40B4-BE49-F238E27FC236}">
                <a16:creationId xmlns:a16="http://schemas.microsoft.com/office/drawing/2014/main" id="{620DC915-10D4-42D2-A297-DAA9C31CA297}"/>
              </a:ext>
            </a:extLst>
          </p:cNvPr>
          <p:cNvSpPr>
            <a:spLocks xmlns:a="http://schemas.openxmlformats.org/drawingml/2006/main" noGrp="1"/>
          </p:cNvSpPr>
          <p:nvPr/>
        </p:nvSpPr>
        <p:spPr>
          <a:xfrm xmlns:a="http://schemas.openxmlformats.org/drawingml/2006/main">
            <a:off x="4476750" y="4320540"/>
            <a:ext cx="2305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“아까 보고서” / “이 표”</a:t>
            </a:r>
          </a:p>
        </p:txBody>
      </p:sp>
      <p:sp>
        <p:nvSpPr>
          <p:cNvPr id="139" name="dp41-comparison / n93">
            <a:extLst xmlns:a="http://schemas.openxmlformats.org/drawingml/2006/main">
              <a:ext uri="{FF2B5EF4-FFF2-40B4-BE49-F238E27FC236}">
                <a16:creationId xmlns:a16="http://schemas.microsoft.com/office/drawing/2014/main" id="{85F9832C-FDA9-4EE2-AC00-55DE8B3EBEA1}"/>
              </a:ext>
            </a:extLst>
          </p:cNvPr>
          <p:cNvSpPr>
            <a:spLocks xmlns:a="http://schemas.openxmlformats.org/drawingml/2006/main" noGrp="1"/>
          </p:cNvSpPr>
          <p:nvPr/>
        </p:nvSpPr>
        <p:spPr>
          <a:xfrm xmlns:a="http://schemas.openxmlformats.org/drawingml/2006/main">
            <a:off x="7143750" y="4114800"/>
            <a:ext cx="2095500" cy="542925"/>
          </a:xfrm>
          <a:custGeom xmlns:a="http://schemas.openxmlformats.org/drawingml/2006/main">
            <a:pathLst>
              <a:path w="2095500" h="542925">
                <a:moveTo>
                  <a:pt x="0" y="0"/>
                </a:moveTo>
                <a:lnTo>
                  <a:pt x="1924050" y="0"/>
                </a:lnTo>
                <a:lnTo>
                  <a:pt x="2095500" y="171450"/>
                </a:lnTo>
                <a:lnTo>
                  <a:pt x="2095500" y="542925"/>
                </a:lnTo>
                <a:lnTo>
                  <a:pt x="0" y="5429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0" name="dp41-comparison / n93 / fold">
            <a:extLst xmlns:a="http://schemas.openxmlformats.org/drawingml/2006/main">
              <a:ext uri="{FF2B5EF4-FFF2-40B4-BE49-F238E27FC236}">
                <a16:creationId xmlns:a16="http://schemas.microsoft.com/office/drawing/2014/main" id="{CDB58302-1312-44D5-B65E-8EBB011AEA67}"/>
              </a:ext>
            </a:extLst>
          </p:cNvPr>
          <p:cNvSpPr>
            <a:spLocks xmlns:a="http://schemas.openxmlformats.org/drawingml/2006/main" noGrp="1"/>
          </p:cNvSpPr>
          <p:nvPr/>
        </p:nvSpPr>
        <p:spPr>
          <a:xfrm xmlns:a="http://schemas.openxmlformats.org/drawingml/2006/main">
            <a:off x="9067800" y="4114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1" name="dp41-comparison / n94 / text 1">
            <a:extLst xmlns:a="http://schemas.openxmlformats.org/drawingml/2006/main">
              <a:ext uri="{FF2B5EF4-FFF2-40B4-BE49-F238E27FC236}">
                <a16:creationId xmlns:a16="http://schemas.microsoft.com/office/drawing/2014/main" id="{7E3077C0-5F46-472C-A51E-CDA75EBB35A6}"/>
              </a:ext>
            </a:extLst>
          </p:cNvPr>
          <p:cNvSpPr>
            <a:spLocks xmlns:a="http://schemas.openxmlformats.org/drawingml/2006/main" noGrp="1"/>
          </p:cNvSpPr>
          <p:nvPr/>
        </p:nvSpPr>
        <p:spPr>
          <a:xfrm xmlns:a="http://schemas.openxmlformats.org/drawingml/2006/main">
            <a:off x="7239000" y="4171950"/>
            <a:ext cx="1828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결과 (EvidenceBundle)</a:t>
            </a:r>
          </a:p>
        </p:txBody>
      </p:sp>
      <p:sp>
        <p:nvSpPr>
          <p:cNvPr id="142" name="dp41-comparison / n94 / text 2">
            <a:extLst xmlns:a="http://schemas.openxmlformats.org/drawingml/2006/main">
              <a:ext uri="{FF2B5EF4-FFF2-40B4-BE49-F238E27FC236}">
                <a16:creationId xmlns:a16="http://schemas.microsoft.com/office/drawing/2014/main" id="{DA713770-8A13-40E0-B119-6165102ADB81}"/>
              </a:ext>
            </a:extLst>
          </p:cNvPr>
          <p:cNvSpPr>
            <a:spLocks xmlns:a="http://schemas.openxmlformats.org/drawingml/2006/main" noGrp="1"/>
          </p:cNvSpPr>
          <p:nvPr/>
        </p:nvSpPr>
        <p:spPr>
          <a:xfrm xmlns:a="http://schemas.openxmlformats.org/drawingml/2006/main">
            <a:off x="7239000" y="4320540"/>
            <a:ext cx="1828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 / Task2 + 선택한 표</a:t>
            </a:r>
          </a:p>
        </p:txBody>
      </p:sp>
      <p:sp>
        <p:nvSpPr>
          <p:cNvPr id="143" name="dp41-comparison / n96">
            <a:extLst xmlns:a="http://schemas.openxmlformats.org/drawingml/2006/main">
              <a:ext uri="{FF2B5EF4-FFF2-40B4-BE49-F238E27FC236}">
                <a16:creationId xmlns:a16="http://schemas.microsoft.com/office/drawing/2014/main" id="{7CD42659-8391-4C98-9BDC-A13031446073}"/>
              </a:ext>
            </a:extLst>
          </p:cNvPr>
          <p:cNvSpPr>
            <a:spLocks xmlns:a="http://schemas.openxmlformats.org/drawingml/2006/main" noGrp="1"/>
          </p:cNvSpPr>
          <p:nvPr/>
        </p:nvSpPr>
        <p:spPr>
          <a:xfrm xmlns:a="http://schemas.openxmlformats.org/drawingml/2006/main">
            <a:off x="1666875" y="4724400"/>
            <a:ext cx="5048250" cy="447675"/>
          </a:xfrm>
          <a:custGeom xmlns:a="http://schemas.openxmlformats.org/drawingml/2006/main">
            <a:pathLst>
              <a:path w="5048250" h="447675">
                <a:moveTo>
                  <a:pt x="0" y="0"/>
                </a:moveTo>
                <a:lnTo>
                  <a:pt x="4876800" y="0"/>
                </a:lnTo>
                <a:lnTo>
                  <a:pt x="5048250" y="171450"/>
                </a:lnTo>
                <a:lnTo>
                  <a:pt x="50482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4" name="dp41-comparison / n96 / fold">
            <a:extLst xmlns:a="http://schemas.openxmlformats.org/drawingml/2006/main">
              <a:ext uri="{FF2B5EF4-FFF2-40B4-BE49-F238E27FC236}">
                <a16:creationId xmlns:a16="http://schemas.microsoft.com/office/drawing/2014/main" id="{84753A9F-95CE-4E8D-B875-AB72EF664CAB}"/>
              </a:ext>
            </a:extLst>
          </p:cNvPr>
          <p:cNvSpPr>
            <a:spLocks xmlns:a="http://schemas.openxmlformats.org/drawingml/2006/main" noGrp="1"/>
          </p:cNvSpPr>
          <p:nvPr/>
        </p:nvSpPr>
        <p:spPr>
          <a:xfrm xmlns:a="http://schemas.openxmlformats.org/drawingml/2006/main">
            <a:off x="6543675" y="47244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5" name="dp41-comparison / n97 / text 1">
            <a:extLst xmlns:a="http://schemas.openxmlformats.org/drawingml/2006/main">
              <a:ext uri="{FF2B5EF4-FFF2-40B4-BE49-F238E27FC236}">
                <a16:creationId xmlns:a16="http://schemas.microsoft.com/office/drawing/2014/main" id="{ACBBE490-AF1F-4858-8CD8-49698332F8DC}"/>
              </a:ext>
            </a:extLst>
          </p:cNvPr>
          <p:cNvSpPr>
            <a:spLocks xmlns:a="http://schemas.openxmlformats.org/drawingml/2006/main" noGrp="1"/>
          </p:cNvSpPr>
          <p:nvPr/>
        </p:nvSpPr>
        <p:spPr>
          <a:xfrm xmlns:a="http://schemas.openxmlformats.org/drawingml/2006/main">
            <a:off x="1762125" y="478155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모델의 의미 제안 (MeaningProposal): Task1에 표 추가</a:t>
            </a:r>
          </a:p>
        </p:txBody>
      </p:sp>
      <p:sp>
        <p:nvSpPr>
          <p:cNvPr id="146" name="dp41-comparison / n97 / text 2">
            <a:extLst xmlns:a="http://schemas.openxmlformats.org/drawingml/2006/main">
              <a:ext uri="{FF2B5EF4-FFF2-40B4-BE49-F238E27FC236}">
                <a16:creationId xmlns:a16="http://schemas.microsoft.com/office/drawing/2014/main" id="{68F137FB-B69E-4B0E-AD34-AEF28A56220E}"/>
              </a:ext>
            </a:extLst>
          </p:cNvPr>
          <p:cNvSpPr>
            <a:spLocks xmlns:a="http://schemas.openxmlformats.org/drawingml/2006/main" noGrp="1"/>
          </p:cNvSpPr>
          <p:nvPr/>
        </p:nvSpPr>
        <p:spPr>
          <a:xfrm xmlns:a="http://schemas.openxmlformats.org/drawingml/2006/main">
            <a:off x="1762125" y="493014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수정된 보고서 결과 → 메일 초안 / 메일 발송 금지</a:t>
            </a:r>
          </a:p>
        </p:txBody>
      </p:sp>
      <p:sp>
        <p:nvSpPr>
          <p:cNvPr id="147" name="dp41-comparison / n106">
            <a:extLst xmlns:a="http://schemas.openxmlformats.org/drawingml/2006/main">
              <a:ext uri="{FF2B5EF4-FFF2-40B4-BE49-F238E27FC236}">
                <a16:creationId xmlns:a16="http://schemas.microsoft.com/office/drawing/2014/main" id="{1231A2C6-E6C8-409F-A6B2-09B020D0B101}"/>
              </a:ext>
            </a:extLst>
          </p:cNvPr>
          <p:cNvSpPr>
            <a:spLocks xmlns:a="http://schemas.openxmlformats.org/drawingml/2006/main" noGrp="1"/>
          </p:cNvSpPr>
          <p:nvPr/>
        </p:nvSpPr>
        <p:spPr>
          <a:xfrm xmlns:a="http://schemas.openxmlformats.org/drawingml/2006/main">
            <a:off x="1647825" y="5514975"/>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7 / text 1">
            <a:extLst xmlns:a="http://schemas.openxmlformats.org/drawingml/2006/main">
              <a:ext uri="{FF2B5EF4-FFF2-40B4-BE49-F238E27FC236}">
                <a16:creationId xmlns:a16="http://schemas.microsoft.com/office/drawing/2014/main" id="{077ECC96-D562-4965-B385-37A39869DDE0}"/>
              </a:ext>
            </a:extLst>
          </p:cNvPr>
          <p:cNvSpPr>
            <a:spLocks xmlns:a="http://schemas.openxmlformats.org/drawingml/2006/main" noGrp="1"/>
          </p:cNvSpPr>
          <p:nvPr/>
        </p:nvSpPr>
        <p:spPr>
          <a:xfrm xmlns:a="http://schemas.openxmlformats.org/drawingml/2006/main">
            <a:off x="1666875" y="5524500"/>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49" name="dp41-comparison / n108">
            <a:extLst xmlns:a="http://schemas.openxmlformats.org/drawingml/2006/main">
              <a:ext uri="{FF2B5EF4-FFF2-40B4-BE49-F238E27FC236}">
                <a16:creationId xmlns:a16="http://schemas.microsoft.com/office/drawing/2014/main" id="{66FC4C7A-37E6-4E40-AF0E-609F95EBD9A1}"/>
              </a:ext>
            </a:extLst>
          </p:cNvPr>
          <p:cNvSpPr>
            <a:spLocks xmlns:a="http://schemas.openxmlformats.org/drawingml/2006/main" noGrp="1"/>
          </p:cNvSpPr>
          <p:nvPr/>
        </p:nvSpPr>
        <p:spPr>
          <a:xfrm xmlns:a="http://schemas.openxmlformats.org/drawingml/2006/main">
            <a:off x="4267200" y="5276850"/>
            <a:ext cx="269138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9 / text 1">
            <a:extLst xmlns:a="http://schemas.openxmlformats.org/drawingml/2006/main">
              <a:ext uri="{FF2B5EF4-FFF2-40B4-BE49-F238E27FC236}">
                <a16:creationId xmlns:a16="http://schemas.microsoft.com/office/drawing/2014/main" id="{A28089A5-1C96-4938-BA57-ECD2041086B4}"/>
              </a:ext>
            </a:extLst>
          </p:cNvPr>
          <p:cNvSpPr>
            <a:spLocks xmlns:a="http://schemas.openxmlformats.org/drawingml/2006/main" noGrp="1"/>
          </p:cNvSpPr>
          <p:nvPr/>
        </p:nvSpPr>
        <p:spPr>
          <a:xfrm xmlns:a="http://schemas.openxmlformats.org/drawingml/2006/main">
            <a:off x="4286250" y="5286375"/>
            <a:ext cx="4810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양방향 연결은 Module 간 호출 / 결과 반환</a:t>
            </a:r>
          </a:p>
        </p:txBody>
      </p:sp>
      <p:sp>
        <p:nvSpPr>
          <p:cNvPr id="151" name="dp41-comparison / n113">
            <a:extLst xmlns:a="http://schemas.openxmlformats.org/drawingml/2006/main">
              <a:ext uri="{FF2B5EF4-FFF2-40B4-BE49-F238E27FC236}">
                <a16:creationId xmlns:a16="http://schemas.microsoft.com/office/drawing/2014/main" id="{1E8590B0-3275-429B-8855-CE09DAAFAAA2}"/>
              </a:ext>
            </a:extLst>
          </p:cNvPr>
          <p:cNvSpPr>
            <a:spLocks xmlns:a="http://schemas.openxmlformats.org/drawingml/2006/main" noGrp="1"/>
          </p:cNvSpPr>
          <p:nvPr/>
        </p:nvSpPr>
        <p:spPr>
          <a:xfrm xmlns:a="http://schemas.openxmlformats.org/drawingml/2006/main">
            <a:off x="1647825" y="5905500"/>
            <a:ext cx="28285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14 / text 1">
            <a:extLst xmlns:a="http://schemas.openxmlformats.org/drawingml/2006/main">
              <a:ext uri="{FF2B5EF4-FFF2-40B4-BE49-F238E27FC236}">
                <a16:creationId xmlns:a16="http://schemas.microsoft.com/office/drawing/2014/main" id="{68021642-AEE5-4706-AB97-3FE6BA8B5BDC}"/>
              </a:ext>
            </a:extLst>
          </p:cNvPr>
          <p:cNvSpPr>
            <a:spLocks xmlns:a="http://schemas.openxmlformats.org/drawingml/2006/main" noGrp="1"/>
          </p:cNvSpPr>
          <p:nvPr/>
        </p:nvSpPr>
        <p:spPr>
          <a:xfrm xmlns:a="http://schemas.openxmlformats.org/drawingml/2006/main">
            <a:off x="1666875" y="5915025"/>
            <a:ext cx="7620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실행 순서도 — 반복 제어와 종료 조건</a:t>
            </a:r>
          </a:p>
        </p:txBody>
      </p:sp>
      <p:sp>
        <p:nvSpPr>
          <p:cNvPr id="153" name="dp41-comparison / n125">
            <a:extLst xmlns:a="http://schemas.openxmlformats.org/drawingml/2006/main">
              <a:ext uri="{FF2B5EF4-FFF2-40B4-BE49-F238E27FC236}">
                <a16:creationId xmlns:a16="http://schemas.microsoft.com/office/drawing/2014/main" id="{DC49D3CF-D593-41D6-9769-E525C2ED444A}"/>
              </a:ext>
            </a:extLst>
          </p:cNvPr>
          <p:cNvSpPr>
            <a:spLocks xmlns:a="http://schemas.openxmlformats.org/drawingml/2006/main" noGrp="1"/>
          </p:cNvSpPr>
          <p:nvPr/>
        </p:nvSpPr>
        <p:spPr>
          <a:xfrm xmlns:a="http://schemas.openxmlformats.org/drawingml/2006/main">
            <a:off x="5600700" y="6181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26 / text 1">
            <a:extLst xmlns:a="http://schemas.openxmlformats.org/drawingml/2006/main">
              <a:ext uri="{FF2B5EF4-FFF2-40B4-BE49-F238E27FC236}">
                <a16:creationId xmlns:a16="http://schemas.microsoft.com/office/drawing/2014/main" id="{7C2DD885-6064-40E8-980F-B3A36E0387F0}"/>
              </a:ext>
            </a:extLst>
          </p:cNvPr>
          <p:cNvSpPr>
            <a:spLocks xmlns:a="http://schemas.openxmlformats.org/drawingml/2006/main" noGrp="1"/>
          </p:cNvSpPr>
          <p:nvPr/>
        </p:nvSpPr>
        <p:spPr>
          <a:xfrm xmlns:a="http://schemas.openxmlformats.org/drawingml/2006/main">
            <a:off x="5619750" y="6191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55" name="dp41-comparison / n128">
            <a:extLst xmlns:a="http://schemas.openxmlformats.org/drawingml/2006/main">
              <a:ext uri="{FF2B5EF4-FFF2-40B4-BE49-F238E27FC236}">
                <a16:creationId xmlns:a16="http://schemas.microsoft.com/office/drawing/2014/main" id="{9834CD29-56BC-4B88-9A8B-D430C819D8BD}"/>
              </a:ext>
            </a:extLst>
          </p:cNvPr>
          <p:cNvSpPr>
            <a:spLocks xmlns:a="http://schemas.openxmlformats.org/drawingml/2006/main" noGrp="1"/>
          </p:cNvSpPr>
          <p:nvPr/>
        </p:nvSpPr>
        <p:spPr>
          <a:xfrm xmlns:a="http://schemas.openxmlformats.org/drawingml/2006/main">
            <a:off x="2962275" y="665797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1-comparison / n129 / text 1">
            <a:extLst xmlns:a="http://schemas.openxmlformats.org/drawingml/2006/main">
              <a:ext uri="{FF2B5EF4-FFF2-40B4-BE49-F238E27FC236}">
                <a16:creationId xmlns:a16="http://schemas.microsoft.com/office/drawing/2014/main" id="{A0BD100D-F8DC-4FB4-BBAD-DABA02D45CD5}"/>
              </a:ext>
            </a:extLst>
          </p:cNvPr>
          <p:cNvSpPr>
            <a:spLocks xmlns:a="http://schemas.openxmlformats.org/drawingml/2006/main" noGrp="1"/>
          </p:cNvSpPr>
          <p:nvPr/>
        </p:nvSpPr>
        <p:spPr>
          <a:xfrm xmlns:a="http://schemas.openxmlformats.org/drawingml/2006/main">
            <a:off x="2981325" y="666750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57" name="dp41-comparison / n131">
            <a:extLst xmlns:a="http://schemas.openxmlformats.org/drawingml/2006/main">
              <a:ext uri="{FF2B5EF4-FFF2-40B4-BE49-F238E27FC236}">
                <a16:creationId xmlns:a16="http://schemas.microsoft.com/office/drawing/2014/main" id="{8DCC055A-CE70-4335-AA78-E17998A0EAE0}"/>
              </a:ext>
            </a:extLst>
          </p:cNvPr>
          <p:cNvSpPr>
            <a:spLocks xmlns:a="http://schemas.openxmlformats.org/drawingml/2006/main" noGrp="1"/>
          </p:cNvSpPr>
          <p:nvPr/>
        </p:nvSpPr>
        <p:spPr>
          <a:xfrm xmlns:a="http://schemas.openxmlformats.org/drawingml/2006/main">
            <a:off x="4933950" y="7058025"/>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1-comparison / n132 / text 1">
            <a:extLst xmlns:a="http://schemas.openxmlformats.org/drawingml/2006/main">
              <a:ext uri="{FF2B5EF4-FFF2-40B4-BE49-F238E27FC236}">
                <a16:creationId xmlns:a16="http://schemas.microsoft.com/office/drawing/2014/main" id="{0CE6CEE2-1666-49E5-AD63-A518D0AAA6D7}"/>
              </a:ext>
            </a:extLst>
          </p:cNvPr>
          <p:cNvSpPr>
            <a:spLocks xmlns:a="http://schemas.openxmlformats.org/drawingml/2006/main" noGrp="1"/>
          </p:cNvSpPr>
          <p:nvPr/>
        </p:nvSpPr>
        <p:spPr>
          <a:xfrm xmlns:a="http://schemas.openxmlformats.org/drawingml/2006/main">
            <a:off x="4953000" y="7067550"/>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59" name="dp41-comparison / n135">
            <a:extLst xmlns:a="http://schemas.openxmlformats.org/drawingml/2006/main">
              <a:ext uri="{FF2B5EF4-FFF2-40B4-BE49-F238E27FC236}">
                <a16:creationId xmlns:a16="http://schemas.microsoft.com/office/drawing/2014/main" id="{5C59D501-DD5A-46E9-9BE7-4C56E2B9D4CE}"/>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0" name="dp41-comparison / n136 / text 1">
            <a:extLst xmlns:a="http://schemas.openxmlformats.org/drawingml/2006/main">
              <a:ext uri="{FF2B5EF4-FFF2-40B4-BE49-F238E27FC236}">
                <a16:creationId xmlns:a16="http://schemas.microsoft.com/office/drawing/2014/main" id="{6F3D8E72-A7F1-47D4-BCD4-6E7DF4DBC18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61" name="dp41-comparison / n137">
            <a:extLst xmlns:a="http://schemas.openxmlformats.org/drawingml/2006/main">
              <a:ext uri="{FF2B5EF4-FFF2-40B4-BE49-F238E27FC236}">
                <a16:creationId xmlns:a16="http://schemas.microsoft.com/office/drawing/2014/main" id="{5535EAD3-EAED-4A53-9A1A-DFC50A3A82DC}"/>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38 / text 1">
            <a:extLst xmlns:a="http://schemas.openxmlformats.org/drawingml/2006/main">
              <a:ext uri="{FF2B5EF4-FFF2-40B4-BE49-F238E27FC236}">
                <a16:creationId xmlns:a16="http://schemas.microsoft.com/office/drawing/2014/main" id="{1162E338-8D01-4B3D-9B1C-596598EB7091}"/>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63" name="dp41-comparison / n139 / path">
            <a:extLst xmlns:a="http://schemas.openxmlformats.org/drawingml/2006/main">
              <a:ext uri="{FF2B5EF4-FFF2-40B4-BE49-F238E27FC236}">
                <a16:creationId xmlns:a16="http://schemas.microsoft.com/office/drawing/2014/main" id="{829DDA69-173E-42DC-9354-8135DD1EE33B}"/>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64" name="dp41-comparison / n139 / arrow">
            <a:extLst xmlns:a="http://schemas.openxmlformats.org/drawingml/2006/main">
              <a:ext uri="{FF2B5EF4-FFF2-40B4-BE49-F238E27FC236}">
                <a16:creationId xmlns:a16="http://schemas.microsoft.com/office/drawing/2014/main" id="{BB67696A-9B65-4CEE-954D-C4DD2D70AEEA}"/>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5" name="dp41-comparison / n140 / path">
            <a:extLst xmlns:a="http://schemas.openxmlformats.org/drawingml/2006/main">
              <a:ext uri="{FF2B5EF4-FFF2-40B4-BE49-F238E27FC236}">
                <a16:creationId xmlns:a16="http://schemas.microsoft.com/office/drawing/2014/main" id="{5279221C-5B84-40B3-AD97-0208FBAB83A4}"/>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0 / arrow">
            <a:extLst xmlns:a="http://schemas.openxmlformats.org/drawingml/2006/main">
              <a:ext uri="{FF2B5EF4-FFF2-40B4-BE49-F238E27FC236}">
                <a16:creationId xmlns:a16="http://schemas.microsoft.com/office/drawing/2014/main" id="{CD7CB9FE-E50B-440F-BA08-CBF99C6DDBF5}"/>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1">
            <a:extLst xmlns:a="http://schemas.openxmlformats.org/drawingml/2006/main">
              <a:ext uri="{FF2B5EF4-FFF2-40B4-BE49-F238E27FC236}">
                <a16:creationId xmlns:a16="http://schemas.microsoft.com/office/drawing/2014/main" id="{6350CC71-3186-48DB-97FE-C182C36245AF}"/>
              </a:ext>
            </a:extLst>
          </p:cNvPr>
          <p:cNvSpPr>
            <a:spLocks xmlns:a="http://schemas.openxmlformats.org/drawingml/2006/main" noGrp="1"/>
          </p:cNvSpPr>
          <p:nvPr/>
        </p:nvSpPr>
        <p:spPr>
          <a:xfrm xmlns:a="http://schemas.openxmlformats.org/drawingml/2006/main">
            <a:off x="9763125" y="3257550"/>
            <a:ext cx="7953375" cy="2000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8" name="dp41-comparison / n142 / text 1">
            <a:extLst xmlns:a="http://schemas.openxmlformats.org/drawingml/2006/main">
              <a:ext uri="{FF2B5EF4-FFF2-40B4-BE49-F238E27FC236}">
                <a16:creationId xmlns:a16="http://schemas.microsoft.com/office/drawing/2014/main" id="{9C640306-B929-4DFF-88D3-A309E09BA23F}"/>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69" name="dp41-comparison / n145 / path">
            <a:extLst xmlns:a="http://schemas.openxmlformats.org/drawingml/2006/main">
              <a:ext uri="{FF2B5EF4-FFF2-40B4-BE49-F238E27FC236}">
                <a16:creationId xmlns:a16="http://schemas.microsoft.com/office/drawing/2014/main" id="{EC8EB864-4E3F-4E9C-B019-AE26CAA6C6C9}"/>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70" name="dp41-comparison / n145 / arrow">
            <a:extLst xmlns:a="http://schemas.openxmlformats.org/drawingml/2006/main">
              <a:ext uri="{FF2B5EF4-FFF2-40B4-BE49-F238E27FC236}">
                <a16:creationId xmlns:a16="http://schemas.microsoft.com/office/drawing/2014/main" id="{6F2BD646-16B7-41AB-BB1D-E685C264BC4D}"/>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1" name="dp41-comparison / n148">
            <a:extLst xmlns:a="http://schemas.openxmlformats.org/drawingml/2006/main">
              <a:ext uri="{FF2B5EF4-FFF2-40B4-BE49-F238E27FC236}">
                <a16:creationId xmlns:a16="http://schemas.microsoft.com/office/drawing/2014/main" id="{74EC0064-D9F0-4336-962A-5C72D4599F75}"/>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9 / text 1">
            <a:extLst xmlns:a="http://schemas.openxmlformats.org/drawingml/2006/main">
              <a:ext uri="{FF2B5EF4-FFF2-40B4-BE49-F238E27FC236}">
                <a16:creationId xmlns:a16="http://schemas.microsoft.com/office/drawing/2014/main" id="{11C90B49-AD95-40AD-A941-6C7FF79D6637}"/>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73" name="dp41-comparison / n152">
            <a:extLst xmlns:a="http://schemas.openxmlformats.org/drawingml/2006/main">
              <a:ext uri="{FF2B5EF4-FFF2-40B4-BE49-F238E27FC236}">
                <a16:creationId xmlns:a16="http://schemas.microsoft.com/office/drawing/2014/main" id="{6181FA4E-3C74-45DE-8351-D9AC4BEDA814}"/>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74" name="dp41-comparison / n153 / text 1">
            <a:extLst xmlns:a="http://schemas.openxmlformats.org/drawingml/2006/main">
              <a:ext uri="{FF2B5EF4-FFF2-40B4-BE49-F238E27FC236}">
                <a16:creationId xmlns:a16="http://schemas.microsoft.com/office/drawing/2014/main" id="{1D08457E-B1EA-4A67-9B97-13385EF727EC}"/>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틀 해석기</a:t>
            </a:r>
          </a:p>
        </p:txBody>
      </p:sp>
      <p:sp>
        <p:nvSpPr>
          <p:cNvPr id="175" name="dp41-comparison / n154">
            <a:extLst xmlns:a="http://schemas.openxmlformats.org/drawingml/2006/main">
              <a:ext uri="{FF2B5EF4-FFF2-40B4-BE49-F238E27FC236}">
                <a16:creationId xmlns:a16="http://schemas.microsoft.com/office/drawing/2014/main" id="{4BF63881-C32E-4093-B64A-873663B11A1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76" name="dp41-comparison / n155 / text 1">
            <a:extLst xmlns:a="http://schemas.openxmlformats.org/drawingml/2006/main">
              <a:ext uri="{FF2B5EF4-FFF2-40B4-BE49-F238E27FC236}">
                <a16:creationId xmlns:a16="http://schemas.microsoft.com/office/drawing/2014/main" id="{E29CF444-D8FF-4AA6-BF67-B0D9F66F02AC}"/>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77" name="dp41-comparison / n156">
            <a:extLst xmlns:a="http://schemas.openxmlformats.org/drawingml/2006/main">
              <a:ext uri="{FF2B5EF4-FFF2-40B4-BE49-F238E27FC236}">
                <a16:creationId xmlns:a16="http://schemas.microsoft.com/office/drawing/2014/main" id="{6D81B0EE-DE92-4473-94A5-C75B7839310C}"/>
              </a:ext>
            </a:extLst>
          </p:cNvPr>
          <p:cNvSpPr>
            <a:spLocks xmlns:a="http://schemas.openxmlformats.org/drawingml/2006/main" noGrp="1"/>
          </p:cNvSpPr>
          <p:nvPr/>
        </p:nvSpPr>
        <p:spPr>
          <a:xfrm xmlns:a="http://schemas.openxmlformats.org/drawingml/2006/main">
            <a:off x="15430500" y="4819650"/>
            <a:ext cx="200025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57 / text 1">
            <a:extLst xmlns:a="http://schemas.openxmlformats.org/drawingml/2006/main">
              <a:ext uri="{FF2B5EF4-FFF2-40B4-BE49-F238E27FC236}">
                <a16:creationId xmlns:a16="http://schemas.microsoft.com/office/drawing/2014/main" id="{12ACF73A-F6C6-4D00-8B2D-B6D005DC6165}"/>
              </a:ext>
            </a:extLst>
          </p:cNvPr>
          <p:cNvSpPr>
            <a:spLocks xmlns:a="http://schemas.openxmlformats.org/drawingml/2006/main" noGrp="1"/>
          </p:cNvSpPr>
          <p:nvPr/>
        </p:nvSpPr>
        <p:spPr>
          <a:xfrm xmlns:a="http://schemas.openxmlformats.org/drawingml/2006/main">
            <a:off x="15516225" y="4866799"/>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79" name="dp41-comparison / n158">
            <a:extLst xmlns:a="http://schemas.openxmlformats.org/drawingml/2006/main">
              <a:ext uri="{FF2B5EF4-FFF2-40B4-BE49-F238E27FC236}">
                <a16:creationId xmlns:a16="http://schemas.microsoft.com/office/drawing/2014/main" id="{9FC53D03-AD52-4A87-B0A8-766D29DC8CF3}"/>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0" name="dp41-comparison / n159 / text 1">
            <a:extLst xmlns:a="http://schemas.openxmlformats.org/drawingml/2006/main">
              <a:ext uri="{FF2B5EF4-FFF2-40B4-BE49-F238E27FC236}">
                <a16:creationId xmlns:a16="http://schemas.microsoft.com/office/drawing/2014/main" id="{9D78C657-F687-4125-B0E6-3302391E3062}"/>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81" name="dp41-comparison / n160 / path">
            <a:extLst xmlns:a="http://schemas.openxmlformats.org/drawingml/2006/main">
              <a:ext uri="{FF2B5EF4-FFF2-40B4-BE49-F238E27FC236}">
                <a16:creationId xmlns:a16="http://schemas.microsoft.com/office/drawing/2014/main" id="{ABC0D3AD-C80A-4FC0-BB44-85F387950266}"/>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2" name="dp41-comparison / n160 / arrow">
            <a:extLst xmlns:a="http://schemas.openxmlformats.org/drawingml/2006/main">
              <a:ext uri="{FF2B5EF4-FFF2-40B4-BE49-F238E27FC236}">
                <a16:creationId xmlns:a16="http://schemas.microsoft.com/office/drawing/2014/main" id="{770C65CC-0314-4CAB-B27A-D77F64E1FE5A}"/>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3" name="dp41-comparison / n161 / path">
            <a:extLst xmlns:a="http://schemas.openxmlformats.org/drawingml/2006/main">
              <a:ext uri="{FF2B5EF4-FFF2-40B4-BE49-F238E27FC236}">
                <a16:creationId xmlns:a16="http://schemas.microsoft.com/office/drawing/2014/main" id="{0F4943D1-D1E6-467B-ADC7-FAB25F091089}"/>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84" name="dp41-comparison / n161 / arrow">
            <a:extLst xmlns:a="http://schemas.openxmlformats.org/drawingml/2006/main">
              <a:ext uri="{FF2B5EF4-FFF2-40B4-BE49-F238E27FC236}">
                <a16:creationId xmlns:a16="http://schemas.microsoft.com/office/drawing/2014/main" id="{B50A062B-BEEE-426D-9D8F-7FE1E247A1EE}"/>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5" name="dp41-comparison / n164 / path">
            <a:extLst xmlns:a="http://schemas.openxmlformats.org/drawingml/2006/main">
              <a:ext uri="{FF2B5EF4-FFF2-40B4-BE49-F238E27FC236}">
                <a16:creationId xmlns:a16="http://schemas.microsoft.com/office/drawing/2014/main" id="{69807B93-5428-4735-ABB4-B63CAEF28AED}"/>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64 / arrow">
            <a:extLst xmlns:a="http://schemas.openxmlformats.org/drawingml/2006/main">
              <a:ext uri="{FF2B5EF4-FFF2-40B4-BE49-F238E27FC236}">
                <a16:creationId xmlns:a16="http://schemas.microsoft.com/office/drawing/2014/main" id="{7E867E15-AFE4-4650-BD0D-118239FD366D}"/>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65 / path">
            <a:extLst xmlns:a="http://schemas.openxmlformats.org/drawingml/2006/main">
              <a:ext uri="{FF2B5EF4-FFF2-40B4-BE49-F238E27FC236}">
                <a16:creationId xmlns:a16="http://schemas.microsoft.com/office/drawing/2014/main" id="{00CBFFD6-7F4F-453B-874B-292CCA48B25B}"/>
              </a:ext>
            </a:extLst>
          </p:cNvPr>
          <p:cNvSpPr>
            <a:spLocks xmlns:a="http://schemas.openxmlformats.org/drawingml/2006/main" noGrp="1"/>
          </p:cNvSpPr>
          <p:nvPr/>
        </p:nvSpPr>
        <p:spPr>
          <a:xfrm xmlns:a="http://schemas.openxmlformats.org/drawingml/2006/main">
            <a:off x="15573375" y="3914775"/>
            <a:ext cx="333375" cy="953"/>
          </a:xfrm>
          <a:custGeom xmlns:a="http://schemas.openxmlformats.org/drawingml/2006/main">
            <a:pathLst>
              <a:path w="333375" h="953">
                <a:moveTo>
                  <a:pt x="333375" y="0"/>
                </a:moveTo>
                <a:lnTo>
                  <a:pt x="0" y="0"/>
                </a:lnTo>
              </a:path>
            </a:pathLst>
          </a:custGeom>
          <a:noFill xmlns:a="http://schemas.openxmlformats.org/drawingml/2006/main"/>
          <a:ln xmlns:a="http://schemas.openxmlformats.org/drawingml/2006/main" w="10478">
            <a:solidFill>
              <a:srgbClr val="000000"/>
            </a:solidFill>
            <a:prstDash val="dash"/>
          </a:ln>
        </p:spPr>
      </p:sp>
      <p:sp>
        <p:nvSpPr>
          <p:cNvPr id="188" name="dp41-comparison / n165 / arrow">
            <a:extLst xmlns:a="http://schemas.openxmlformats.org/drawingml/2006/main">
              <a:ext uri="{FF2B5EF4-FFF2-40B4-BE49-F238E27FC236}">
                <a16:creationId xmlns:a16="http://schemas.microsoft.com/office/drawing/2014/main" id="{27E28E3C-2871-4D2F-8DCD-86C81C7103E0}"/>
              </a:ext>
            </a:extLst>
          </p:cNvPr>
          <p:cNvSpPr>
            <a:spLocks xmlns:a="http://schemas.openxmlformats.org/drawingml/2006/main" noGrp="1"/>
          </p:cNvSpPr>
          <p:nvPr/>
        </p:nvSpPr>
        <p:spPr>
          <a:xfrm xmlns:a="http://schemas.openxmlformats.org/drawingml/2006/main">
            <a:off x="15573375"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9" name="dp41-comparison / n174 / path">
            <a:extLst xmlns:a="http://schemas.openxmlformats.org/drawingml/2006/main">
              <a:ext uri="{FF2B5EF4-FFF2-40B4-BE49-F238E27FC236}">
                <a16:creationId xmlns:a16="http://schemas.microsoft.com/office/drawing/2014/main" id="{4CBA327F-F2D8-417C-9918-C2FA6097F2EA}"/>
              </a:ext>
            </a:extLst>
          </p:cNvPr>
          <p:cNvSpPr>
            <a:spLocks xmlns:a="http://schemas.openxmlformats.org/drawingml/2006/main" noGrp="1"/>
          </p:cNvSpPr>
          <p:nvPr/>
        </p:nvSpPr>
        <p:spPr>
          <a:xfrm xmlns:a="http://schemas.openxmlformats.org/drawingml/2006/main">
            <a:off x="15573375" y="3971925"/>
            <a:ext cx="857250" cy="847725"/>
          </a:xfrm>
          <a:custGeom xmlns:a="http://schemas.openxmlformats.org/drawingml/2006/main">
            <a:pathLst>
              <a:path w="857250" h="847725">
                <a:moveTo>
                  <a:pt x="0" y="0"/>
                </a:moveTo>
                <a:lnTo>
                  <a:pt x="161925" y="0"/>
                </a:lnTo>
                <a:lnTo>
                  <a:pt x="161925" y="771525"/>
                </a:lnTo>
                <a:lnTo>
                  <a:pt x="857250" y="771525"/>
                </a:lnTo>
                <a:lnTo>
                  <a:pt x="857250" y="847725"/>
                </a:lnTo>
              </a:path>
            </a:pathLst>
          </a:custGeom>
          <a:noFill xmlns:a="http://schemas.openxmlformats.org/drawingml/2006/main"/>
          <a:ln xmlns:a="http://schemas.openxmlformats.org/drawingml/2006/main" w="10478">
            <a:solidFill>
              <a:srgbClr val="000000"/>
            </a:solidFill>
            <a:prstDash val="solid"/>
          </a:ln>
        </p:spPr>
      </p:sp>
      <p:sp>
        <p:nvSpPr>
          <p:cNvPr id="190" name="dp41-comparison / n174 / arrow">
            <a:extLst xmlns:a="http://schemas.openxmlformats.org/drawingml/2006/main">
              <a:ext uri="{FF2B5EF4-FFF2-40B4-BE49-F238E27FC236}">
                <a16:creationId xmlns:a16="http://schemas.microsoft.com/office/drawing/2014/main" id="{384ED0F7-74EF-4278-B9C3-2393B2E8217B}"/>
              </a:ext>
            </a:extLst>
          </p:cNvPr>
          <p:cNvSpPr>
            <a:spLocks xmlns:a="http://schemas.openxmlformats.org/drawingml/2006/main" noGrp="1"/>
          </p:cNvSpPr>
          <p:nvPr/>
        </p:nvSpPr>
        <p:spPr>
          <a:xfrm xmlns:a="http://schemas.openxmlformats.org/drawingml/2006/main">
            <a:off x="16397097" y="47525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1" name="dp41-comparison / n177">
            <a:extLst xmlns:a="http://schemas.openxmlformats.org/drawingml/2006/main">
              <a:ext uri="{FF2B5EF4-FFF2-40B4-BE49-F238E27FC236}">
                <a16:creationId xmlns:a16="http://schemas.microsoft.com/office/drawing/2014/main" id="{90CFF775-5D98-456A-A869-E5AD51FB2A66}"/>
              </a:ext>
            </a:extLst>
          </p:cNvPr>
          <p:cNvSpPr>
            <a:spLocks xmlns:a="http://schemas.openxmlformats.org/drawingml/2006/main" noGrp="1"/>
          </p:cNvSpPr>
          <p:nvPr/>
        </p:nvSpPr>
        <p:spPr>
          <a:xfrm xmlns:a="http://schemas.openxmlformats.org/drawingml/2006/main">
            <a:off x="12649200"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78 / text 1">
            <a:extLst xmlns:a="http://schemas.openxmlformats.org/drawingml/2006/main">
              <a:ext uri="{FF2B5EF4-FFF2-40B4-BE49-F238E27FC236}">
                <a16:creationId xmlns:a16="http://schemas.microsoft.com/office/drawing/2014/main" id="{36C1DB6E-393D-4EDC-8180-BA6191035AF6}"/>
              </a:ext>
            </a:extLst>
          </p:cNvPr>
          <p:cNvSpPr>
            <a:spLocks xmlns:a="http://schemas.openxmlformats.org/drawingml/2006/main" noGrp="1"/>
          </p:cNvSpPr>
          <p:nvPr/>
        </p:nvSpPr>
        <p:spPr>
          <a:xfrm xmlns:a="http://schemas.openxmlformats.org/drawingml/2006/main">
            <a:off x="12734925"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93" name="dp41-comparison / n179 / path">
            <a:extLst xmlns:a="http://schemas.openxmlformats.org/drawingml/2006/main">
              <a:ext uri="{FF2B5EF4-FFF2-40B4-BE49-F238E27FC236}">
                <a16:creationId xmlns:a16="http://schemas.microsoft.com/office/drawing/2014/main" id="{03206AB7-9FC4-405E-9FDE-2C93089E86AB}"/>
              </a:ext>
            </a:extLst>
          </p:cNvPr>
          <p:cNvSpPr>
            <a:spLocks xmlns:a="http://schemas.openxmlformats.org/drawingml/2006/main" noGrp="1"/>
          </p:cNvSpPr>
          <p:nvPr/>
        </p:nvSpPr>
        <p:spPr>
          <a:xfrm xmlns:a="http://schemas.openxmlformats.org/drawingml/2006/main">
            <a:off x="13744575" y="3771900"/>
            <a:ext cx="4010025" cy="1733550"/>
          </a:xfrm>
          <a:custGeom xmlns:a="http://schemas.openxmlformats.org/drawingml/2006/main">
            <a:pathLst>
              <a:path w="4010025" h="1733550">
                <a:moveTo>
                  <a:pt x="3781425" y="0"/>
                </a:moveTo>
                <a:lnTo>
                  <a:pt x="4010025" y="0"/>
                </a:lnTo>
                <a:lnTo>
                  <a:pt x="4010025" y="1590675"/>
                </a:lnTo>
                <a:lnTo>
                  <a:pt x="0" y="1590675"/>
                </a:lnTo>
                <a:lnTo>
                  <a:pt x="0" y="1733550"/>
                </a:lnTo>
              </a:path>
            </a:pathLst>
          </a:custGeom>
          <a:noFill xmlns:a="http://schemas.openxmlformats.org/drawingml/2006/main"/>
          <a:ln xmlns:a="http://schemas.openxmlformats.org/drawingml/2006/main" w="10478">
            <a:solidFill>
              <a:srgbClr val="000000"/>
            </a:solidFill>
            <a:prstDash val="solid"/>
          </a:ln>
        </p:spPr>
      </p:sp>
      <p:sp>
        <p:nvSpPr>
          <p:cNvPr id="194" name="dp41-comparison / n179 / arrow">
            <a:extLst xmlns:a="http://schemas.openxmlformats.org/drawingml/2006/main">
              <a:ext uri="{FF2B5EF4-FFF2-40B4-BE49-F238E27FC236}">
                <a16:creationId xmlns:a16="http://schemas.microsoft.com/office/drawing/2014/main" id="{CFA6CC2A-360D-4C40-A523-AE5C8E504317}"/>
              </a:ext>
            </a:extLst>
          </p:cNvPr>
          <p:cNvSpPr>
            <a:spLocks xmlns:a="http://schemas.openxmlformats.org/drawingml/2006/main" noGrp="1"/>
          </p:cNvSpPr>
          <p:nvPr/>
        </p:nvSpPr>
        <p:spPr>
          <a:xfrm xmlns:a="http://schemas.openxmlformats.org/drawingml/2006/main">
            <a:off x="13711047"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5" name="dp41-comparison / n180 / path">
            <a:extLst xmlns:a="http://schemas.openxmlformats.org/drawingml/2006/main">
              <a:ext uri="{FF2B5EF4-FFF2-40B4-BE49-F238E27FC236}">
                <a16:creationId xmlns:a16="http://schemas.microsoft.com/office/drawing/2014/main" id="{F1D48F19-4D14-44B5-B518-B151D3E1F73C}"/>
              </a:ext>
            </a:extLst>
          </p:cNvPr>
          <p:cNvSpPr>
            <a:spLocks xmlns:a="http://schemas.openxmlformats.org/drawingml/2006/main" noGrp="1"/>
          </p:cNvSpPr>
          <p:nvPr/>
        </p:nvSpPr>
        <p:spPr>
          <a:xfrm xmlns:a="http://schemas.openxmlformats.org/drawingml/2006/main">
            <a:off x="13830300" y="3914775"/>
            <a:ext cx="3848100" cy="1590675"/>
          </a:xfrm>
          <a:custGeom xmlns:a="http://schemas.openxmlformats.org/drawingml/2006/main">
            <a:pathLst>
              <a:path w="3848100" h="1590675">
                <a:moveTo>
                  <a:pt x="0" y="1590675"/>
                </a:moveTo>
                <a:lnTo>
                  <a:pt x="0" y="1485900"/>
                </a:lnTo>
                <a:lnTo>
                  <a:pt x="3848100" y="148590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96" name="dp41-comparison / n180 / arrow">
            <a:extLst xmlns:a="http://schemas.openxmlformats.org/drawingml/2006/main">
              <a:ext uri="{FF2B5EF4-FFF2-40B4-BE49-F238E27FC236}">
                <a16:creationId xmlns:a16="http://schemas.microsoft.com/office/drawing/2014/main" id="{D52F3FC5-155B-421B-B790-471C447B3B83}"/>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7" name="dp41-comparison / n181">
            <a:extLst xmlns:a="http://schemas.openxmlformats.org/drawingml/2006/main">
              <a:ext uri="{FF2B5EF4-FFF2-40B4-BE49-F238E27FC236}">
                <a16:creationId xmlns:a16="http://schemas.microsoft.com/office/drawing/2014/main" id="{FB7E49A4-362D-4244-A6FD-2498E52CA84A}"/>
              </a:ext>
            </a:extLst>
          </p:cNvPr>
          <p:cNvSpPr>
            <a:spLocks xmlns:a="http://schemas.openxmlformats.org/drawingml/2006/main" noGrp="1"/>
          </p:cNvSpPr>
          <p:nvPr/>
        </p:nvSpPr>
        <p:spPr>
          <a:xfrm xmlns:a="http://schemas.openxmlformats.org/drawingml/2006/main">
            <a:off x="15382875"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8" name="dp41-comparison / n182 / text 1">
            <a:extLst xmlns:a="http://schemas.openxmlformats.org/drawingml/2006/main">
              <a:ext uri="{FF2B5EF4-FFF2-40B4-BE49-F238E27FC236}">
                <a16:creationId xmlns:a16="http://schemas.microsoft.com/office/drawing/2014/main" id="{905F73A8-3D12-4EA9-99C8-A4F2A942A99E}"/>
              </a:ext>
            </a:extLst>
          </p:cNvPr>
          <p:cNvSpPr>
            <a:spLocks xmlns:a="http://schemas.openxmlformats.org/drawingml/2006/main" noGrp="1"/>
          </p:cNvSpPr>
          <p:nvPr/>
        </p:nvSpPr>
        <p:spPr>
          <a:xfrm xmlns:a="http://schemas.openxmlformats.org/drawingml/2006/main">
            <a:off x="15468600"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99" name="dp41-comparison / n183 / path">
            <a:extLst xmlns:a="http://schemas.openxmlformats.org/drawingml/2006/main">
              <a:ext uri="{FF2B5EF4-FFF2-40B4-BE49-F238E27FC236}">
                <a16:creationId xmlns:a16="http://schemas.microsoft.com/office/drawing/2014/main" id="{C8DBF1F3-C76B-489D-8242-8FD6B2F0B3D8}"/>
              </a:ext>
            </a:extLst>
          </p:cNvPr>
          <p:cNvSpPr>
            <a:spLocks xmlns:a="http://schemas.openxmlformats.org/drawingml/2006/main" noGrp="1"/>
          </p:cNvSpPr>
          <p:nvPr/>
        </p:nvSpPr>
        <p:spPr>
          <a:xfrm xmlns:a="http://schemas.openxmlformats.org/drawingml/2006/main">
            <a:off x="16478250" y="3771900"/>
            <a:ext cx="1276350" cy="1733550"/>
          </a:xfrm>
          <a:custGeom xmlns:a="http://schemas.openxmlformats.org/drawingml/2006/main">
            <a:pathLst>
              <a:path w="1276350" h="1733550">
                <a:moveTo>
                  <a:pt x="1047750" y="0"/>
                </a:moveTo>
                <a:lnTo>
                  <a:pt x="1276350" y="0"/>
                </a:lnTo>
                <a:lnTo>
                  <a:pt x="1276350" y="1638300"/>
                </a:lnTo>
                <a:lnTo>
                  <a:pt x="0" y="1638300"/>
                </a:lnTo>
                <a:lnTo>
                  <a:pt x="0" y="1733550"/>
                </a:lnTo>
              </a:path>
            </a:pathLst>
          </a:custGeom>
          <a:noFill xmlns:a="http://schemas.openxmlformats.org/drawingml/2006/main"/>
          <a:ln xmlns:a="http://schemas.openxmlformats.org/drawingml/2006/main" w="10478">
            <a:solidFill>
              <a:srgbClr val="000000"/>
            </a:solidFill>
            <a:prstDash val="solid"/>
          </a:ln>
        </p:spPr>
      </p:sp>
      <p:sp>
        <p:nvSpPr>
          <p:cNvPr id="200" name="dp41-comparison / n183 / arrow">
            <a:extLst xmlns:a="http://schemas.openxmlformats.org/drawingml/2006/main">
              <a:ext uri="{FF2B5EF4-FFF2-40B4-BE49-F238E27FC236}">
                <a16:creationId xmlns:a16="http://schemas.microsoft.com/office/drawing/2014/main" id="{4C4602FA-CF70-4207-8BC1-9522A915D0DD}"/>
              </a:ext>
            </a:extLst>
          </p:cNvPr>
          <p:cNvSpPr>
            <a:spLocks xmlns:a="http://schemas.openxmlformats.org/drawingml/2006/main" noGrp="1"/>
          </p:cNvSpPr>
          <p:nvPr/>
        </p:nvSpPr>
        <p:spPr>
          <a:xfrm xmlns:a="http://schemas.openxmlformats.org/drawingml/2006/main">
            <a:off x="16444722"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4 / path">
            <a:extLst xmlns:a="http://schemas.openxmlformats.org/drawingml/2006/main">
              <a:ext uri="{FF2B5EF4-FFF2-40B4-BE49-F238E27FC236}">
                <a16:creationId xmlns:a16="http://schemas.microsoft.com/office/drawing/2014/main" id="{7358C9A0-248F-492C-8719-C92E5FD6D702}"/>
              </a:ext>
            </a:extLst>
          </p:cNvPr>
          <p:cNvSpPr>
            <a:spLocks xmlns:a="http://schemas.openxmlformats.org/drawingml/2006/main" noGrp="1"/>
          </p:cNvSpPr>
          <p:nvPr/>
        </p:nvSpPr>
        <p:spPr>
          <a:xfrm xmlns:a="http://schemas.openxmlformats.org/drawingml/2006/main">
            <a:off x="16563975" y="3914775"/>
            <a:ext cx="1114425" cy="1590675"/>
          </a:xfrm>
          <a:custGeom xmlns:a="http://schemas.openxmlformats.org/drawingml/2006/main">
            <a:pathLst>
              <a:path w="1114425" h="1590675">
                <a:moveTo>
                  <a:pt x="0" y="1590675"/>
                </a:moveTo>
                <a:lnTo>
                  <a:pt x="0" y="1533525"/>
                </a:lnTo>
                <a:lnTo>
                  <a:pt x="1114425" y="153352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02" name="dp41-comparison / n184 / arrow">
            <a:extLst xmlns:a="http://schemas.openxmlformats.org/drawingml/2006/main">
              <a:ext uri="{FF2B5EF4-FFF2-40B4-BE49-F238E27FC236}">
                <a16:creationId xmlns:a16="http://schemas.microsoft.com/office/drawing/2014/main" id="{BC49FB77-A445-463C-8D73-6CD2C177347A}"/>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3" name="dp41-comparison / n189 / path">
            <a:extLst xmlns:a="http://schemas.openxmlformats.org/drawingml/2006/main">
              <a:ext uri="{FF2B5EF4-FFF2-40B4-BE49-F238E27FC236}">
                <a16:creationId xmlns:a16="http://schemas.microsoft.com/office/drawing/2014/main" id="{8BBF1452-2D9D-4927-BA10-53A68F1C8121}"/>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04" name="dp41-comparison / n189 / arrow">
            <a:extLst xmlns:a="http://schemas.openxmlformats.org/drawingml/2006/main">
              <a:ext uri="{FF2B5EF4-FFF2-40B4-BE49-F238E27FC236}">
                <a16:creationId xmlns:a16="http://schemas.microsoft.com/office/drawing/2014/main" id="{CD319601-51C8-4E0C-9410-8D8320A7803E}"/>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5" name="dp41-comparison / n190 / path">
            <a:extLst xmlns:a="http://schemas.openxmlformats.org/drawingml/2006/main">
              <a:ext uri="{FF2B5EF4-FFF2-40B4-BE49-F238E27FC236}">
                <a16:creationId xmlns:a16="http://schemas.microsoft.com/office/drawing/2014/main" id="{61962D4D-76C7-4B7D-B008-51EF085C8C90}"/>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06" name="dp41-comparison / n190 / arrow">
            <a:extLst xmlns:a="http://schemas.openxmlformats.org/drawingml/2006/main">
              <a:ext uri="{FF2B5EF4-FFF2-40B4-BE49-F238E27FC236}">
                <a16:creationId xmlns:a16="http://schemas.microsoft.com/office/drawing/2014/main" id="{89FD6F8C-C113-4451-BE1A-A86515CC40BE}"/>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7" name="dp41-comparison / n191 / path">
            <a:extLst xmlns:a="http://schemas.openxmlformats.org/drawingml/2006/main">
              <a:ext uri="{FF2B5EF4-FFF2-40B4-BE49-F238E27FC236}">
                <a16:creationId xmlns:a16="http://schemas.microsoft.com/office/drawing/2014/main" id="{B493BD89-CE76-4684-A744-F2F4378455ED}"/>
              </a:ext>
            </a:extLst>
          </p:cNvPr>
          <p:cNvSpPr>
            <a:spLocks xmlns:a="http://schemas.openxmlformats.org/drawingml/2006/main" noGrp="1"/>
          </p:cNvSpPr>
          <p:nvPr/>
        </p:nvSpPr>
        <p:spPr>
          <a:xfrm xmlns:a="http://schemas.openxmlformats.org/drawingml/2006/main">
            <a:off x="9763125" y="5876925"/>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08" name="dp41-comparison / n194">
            <a:extLst xmlns:a="http://schemas.openxmlformats.org/drawingml/2006/main">
              <a:ext uri="{FF2B5EF4-FFF2-40B4-BE49-F238E27FC236}">
                <a16:creationId xmlns:a16="http://schemas.microsoft.com/office/drawing/2014/main" id="{8A9122F4-1547-40BC-A173-C2EFCF1D4A5E}"/>
              </a:ext>
            </a:extLst>
          </p:cNvPr>
          <p:cNvSpPr>
            <a:spLocks xmlns:a="http://schemas.openxmlformats.org/drawingml/2006/main" noGrp="1"/>
          </p:cNvSpPr>
          <p:nvPr/>
        </p:nvSpPr>
        <p:spPr>
          <a:xfrm xmlns:a="http://schemas.openxmlformats.org/drawingml/2006/main">
            <a:off x="9858375" y="6257925"/>
            <a:ext cx="16192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9" name="dp41-comparison / n195 / text 1">
            <a:extLst xmlns:a="http://schemas.openxmlformats.org/drawingml/2006/main">
              <a:ext uri="{FF2B5EF4-FFF2-40B4-BE49-F238E27FC236}">
                <a16:creationId xmlns:a16="http://schemas.microsoft.com/office/drawing/2014/main" id="{81DE3F76-A910-477E-8653-8CBB3700CA14}"/>
              </a:ext>
            </a:extLst>
          </p:cNvPr>
          <p:cNvSpPr>
            <a:spLocks xmlns:a="http://schemas.openxmlformats.org/drawingml/2006/main" noGrp="1"/>
          </p:cNvSpPr>
          <p:nvPr/>
        </p:nvSpPr>
        <p:spPr>
          <a:xfrm xmlns:a="http://schemas.openxmlformats.org/drawingml/2006/main">
            <a:off x="9944100" y="6326981"/>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10" name="dp41-comparison / n196">
            <a:extLst xmlns:a="http://schemas.openxmlformats.org/drawingml/2006/main">
              <a:ext uri="{FF2B5EF4-FFF2-40B4-BE49-F238E27FC236}">
                <a16:creationId xmlns:a16="http://schemas.microsoft.com/office/drawing/2014/main" id="{6F0FA249-F838-4412-939D-E986DEF3AFA9}"/>
              </a:ext>
            </a:extLst>
          </p:cNvPr>
          <p:cNvSpPr>
            <a:spLocks xmlns:a="http://schemas.openxmlformats.org/drawingml/2006/main" noGrp="1"/>
          </p:cNvSpPr>
          <p:nvPr/>
        </p:nvSpPr>
        <p:spPr>
          <a:xfrm xmlns:a="http://schemas.openxmlformats.org/drawingml/2006/main">
            <a:off x="11906250" y="6257925"/>
            <a:ext cx="1476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1" name="dp41-comparison / n197 / text 1">
            <a:extLst xmlns:a="http://schemas.openxmlformats.org/drawingml/2006/main">
              <a:ext uri="{FF2B5EF4-FFF2-40B4-BE49-F238E27FC236}">
                <a16:creationId xmlns:a16="http://schemas.microsoft.com/office/drawing/2014/main" id="{EDF5FB13-1581-4660-9F0B-C700DE7B8A4C}"/>
              </a:ext>
            </a:extLst>
          </p:cNvPr>
          <p:cNvSpPr>
            <a:spLocks xmlns:a="http://schemas.openxmlformats.org/drawingml/2006/main" noGrp="1"/>
          </p:cNvSpPr>
          <p:nvPr/>
        </p:nvSpPr>
        <p:spPr>
          <a:xfrm xmlns:a="http://schemas.openxmlformats.org/drawingml/2006/main">
            <a:off x="11991975" y="6326981"/>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12" name="dp41-comparison / n198">
            <a:extLst xmlns:a="http://schemas.openxmlformats.org/drawingml/2006/main">
              <a:ext uri="{FF2B5EF4-FFF2-40B4-BE49-F238E27FC236}">
                <a16:creationId xmlns:a16="http://schemas.microsoft.com/office/drawing/2014/main" id="{7A2CB3A2-53CB-4505-8489-7E895EC0D1E1}"/>
              </a:ext>
            </a:extLst>
          </p:cNvPr>
          <p:cNvSpPr>
            <a:spLocks xmlns:a="http://schemas.openxmlformats.org/drawingml/2006/main" noGrp="1"/>
          </p:cNvSpPr>
          <p:nvPr/>
        </p:nvSpPr>
        <p:spPr>
          <a:xfrm xmlns:a="http://schemas.openxmlformats.org/drawingml/2006/main">
            <a:off x="13811250" y="6181725"/>
            <a:ext cx="1333500" cy="4762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13" name="dp41-comparison / n199 / text 1">
            <a:extLst xmlns:a="http://schemas.openxmlformats.org/drawingml/2006/main">
              <a:ext uri="{FF2B5EF4-FFF2-40B4-BE49-F238E27FC236}">
                <a16:creationId xmlns:a16="http://schemas.microsoft.com/office/drawing/2014/main" id="{F789EC1E-AB42-4A99-B78D-BF12B9C1FED3}"/>
              </a:ext>
            </a:extLst>
          </p:cNvPr>
          <p:cNvSpPr>
            <a:spLocks xmlns:a="http://schemas.openxmlformats.org/drawingml/2006/main" noGrp="1"/>
          </p:cNvSpPr>
          <p:nvPr/>
        </p:nvSpPr>
        <p:spPr>
          <a:xfrm xmlns:a="http://schemas.openxmlformats.org/drawingml/2006/main">
            <a:off x="13896975" y="6326981"/>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14" name="dp41-comparison / n200">
            <a:extLst xmlns:a="http://schemas.openxmlformats.org/drawingml/2006/main">
              <a:ext uri="{FF2B5EF4-FFF2-40B4-BE49-F238E27FC236}">
                <a16:creationId xmlns:a16="http://schemas.microsoft.com/office/drawing/2014/main" id="{E5B51DB4-7B2E-410D-B92C-11F6891ACFC4}"/>
              </a:ext>
            </a:extLst>
          </p:cNvPr>
          <p:cNvSpPr>
            <a:spLocks xmlns:a="http://schemas.openxmlformats.org/drawingml/2006/main" noGrp="1"/>
          </p:cNvSpPr>
          <p:nvPr/>
        </p:nvSpPr>
        <p:spPr>
          <a:xfrm xmlns:a="http://schemas.openxmlformats.org/drawingml/2006/main">
            <a:off x="15811500" y="6257925"/>
            <a:ext cx="1714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5" name="dp41-comparison / n201 / text 1">
            <a:extLst xmlns:a="http://schemas.openxmlformats.org/drawingml/2006/main">
              <a:ext uri="{FF2B5EF4-FFF2-40B4-BE49-F238E27FC236}">
                <a16:creationId xmlns:a16="http://schemas.microsoft.com/office/drawing/2014/main" id="{4320B70B-541C-445C-9A32-361C92A1901F}"/>
              </a:ext>
            </a:extLst>
          </p:cNvPr>
          <p:cNvSpPr>
            <a:spLocks xmlns:a="http://schemas.openxmlformats.org/drawingml/2006/main" noGrp="1"/>
          </p:cNvSpPr>
          <p:nvPr/>
        </p:nvSpPr>
        <p:spPr>
          <a:xfrm xmlns:a="http://schemas.openxmlformats.org/drawingml/2006/main">
            <a:off x="15897225" y="6326981"/>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16" name="dp41-comparison / n202">
            <a:extLst xmlns:a="http://schemas.openxmlformats.org/drawingml/2006/main">
              <a:ext uri="{FF2B5EF4-FFF2-40B4-BE49-F238E27FC236}">
                <a16:creationId xmlns:a16="http://schemas.microsoft.com/office/drawing/2014/main" id="{8EAC5D1A-4A17-499E-89F1-511CE329D71A}"/>
              </a:ext>
            </a:extLst>
          </p:cNvPr>
          <p:cNvSpPr>
            <a:spLocks xmlns:a="http://schemas.openxmlformats.org/drawingml/2006/main" noGrp="1"/>
          </p:cNvSpPr>
          <p:nvPr/>
        </p:nvSpPr>
        <p:spPr>
          <a:xfrm xmlns:a="http://schemas.openxmlformats.org/drawingml/2006/main">
            <a:off x="9953625" y="7105650"/>
            <a:ext cx="209550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7" name="dp41-comparison / n203 / text 1">
            <a:extLst xmlns:a="http://schemas.openxmlformats.org/drawingml/2006/main">
              <a:ext uri="{FF2B5EF4-FFF2-40B4-BE49-F238E27FC236}">
                <a16:creationId xmlns:a16="http://schemas.microsoft.com/office/drawing/2014/main" id="{C07B808C-B974-4A35-8F66-1A7DC811A69D}"/>
              </a:ext>
            </a:extLst>
          </p:cNvPr>
          <p:cNvSpPr>
            <a:spLocks xmlns:a="http://schemas.openxmlformats.org/drawingml/2006/main" noGrp="1"/>
          </p:cNvSpPr>
          <p:nvPr/>
        </p:nvSpPr>
        <p:spPr>
          <a:xfrm xmlns:a="http://schemas.openxmlformats.org/drawingml/2006/main">
            <a:off x="10039350" y="716518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18" name="dp41-comparison / n204">
            <a:extLst xmlns:a="http://schemas.openxmlformats.org/drawingml/2006/main">
              <a:ext uri="{FF2B5EF4-FFF2-40B4-BE49-F238E27FC236}">
                <a16:creationId xmlns:a16="http://schemas.microsoft.com/office/drawing/2014/main" id="{24A4C399-76F4-4CA6-8D6B-8A215EB82618}"/>
              </a:ext>
            </a:extLst>
          </p:cNvPr>
          <p:cNvSpPr>
            <a:spLocks xmlns:a="http://schemas.openxmlformats.org/drawingml/2006/main" noGrp="1"/>
          </p:cNvSpPr>
          <p:nvPr/>
        </p:nvSpPr>
        <p:spPr>
          <a:xfrm xmlns:a="http://schemas.openxmlformats.org/drawingml/2006/main">
            <a:off x="15621000" y="7105650"/>
            <a:ext cx="190500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205 / text 1">
            <a:extLst xmlns:a="http://schemas.openxmlformats.org/drawingml/2006/main">
              <a:ext uri="{FF2B5EF4-FFF2-40B4-BE49-F238E27FC236}">
                <a16:creationId xmlns:a16="http://schemas.microsoft.com/office/drawing/2014/main" id="{2F3884DC-BB83-49B1-8CCF-9E2138DBF22A}"/>
              </a:ext>
            </a:extLst>
          </p:cNvPr>
          <p:cNvSpPr>
            <a:spLocks xmlns:a="http://schemas.openxmlformats.org/drawingml/2006/main" noGrp="1"/>
          </p:cNvSpPr>
          <p:nvPr/>
        </p:nvSpPr>
        <p:spPr>
          <a:xfrm xmlns:a="http://schemas.openxmlformats.org/drawingml/2006/main">
            <a:off x="15706725" y="7165181"/>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20" name="dp41-comparison / n206 / path">
            <a:extLst xmlns:a="http://schemas.openxmlformats.org/drawingml/2006/main">
              <a:ext uri="{FF2B5EF4-FFF2-40B4-BE49-F238E27FC236}">
                <a16:creationId xmlns:a16="http://schemas.microsoft.com/office/drawing/2014/main" id="{326E937E-F2A5-4FDD-9DEC-96A77EA8368E}"/>
              </a:ext>
            </a:extLst>
          </p:cNvPr>
          <p:cNvSpPr>
            <a:spLocks xmlns:a="http://schemas.openxmlformats.org/drawingml/2006/main" noGrp="1"/>
          </p:cNvSpPr>
          <p:nvPr/>
        </p:nvSpPr>
        <p:spPr>
          <a:xfrm xmlns:a="http://schemas.openxmlformats.org/drawingml/2006/main">
            <a:off x="11477625" y="64198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21" name="dp41-comparison / n206 / arrow">
            <a:extLst xmlns:a="http://schemas.openxmlformats.org/drawingml/2006/main">
              <a:ext uri="{FF2B5EF4-FFF2-40B4-BE49-F238E27FC236}">
                <a16:creationId xmlns:a16="http://schemas.microsoft.com/office/drawing/2014/main" id="{ED7C6861-8A5A-40A7-9595-3614C8B404CD}"/>
              </a:ext>
            </a:extLst>
          </p:cNvPr>
          <p:cNvSpPr>
            <a:spLocks xmlns:a="http://schemas.openxmlformats.org/drawingml/2006/main" noGrp="1"/>
          </p:cNvSpPr>
          <p:nvPr/>
        </p:nvSpPr>
        <p:spPr>
          <a:xfrm xmlns:a="http://schemas.openxmlformats.org/drawingml/2006/main">
            <a:off x="1183919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2" name="dp41-comparison / n207 / path">
            <a:extLst xmlns:a="http://schemas.openxmlformats.org/drawingml/2006/main">
              <a:ext uri="{FF2B5EF4-FFF2-40B4-BE49-F238E27FC236}">
                <a16:creationId xmlns:a16="http://schemas.microsoft.com/office/drawing/2014/main" id="{58DB9D5E-E797-4512-90D5-014D9280DD19}"/>
              </a:ext>
            </a:extLst>
          </p:cNvPr>
          <p:cNvSpPr>
            <a:spLocks xmlns:a="http://schemas.openxmlformats.org/drawingml/2006/main" noGrp="1"/>
          </p:cNvSpPr>
          <p:nvPr/>
        </p:nvSpPr>
        <p:spPr>
          <a:xfrm xmlns:a="http://schemas.openxmlformats.org/drawingml/2006/main">
            <a:off x="13382625" y="64198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23" name="dp41-comparison / n207 / arrow">
            <a:extLst xmlns:a="http://schemas.openxmlformats.org/drawingml/2006/main">
              <a:ext uri="{FF2B5EF4-FFF2-40B4-BE49-F238E27FC236}">
                <a16:creationId xmlns:a16="http://schemas.microsoft.com/office/drawing/2014/main" id="{1E9B9125-AD9B-4BD4-BF3E-76A83F02B2AA}"/>
              </a:ext>
            </a:extLst>
          </p:cNvPr>
          <p:cNvSpPr>
            <a:spLocks xmlns:a="http://schemas.openxmlformats.org/drawingml/2006/main" noGrp="1"/>
          </p:cNvSpPr>
          <p:nvPr/>
        </p:nvSpPr>
        <p:spPr>
          <a:xfrm xmlns:a="http://schemas.openxmlformats.org/drawingml/2006/main">
            <a:off x="1374419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4" name="dp41-comparison / n208 / path">
            <a:extLst xmlns:a="http://schemas.openxmlformats.org/drawingml/2006/main">
              <a:ext uri="{FF2B5EF4-FFF2-40B4-BE49-F238E27FC236}">
                <a16:creationId xmlns:a16="http://schemas.microsoft.com/office/drawing/2014/main" id="{E4C86851-AA1E-4970-8F31-578462C63D7A}"/>
              </a:ext>
            </a:extLst>
          </p:cNvPr>
          <p:cNvSpPr>
            <a:spLocks xmlns:a="http://schemas.openxmlformats.org/drawingml/2006/main" noGrp="1"/>
          </p:cNvSpPr>
          <p:nvPr/>
        </p:nvSpPr>
        <p:spPr>
          <a:xfrm xmlns:a="http://schemas.openxmlformats.org/drawingml/2006/main">
            <a:off x="15144750" y="6419850"/>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25" name="dp41-comparison / n208 / arrow">
            <a:extLst xmlns:a="http://schemas.openxmlformats.org/drawingml/2006/main">
              <a:ext uri="{FF2B5EF4-FFF2-40B4-BE49-F238E27FC236}">
                <a16:creationId xmlns:a16="http://schemas.microsoft.com/office/drawing/2014/main" id="{1FFD4353-C183-484C-8660-3B25C03F75F3}"/>
              </a:ext>
            </a:extLst>
          </p:cNvPr>
          <p:cNvSpPr>
            <a:spLocks xmlns:a="http://schemas.openxmlformats.org/drawingml/2006/main" noGrp="1"/>
          </p:cNvSpPr>
          <p:nvPr/>
        </p:nvSpPr>
        <p:spPr>
          <a:xfrm xmlns:a="http://schemas.openxmlformats.org/drawingml/2006/main">
            <a:off x="1574444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6" name="dp41-comparison / n211 / path">
            <a:extLst xmlns:a="http://schemas.openxmlformats.org/drawingml/2006/main">
              <a:ext uri="{FF2B5EF4-FFF2-40B4-BE49-F238E27FC236}">
                <a16:creationId xmlns:a16="http://schemas.microsoft.com/office/drawing/2014/main" id="{6B9E4B08-ABA2-49A0-86A9-8D27DAA53441}"/>
              </a:ext>
            </a:extLst>
          </p:cNvPr>
          <p:cNvSpPr>
            <a:spLocks xmlns:a="http://schemas.openxmlformats.org/drawingml/2006/main" noGrp="1"/>
          </p:cNvSpPr>
          <p:nvPr/>
        </p:nvSpPr>
        <p:spPr>
          <a:xfrm xmlns:a="http://schemas.openxmlformats.org/drawingml/2006/main">
            <a:off x="12644438" y="6581775"/>
            <a:ext cx="4024313" cy="209550"/>
          </a:xfrm>
          <a:custGeom xmlns:a="http://schemas.openxmlformats.org/drawingml/2006/main">
            <a:pathLst>
              <a:path w="4024313" h="209550">
                <a:moveTo>
                  <a:pt x="4024313" y="0"/>
                </a:moveTo>
                <a:lnTo>
                  <a:pt x="4024313" y="209550"/>
                </a:lnTo>
                <a:lnTo>
                  <a:pt x="0" y="209550"/>
                </a:lnTo>
                <a:lnTo>
                  <a:pt x="0" y="0"/>
                </a:lnTo>
              </a:path>
            </a:pathLst>
          </a:custGeom>
          <a:noFill xmlns:a="http://schemas.openxmlformats.org/drawingml/2006/main"/>
          <a:ln xmlns:a="http://schemas.openxmlformats.org/drawingml/2006/main" w="10478">
            <a:solidFill>
              <a:srgbClr val="000000"/>
            </a:solidFill>
            <a:prstDash val="solid"/>
          </a:ln>
        </p:spPr>
      </p:sp>
      <p:sp>
        <p:nvSpPr>
          <p:cNvPr id="227" name="dp41-comparison / n211 / arrow">
            <a:extLst xmlns:a="http://schemas.openxmlformats.org/drawingml/2006/main">
              <a:ext uri="{FF2B5EF4-FFF2-40B4-BE49-F238E27FC236}">
                <a16:creationId xmlns:a16="http://schemas.microsoft.com/office/drawing/2014/main" id="{19504913-EBE3-4F94-B0B9-2C58842FEAE7}"/>
              </a:ext>
            </a:extLst>
          </p:cNvPr>
          <p:cNvSpPr>
            <a:spLocks xmlns:a="http://schemas.openxmlformats.org/drawingml/2006/main" noGrp="1"/>
          </p:cNvSpPr>
          <p:nvPr/>
        </p:nvSpPr>
        <p:spPr>
          <a:xfrm xmlns:a="http://schemas.openxmlformats.org/drawingml/2006/main">
            <a:off x="12610910" y="6581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8" name="dp41-comparison / n214 / path">
            <a:extLst xmlns:a="http://schemas.openxmlformats.org/drawingml/2006/main">
              <a:ext uri="{FF2B5EF4-FFF2-40B4-BE49-F238E27FC236}">
                <a16:creationId xmlns:a16="http://schemas.microsoft.com/office/drawing/2014/main" id="{A70C55FC-B309-44B0-85ED-CD1176966D16}"/>
              </a:ext>
            </a:extLst>
          </p:cNvPr>
          <p:cNvSpPr>
            <a:spLocks xmlns:a="http://schemas.openxmlformats.org/drawingml/2006/main" noGrp="1"/>
          </p:cNvSpPr>
          <p:nvPr/>
        </p:nvSpPr>
        <p:spPr>
          <a:xfrm xmlns:a="http://schemas.openxmlformats.org/drawingml/2006/main">
            <a:off x="12049125" y="6657975"/>
            <a:ext cx="2428875" cy="600075"/>
          </a:xfrm>
          <a:custGeom xmlns:a="http://schemas.openxmlformats.org/drawingml/2006/main">
            <a:pathLst>
              <a:path w="2428875" h="600075">
                <a:moveTo>
                  <a:pt x="2428875" y="0"/>
                </a:moveTo>
                <a:lnTo>
                  <a:pt x="2428875" y="342900"/>
                </a:lnTo>
                <a:lnTo>
                  <a:pt x="142875" y="342900"/>
                </a:lnTo>
                <a:lnTo>
                  <a:pt x="142875" y="600075"/>
                </a:lnTo>
                <a:lnTo>
                  <a:pt x="0" y="600075"/>
                </a:lnTo>
              </a:path>
            </a:pathLst>
          </a:custGeom>
          <a:noFill xmlns:a="http://schemas.openxmlformats.org/drawingml/2006/main"/>
          <a:ln xmlns:a="http://schemas.openxmlformats.org/drawingml/2006/main" w="10478">
            <a:solidFill>
              <a:srgbClr val="000000"/>
            </a:solidFill>
            <a:prstDash val="solid"/>
          </a:ln>
        </p:spPr>
      </p:sp>
      <p:sp>
        <p:nvSpPr>
          <p:cNvPr id="229" name="dp41-comparison / n214 / arrow">
            <a:extLst xmlns:a="http://schemas.openxmlformats.org/drawingml/2006/main">
              <a:ext uri="{FF2B5EF4-FFF2-40B4-BE49-F238E27FC236}">
                <a16:creationId xmlns:a16="http://schemas.microsoft.com/office/drawing/2014/main" id="{F70E7895-82DD-4EC5-8952-A1B6A40425A6}"/>
              </a:ext>
            </a:extLst>
          </p:cNvPr>
          <p:cNvSpPr>
            <a:spLocks xmlns:a="http://schemas.openxmlformats.org/drawingml/2006/main" noGrp="1"/>
          </p:cNvSpPr>
          <p:nvPr/>
        </p:nvSpPr>
        <p:spPr>
          <a:xfrm xmlns:a="http://schemas.openxmlformats.org/drawingml/2006/main">
            <a:off x="12049125" y="7224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0" name="dp41-comparison / n217 / path">
            <a:extLst xmlns:a="http://schemas.openxmlformats.org/drawingml/2006/main">
              <a:ext uri="{FF2B5EF4-FFF2-40B4-BE49-F238E27FC236}">
                <a16:creationId xmlns:a16="http://schemas.microsoft.com/office/drawing/2014/main" id="{7C544C6B-876E-4A71-B2C9-1EAA4915C56C}"/>
              </a:ext>
            </a:extLst>
          </p:cNvPr>
          <p:cNvSpPr>
            <a:spLocks xmlns:a="http://schemas.openxmlformats.org/drawingml/2006/main" noGrp="1"/>
          </p:cNvSpPr>
          <p:nvPr/>
        </p:nvSpPr>
        <p:spPr>
          <a:xfrm xmlns:a="http://schemas.openxmlformats.org/drawingml/2006/main">
            <a:off x="11001375" y="6791325"/>
            <a:ext cx="1643063" cy="314325"/>
          </a:xfrm>
          <a:custGeom xmlns:a="http://schemas.openxmlformats.org/drawingml/2006/main">
            <a:pathLst>
              <a:path w="1643063" h="314325">
                <a:moveTo>
                  <a:pt x="0" y="314325"/>
                </a:moveTo>
                <a:lnTo>
                  <a:pt x="0" y="171450"/>
                </a:lnTo>
                <a:lnTo>
                  <a:pt x="1643063" y="17145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31" name="dp41-comparison / n220 / path">
            <a:extLst xmlns:a="http://schemas.openxmlformats.org/drawingml/2006/main">
              <a:ext uri="{FF2B5EF4-FFF2-40B4-BE49-F238E27FC236}">
                <a16:creationId xmlns:a16="http://schemas.microsoft.com/office/drawing/2014/main" id="{8CCEF639-8378-417F-84CB-1C350E9B0101}"/>
              </a:ext>
            </a:extLst>
          </p:cNvPr>
          <p:cNvSpPr>
            <a:spLocks xmlns:a="http://schemas.openxmlformats.org/drawingml/2006/main" noGrp="1"/>
          </p:cNvSpPr>
          <p:nvPr/>
        </p:nvSpPr>
        <p:spPr>
          <a:xfrm xmlns:a="http://schemas.openxmlformats.org/drawingml/2006/main">
            <a:off x="14478000" y="6657975"/>
            <a:ext cx="1143000" cy="600075"/>
          </a:xfrm>
          <a:custGeom xmlns:a="http://schemas.openxmlformats.org/drawingml/2006/main">
            <a:pathLst>
              <a:path w="1143000" h="600075">
                <a:moveTo>
                  <a:pt x="0" y="0"/>
                </a:moveTo>
                <a:lnTo>
                  <a:pt x="0" y="600075"/>
                </a:lnTo>
                <a:lnTo>
                  <a:pt x="1143000" y="600075"/>
                </a:lnTo>
              </a:path>
            </a:pathLst>
          </a:custGeom>
          <a:noFill xmlns:a="http://schemas.openxmlformats.org/drawingml/2006/main"/>
          <a:ln xmlns:a="http://schemas.openxmlformats.org/drawingml/2006/main" w="10478">
            <a:solidFill>
              <a:srgbClr val="000000"/>
            </a:solidFill>
            <a:prstDash val="solid"/>
          </a:ln>
        </p:spPr>
      </p:sp>
      <p:sp>
        <p:nvSpPr>
          <p:cNvPr id="232" name="dp41-comparison / n220 / arrow">
            <a:extLst xmlns:a="http://schemas.openxmlformats.org/drawingml/2006/main">
              <a:ext uri="{FF2B5EF4-FFF2-40B4-BE49-F238E27FC236}">
                <a16:creationId xmlns:a16="http://schemas.microsoft.com/office/drawing/2014/main" id="{A6F1A17E-CC22-4A0E-918F-83784C6D851F}"/>
              </a:ext>
            </a:extLst>
          </p:cNvPr>
          <p:cNvSpPr>
            <a:spLocks xmlns:a="http://schemas.openxmlformats.org/drawingml/2006/main" noGrp="1"/>
          </p:cNvSpPr>
          <p:nvPr/>
        </p:nvSpPr>
        <p:spPr>
          <a:xfrm xmlns:a="http://schemas.openxmlformats.org/drawingml/2006/main">
            <a:off x="15553944" y="7224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3" name="dp41-comparison / n133">
            <a:extLst xmlns:a="http://schemas.openxmlformats.org/drawingml/2006/main">
              <a:ext uri="{FF2B5EF4-FFF2-40B4-BE49-F238E27FC236}">
                <a16:creationId xmlns:a16="http://schemas.microsoft.com/office/drawing/2014/main" id="{519D76C4-FB66-4D23-A3BC-93DC4F4DC5CC}"/>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34" name="dp41-comparison / n133 / fold">
            <a:extLst xmlns:a="http://schemas.openxmlformats.org/drawingml/2006/main">
              <a:ext uri="{FF2B5EF4-FFF2-40B4-BE49-F238E27FC236}">
                <a16:creationId xmlns:a16="http://schemas.microsoft.com/office/drawing/2014/main" id="{5BA20417-71E8-41CB-B91E-4E30035E62A1}"/>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35" name="dp41-comparison / n134 / text 1">
            <a:extLst xmlns:a="http://schemas.openxmlformats.org/drawingml/2006/main">
              <a:ext uri="{FF2B5EF4-FFF2-40B4-BE49-F238E27FC236}">
                <a16:creationId xmlns:a16="http://schemas.microsoft.com/office/drawing/2014/main" id="{4E068E9A-2126-44A1-8B58-500A092326EF}"/>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36" name="dp41-comparison / n143">
            <a:extLst xmlns:a="http://schemas.openxmlformats.org/drawingml/2006/main">
              <a:ext uri="{FF2B5EF4-FFF2-40B4-BE49-F238E27FC236}">
                <a16:creationId xmlns:a16="http://schemas.microsoft.com/office/drawing/2014/main" id="{755D879D-5934-43A4-A17B-5B8862EA5579}"/>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1-comparison / n144 / text 1">
            <a:extLst xmlns:a="http://schemas.openxmlformats.org/drawingml/2006/main">
              <a:ext uri="{FF2B5EF4-FFF2-40B4-BE49-F238E27FC236}">
                <a16:creationId xmlns:a16="http://schemas.microsoft.com/office/drawing/2014/main" id="{148AC469-B413-4120-A976-96AF8FB8E35F}"/>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38" name="dp41-comparison / n146">
            <a:extLst xmlns:a="http://schemas.openxmlformats.org/drawingml/2006/main">
              <a:ext uri="{FF2B5EF4-FFF2-40B4-BE49-F238E27FC236}">
                <a16:creationId xmlns:a16="http://schemas.microsoft.com/office/drawing/2014/main" id="{D8B23AE5-6647-47BB-B18A-323AE72477E1}"/>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1-comparison / n147 / text 1">
            <a:extLst xmlns:a="http://schemas.openxmlformats.org/drawingml/2006/main">
              <a:ext uri="{FF2B5EF4-FFF2-40B4-BE49-F238E27FC236}">
                <a16:creationId xmlns:a16="http://schemas.microsoft.com/office/drawing/2014/main" id="{753DE59D-26AE-4050-B2A7-B45A0D81ED8B}"/>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40" name="dp41-comparison / n150">
            <a:extLst xmlns:a="http://schemas.openxmlformats.org/drawingml/2006/main">
              <a:ext uri="{FF2B5EF4-FFF2-40B4-BE49-F238E27FC236}">
                <a16:creationId xmlns:a16="http://schemas.microsoft.com/office/drawing/2014/main" id="{F87CE14E-D04C-4BEB-97F1-622DF690B7E9}"/>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1-comparison / n151 / text 1">
            <a:extLst xmlns:a="http://schemas.openxmlformats.org/drawingml/2006/main">
              <a:ext uri="{FF2B5EF4-FFF2-40B4-BE49-F238E27FC236}">
                <a16:creationId xmlns:a16="http://schemas.microsoft.com/office/drawing/2014/main" id="{1997A52F-F86F-4214-9601-D774A65772B9}"/>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42" name="dp41-comparison / n162">
            <a:extLst xmlns:a="http://schemas.openxmlformats.org/drawingml/2006/main">
              <a:ext uri="{FF2B5EF4-FFF2-40B4-BE49-F238E27FC236}">
                <a16:creationId xmlns:a16="http://schemas.microsoft.com/office/drawing/2014/main" id="{0F6011DB-66BF-4507-AE76-1844AA47FBD4}"/>
              </a:ext>
            </a:extLst>
          </p:cNvPr>
          <p:cNvSpPr>
            <a:spLocks xmlns:a="http://schemas.openxmlformats.org/drawingml/2006/main" noGrp="1"/>
          </p:cNvSpPr>
          <p:nvPr/>
        </p:nvSpPr>
        <p:spPr>
          <a:xfrm xmlns:a="http://schemas.openxmlformats.org/drawingml/2006/main">
            <a:off x="12506325" y="3467100"/>
            <a:ext cx="162153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1-comparison / n163 / text 1">
            <a:extLst xmlns:a="http://schemas.openxmlformats.org/drawingml/2006/main">
              <a:ext uri="{FF2B5EF4-FFF2-40B4-BE49-F238E27FC236}">
                <a16:creationId xmlns:a16="http://schemas.microsoft.com/office/drawing/2014/main" id="{C0418246-7619-46E5-B8AA-FB5DE8DE2577}"/>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요청 틀 / 부분 해석 결과</a:t>
            </a:r>
          </a:p>
        </p:txBody>
      </p:sp>
      <p:sp>
        <p:nvSpPr>
          <p:cNvPr id="244" name="dp41-comparison / n166">
            <a:extLst xmlns:a="http://schemas.openxmlformats.org/drawingml/2006/main">
              <a:ext uri="{FF2B5EF4-FFF2-40B4-BE49-F238E27FC236}">
                <a16:creationId xmlns:a16="http://schemas.microsoft.com/office/drawing/2014/main" id="{177340F4-FC0C-4B82-B77B-C20DF65FFE2C}"/>
              </a:ext>
            </a:extLst>
          </p:cNvPr>
          <p:cNvSpPr>
            <a:spLocks xmlns:a="http://schemas.openxmlformats.org/drawingml/2006/main" noGrp="1"/>
          </p:cNvSpPr>
          <p:nvPr/>
        </p:nvSpPr>
        <p:spPr>
          <a:xfrm xmlns:a="http://schemas.openxmlformats.org/drawingml/2006/main">
            <a:off x="15716250" y="3467100"/>
            <a:ext cx="78695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1-comparison / n167 / text 1">
            <a:extLst xmlns:a="http://schemas.openxmlformats.org/drawingml/2006/main">
              <a:ext uri="{FF2B5EF4-FFF2-40B4-BE49-F238E27FC236}">
                <a16:creationId xmlns:a16="http://schemas.microsoft.com/office/drawing/2014/main" id="{A6FC6D83-BE85-4970-BD31-05B109AB5773}"/>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a:t>
            </a:r>
          </a:p>
        </p:txBody>
      </p:sp>
      <p:sp>
        <p:nvSpPr>
          <p:cNvPr id="246" name="dp41-comparison / n168">
            <a:extLst xmlns:a="http://schemas.openxmlformats.org/drawingml/2006/main">
              <a:ext uri="{FF2B5EF4-FFF2-40B4-BE49-F238E27FC236}">
                <a16:creationId xmlns:a16="http://schemas.microsoft.com/office/drawing/2014/main" id="{3CD1125B-C643-48E9-BD7A-E2506D0C2E9D}"/>
              </a:ext>
            </a:extLst>
          </p:cNvPr>
          <p:cNvSpPr>
            <a:spLocks xmlns:a="http://schemas.openxmlformats.org/drawingml/2006/main" noGrp="1"/>
          </p:cNvSpPr>
          <p:nvPr/>
        </p:nvSpPr>
        <p:spPr>
          <a:xfrm xmlns:a="http://schemas.openxmlformats.org/drawingml/2006/main">
            <a:off x="9953625" y="4143375"/>
            <a:ext cx="2333625" cy="514350"/>
          </a:xfrm>
          <a:custGeom xmlns:a="http://schemas.openxmlformats.org/drawingml/2006/main">
            <a:pathLst>
              <a:path w="2333625" h="514350">
                <a:moveTo>
                  <a:pt x="0" y="0"/>
                </a:moveTo>
                <a:lnTo>
                  <a:pt x="2162175" y="0"/>
                </a:lnTo>
                <a:lnTo>
                  <a:pt x="2333625" y="171450"/>
                </a:lnTo>
                <a:lnTo>
                  <a:pt x="2333625"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7" name="dp41-comparison / n168 / fold">
            <a:extLst xmlns:a="http://schemas.openxmlformats.org/drawingml/2006/main">
              <a:ext uri="{FF2B5EF4-FFF2-40B4-BE49-F238E27FC236}">
                <a16:creationId xmlns:a16="http://schemas.microsoft.com/office/drawing/2014/main" id="{795E3B8B-8F84-49AD-910B-6A2D73A27CF7}"/>
              </a:ext>
            </a:extLst>
          </p:cNvPr>
          <p:cNvSpPr>
            <a:spLocks xmlns:a="http://schemas.openxmlformats.org/drawingml/2006/main" noGrp="1"/>
          </p:cNvSpPr>
          <p:nvPr/>
        </p:nvSpPr>
        <p:spPr>
          <a:xfrm xmlns:a="http://schemas.openxmlformats.org/drawingml/2006/main">
            <a:off x="12115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8" name="dp41-comparison / n169 / text 1">
            <a:extLst xmlns:a="http://schemas.openxmlformats.org/drawingml/2006/main">
              <a:ext uri="{FF2B5EF4-FFF2-40B4-BE49-F238E27FC236}">
                <a16:creationId xmlns:a16="http://schemas.microsoft.com/office/drawing/2014/main" id="{2417FBC0-B894-4D6C-8D55-6EB3675A129E}"/>
              </a:ext>
            </a:extLst>
          </p:cNvPr>
          <p:cNvSpPr>
            <a:spLocks xmlns:a="http://schemas.openxmlformats.org/drawingml/2006/main" noGrp="1"/>
          </p:cNvSpPr>
          <p:nvPr/>
        </p:nvSpPr>
        <p:spPr>
          <a:xfrm xmlns:a="http://schemas.openxmlformats.org/drawingml/2006/main">
            <a:off x="10048875" y="420052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틀 (RequestFrame)</a:t>
            </a:r>
          </a:p>
        </p:txBody>
      </p:sp>
      <p:sp>
        <p:nvSpPr>
          <p:cNvPr id="249" name="dp41-comparison / n169 / text 2">
            <a:extLst xmlns:a="http://schemas.openxmlformats.org/drawingml/2006/main">
              <a:ext uri="{FF2B5EF4-FFF2-40B4-BE49-F238E27FC236}">
                <a16:creationId xmlns:a16="http://schemas.microsoft.com/office/drawing/2014/main" id="{3A11D28E-4219-4317-ADDF-A6BCAAAF0728}"/>
              </a:ext>
            </a:extLst>
          </p:cNvPr>
          <p:cNvSpPr>
            <a:spLocks xmlns:a="http://schemas.openxmlformats.org/drawingml/2006/main" noGrp="1"/>
          </p:cNvSpPr>
          <p:nvPr/>
        </p:nvSpPr>
        <p:spPr>
          <a:xfrm xmlns:a="http://schemas.openxmlformats.org/drawingml/2006/main">
            <a:off x="10048875" y="433768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 보고서: 미확정</a:t>
            </a:r>
          </a:p>
        </p:txBody>
      </p:sp>
      <p:sp>
        <p:nvSpPr>
          <p:cNvPr id="250" name="dp41-comparison / n169 / text 3">
            <a:extLst xmlns:a="http://schemas.openxmlformats.org/drawingml/2006/main">
              <a:ext uri="{FF2B5EF4-FFF2-40B4-BE49-F238E27FC236}">
                <a16:creationId xmlns:a16="http://schemas.microsoft.com/office/drawing/2014/main" id="{8CB4A514-86EE-4F1A-B64E-F0F6CE641FBE}"/>
              </a:ext>
            </a:extLst>
          </p:cNvPr>
          <p:cNvSpPr>
            <a:spLocks xmlns:a="http://schemas.openxmlformats.org/drawingml/2006/main" noGrp="1"/>
          </p:cNvSpPr>
          <p:nvPr/>
        </p:nvSpPr>
        <p:spPr>
          <a:xfrm xmlns:a="http://schemas.openxmlformats.org/drawingml/2006/main">
            <a:off x="10048875" y="447484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초안 / 발송 금지</a:t>
            </a:r>
          </a:p>
        </p:txBody>
      </p:sp>
      <p:sp>
        <p:nvSpPr>
          <p:cNvPr id="251" name="dp41-comparison / n170">
            <a:extLst xmlns:a="http://schemas.openxmlformats.org/drawingml/2006/main">
              <a:ext uri="{FF2B5EF4-FFF2-40B4-BE49-F238E27FC236}">
                <a16:creationId xmlns:a16="http://schemas.microsoft.com/office/drawing/2014/main" id="{F6956266-97EE-4BF9-A6C1-7D3F730338FA}"/>
              </a:ext>
            </a:extLst>
          </p:cNvPr>
          <p:cNvSpPr>
            <a:spLocks xmlns:a="http://schemas.openxmlformats.org/drawingml/2006/main" noGrp="1"/>
          </p:cNvSpPr>
          <p:nvPr/>
        </p:nvSpPr>
        <p:spPr>
          <a:xfrm xmlns:a="http://schemas.openxmlformats.org/drawingml/2006/main">
            <a:off x="12715875" y="4143375"/>
            <a:ext cx="2714625" cy="514350"/>
          </a:xfrm>
          <a:custGeom xmlns:a="http://schemas.openxmlformats.org/drawingml/2006/main">
            <a:pathLst>
              <a:path w="2714625" h="514350">
                <a:moveTo>
                  <a:pt x="0" y="0"/>
                </a:moveTo>
                <a:lnTo>
                  <a:pt x="2543175" y="0"/>
                </a:lnTo>
                <a:lnTo>
                  <a:pt x="2714625" y="171450"/>
                </a:lnTo>
                <a:lnTo>
                  <a:pt x="2714625"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170 / fold">
            <a:extLst xmlns:a="http://schemas.openxmlformats.org/drawingml/2006/main">
              <a:ext uri="{FF2B5EF4-FFF2-40B4-BE49-F238E27FC236}">
                <a16:creationId xmlns:a16="http://schemas.microsoft.com/office/drawing/2014/main" id="{45B4F11D-D90C-4CF1-A703-3D1A026D96B1}"/>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3" name="dp41-comparison / n171 / text 1">
            <a:extLst xmlns:a="http://schemas.openxmlformats.org/drawingml/2006/main">
              <a:ext uri="{FF2B5EF4-FFF2-40B4-BE49-F238E27FC236}">
                <a16:creationId xmlns:a16="http://schemas.microsoft.com/office/drawing/2014/main" id="{09A961DE-6269-4E6E-A9C6-750CD2452C9C}"/>
              </a:ext>
            </a:extLst>
          </p:cNvPr>
          <p:cNvSpPr>
            <a:spLocks xmlns:a="http://schemas.openxmlformats.org/drawingml/2006/main" noGrp="1"/>
          </p:cNvSpPr>
          <p:nvPr/>
        </p:nvSpPr>
        <p:spPr>
          <a:xfrm xmlns:a="http://schemas.openxmlformats.org/drawingml/2006/main">
            <a:off x="12811125" y="420052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Engine 해결 상태</a:t>
            </a:r>
          </a:p>
        </p:txBody>
      </p:sp>
      <p:sp>
        <p:nvSpPr>
          <p:cNvPr id="254" name="dp41-comparison / n171 / text 2">
            <a:extLst xmlns:a="http://schemas.openxmlformats.org/drawingml/2006/main">
              <a:ext uri="{FF2B5EF4-FFF2-40B4-BE49-F238E27FC236}">
                <a16:creationId xmlns:a16="http://schemas.microsoft.com/office/drawing/2014/main" id="{9DFD58A7-97BD-4C29-9769-880DE95E61CB}"/>
              </a:ext>
            </a:extLst>
          </p:cNvPr>
          <p:cNvSpPr>
            <a:spLocks xmlns:a="http://schemas.openxmlformats.org/drawingml/2006/main" noGrp="1"/>
          </p:cNvSpPr>
          <p:nvPr/>
        </p:nvSpPr>
        <p:spPr>
          <a:xfrm xmlns:a="http://schemas.openxmlformats.org/drawingml/2006/main">
            <a:off x="12811125" y="433768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후보: Task1 / Task2</a:t>
            </a:r>
          </a:p>
        </p:txBody>
      </p:sp>
      <p:sp>
        <p:nvSpPr>
          <p:cNvPr id="255" name="dp41-comparison / n171 / text 3">
            <a:extLst xmlns:a="http://schemas.openxmlformats.org/drawingml/2006/main">
              <a:ext uri="{FF2B5EF4-FFF2-40B4-BE49-F238E27FC236}">
                <a16:creationId xmlns:a16="http://schemas.microsoft.com/office/drawing/2014/main" id="{BFBD43D3-81D5-4FFC-BBCA-767FD49A1C9C}"/>
              </a:ext>
            </a:extLst>
          </p:cNvPr>
          <p:cNvSpPr>
            <a:spLocks xmlns:a="http://schemas.openxmlformats.org/drawingml/2006/main" noGrp="1"/>
          </p:cNvSpPr>
          <p:nvPr/>
        </p:nvSpPr>
        <p:spPr>
          <a:xfrm xmlns:a="http://schemas.openxmlformats.org/drawingml/2006/main">
            <a:off x="12811125" y="447484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사용자 답변 뒤 Task1 연결</a:t>
            </a:r>
          </a:p>
        </p:txBody>
      </p:sp>
      <p:sp>
        <p:nvSpPr>
          <p:cNvPr id="256" name="dp41-comparison / n172">
            <a:extLst xmlns:a="http://schemas.openxmlformats.org/drawingml/2006/main">
              <a:ext uri="{FF2B5EF4-FFF2-40B4-BE49-F238E27FC236}">
                <a16:creationId xmlns:a16="http://schemas.microsoft.com/office/drawing/2014/main" id="{4842A4FF-C315-4B31-A307-C73394B6022C}"/>
              </a:ext>
            </a:extLst>
          </p:cNvPr>
          <p:cNvSpPr>
            <a:spLocks xmlns:a="http://schemas.openxmlformats.org/drawingml/2006/main" noGrp="1"/>
          </p:cNvSpPr>
          <p:nvPr/>
        </p:nvSpPr>
        <p:spPr>
          <a:xfrm xmlns:a="http://schemas.openxmlformats.org/drawingml/2006/main">
            <a:off x="15906750" y="4143375"/>
            <a:ext cx="1619250" cy="514350"/>
          </a:xfrm>
          <a:custGeom xmlns:a="http://schemas.openxmlformats.org/drawingml/2006/main">
            <a:pathLst>
              <a:path w="1619250" h="514350">
                <a:moveTo>
                  <a:pt x="0" y="0"/>
                </a:moveTo>
                <a:lnTo>
                  <a:pt x="1447800" y="0"/>
                </a:lnTo>
                <a:lnTo>
                  <a:pt x="1619250" y="171450"/>
                </a:lnTo>
                <a:lnTo>
                  <a:pt x="1619250"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31DEF0BD-ADA9-4637-920A-C06408011CC0}"/>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17668882-5E15-4D65-A70A-C3E4C761CD81}"/>
              </a:ext>
            </a:extLst>
          </p:cNvPr>
          <p:cNvSpPr>
            <a:spLocks xmlns:a="http://schemas.openxmlformats.org/drawingml/2006/main" noGrp="1"/>
          </p:cNvSpPr>
          <p:nvPr/>
        </p:nvSpPr>
        <p:spPr>
          <a:xfrm xmlns:a="http://schemas.openxmlformats.org/drawingml/2006/main">
            <a:off x="16002000" y="4200525"/>
            <a:ext cx="1352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조회 결과</a:t>
            </a:r>
          </a:p>
        </p:txBody>
      </p:sp>
      <p:sp>
        <p:nvSpPr>
          <p:cNvPr id="259" name="dp41-comparison / n173 / text 2">
            <a:extLst xmlns:a="http://schemas.openxmlformats.org/drawingml/2006/main">
              <a:ext uri="{FF2B5EF4-FFF2-40B4-BE49-F238E27FC236}">
                <a16:creationId xmlns:a16="http://schemas.microsoft.com/office/drawing/2014/main" id="{ECF4AA41-77BB-4447-90ED-A49750C2C431}"/>
              </a:ext>
            </a:extLst>
          </p:cNvPr>
          <p:cNvSpPr>
            <a:spLocks xmlns:a="http://schemas.openxmlformats.org/drawingml/2006/main" noGrp="1"/>
          </p:cNvSpPr>
          <p:nvPr/>
        </p:nvSpPr>
        <p:spPr>
          <a:xfrm xmlns:a="http://schemas.openxmlformats.org/drawingml/2006/main">
            <a:off x="16002000" y="4337685"/>
            <a:ext cx="1352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후보 업무 / 선택한 표</a:t>
            </a:r>
          </a:p>
        </p:txBody>
      </p:sp>
      <p:sp>
        <p:nvSpPr>
          <p:cNvPr id="260" name="dp41-comparison / n175">
            <a:extLst xmlns:a="http://schemas.openxmlformats.org/drawingml/2006/main">
              <a:ext uri="{FF2B5EF4-FFF2-40B4-BE49-F238E27FC236}">
                <a16:creationId xmlns:a16="http://schemas.microsoft.com/office/drawing/2014/main" id="{037B90D4-2224-4667-B90A-60EE1EC76E41}"/>
              </a:ext>
            </a:extLst>
          </p:cNvPr>
          <p:cNvSpPr>
            <a:spLocks xmlns:a="http://schemas.openxmlformats.org/drawingml/2006/main" noGrp="1"/>
          </p:cNvSpPr>
          <p:nvPr/>
        </p:nvSpPr>
        <p:spPr>
          <a:xfrm xmlns:a="http://schemas.openxmlformats.org/drawingml/2006/main">
            <a:off x="9953625" y="4724400"/>
            <a:ext cx="5048250" cy="447675"/>
          </a:xfrm>
          <a:custGeom xmlns:a="http://schemas.openxmlformats.org/drawingml/2006/main">
            <a:pathLst>
              <a:path w="5048250" h="447675">
                <a:moveTo>
                  <a:pt x="0" y="0"/>
                </a:moveTo>
                <a:lnTo>
                  <a:pt x="4876800" y="0"/>
                </a:lnTo>
                <a:lnTo>
                  <a:pt x="5048250" y="171450"/>
                </a:lnTo>
                <a:lnTo>
                  <a:pt x="50482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1" name="dp41-comparison / n175 / fold">
            <a:extLst xmlns:a="http://schemas.openxmlformats.org/drawingml/2006/main">
              <a:ext uri="{FF2B5EF4-FFF2-40B4-BE49-F238E27FC236}">
                <a16:creationId xmlns:a16="http://schemas.microsoft.com/office/drawing/2014/main" id="{91B90585-73E7-4344-B203-16683B830E42}"/>
              </a:ext>
            </a:extLst>
          </p:cNvPr>
          <p:cNvSpPr>
            <a:spLocks xmlns:a="http://schemas.openxmlformats.org/drawingml/2006/main" noGrp="1"/>
          </p:cNvSpPr>
          <p:nvPr/>
        </p:nvSpPr>
        <p:spPr>
          <a:xfrm xmlns:a="http://schemas.openxmlformats.org/drawingml/2006/main">
            <a:off x="14830425" y="47244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2" name="dp41-comparison / n176 / text 1">
            <a:extLst xmlns:a="http://schemas.openxmlformats.org/drawingml/2006/main">
              <a:ext uri="{FF2B5EF4-FFF2-40B4-BE49-F238E27FC236}">
                <a16:creationId xmlns:a16="http://schemas.microsoft.com/office/drawing/2014/main" id="{E41DC9BD-16ED-4A8F-A8B8-A30B0A9269BC}"/>
              </a:ext>
            </a:extLst>
          </p:cNvPr>
          <p:cNvSpPr>
            <a:spLocks xmlns:a="http://schemas.openxmlformats.org/drawingml/2006/main" noGrp="1"/>
          </p:cNvSpPr>
          <p:nvPr/>
        </p:nvSpPr>
        <p:spPr>
          <a:xfrm xmlns:a="http://schemas.openxmlformats.org/drawingml/2006/main">
            <a:off x="10048875" y="478155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코드의 의미 제안 (MeaningProposal): Task1에 표 추가</a:t>
            </a:r>
          </a:p>
        </p:txBody>
      </p:sp>
      <p:sp>
        <p:nvSpPr>
          <p:cNvPr id="263" name="dp41-comparison / n176 / text 2">
            <a:extLst xmlns:a="http://schemas.openxmlformats.org/drawingml/2006/main">
              <a:ext uri="{FF2B5EF4-FFF2-40B4-BE49-F238E27FC236}">
                <a16:creationId xmlns:a16="http://schemas.microsoft.com/office/drawing/2014/main" id="{8B984C37-4788-4614-9AA1-6EAECD021838}"/>
              </a:ext>
            </a:extLst>
          </p:cNvPr>
          <p:cNvSpPr>
            <a:spLocks xmlns:a="http://schemas.openxmlformats.org/drawingml/2006/main" noGrp="1"/>
          </p:cNvSpPr>
          <p:nvPr/>
        </p:nvSpPr>
        <p:spPr>
          <a:xfrm xmlns:a="http://schemas.openxmlformats.org/drawingml/2006/main">
            <a:off x="10048875" y="493014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수정된 보고서 결과 → 메일 초안 / 메일 발송 금지</a:t>
            </a:r>
          </a:p>
        </p:txBody>
      </p:sp>
      <p:sp>
        <p:nvSpPr>
          <p:cNvPr id="264" name="dp41-comparison / n185">
            <a:extLst xmlns:a="http://schemas.openxmlformats.org/drawingml/2006/main">
              <a:ext uri="{FF2B5EF4-FFF2-40B4-BE49-F238E27FC236}">
                <a16:creationId xmlns:a16="http://schemas.microsoft.com/office/drawing/2014/main" id="{0AB63E8C-56AA-4C3F-9802-B5E25F3B064F}"/>
              </a:ext>
            </a:extLst>
          </p:cNvPr>
          <p:cNvSpPr>
            <a:spLocks xmlns:a="http://schemas.openxmlformats.org/drawingml/2006/main" noGrp="1"/>
          </p:cNvSpPr>
          <p:nvPr/>
        </p:nvSpPr>
        <p:spPr>
          <a:xfrm xmlns:a="http://schemas.openxmlformats.org/drawingml/2006/main">
            <a:off x="9934575" y="5514975"/>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5" name="dp41-comparison / n186 / text 1">
            <a:extLst xmlns:a="http://schemas.openxmlformats.org/drawingml/2006/main">
              <a:ext uri="{FF2B5EF4-FFF2-40B4-BE49-F238E27FC236}">
                <a16:creationId xmlns:a16="http://schemas.microsoft.com/office/drawing/2014/main" id="{92A3177E-5E3E-4810-BFB5-FC8E6E978FA2}"/>
              </a:ext>
            </a:extLst>
          </p:cNvPr>
          <p:cNvSpPr>
            <a:spLocks xmlns:a="http://schemas.openxmlformats.org/drawingml/2006/main" noGrp="1"/>
          </p:cNvSpPr>
          <p:nvPr/>
        </p:nvSpPr>
        <p:spPr>
          <a:xfrm xmlns:a="http://schemas.openxmlformats.org/drawingml/2006/main">
            <a:off x="9953625" y="5524500"/>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66" name="dp41-comparison / n187">
            <a:extLst xmlns:a="http://schemas.openxmlformats.org/drawingml/2006/main">
              <a:ext uri="{FF2B5EF4-FFF2-40B4-BE49-F238E27FC236}">
                <a16:creationId xmlns:a16="http://schemas.microsoft.com/office/drawing/2014/main" id="{D7D426B7-F138-4F4D-956D-C9806C82D56B}"/>
              </a:ext>
            </a:extLst>
          </p:cNvPr>
          <p:cNvSpPr>
            <a:spLocks xmlns:a="http://schemas.openxmlformats.org/drawingml/2006/main" noGrp="1"/>
          </p:cNvSpPr>
          <p:nvPr/>
        </p:nvSpPr>
        <p:spPr>
          <a:xfrm xmlns:a="http://schemas.openxmlformats.org/drawingml/2006/main">
            <a:off x="12553950" y="5276850"/>
            <a:ext cx="269138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7" name="dp41-comparison / n188 / text 1">
            <a:extLst xmlns:a="http://schemas.openxmlformats.org/drawingml/2006/main">
              <a:ext uri="{FF2B5EF4-FFF2-40B4-BE49-F238E27FC236}">
                <a16:creationId xmlns:a16="http://schemas.microsoft.com/office/drawing/2014/main" id="{CBCB1090-B8AE-446A-8167-649656B1D874}"/>
              </a:ext>
            </a:extLst>
          </p:cNvPr>
          <p:cNvSpPr>
            <a:spLocks xmlns:a="http://schemas.openxmlformats.org/drawingml/2006/main" noGrp="1"/>
          </p:cNvSpPr>
          <p:nvPr/>
        </p:nvSpPr>
        <p:spPr>
          <a:xfrm xmlns:a="http://schemas.openxmlformats.org/drawingml/2006/main">
            <a:off x="12573000" y="5286375"/>
            <a:ext cx="4810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양방향 연결은 Module 간 호출 / 결과 반환</a:t>
            </a:r>
          </a:p>
        </p:txBody>
      </p:sp>
      <p:sp>
        <p:nvSpPr>
          <p:cNvPr id="268" name="dp41-comparison / n192">
            <a:extLst xmlns:a="http://schemas.openxmlformats.org/drawingml/2006/main">
              <a:ext uri="{FF2B5EF4-FFF2-40B4-BE49-F238E27FC236}">
                <a16:creationId xmlns:a16="http://schemas.microsoft.com/office/drawing/2014/main" id="{DEB2953B-66BE-486B-87F2-CE23238FB284}"/>
              </a:ext>
            </a:extLst>
          </p:cNvPr>
          <p:cNvSpPr>
            <a:spLocks xmlns:a="http://schemas.openxmlformats.org/drawingml/2006/main" noGrp="1"/>
          </p:cNvSpPr>
          <p:nvPr/>
        </p:nvSpPr>
        <p:spPr>
          <a:xfrm xmlns:a="http://schemas.openxmlformats.org/drawingml/2006/main">
            <a:off x="9934575" y="5905500"/>
            <a:ext cx="28285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9" name="dp41-comparison / n193 / text 1">
            <a:extLst xmlns:a="http://schemas.openxmlformats.org/drawingml/2006/main">
              <a:ext uri="{FF2B5EF4-FFF2-40B4-BE49-F238E27FC236}">
                <a16:creationId xmlns:a16="http://schemas.microsoft.com/office/drawing/2014/main" id="{A063808A-1A1F-4650-AB42-EA892B141298}"/>
              </a:ext>
            </a:extLst>
          </p:cNvPr>
          <p:cNvSpPr>
            <a:spLocks xmlns:a="http://schemas.openxmlformats.org/drawingml/2006/main" noGrp="1"/>
          </p:cNvSpPr>
          <p:nvPr/>
        </p:nvSpPr>
        <p:spPr>
          <a:xfrm xmlns:a="http://schemas.openxmlformats.org/drawingml/2006/main">
            <a:off x="9953625" y="5915025"/>
            <a:ext cx="7620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실행 순서도 — 반복 제어와 종료 조건</a:t>
            </a:r>
          </a:p>
        </p:txBody>
      </p:sp>
      <p:sp>
        <p:nvSpPr>
          <p:cNvPr id="270" name="dp41-comparison / n209">
            <a:extLst xmlns:a="http://schemas.openxmlformats.org/drawingml/2006/main">
              <a:ext uri="{FF2B5EF4-FFF2-40B4-BE49-F238E27FC236}">
                <a16:creationId xmlns:a16="http://schemas.microsoft.com/office/drawing/2014/main" id="{38786AB1-A041-463B-8EC8-08125399636D}"/>
              </a:ext>
            </a:extLst>
          </p:cNvPr>
          <p:cNvSpPr>
            <a:spLocks xmlns:a="http://schemas.openxmlformats.org/drawingml/2006/main" noGrp="1"/>
          </p:cNvSpPr>
          <p:nvPr/>
        </p:nvSpPr>
        <p:spPr>
          <a:xfrm xmlns:a="http://schemas.openxmlformats.org/drawingml/2006/main">
            <a:off x="15230475" y="6181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1" name="dp41-comparison / n210 / text 1">
            <a:extLst xmlns:a="http://schemas.openxmlformats.org/drawingml/2006/main">
              <a:ext uri="{FF2B5EF4-FFF2-40B4-BE49-F238E27FC236}">
                <a16:creationId xmlns:a16="http://schemas.microsoft.com/office/drawing/2014/main" id="{136DCCAD-1768-44CF-98B1-D50E41DFF4D4}"/>
              </a:ext>
            </a:extLst>
          </p:cNvPr>
          <p:cNvSpPr>
            <a:spLocks xmlns:a="http://schemas.openxmlformats.org/drawingml/2006/main" noGrp="1"/>
          </p:cNvSpPr>
          <p:nvPr/>
        </p:nvSpPr>
        <p:spPr>
          <a:xfrm xmlns:a="http://schemas.openxmlformats.org/drawingml/2006/main">
            <a:off x="15249525" y="6191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72" name="dp41-comparison / n212">
            <a:extLst xmlns:a="http://schemas.openxmlformats.org/drawingml/2006/main">
              <a:ext uri="{FF2B5EF4-FFF2-40B4-BE49-F238E27FC236}">
                <a16:creationId xmlns:a16="http://schemas.microsoft.com/office/drawing/2014/main" id="{EA145EA2-CFF1-4EFD-8ACF-D266BEFBCDF6}"/>
              </a:ext>
            </a:extLst>
          </p:cNvPr>
          <p:cNvSpPr>
            <a:spLocks xmlns:a="http://schemas.openxmlformats.org/drawingml/2006/main" noGrp="1"/>
          </p:cNvSpPr>
          <p:nvPr/>
        </p:nvSpPr>
        <p:spPr>
          <a:xfrm xmlns:a="http://schemas.openxmlformats.org/drawingml/2006/main">
            <a:off x="14887575" y="6810375"/>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1-comparison / n213 / text 1">
            <a:extLst xmlns:a="http://schemas.openxmlformats.org/drawingml/2006/main">
              <a:ext uri="{FF2B5EF4-FFF2-40B4-BE49-F238E27FC236}">
                <a16:creationId xmlns:a16="http://schemas.microsoft.com/office/drawing/2014/main" id="{B159E85A-1B66-416B-A11B-A6759A67E998}"/>
              </a:ext>
            </a:extLst>
          </p:cNvPr>
          <p:cNvSpPr>
            <a:spLocks xmlns:a="http://schemas.openxmlformats.org/drawingml/2006/main" noGrp="1"/>
          </p:cNvSpPr>
          <p:nvPr/>
        </p:nvSpPr>
        <p:spPr>
          <a:xfrm xmlns:a="http://schemas.openxmlformats.org/drawingml/2006/main">
            <a:off x="14906625" y="681990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74" name="dp41-comparison / n215">
            <a:extLst xmlns:a="http://schemas.openxmlformats.org/drawingml/2006/main">
              <a:ext uri="{FF2B5EF4-FFF2-40B4-BE49-F238E27FC236}">
                <a16:creationId xmlns:a16="http://schemas.microsoft.com/office/drawing/2014/main" id="{CDB8FA43-55B2-4819-8DFA-E27088749036}"/>
              </a:ext>
            </a:extLst>
          </p:cNvPr>
          <p:cNvSpPr>
            <a:spLocks xmlns:a="http://schemas.openxmlformats.org/drawingml/2006/main" noGrp="1"/>
          </p:cNvSpPr>
          <p:nvPr/>
        </p:nvSpPr>
        <p:spPr>
          <a:xfrm xmlns:a="http://schemas.openxmlformats.org/drawingml/2006/main">
            <a:off x="12325350" y="70961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5" name="dp41-comparison / n216 / text 1">
            <a:extLst xmlns:a="http://schemas.openxmlformats.org/drawingml/2006/main">
              <a:ext uri="{FF2B5EF4-FFF2-40B4-BE49-F238E27FC236}">
                <a16:creationId xmlns:a16="http://schemas.microsoft.com/office/drawing/2014/main" id="{8293B2C5-C756-4EFB-B708-1A38361DEE5F}"/>
              </a:ext>
            </a:extLst>
          </p:cNvPr>
          <p:cNvSpPr>
            <a:spLocks xmlns:a="http://schemas.openxmlformats.org/drawingml/2006/main" noGrp="1"/>
          </p:cNvSpPr>
          <p:nvPr/>
        </p:nvSpPr>
        <p:spPr>
          <a:xfrm xmlns:a="http://schemas.openxmlformats.org/drawingml/2006/main">
            <a:off x="12344400" y="7105650"/>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76" name="dp41-comparison / n218">
            <a:extLst xmlns:a="http://schemas.openxmlformats.org/drawingml/2006/main">
              <a:ext uri="{FF2B5EF4-FFF2-40B4-BE49-F238E27FC236}">
                <a16:creationId xmlns:a16="http://schemas.microsoft.com/office/drawing/2014/main" id="{318B2F6B-3A53-4305-ACA3-6E38014B0E2D}"/>
              </a:ext>
            </a:extLst>
          </p:cNvPr>
          <p:cNvSpPr>
            <a:spLocks xmlns:a="http://schemas.openxmlformats.org/drawingml/2006/main" noGrp="1"/>
          </p:cNvSpPr>
          <p:nvPr/>
        </p:nvSpPr>
        <p:spPr>
          <a:xfrm xmlns:a="http://schemas.openxmlformats.org/drawingml/2006/main">
            <a:off x="9934575" y="665797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7" name="dp41-comparison / n219 / text 1">
            <a:extLst xmlns:a="http://schemas.openxmlformats.org/drawingml/2006/main">
              <a:ext uri="{FF2B5EF4-FFF2-40B4-BE49-F238E27FC236}">
                <a16:creationId xmlns:a16="http://schemas.microsoft.com/office/drawing/2014/main" id="{A2D626B5-508E-44E8-BFF8-40B32A549D82}"/>
              </a:ext>
            </a:extLst>
          </p:cNvPr>
          <p:cNvSpPr>
            <a:spLocks xmlns:a="http://schemas.openxmlformats.org/drawingml/2006/main" noGrp="1"/>
          </p:cNvSpPr>
          <p:nvPr/>
        </p:nvSpPr>
        <p:spPr>
          <a:xfrm xmlns:a="http://schemas.openxmlformats.org/drawingml/2006/main">
            <a:off x="9953625" y="666750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78" name="dp41-comparison / n221">
            <a:extLst xmlns:a="http://schemas.openxmlformats.org/drawingml/2006/main">
              <a:ext uri="{FF2B5EF4-FFF2-40B4-BE49-F238E27FC236}">
                <a16:creationId xmlns:a16="http://schemas.microsoft.com/office/drawing/2014/main" id="{D1744FEF-8EE3-4B51-85FC-45981DF448A2}"/>
              </a:ext>
            </a:extLst>
          </p:cNvPr>
          <p:cNvSpPr>
            <a:spLocks xmlns:a="http://schemas.openxmlformats.org/drawingml/2006/main" noGrp="1"/>
          </p:cNvSpPr>
          <p:nvPr/>
        </p:nvSpPr>
        <p:spPr>
          <a:xfrm xmlns:a="http://schemas.openxmlformats.org/drawingml/2006/main">
            <a:off x="14668500" y="7058025"/>
            <a:ext cx="7322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1-comparison / n222 / text 1">
            <a:extLst xmlns:a="http://schemas.openxmlformats.org/drawingml/2006/main">
              <a:ext uri="{FF2B5EF4-FFF2-40B4-BE49-F238E27FC236}">
                <a16:creationId xmlns:a16="http://schemas.microsoft.com/office/drawing/2014/main" id="{FEB7AC4B-8F94-40F0-B7D8-1C7A70EDED3A}"/>
              </a:ext>
            </a:extLst>
          </p:cNvPr>
          <p:cNvSpPr>
            <a:spLocks xmlns:a="http://schemas.openxmlformats.org/drawingml/2006/main" noGrp="1"/>
          </p:cNvSpPr>
          <p:nvPr/>
        </p:nvSpPr>
        <p:spPr>
          <a:xfrm xmlns:a="http://schemas.openxmlformats.org/drawingml/2006/main">
            <a:off x="14687550" y="7067550"/>
            <a:ext cx="904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완성 / 질문</a:t>
            </a:r>
          </a:p>
        </p:txBody>
      </p:sp>
    </p:spTree>
    <p:extLst>
      <p:ext uri="{BB962C8B-B14F-4D97-AF65-F5344CB8AC3E}">
        <p14:creationId xmlns:p14="http://schemas.microsoft.com/office/powerpoint/2010/main" val="14520879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788EFA4E-9AF6-485D-887C-BA63A43E1FE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F8554AE7-A5AE-476B-A8B4-7156C70B96B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018CA00C-2C3A-456C-A770-06C29538C6C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53DF4DAA-0EC0-4388-AE23-DB39E1734AF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CF93C23C-FE6D-4895-A7C1-CAF1EAD0D1B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C7ED7FCA-953A-426F-AA4E-1454C4438311}"/>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040AB983-5C53-406C-8389-7111EB2F046C}"/>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C29B3A7-3CBC-425F-9C10-EBAB08F8344B}"/>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14A7B9D9-7C6E-4EAA-9CD9-EEFA484E04D3}"/>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0AE0A381-350E-4D90-927B-E1CCA97587AD}"/>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D21D6755-3505-4558-894A-F94785404F7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25C0D88E-BEA6-44C9-A8BD-8060283F2168}"/>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820CE3B0-49C4-45EE-BF77-1404E6902D3A}"/>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497A6692-ED0F-4BBE-B899-07D2BB5A193D}"/>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43D72EAE-3C2B-4CEF-B8CC-A2535CEF535D}"/>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98DA1BA8-7392-4153-8666-1A180F8C4CB0}"/>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F35FC223-790F-4CB9-88CD-B3BEC449150B}"/>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4B4E64AD-F44E-479A-AF81-02159F46AA55}"/>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A78E046-E494-4E75-8013-3C41BDB9C53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997EFA5B-3DF4-4941-8DFA-831B2C22961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B5D161F6-5AE6-4EAF-B8B3-CCC0ED82050D}"/>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5B5671BF-7AB4-418F-B29C-9AFCB9C11A80}"/>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70D82D02-AA98-4D5D-91AC-445B43C565A4}"/>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6471CF54-4B6A-40BA-B26A-DBA281AA40D9}"/>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D91E63A1-DBFB-4963-AD9D-EFCC89096C7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2599E083-8C5B-427B-AA51-555FB38A6863}"/>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7F358BF0-E4BC-4533-A964-FFDC30B6876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387A767-D8DC-42DC-94BE-0470B26468B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8F013B36-E920-46FB-82E6-453352AFD5B5}"/>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B0813A29-BF8B-404F-975F-0E5AB9369750}"/>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6A2891FA-0198-4C7F-859B-92FC79DAEC63}"/>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F0B1176E-74EE-43C5-9A43-80A2E3369C7B}"/>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88FB9AAD-FCE6-4BC2-A055-8F9AEAA291C4}"/>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C20D99EB-7803-4F00-A607-8E4173CD7AC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30CFEBC2-A7D6-4CAF-9A07-6926BF08CD13}"/>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903003B1-E78B-4518-895B-F95EEC880FE3}"/>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8B3324E-D326-41DB-AE10-EF72E10BB1F4}"/>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C7DD7014-8AF8-4443-8627-BB16ACD0549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24359303-AE43-47FB-BC37-E44EE914A01D}"/>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612D6E93-BF37-412C-BD57-48F4EBF9C6AE}"/>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126FAE02-0EC0-4351-B8F6-93BC48B7322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DD98CED9-724A-43B6-84E7-0E98EBC3C027}"/>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C915797C-19A5-4C59-A97F-F4F38C4B16DA}"/>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1F3BED31-9F0E-460F-9E3D-D9E762591EA4}"/>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6892EBCE-86AD-44D9-8B32-B6A88525AC89}"/>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08C55EEB-CCC4-4DE5-8DBE-DFAF38824F48}"/>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535FFD75-BB16-432C-B8C4-14604707A78F}"/>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CE221E9C-EDE7-4D2A-98CC-5F95AEEA6DF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84E7DD4C-319F-4469-97A7-F3F235C2BEA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8AAB38C8-BAB2-49B1-A52F-0FDED267EB5A}"/>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3A6035F9-BCD4-4E0B-ADDB-2E7846042B7B}"/>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A71AB456-4F2A-4E4B-89D4-A5872E8861FC}"/>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E35AAC57-91AF-462F-BAE3-18E0EBD02C8A}"/>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3668D160-81DF-4B46-9253-3AEF92A0205E}"/>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28B73825-5D16-435B-8141-910A428C495C}"/>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5DF23FE6-29D2-4791-80D8-F1D34D29D6F8}"/>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478E1BCF-9442-48DF-AA4D-B6A4506669AA}"/>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9F0E1DCA-2BD0-4C0E-A35C-4DCFC4D205D2}"/>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F45C5704-DC99-4CB0-9B2B-BFFE4ED82B5D}"/>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1C601073-ADE9-4B43-B3DC-00D4416D59A6}"/>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38C35009-2187-40AE-9940-0D7E9E8416FA}"/>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2C624430-5FA5-46C7-930B-E1A9ED562B82}"/>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72C165AE-2DCB-43F7-A278-94CA9DF2BD7F}"/>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800808F1-B506-4B2D-9CAF-BA6901A4E79F}"/>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71F94A84-12ED-453A-B69A-6F5F1A5060BE}"/>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D1927E9C-4251-4FFB-9C4E-EA0ED87BF0A6}"/>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F4EB123C-E31F-4E91-9A42-A5811BBD90C1}"/>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486BF667-C403-49DB-AEE6-2A689C4E6753}"/>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A47177BC-902C-469C-B83C-E70DDCFAB843}"/>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DE62F501-1CB2-472A-8B48-C3018D9690FB}"/>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A78CC68B-6A4B-41BA-BCFC-9099FF06CF96}"/>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DBE2CE8A-E95B-4C9D-9408-FB4152DAB55D}"/>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99C1738B-DF08-42B6-90A4-7FDE4F42CF00}"/>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A618C436-B244-4E32-AB9F-68D7A399C1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A9ED6C0D-912B-4F5A-A7EC-28A3B6B4CD5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4ABED202-2750-4F58-BCE5-A6AC063CA9D9}"/>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7A9D8D4B-141B-40AF-AE5A-2AF9987A101E}"/>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E2A744EF-9278-4242-A52F-2290FD81E243}"/>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B8E0DE5-BA9A-4BDD-952A-82452BC2DE0E}"/>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30FC1EA3-911E-4FB6-9463-FA3E5CB58CFF}"/>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7B592EF3-FBDF-4A5A-8297-E590C794948E}"/>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A38FF2E7-4294-460D-B2B7-FDBE38FEFF7A}"/>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FF1AD82B-D49B-4DBB-8C22-4B6D70D0415F}"/>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A2156AA4-3722-4EF2-BA8E-9A8D829915A1}"/>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20935261-F93E-44EC-BF0C-79E3ADFE9372}"/>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EA5B3F78-D221-458E-82A5-76571ECBF306}"/>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D40C8B15-5CB3-4591-A6F9-CE908EB7EA68}"/>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BDE8965B-16A3-46A9-B914-F49A6A4D26D8}"/>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38F1C136-7013-48F6-9C5B-E713FBF08AF1}"/>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56668D8-0608-401A-85D6-A2424EC3AB84}"/>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66182586-5A69-4182-A96E-6E2B19352947}"/>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24ADDCF1-3EB4-4303-BD12-6DBB11245FD4}"/>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98466CB5-DA3D-4C97-8E2F-78905BAD1B1F}"/>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0E0AB02E-A98D-4C29-BDCC-222282DF1161}"/>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87A0C04-D33C-4779-84D7-D90DECA63B7B}"/>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565EC1C4-24F5-49A9-A6D1-785370D33524}"/>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C7646E3B-EF2D-4E1B-A639-FC38F906723B}"/>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A721CE38-492D-4AF3-8CF3-95120E041790}"/>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48A19676-DDE4-410B-961D-C12D229D38E1}"/>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BC906FBD-C3C9-492F-A3E4-3EC6F5C24623}"/>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E3B7F06B-CFE2-451D-B324-47154FAFD6BC}"/>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7C5FEBA-67FD-40A8-B100-A14FA0C809F0}"/>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F3160B77-4CD0-42BB-BA87-990478B1DC3D}"/>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DE67BB7F-8B58-4F5F-89BB-DC013BD46370}"/>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AED57174-11DF-45CC-A6FD-A711178A40A5}"/>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59EB7D01-8132-4615-8AF1-4CF622BE213F}"/>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82499519-07BC-4CB5-A82E-65B9741CBC6C}"/>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D761FEF4-7CD2-449C-9013-EF1BE1AA78FB}"/>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213874B5-BC2C-46BB-A4E5-E5C89676AC23}"/>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E629C4A1-773E-4AA8-B186-3DEDA60BB51D}"/>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5D50A544-82BA-4D9C-AB68-2270DBADB42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F55786FB-1DE8-4162-B3C1-261A3A45003E}"/>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BCA7146C-81AF-47EC-B3D0-1B26A1FFC50A}"/>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4BFB5007-1000-498C-B5F0-0B92DBC3BDA1}"/>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B0624C11-AD1B-4B02-9C7A-5991EADB70B1}"/>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D5A06979-0A4E-40EB-A040-37464064589F}"/>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8EE7CFB0-F674-4991-8ADC-1FF1D939453E}"/>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2C932302-BE4E-4BA7-A173-FA6B14D32C1D}"/>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4BB791E1-1433-4D67-8231-8A4DAB17B034}"/>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B4C381-EB01-46EA-9034-B623364580B0}"/>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7396097D-CD91-48E9-8341-1FB4C275F67B}"/>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33EA11A3-1E4C-4F05-ABEA-72D7638DD8B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50EF3893-333E-4E25-BD3D-C9F9CA7FA363}"/>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031D269D-C9CF-4822-A997-284ECC4C5DE5}"/>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15859E3A-183A-4A75-ADAD-4A00ED0CB8F5}"/>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4A79C686-6C76-47CF-B845-65C08AF1F282}"/>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EDADE8F8-BCD9-4F29-9AB9-D9F37556890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5398B20E-EF9E-4910-9F69-BD036D7126E4}"/>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E8826189-F604-4B92-A8FF-8E5E2B576C7E}"/>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047F3439-FC8A-4BAC-AE88-A43CAA3BE640}"/>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A46F6790-7EB6-4981-9795-F47EB1F3F61E}"/>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ACAF5162-3290-4634-B4FD-3E72DA63FB95}"/>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882A07F1-AEBD-4415-A202-FF9336683C3E}"/>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AFA661C-7CC1-4492-B52C-B7901172578F}"/>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1FD4C36C-2ED3-449E-8D60-024F6AC452E6}"/>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08FC7E08-36A8-404B-B6A5-87AB0A14CCCB}"/>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E1DED038-8DA0-4CC2-A898-046E44DC3721}"/>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A5F7AC92-5070-4C46-B28E-FBF2F25905FA}"/>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B0468B59-CE48-4A5C-B15D-262830F5289B}"/>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65A78B57-594F-4D46-9B12-2CCC1A6F31E9}"/>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ED47545E-97BE-48E2-AC20-3A63B6527032}"/>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E15A6B50-FF86-41BD-BCF3-8791F8C427AE}"/>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1CB3035E-09E0-47F3-A0C9-DB7021E54EFC}"/>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AFD42274-C78D-4D20-9F3C-13B9698FD327}"/>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2FCD7AE0-D27B-4718-AF39-4DB0E6912DAB}"/>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9187FAE8-7578-4987-A4F8-FC81441305D7}"/>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68B45A36-AE6E-405F-90EA-1CD3D0D1124C}"/>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CD7565F3-A208-4A57-B0CF-29A290536DB1}"/>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3D6EE499-6C1A-4687-8DAF-60E85D212B78}"/>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73249E48-4CA6-4438-9063-08B92D60D850}"/>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1062F5F5-814F-47D3-AE45-0D584EBAD770}"/>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8A61F3BA-CF54-4AC8-8CE4-AB8C789CEE9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ED5546DB-6573-494E-B2F1-D68DB048BFA6}"/>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DDC37A14-D0A1-4F8A-9CD9-AB03DCB0FE36}"/>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EEEA6D2C-3035-4DE9-9BF1-4D4F1F18F50C}"/>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22B09845-1EDD-4717-BA1A-094480EF5CA0}"/>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4D64BB6C-DA2F-4A16-80EE-8A36684B29AB}"/>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C73F9740-66A1-4C87-A7AA-85382B0250BB}"/>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5EA3C97C-FC5B-43C3-B8BC-558D0E7D5F69}"/>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EAE76B37-0B3F-4891-98A5-735525CE47FA}"/>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44E31CA5-51E1-4EF6-A9FB-D00C83E93A21}"/>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BCD3301E-E48F-4E70-8CE8-2DFD4A8EE48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15841DB1-CD1C-4435-B832-652F144A7BFF}"/>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090964A8-65AF-4EBC-A3CB-DB0DDE3E6FC2}"/>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AF53F978-07BE-4009-884E-1ECD3C8DD0DF}"/>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C94E24BC-0B93-4A9D-835A-5585D06F5C7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B2BD1290-596B-415F-A847-7F8E0508EDA0}"/>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EF870015-A8AF-4FC0-8EBC-BBCFA4D7C8FA}"/>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E50CC7D-D61D-4E9A-996D-DB032820881D}"/>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073D6ED8-FB93-4752-88A7-EBAABCDDAB96}"/>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E5152B7B-31BB-476E-BD7B-D96DD721F817}"/>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7AEE0722-F4B5-4667-8886-4AB17E013CF6}"/>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70904AFF-27F3-4158-9D19-A9A0AA803AA5}"/>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BF669F59-7D45-4734-84F5-64ACE97A073D}"/>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2FE14D1E-7366-4032-9043-D329B3EF05E5}"/>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EDDB0DE-61C0-4C22-A1F6-60EFD9459D8B}"/>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1B205B8D-8BF6-4A9C-B391-37FCDB4A36B8}"/>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7D94CBE5-75D1-4FBE-AB98-5C8D8575A38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069EDDCF-D9A1-450A-9955-0199B91DE3EE}"/>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080BF8B6-0B1F-4404-8692-8C1E38ADF885}"/>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03320713-292D-427B-A0B8-945F64404B44}"/>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6DA69B79-2338-4D2D-B6E4-05040C7F415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71537DE-3FAA-484C-9C92-58FA2C25D32A}"/>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0231DA93-F729-4C76-B8C7-A931C8BCB9BE}"/>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36AB34C5-190A-4184-ACAA-995D348E91F8}"/>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CDE2D459-A042-49B1-A581-05EFF48D1D2B}"/>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5EAAD995-248B-402D-AFD5-96F537A835C7}"/>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CB039F62-7934-40EB-81E3-FDE80091EC23}"/>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4F2DF059-BD57-4D75-9711-8DC19CA0D843}"/>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2A0D2665-1CB0-4745-B90C-0E397F7038B7}"/>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DC2F729D-2C76-4B83-A459-78ED5ED99B69}"/>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749FE6A5-B4A7-453B-9A5D-6AAAAEC2F6B3}"/>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48F0B130-52D4-4B71-AA5B-F42362F41B36}"/>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298D72E1-0300-4918-B83C-C1E402CCF494}"/>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9704EF93-5019-4C15-8EC0-7F81E852D2FE}"/>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A28FCA91-6483-430D-8BD2-6560691A1F7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5CB443-EB22-4D63-83C3-AB11F8CE0356}"/>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B73E23BC-CC41-4FA4-ACA5-628C380AEED4}"/>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2D63D4BF-1C69-4C18-BB60-9E4E8C97E5C2}"/>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4FE16473-A087-4672-B68B-2C3C69D24F5F}"/>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DA9B2D01-E0C2-4985-85CE-B7E54FC6993E}"/>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EC0B92C4-D2D1-4F67-AEB2-1405C2E0331F}"/>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7936C15C-89A0-4DC0-B0B9-E70F3D0BE95B}"/>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73D6245A-945C-4DCA-B15B-9C6728564671}"/>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F4F0415F-86F2-43BD-9F0C-15CBA31F21EE}"/>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42339CA9-9341-48D3-BB9D-27248BA7409F}"/>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ABA2A7DC-D521-4E99-9E00-D70886145BE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86700A65-29CD-4EDB-970F-585DC21F7288}"/>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806F1440-B518-47A6-A128-EE12C7349E7E}"/>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A0FF2C51-7492-43E8-B505-D7F33EE497FE}"/>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D40F5CA2-95F7-409F-AEF1-AB366A567EBA}"/>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5F3B5917-5963-451C-8368-2A54F165F04A}"/>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6E60D9AD-95B5-4C47-A6C4-B85FB769867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0760BC9F-E9AD-4F44-9D2A-76CE55B44BEF}"/>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385CE9E5-4BA6-47FD-B192-812BC489A503}"/>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72C884E8-04CA-450C-97DD-80A36B7BA747}"/>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E91A18C0-0E41-43E8-A712-E35165C22164}"/>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7D49F185-C042-49FD-9C7E-DA89490E5EE0}"/>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1BF7C141-AA32-499C-8B7D-CD6307B455F3}"/>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E83DE495-282C-4EC1-9F28-CDE4BB31E85F}"/>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BD4CEFBF-EFF0-406A-BCFB-FE804C87478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E5ED759B-3E55-4621-89FD-600228807AC7}"/>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51BCECF6-9FE2-4F41-8C29-EB6070373489}"/>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04D9AE22-33EB-4416-91FD-34C74332695F}"/>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32EAA6EA-1D14-4D3E-99EE-A64BB5E60328}"/>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04FCB0E6-77AC-41B6-BA93-80C89B2DBD3E}"/>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A119C7E7-94CE-4E76-ABE8-5C0B5CA01762}"/>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E2F76194-24F5-4745-ABC5-F956818BB5AD}"/>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78E77810-35D0-4F32-A801-E016C6745FBF}"/>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C6453470-F67B-4FA9-9BBD-06E5E875C4B7}"/>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D9E39EAF-5BAB-45FF-B58E-5F3E8D1C07F0}"/>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A712CC55-AA13-4CFF-9749-97E587571163}"/>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033BB9C4-27E4-439E-8F2D-97EF423993BE}"/>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44F00EC0-558A-4F6F-AAC5-A505C6AFBD89}"/>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3E8215BF-E16D-402A-9C55-FDB0CBAF7EAE}"/>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55BE82AA-236B-4BF5-B414-ACF5E54719F4}"/>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0E84D515-D973-4051-A1C5-AA654450B40B}"/>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4FED9903-89BD-4A33-B9EF-8AD46BBCCE5C}"/>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5349D946-81A0-450B-B68C-7F936E66132F}"/>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BB0771A-DAB0-46A9-8B73-E114945DE076}"/>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810B12E9-4504-4517-853C-17BFB9506A93}"/>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C69A6181-B079-4940-8BE4-DFF2C2433EDC}"/>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9DF39572-DF71-41E2-84F8-0B60A4490A4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40162493-0D72-4BDF-A8A3-EC520C1686F1}"/>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54105B3-5347-456B-B032-8AEC1903690E}"/>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FEF2212F-3CC3-45E6-8E74-118AB416FCD7}"/>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5624808E-DBDA-4FFC-9DA6-BB99AF13E0CF}"/>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3596682B-26BE-4F2F-8CCF-98D4FFC69492}"/>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ABD2AE53-7609-4C91-85E5-FECA86127E85}"/>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F6B92CD3-9C9C-42D3-8FAF-26EC5B6DDAF7}"/>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54A953F5-EECB-4C7F-BB4F-03F6D441135B}"/>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18BA7EC2-63ED-4751-AAD8-C556288BAA35}"/>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738543BF-4953-431E-A153-99BAE1AFA39C}"/>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4F031685-9215-452D-B4D6-F8C193B3D9C4}"/>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3F95956B-56F1-4E1F-8769-4E17796F6167}"/>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D92BDE86-178F-408A-84A3-E0A5078A031A}"/>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209B45AA-53B5-4F7A-9957-509079A8A4DA}"/>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2FC6CA08-9D1D-42ED-98C0-1EE2C1BE499F}"/>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4BFCD8E8-1CCD-47AD-99F9-FDDDEAD87DB8}"/>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31EEDD7A-29F1-4F25-9DE3-371732ADC43A}"/>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8E39E10E-F1DB-4D75-BF78-58E6438EA5A2}"/>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C28E6510-19EF-4C96-A78E-F82277451B9C}"/>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6D92B297-3169-4116-8DA9-89E0261D12A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DE56F23B-BF7C-47A7-90FF-364E8B00B2F5}"/>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AE79408C-CB7A-416F-BE0F-A029736E5EAE}"/>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B6821C64-8A9A-4E21-B342-B3000F407C1D}"/>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DF057C91-07B2-4A6A-B92D-47797BB214CA}"/>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E41ABFF0-42E3-4A8A-AE8B-5C38DC26F202}"/>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29AFA91C-264F-4445-9F57-4C163AA242F7}"/>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A5B922D2-243C-4BB7-9DF8-0739AFF4CAA9}"/>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3C5C1378-8AD4-4B1E-8BAC-BCA819492500}"/>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926FC80-755D-4DBE-A86A-7D784F866C13}"/>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D29520CB-B331-4AC4-8AB5-8DFF8BFCCD3A}"/>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03B9ED2B-D36E-461F-8C87-2C06EBA796DC}"/>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84DA9C80-0560-46F8-801E-F06A558DFABF}"/>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9ED0E3E4-48D2-4FBA-9BF1-690E3735779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7C7EE43A-FC80-4F12-A807-DC1F993209F8}"/>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A5853246-908D-4C3E-8BED-7A87DB81598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CA007DFA-1EFC-4CFD-8BA2-A5DFE57CADDA}"/>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295418E4-CD32-4ECE-A0B9-6344A56D01FD}"/>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9C8E7DB5-18A7-4984-826D-5E5393A6822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85E1E6BF-A541-4119-9F45-BA7C397BFE9A}"/>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105480FE-961C-44DD-8351-702A17BC6109}"/>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4263A3B1-0087-4845-A22A-0F353229D879}"/>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5399081A-52DB-4981-9E67-C29FA8E9D897}"/>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05FCCD86-475A-454F-ACE8-F576319EC512}"/>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C939D403-26CD-4C2E-B4FA-888FBF0270CD}"/>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5505C0D1-DA69-42A2-BAC7-9389DEDE6A4A}"/>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ED12642E-F7B0-4130-8FEC-44E350D7D832}"/>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19300C66-BC30-4BDF-929D-862E643D3F4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70B45354-15B7-42C0-BD5C-872AE7191499}"/>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6F863FBC-D9E7-4CCE-83EA-DFB698947250}"/>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968CADDB-F434-479C-BF52-3D5DA58E7958}"/>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679A48A2-1C60-40C5-A280-676926E012E5}"/>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C2C904A6-1BFE-4A9D-9F7B-A82ABDFBF00F}"/>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5C47010-64CC-4E5A-9104-EB504C07F8ED}"/>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B4BBC143-6F78-498C-9FF0-45B1D9129B35}"/>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EB866F02-A225-4A83-9F79-35052228DD4E}"/>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0D27F4C-9683-45F4-8136-43C68C7248E9}"/>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DB5DBF9E-6B77-45AB-A706-C29A5C2962C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DB758E8E-D9CE-4273-9052-43E30EE84740}"/>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59ECB4CD-923E-427F-B68B-0D0D06C9CD32}"/>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B75E0FD2-21EB-4D34-8863-9595D48C8139}"/>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84784AD0-C445-43F4-BC60-CFE6E3615985}"/>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353C7137-9728-42AD-BF0F-0AC89354C355}"/>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5760CD59-D3C4-4C1D-ACCD-339490A78607}"/>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2A02400E-3DF3-4BD2-9571-F95A38150A6C}"/>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CF278785-2CD0-42D0-8FD1-F88FA035A92C}"/>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7339A264-A5D9-4D3E-8806-C527B621A8F2}"/>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F34FB6AA-AACF-4E62-9FF1-1C368E768660}"/>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E7D2A5C2-84DC-4806-89BB-542DE06AE45D}"/>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694DFA99-3C55-41BA-BD7B-1E6CA84187FC}"/>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77622628-37EE-4221-BE6D-8AC153CB47D9}"/>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F78FCED0-95E0-4E36-90C9-5BE0EFD13828}"/>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37F83B0B-D23C-4EBC-B368-ECB11818ADD8}"/>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A4BB6257-8574-4623-AA45-65AD614E2463}"/>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578A292A-3E0B-4305-872C-257918C21B44}"/>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0BD001EE-49DD-42A7-92C7-6337C8DE9884}"/>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C14AC542-194A-4EFD-8C8F-480F2322F118}"/>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1E215157-9B55-43EC-A02F-E7C20E388F63}"/>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99524F40-C74A-47FA-ACEC-7E082EF2D698}"/>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8B5305D2-6CD2-42BE-9CA5-16109145E3F8}"/>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2C97774D-CAF7-401A-A4D6-801159159B79}"/>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6137AC8D-5ECC-48EF-B956-8E1FB7761844}"/>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7BD667B-B61D-4A11-9709-723027996401}"/>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FFC942D4-8B8D-4A71-A1F3-C3C7CB0A6B2A}"/>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A31CA8BB-488E-4ABF-A54E-B3FE789C59F3}"/>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93DE1F70-3B8D-49DF-81E1-1FA0371B44EF}"/>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C5F15B4B-196B-4456-9BD0-97266CE89691}"/>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54672E9D-E47A-465D-BCAD-DEAC3F21B9AD}"/>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7A3DC2CA-D17F-4682-B217-1BFF87B462A5}"/>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87EF3A47-41E4-4C96-8A5F-616578CAA15C}"/>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AFB76439-2A61-40F2-AB2A-195E08E60A58}"/>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E96E24EE-2931-4AA8-BC64-4AB6A1A15B49}"/>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AACA1DA8-2C4F-459F-B470-ECDE4305E2FE}"/>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0F68D5C2-00FA-4CE3-BEF8-E7FCDF8CA59A}"/>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84A354F7-5EDB-4580-A1CE-849ED977FB7C}"/>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821392DB-4F30-42CD-8CBB-3F71BBF6E8FD}"/>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5959ADA2-7A81-46F8-82E3-8AC5BB407086}"/>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DF77462C-4B88-48FE-98D7-EBE80ACF16C3}"/>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444DDF1A-3C5D-4693-BDD9-EF1F6CB1AF34}"/>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6D52BF22-119C-4B6F-8AC5-E67E139697F2}"/>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C3294F11-95CF-4B12-9EB2-5EEBF166CD21}"/>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925FE8A4-D15D-4DC7-941E-A1530493CE84}"/>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AE0BAEFB-67C3-4C59-B520-F3A171C3ADF5}"/>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1AF3ECFE-2937-40D7-AD8A-BF41F63E28F7}"/>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8D1310EB-4F9D-4106-B4B9-068D6ACE2554}"/>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FAFF7F38-7639-4187-A9E3-07AECC4E4CF1}"/>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87B9B1E7-5DB8-474C-88D9-887CA4968D0A}"/>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0BF44CA5-BD01-4005-BB81-DDAC60694D37}"/>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4885FC75-08F7-430C-B81E-589F858AD375}"/>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FD44BA20-DC52-47E3-92D3-331EEB798FFA}"/>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46D6D9D5-0C4C-49F8-96C8-478D379BDDCE}"/>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2459E966-BD35-4DF0-9777-6ED9A37E32D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CF6BE620-DDF5-42BC-933F-AAC603C47788}"/>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3AD0A800-BC9A-4C9A-AD67-2B92518B9B0A}"/>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3B4C441F-5DD3-4DB9-BD36-3D6FCB6CBEA6}"/>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603012E3-292B-4F5A-BDD1-1B13DD7060C7}"/>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DF850F1D-8732-486D-9DB3-075BFAD985E1}"/>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6E5ADF04-821D-408C-A882-6AF3CBF29221}"/>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E2BE71AD-0E5E-454E-85A5-EDE1DE52C5E5}"/>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287E493-DCF5-4660-8CC9-BCE11642E496}"/>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2812CA2E-0212-43D1-A1DD-CCD79C56279C}"/>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5EDAD9A8-00A5-4AD4-88BB-96FD0F67527E}"/>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809ED0EA-324B-4360-9F23-115596DC33AA}"/>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F44C4C2C-2011-415A-85CA-EDD93CAED327}"/>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B38AC97C-5DA9-47FB-9F3F-4600B866C50B}"/>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C8CD99F0-1F7B-4DA9-9784-5A4E1A597EBC}"/>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BE130A04-29AA-4BFF-B248-9242C00DDB4C}"/>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54434E75-CA1E-44F7-80F4-B14C55623D8C}"/>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3AA8906B-D1A5-4EC8-841E-DED8F575E539}"/>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7D8FE20A-C17D-43E8-B1C7-00B317FE80AE}"/>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BA5247F-43AB-4213-B0D6-4B0A434E83FD}"/>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9EA45603-99EB-4C5F-8769-3E26AAF088B3}"/>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F425219F-0C2F-49F5-999D-EBDB75E34037}"/>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5D9B5792-1C60-419D-8403-2B917B2CEAE5}"/>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F85EB791-73BD-417C-8633-42876163F36D}"/>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5BA7B38C-FE1E-49FE-AE60-EA82284326F4}"/>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ADAA29FE-9FC5-406B-A079-2C04B7E2171E}"/>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1994E0AE-E929-4E78-9E06-C20BD68B393A}"/>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A402B438-B14C-4378-B8EB-1A650667B1C2}"/>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16D5340C-A340-46DC-B246-4ACAF820BD7B}"/>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E77B06A8-75AB-4351-9118-3041AFA94C27}"/>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087611A5-7DD6-4672-9BA9-2B92EEEC533D}"/>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8E65B52-6EFB-4EAF-935B-9B5BA76595C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94747745-7519-4263-A2FB-5F6D028514C4}"/>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1A54905D-C816-4CC9-884D-7494E8751026}"/>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F8020BBF-624F-4600-A251-6139DA157362}"/>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ABE72D6D-8A0E-4900-9000-BB91219407CF}"/>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E5A30391-ED78-44F8-BAB7-D0BECDF0BC3B}"/>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B158E72C-7421-404D-AF83-A1B7ADB241EE}"/>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58F6C8A7-63CF-4A73-BF90-923E6CB4FA78}"/>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F30F1E74-1DB0-4BE5-A454-229B727E3AC2}"/>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EE88F538-FBAC-4C1D-ABC6-046451C90B6E}"/>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30859EB-B04C-4554-A290-E1E6A6FFC0BE}"/>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180EC745-12C4-4F43-922F-C330B24FFA7A}"/>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7A6A00A6-EEB2-4F93-AF6C-EFD9A2D8CF40}"/>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44614C54-45E0-45DA-B0C8-63D8CD2E3A35}"/>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62715697-ED57-46C1-8855-FD8464D5BC99}"/>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E98719D9-6BB6-4ED7-A6B6-20A6DD8B5AD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AE14786A-13EB-4B55-9D88-A776279D4EE8}"/>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7F059AA9-7BCB-4E46-B0E6-5CE46DE195D1}"/>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228C8EDD-A45C-43EE-8F3D-79317E518AC0}"/>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47E0571F-0F85-42D9-AC19-7BBA314AE852}"/>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D551AFD4-3E26-41F1-9ADB-648FC531B28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5FF4C40A-2AE5-4CCF-8412-E0CF05FFD251}"/>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481DAEB7-BDF7-42A5-8ECC-F35A84A46F1C}"/>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50F3BCED-8ABB-4E6A-98B9-D952543B478F}"/>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B23D9FAC-8476-4ED4-B1F2-11D1DCFBA455}"/>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F85DC652-5BF2-4354-8477-8A26B6E5C291}"/>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EEC576F0-8069-4359-A184-E18752DAA132}"/>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DA36C957-16B6-4ADE-8E88-E012757EC3E3}"/>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A5169070-F424-4048-AB36-1EAE174D1CF9}"/>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91F80B12-E5D8-43D1-AC6A-71CE01704606}"/>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98ABAB14-6C3C-4533-8157-C93D098E4FC7}"/>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FABD14AF-D5C4-4A86-9D6A-4ABE041AC7EE}"/>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E621EC3A-91DD-4AB5-82CE-1ADC3FE3A3B1}"/>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25331A72-E213-4C11-84CC-E432852C5E7E}"/>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6BBE6608-92BB-4B33-8E42-CDA9A4FADBF7}"/>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2340FC5D-F148-4FCD-96A7-FABC654A2B22}"/>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4C1AD736-21B8-4565-BEBE-4178DD5EC8E2}"/>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24B7BC5-D4D7-46B8-931A-28A34FCB8DDF}"/>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4AA0039B-B4F8-4234-9368-A43EF5D15D95}"/>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06D4A531-1AD9-4E11-B1AD-A1C5F65C314F}"/>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9CBE1697-3908-4057-AF28-7905FA0C6EC4}"/>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54D05D88-5DFB-468E-BBA2-69790B000AAB}"/>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3D1F9B6D-9C32-4A19-88E7-354042A2B11F}"/>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850243B6-6108-4E94-A9AA-5EBD9E09D0F3}"/>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62E56CC1-F933-4E30-A025-D14E7FBFD1DD}"/>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03841351-F4A9-4F2C-A294-E4F0E78CDDC0}"/>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A7E84DED-FF1E-4B4E-A76E-72641B81AA3B}"/>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15A0AEDD-42A6-4885-9EC6-F68C8A759B51}"/>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E2C8B514-C0EF-43E8-B9A0-6CE9D3BD97C0}"/>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2DA4F5FE-56EF-42A5-AAE5-40968707EFB5}"/>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C6E9D691-F998-43FB-9EE3-568CCC272AB9}"/>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5DD9AEAA-07E2-4749-967F-63C4A0451814}"/>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568AC0A6-8927-4273-8FE4-058BB24E2A4F}"/>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D5EB23F7-475C-4E16-8C56-3F270E7638B8}"/>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18FA6FA5-F4B6-4616-B2CC-ACD9D6E490B4}"/>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C282D997-DC3B-483F-8DA2-75C10EC0C7D8}"/>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0F193EC7-8553-44ED-A0BA-2F40AEF0913F}"/>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61AAC3CE-82F2-426F-A1A3-7195F8C9DADE}"/>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729F2B9A-1A19-4A7D-AD16-89DC6AA1FBA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E49730A8-CC3B-428A-9BB2-D5F2CBFA6CC0}"/>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8F38E836-F5E6-447A-A9BD-39B2E6AE799B}"/>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B2FE7255-8B98-46D8-B24D-E08D45386D11}"/>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2BE4D99A-18FB-4ABA-A953-E5410ECAB791}"/>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60CF967D-D118-4649-9A1D-BFDAE1A658CD}"/>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66ECE217-64C3-491B-8016-9588030D50A9}"/>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2B33EFEA-3B3F-46D6-ADAB-A5FA54979BEA}"/>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484E807D-00CF-493E-94FC-DB087B3DDD5F}"/>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E562A6C9-820C-42AA-8EFF-15A3A20221C3}"/>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8CABC976-100C-4A13-BC3E-3FD54F6CF6F7}"/>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1AB9BD68-527F-48D0-A9BA-ED4CC29B6A32}"/>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0241B60C-D296-4CB7-B3D3-17522D306A29}"/>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3846F1E8-8B54-4301-B4D5-78A8A9852151}"/>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7BB015EB-38AE-45BE-ADE2-8A6317F4CFCB}"/>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439640BD-B669-43FB-9BDE-5BA5353C4ED0}"/>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C7D6BD2D-E3BA-4695-B1EB-3E41471DD179}"/>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CA6C8717-F62E-4C7B-A5CE-480DBE211EAC}"/>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C44B47BC-8240-4C9E-A63B-68B1B4F475C7}"/>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61546FF1-75E8-4678-BCC2-144C547C8D52}"/>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21A9A2C2-BBBD-4FA4-8092-FC73749D6FFD}"/>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F3EA3515-30B5-4633-8240-9635C3B4A22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925CFAF7-4880-4AFD-AA76-89A5ADD0D7B4}"/>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01E4E4BE-90B9-4275-9A53-D0E777709AB0}"/>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11BBE64-26B1-4322-93B7-B55DAE4B1A0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3399C00-8952-406A-954D-45EBD215EE71}"/>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C01D5102-57C7-4525-8DEB-4F5644110DF8}"/>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3E7869A8-7709-4F01-A38E-C6B47CC339CC}"/>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94517E59-218E-4943-8057-B6F8E60A6F67}"/>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1A2A319D-47C0-4A14-BF11-A19552B79C2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4A8E5D3F-3C91-44BE-9925-019A863E6781}"/>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6C0C2131-9F23-4B8D-AC2C-6BA79361C4D7}"/>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667F8EE1-66FE-4F7F-9E11-7F4EABA69D98}"/>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32C6FF48-4BD4-4E0A-A3A7-8CF11E3ADF59}"/>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77B7CB23-0115-40E1-AD04-A739E3B18FD9}"/>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07656F22-D162-4117-8CDB-002B360D8D3E}"/>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835C71E6-CA49-4E66-A6B9-FE00DE30983A}"/>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96623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