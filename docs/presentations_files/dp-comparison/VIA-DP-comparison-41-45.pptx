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24e123e628d497c" /><Relationship Type="http://schemas.openxmlformats.org/officeDocument/2006/relationships/extended-properties" Target="/docProps/app.xml" Id="R7186ff940aea4be0" /><Relationship Type="http://schemas.openxmlformats.org/officeDocument/2006/relationships/officeDocument" Target="/ppt/presentation.xml" Id="Ra08fa4d96a384f96" /></Relationships>
</file>

<file path=ppt/presentation.xml><?xml version="1.0" encoding="utf-8"?>
<p:presentation xmlns:p="http://schemas.openxmlformats.org/presentationml/2006/main">
  <p:sldMasterIdLst>
    <p:sldMasterId xmlns:r="http://schemas.openxmlformats.org/officeDocument/2006/relationships" id="2147483648" r:id="Rc1e98eb696014fc4"/>
  </p:sldMasterIdLst>
  <p:notesMasterIdLst>
    <p:notesMasterId xmlns:r="http://schemas.openxmlformats.org/officeDocument/2006/relationships" r:id="Rfaa7614fe901489a"/>
  </p:notesMasterIdLst>
  <p:sldIdLst>
    <p:sldId xmlns:r="http://schemas.openxmlformats.org/officeDocument/2006/relationships" id="256" r:id="R6b3b8cfb74a642f9"/>
    <p:sldId xmlns:r="http://schemas.openxmlformats.org/officeDocument/2006/relationships" id="257" r:id="R252affb76cd1405d"/>
    <p:sldId xmlns:r="http://schemas.openxmlformats.org/officeDocument/2006/relationships" id="258" r:id="R58e2c2163f2843dc"/>
    <p:sldId xmlns:r="http://schemas.openxmlformats.org/officeDocument/2006/relationships" id="259" r:id="R918e59e503544ff4"/>
    <p:sldId xmlns:r="http://schemas.openxmlformats.org/officeDocument/2006/relationships" id="260" r:id="R9fe0aedaecf1434d"/>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02047aef42243b8" /><Relationship Type="http://schemas.openxmlformats.org/officeDocument/2006/relationships/slideMaster" Target="/ppt/slideMasters/slideMaster1.xml" Id="Rc1e98eb696014fc4" /><Relationship Type="http://schemas.openxmlformats.org/officeDocument/2006/relationships/notesMaster" Target="/ppt/notesMasters/notesMaster1.xml" Id="Rfaa7614fe901489a" /><Relationship Type="http://schemas.openxmlformats.org/officeDocument/2006/relationships/presProps" Target="/ppt/presProps.xml" Id="R52f1602a9b714095" /><Relationship Type="http://schemas.openxmlformats.org/officeDocument/2006/relationships/tableStyles" Target="/ppt/tableStyles.xml" Id="Rf7329ab5268c434e" /><Relationship Type="http://schemas.openxmlformats.org/officeDocument/2006/relationships/slide" Target="/ppt/slides/slide1.xml" Id="R6b3b8cfb74a642f9" /><Relationship Type="http://schemas.openxmlformats.org/officeDocument/2006/relationships/slide" Target="/ppt/slides/slide2.xml" Id="R252affb76cd1405d" /><Relationship Type="http://schemas.openxmlformats.org/officeDocument/2006/relationships/slide" Target="/ppt/slides/slide3.xml" Id="R58e2c2163f2843dc" /><Relationship Type="http://schemas.openxmlformats.org/officeDocument/2006/relationships/slide" Target="/ppt/slides/slide4.xml" Id="R918e59e503544ff4" /><Relationship Type="http://schemas.openxmlformats.org/officeDocument/2006/relationships/slide" Target="/ppt/slides/slide5.xml" Id="R9fe0aedaecf1434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d8252f8c402436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c0f900f24c4abf" /><Relationship Type="http://schemas.openxmlformats.org/officeDocument/2006/relationships/notesMaster" Target="/ppt/notesMasters/notesMaster1.xml" Id="R9b4cf53b75164e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39978e34260414b" /><Relationship Type="http://schemas.openxmlformats.org/officeDocument/2006/relationships/notesMaster" Target="/ppt/notesMasters/notesMaster1.xml" Id="R388b9cf18d784f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f5bc24b34d914bc1" /><Relationship Type="http://schemas.openxmlformats.org/officeDocument/2006/relationships/notesMaster" Target="/ppt/notesMasters/notesMaster1.xml" Id="R78e1e4d2f3d949e0" /></Relationships>
</file>

<file path=ppt/notesSlides/_rels/notesSlide4.xml.rels>&#65279;<?xml version="1.0" encoding="utf-8"?><Relationships xmlns="http://schemas.openxmlformats.org/package/2006/relationships"><Relationship Type="http://schemas.openxmlformats.org/officeDocument/2006/relationships/slide" Target="/ppt/slides/slide4.xml" Id="R191c9d6eabf240bf" /><Relationship Type="http://schemas.openxmlformats.org/officeDocument/2006/relationships/notesMaster" Target="/ppt/notesMasters/notesMaster1.xml" Id="Re39977d3b89e48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ef305c9b4e04ccb" /><Relationship Type="http://schemas.openxmlformats.org/officeDocument/2006/relationships/notesMaster" Target="/ppt/notesMasters/notesMaster1.xml" Id="R8f865b47c6cb406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04-41. VIA Request 이해의 모델 판단 반복과 코드 해결 반복</a:t>
            </a:r>
          </a:p>
          <a:p xmlns:a="http://schemas.openxmlformats.org/drawingml/2006/main">
            <a:r>
              <a:t>https://github.com/cbyche/via-sw-architecture/blob/main/docs/architecture/12-decisions/decision-packages/04-41-request-resolution-control.md</a:t>
            </a:r>
          </a:p>
          <a:p xmlns:a="http://schemas.openxmlformats.org/drawingml/2006/main">
            <a:r>
              <a:t>https://github.com/cbyche/via-sw-architecture/blob/main/docs/presentations_files/dp-comparison/dp41-comparison.svg</a:t>
            </a:r>
          </a:p>
          <a:p xmlns:a="http://schemas.openxmlformats.org/drawingml/2006/main">
            <a:r>
              <a:t>조건별 정성 비교 / 미선정 / 미측정</a:t>
            </a:r>
          </a:p>
          <a:p xmlns:a="http://schemas.openxmlformats.org/drawingml/2006/main">
            <a:r>
              <a:t>사용자 요청은 “이 표를 아까 보고서에 넣고, 메일은 보내지 말고 결과를 바탕으로 초안만 만들어.”이다. 결과는 표를 추가한 보고서의 결과이며 그것으로 메일 초안을 작성한다. Task1은 예산 보고서 업무, Task2는 실적 보고서 업무다. “어느 보고서인가요?”라는 질문을 실제 전달하고 사용자의 “예산 보고서” 답변을 해석한 뒤 Task1을 연결한다. 초기 입력에 정답 Task를 미리 넣지 않는다.</a:t>
            </a:r>
          </a:p>
          <a:p xmlns:a="http://schemas.openxmlformats.org/drawingml/2006/main">
            <a:r>
              <a:t>A는 모델이 조회 요청(ReadRequest)을 선택하고 조회 결과(EvidenceBundle)를 받아 재판단하여 전체 의미 제안(MeaningProposal)을 만든다. 모델 주도 해석 제어기는 클라우드 LLM을 호출하고 그 제안을 제한하여 실행하는 로컬 코드다. 모델의 다음 행동이 조회이면 도구 실행 후 근거를 받아 모델을 다시 호출한다. 이 순환은 필요한 만큼 반복하고 모델이 완성 의미나 확인 질문을 제안하면 검증 경로로 나간다. A도 정해진 형식의 출력, 부분 수정과 cache를 허용한다.</a:t>
            </a:r>
          </a:p>
          <a:p xmlns:a="http://schemas.openxmlformats.org/drawingml/2006/main">
            <a:r>
              <a:t>B는 모델이 요청 틀(RequestFrame)을 만들고 Request Interpreter 내부 Request Resolution Engine이 필요한 조회와 항목 해결, 전체 의미 결합을 결정한다. Engine은 항목 검사와 조회 결과 반영을 코드 루프로 반복한다. 조회 결과를 코드만으로 처리할 수 있으면 LLM을 호출하지 않는다. 항목 의미 해석이 필요하면 요청 구조화기를 통해 부분 모델 호출을 하고 그 결과를 같은 코드 루프에 돌려준다. 필요한 항목만 모델에 다시 해석시킬 수 있으므로 항상 한 번 호출로 끝나는 구조가 아니다. 전체 관계를 모델이 만들고 코드가 복사하는 경우는 순수 B가 아닌 혼합안이다. 코드로 연결했다고 의미가 항상 옳은 것은 아니다.</a:t>
            </a:r>
          </a:p>
          <a:p xmlns:a="http://schemas.openxmlformats.org/drawingml/2006/main">
            <a:r>
              <a:t>A Module의 조회 출력은 kind=READ, tool_calls의 name/arguments다. task_retrieve(query=보고서,limit=5), context_retrieve(selector=INPUT_SELECTION)를 모델이 선택하고, 추가 대화 근거가 필요하면 다음 차례에 interaction_retrieve(query=보고서,limit=5)를 선택할 수 있다. 모든 도구를 매번 호출하지 않는다. interaction_retrieve는 Context Manager의 대화/실제 전달 읽기 view이며 Interaction Manager 마이크 직접 조회가 아니다.</a:t>
            </a:r>
          </a:p>
          <a:p xmlns:a="http://schemas.openxmlformats.org/drawingml/2006/main">
            <a:r>
              <a:t>B Module 이름은 요청 구조화기다. 초기 출력 RequestFrame의 고정 key는 schema_version, input_ref, goals, references, relations, constraints, unparsed_spans다. 예시 schema_version=1은 형식 버전이며 자료 변경 번호와 다르다. Input1은 현재 발화다. G1은 보고서 수정 목표, G2는 메일 초안 목표이며 아직 실제 Task가 아니다. report/table은 미해결 참조다. Engine이 RECENT_TASK/INPUT_SELECTION을 각각 같은 조회 도구로 바꾸고, USE_RESULT(G1,G2)와 FORBID_ACTION(scope=[G2],action=SEND)를 결합한다. 보고서를 수정한 뒤 생기는 결과를 초안에 사용하는 것이지 과거 결과를 이미 새 결과로 취급하지 않는다.</a:t>
            </a:r>
          </a:p>
          <a:p xmlns:a="http://schemas.openxmlformats.org/drawingml/2006/main">
            <a:r>
              <a:t>형식은 docs/architecture/12-decisions/decision-packages/contracts/dp41-request-frame-v1.schema.json, 전체 JSON과 조건부 항목 반환은 같은 위치의 dp41-output-examples.json을 따른다. 추가 key/알 수 없는 op/잘못된 참조는 거부하며 미해석 구간을 성공으로 누락하지 않는다. source_text는 원문 대응이며 그 대응이 뜻의 정답을 보장하지 않는다. 그림은 전체 JSON의 필드값을 축약한다. schema/예시 일관성 검사는 실행 Engine 구현이나 LLM 성공률 검증이 아니다.</a:t>
            </a:r>
          </a:p>
          <a:p xmlns:a="http://schemas.openxmlformats.org/drawingml/2006/main">
            <a:r>
              <a:t>읽기 도구 실행기는 Context Manager와 Task Manager에 각각 직접 조회한다. 화면/대화 근거와 업무 후보, 출처와 조회한 자료의 변경 번호를 받는다. 문서형 도형은 교환 내용의 설명용 예시이며 Component, Module, 저장 상태 또는 확정 API schema가 아니다.</a:t>
            </a:r>
          </a:p>
          <a:p xmlns:a="http://schemas.openxmlformats.org/drawingml/2006/main">
            <a:r>
              <a:t>이 발표 그림은 사용자 발화 → Interaction Manager → Request Controller → Request Interpreter 시작 경로를 간략히 표시하고 요청 해석을 확대했다. 위쪽 Request Interpreter 경계 안에는 Module 간 연결과 교환 데이터만 표시한다. 아래쪽 별도 실행 순서도에는 동작과 반복/종료 분기를 표시한다. 두 그림 영역 사이에는 실행 연결선이 없고, 순서도의 사각형/마름모는 동작/분기이며 Component나 Module이 아니다. 반복은 완성 의미 제안, 확인 질문 대기, 실패, 취소 또는 한도 도달에서 종료한다. 확인 질문의 실제 전달과 답변 뒤 새 해석은 공통 후속 경로다. 공통 음성 처리 내부, Model Access adapter 내부, Policy Manager 권한, Request Controller 검증/저장/채택, State Store, Response Manager 출력과 실제 전달, Task Manager/Agent Gateway 위임은 전체 MAIN에 남아 있다. 발표에서 생략은 설계 삭제가 아니다. 임시 해석 상태는 Request Interpreter, 채택 의미/질문은 Request Controller, 실제 전달 원본은 Response Manager다. 입력/자료/업무/질문이 바뀌었는지와 권한을 검사하고 저장 성공 후 채택한다.</a:t>
            </a:r>
          </a:p>
          <a:p xmlns:a="http://schemas.openxmlformats.org/drawingml/2006/main">
            <a:r>
              <a:t>revision/version은 자료나 상태의 변경 번호다. v2는 두 번째 버전이며 최신임을 보증하지 않는다. 그림은 이를 조회 시점과 자료 변경 확인으로 풀어 썼다. 자료가 바뀌면 옛 해석을 그대로 채택하지 않는 검사는 유지한다.</a:t>
            </a:r>
          </a:p>
          <a:p xmlns:a="http://schemas.openxmlformats.org/drawingml/2006/main">
            <a:r>
              <a:t>도구 조회 자체는 모델 호출이 아니다. Context 의미 가공, 응답 구성, 음성/전사, 실패/재시도/폐기된 호출의 실제 사용량도 비용에 포함한다. 조건별 trade-off는 가설이며 품질 우열을 측정하지 않았다.</a:t>
            </a:r>
          </a:p>
          <a:p xmlns:a="http://schemas.openxmlformats.org/drawingml/2006/main">
            <a:r>
              <a:t>A에서 조회 결과는 모델에 제공할 해석 맥락으로 돌아간다. 그림에서 실제 클라우드 LLM으로 다시 올라가는 호출선과 다음 행동을 받는 반환선을 분리했다. 첫 모델 판단의 task_retrieve/context_retrieve와 그 조회 결과를 받은 다음 판단의 interaction_retrieve는 서로 다른 차례의 출력 예시다. 추가 조회 결과도 큰 반환 경로로 같은 맥락에 반영되어 모델이 다시 판단한다. 항상 정해진 도구를 정해진 횟수로 호출하는 구조를 뜻하지 않는다. 모호하면 확인 질문으로 현재 반복을 끝내며 실제 답변 이후에만 Task1을 확정한다. 로컬 해석 제어기는 호출과 도구 대응을 관리하고 클라우드 모델이 다음 행동과 전체 의미를 제안한다. B에서 조회 결과는 항목별 해결 상태로 돌아간다. Engine 내부 프레임 / 항목 검사기, 미해결 항목 처리기, 관계 결합기는 기존 Engine 책임을 펼친 코드 Module이며 독립 Component가 아니다. 검사기가 프레임과 부분 결과를 상태에 반영하고 해결 상태를 다시 검사한다. 필요한 항목만 구조화기를 통해 모델에 부분 해석을 요청한다. 자연어 정답을 코드가 추측하거나 전체 모델 판단을 복사하는 경로를 순수 B로 보지 않는다. 위쪽은 Module 협력 구조이고 아래 순서도는 설명용 동작과 분기다.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04-42. 대화와 업무 상태의 소유 및 확정</a:t>
            </a:r>
          </a:p>
          <a:p xmlns:a="http://schemas.openxmlformats.org/drawingml/2006/main">
            <a:r>
              <a:t>https://github.com/cbyche/via-sw-architecture/blob/main/docs/architecture/12-decisions/decision-packages/04-42-lifecycle-ownership.md</a:t>
            </a:r>
          </a:p>
          <a:p xmlns:a="http://schemas.openxmlformats.org/drawingml/2006/main">
            <a:r>
              <a:t>https://github.com/cbyche/via-sw-architecture/blob/main/docs/presentations_files/dp-comparison/dp42-comparison.svg</a:t>
            </a:r>
          </a:p>
          <a:p xmlns:a="http://schemas.openxmlformats.org/drawingml/2006/main">
            <a:r>
              <a:t>조건별 정성 비교 / 미선정 / 미측정. 같은 Conversation/Request/Task/Execution 논리 수명은 양안 공통이다. A는 모듈형 통합 Core이며 State Store 안 트랜잭션 관리자가 검증된 Request 질문 연결+Task 질문 답변+명령 준비를 공동 확정한다. B는 대화와 업무가 독립 상태 권위/실행 수명/State Store scope를 갖고 대화 의도 저장→업무 접수/원본+명령+접수결과 저장→AcceptanceReceipt의 대화 반영을 별도로 확정한다. ACCEPTED는 내부 접수이고 실제 외부 Agent 접수와 실제 사용자 전달은 별도 확인한다. Request Controller의 관계, Task Manager 업무/전송gate, Agent Gateway transmission, Response Manager 실제 전달 원장을 구별한다. 새 대화 처리기 Component나 Voice Runtime Component를 만들지 않는다. Input1/Request1/Task1/Question1/Command1/Publication1은 u2/R2/T1/Q1/K1/P1의 설명용 ID다.</a:t>
            </a:r>
          </a:p>
          <a:p xmlns:a="http://schemas.openxmlformats.org/drawingml/2006/main">
            <a:r>
              <a:t>고정 사례는 contracts/dp42-handoff-examples.json, 프로토콜 본문 §4.2다. B hold 요청 시각과 업무 gate의 적용 ACK 시각은 다르며 CAS가 먼저면 DISPATCHING/UNKNOWN과 실제 외부 상태 확인을 보존한다. hold가 먼저면 PENDING 명령을 차단하고 현재 의미 reconciliation 뒤 선택적 release한다. control_session/sequence/gate revision과 command ID+immutable payload, 늦은 ACK/유실/재시작을 구별한다. 모델/네트워크 호출은 transaction 밖이고 API 내부 접수로 외부 exactly-once를 보증하지 않는다.</a:t>
            </a:r>
          </a:p>
          <a:p xmlns:a="http://schemas.openxmlformats.org/drawingml/2006/main">
            <a:r>
              <a:t>모델 사용 비용은 같은 의미 판단을 고정하면 코드 인계가 추가 LLM 호출이 아니다. B 정상 사용 자동 정확성·응답성·변경 우위는 없다. 독립 업무 수명/저장 계약 변경 조건의 이익과 왕복/pending/heap/복구 비용을 같이 본다. 로컬 VIA/VAD/원본과 클라우드 음성·의미 의존성은 공통이다. 전체 MAIN과 집중 scene은 별도 source이며 기존 전체 그림을 대체하지 않는다. 문서/고정 예시 검사는 구현·모델·품질 측정의 증명이 아니다.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04-43. 기능 정확성을 위한 VIA Request 의미 판단 설계</a:t>
            </a:r>
          </a:p>
          <a:p xmlns:a="http://schemas.openxmlformats.org/drawingml/2006/main">
            <a:r>
              <a:t>https://github.com/cbyche/via-sw-architecture/blob/main/docs/architecture/12-decisions/decision-packages/04-43-request-interpretation.md</a:t>
            </a:r>
          </a:p>
          <a:p xmlns:a="http://schemas.openxmlformats.org/drawingml/2006/main">
            <a:r>
              <a:t>https://github.com/cbyche/via-sw-architecture/blob/main/docs/presentations_files/dp-comparison/dp43-comparison.svg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04-44. VIA 지속 입력과 업무 알림의 후속 실행 구조</a:t>
            </a:r>
          </a:p>
          <a:p xmlns:a="http://schemas.openxmlformats.org/drawingml/2006/main">
            <a:r>
              <a:t>https://github.com/cbyche/via-sw-architecture/blob/main/docs/architecture/12-decisions/decision-packages/04-44-continuous-interaction.md</a:t>
            </a:r>
          </a:p>
          <a:p xmlns:a="http://schemas.openxmlformats.org/drawingml/2006/main">
            <a:r>
              <a:t>https://github.com/cbyche/via-sw-architecture/blob/main/docs/presentations_files/dp-comparison/dp44-comparison.svg</a:t>
            </a:r>
          </a:p>
          <a:p xmlns:a="http://schemas.openxmlformats.org/drawingml/2006/main">
            <a:r>
              <a:t>수치와 원형 점수는 형식 검토용 예상 예시이며 실측 또는 대안 선정 결과가 아니다. V-04는 평균 반응시간, V-05는 평균 VIA 처리시간이다. V-05는 외부 작업이나 사용자 답변만 기다리는 구간을 제외한다. 기존 시간 수치는 평균 시간의 형식 예시이며 p95 측정값을 변환한 결과가 아니다. 양안 조건은 본문과 그림의 비교 예시 조건을 따른다.</a:t>
            </a:r>
          </a:p>
          <a:p xmlns:a="http://schemas.openxmlformats.org/drawingml/2006/main">
            <a:r>
              <a:t>같은 Input1 표 설명,Task1 메일의 Question1,Input0의 늦은 Candidate0에서 A는 중앙 continuation/완료 회수/재지시, B는 입력/알림 Stage의 Window와 Candidate+AdoptedMeaning+InputSettled+admission+source+과거 전달 snapshot Join을 비교한다. Job ID와 input generation을 고정하며 현재 확인 질문은 InputSettled를 기다리지 않는 별도 admission이다. 로컬 VAD·VIA 상태 권위,클라우드 음성/의미 모델은 양안 공통. dispatch/join/credit는 코드이며 같은 모델 job에서 자동 비용 우위는 없다. 42A 공동 확정/42B 업무 gate 확정과hold ack를 각각 연결한다. schema/JSON 예시는 docs/architecture/12-decisions/decision-packages/contracts/dp44-execution-examples.json이며 미구현/미측정 설계 검토안이다.</a:t>
            </a:r>
          </a:p>
          <a:p xmlns:a="http://schemas.openxmlformats.org/drawingml/2006/main">
            <a:r>
              <a:t>A 중앙 조정 방식: Request Controller 내부 Dialogue Dispatcher와 Dialogue Progress State. B 이벤트 흐름을 연결하는 방식: Request Controller 내부 Input Resolution Stage·Task Notice Stage와 Window, Response Manager 내부 Publication Join·Publication Window. 같은 정식 10개 Component와 원본 owner, 흰색/검정 공통 및 살구색/짙은 테두리 차이 표기.</a:t>
            </a:r>
          </a:p>
          <a:p xmlns:a="http://schemas.openxmlformats.org/drawingml/2006/main">
            <a:r>
              <a:t>Voice Runtime에는 Interaction Manager의 음성 입출력·즉시 중단 기능과 Model Access client가 배치된다. 동시 실행 수가 제한된 비동기 executor와 Blocking worker pool, Model Access 별도 scheduler를 사용한다. A 사건 대기열·비동기 작업·완료 반환은 실행 기반이, B 이벤트 채널·구독·단계별 수용량·취소 전달은 실행 라이브러리가 지원한다. 수치·우선순위·pool 크기는 미정이며 별도 Component·process·모델을 추가하지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04-45. VIA 과거 근거의 요청별 구성과 공통 생산/조회</a:t>
            </a:r>
          </a:p>
          <a:p xmlns:a="http://schemas.openxmlformats.org/drawingml/2006/main">
            <a:r>
              <a:t>https://github.com/cbyche/via-sw-architecture/blob/main/docs/architecture/12-decisions/decision-packages/04-45-memory-and-context.md</a:t>
            </a:r>
          </a:p>
          <a:p xmlns:a="http://schemas.openxmlformats.org/drawingml/2006/main">
            <a:r>
              <a:t>https://github.com/cbyche/via-sw-architecture/blob/main/docs/presentations_files/dp-comparison/dp45-comparison.svg</a:t>
            </a:r>
          </a:p>
          <a:p xmlns:a="http://schemas.openxmlformats.org/drawingml/2006/main">
            <a:r>
              <a:t>조건별 정성 trade-off이며 최종 선정 또는 품질 측정이 아니다. 첫 요청, 반복 R24, 정정 직후와 표현 밖 새 관계를 구별한다.</a:t>
            </a:r>
          </a:p>
          <a:p xmlns:a="http://schemas.openxmlformats.org/drawingml/2006/main">
            <a:r>
              <a:t>공통 사례: C20/E20 VIA 직접 평가 기준 설명과 실제 전달 P20, C21/T21/D21@v2 제품 비교, C22/T22/D22@v1 견적. 현재 C23/R23의 제안서 작성 Task T23 연결은 현재 해석/채택의 결과다. VIA는 허용된 발췌와 참조를 연결하고, 평가 기준 적용과 제안서 작성은 Downstream Agent가 수행한다. 결과 참조는 본문 전체 보관을 뜻하지 않으며 Agent 내부 reasoning/모든 tool 기록은 전제하지 않는다.</a:t>
            </a:r>
          </a:p>
          <a:p xmlns:a="http://schemas.openxmlformats.org/drawingml/2006/main">
            <a:r>
              <a:t>A의 요약/index/cache/관계 cache/부분 갱신/병렬 조회와 기존 Agent 실행 맥락 재사용을 허용한다. B의 과거 관계는 검증/게시 범위만 읽고 원본 확인, 미게시/표현 미지원, 오류/갱신/삭제와 생산 비용을 유지한다. R23의 정답 관계를 미리 게시하지 않는다. 필요성과 사례 보완이며 최종 DP/A/B 선정 또는 새 사례의 품질 검증이 아니다. 45의 수치와 원형 점수는 조건별 정성 표로 교체했다.</a:t>
            </a:r>
          </a:p>
          <a:p xmlns:a="http://schemas.openxmlformats.org/drawingml/2006/main">
            <a:r>
              <a:t>A: Context Composer가 owner 읽기와 cache를 조합하여 직접 EvidenceBundle/receipt를 반환한다. Request Evidence Set은 요청 수명의 데이터다. B: 변경 알림, 실제 원본 읽기, 조건부 과거 의미 생산, 출처/권한/지원 종류 검증, 관계+coverage 게시, Evidence Reader의 게시 계약 소비를 나눈다. 미래 R23의 정답이나 T23 binding을 미리 생산하지 않는다.</a:t>
            </a:r>
          </a:p>
          <a:p xmlns:a="http://schemas.openxmlformats.org/drawingml/2006/main">
            <a:r>
              <a:t>NOT_COVERED는 지원 종류의 미생산으로 Publisher 생산 후 revision/상태를 반환하고 Reader가 Repository를 다시 읽는다. UNSUPPORTED_RELATION은 표현 변경 없이는 반복 생산으로 해결되지 않는다. NO_MATCH는 읽은 범위의 무일치다. DENIED/UNAVAILABLE도 분리한다. 현재 metadata 검사와 exact quote/조건/충돌 원문 확인은 남고, 원본 조합 우회는 명시적 B+다. 파생 오류 EvidenceDispute는 원본 revision 변화 없이도 차단/재검증한다. 삭제/철회 fence가 후속 정리보다 먼저이며 옛 job 게시를 거부한다.</a:t>
            </a:r>
          </a:p>
          <a:p xmlns:a="http://schemas.openxmlformats.org/drawingml/2006/main">
            <a:r>
              <a:t>첫 요청/정정 직후: B 생산/갱신 대기가 추가될 수 있다. 반복 조회: 유효 게시가 owner 교차 조합을 실제 대체하면 B 요청 경로가 줄지만 A warm 관계 cache가 같은 효과를 낼 수 있다. 새 관계/미묘한 부정/예외: A 원문 구성이 유연하나 검색 누락 가능, B 표현/추출 한계가 남는다. 정확성의 전체 우열을 고정하지 않는다.</a:t>
            </a:r>
          </a:p>
          <a:p xmlns:a="http://schemas.openxmlformats.org/drawingml/2006/main">
            <a:r>
              <a:t>전체 모델 호출: A cache 생산/유지+요청 구성/재검증, B 초기/갱신/backfill/미사용/실패 생산을 모두 포함한다. 현재 판단은 공통이고 명시 ID/위치 연결은 코드일 수 있다. 고정 우열 없음. Source 형식 변경은 adapter에 흡수할 수 있고, 관계 의미/schema 변경은 B producer/독자 호환/재생산, A cache 무효화도 함께 본다.</a:t>
            </a:r>
          </a:p>
          <a:p xmlns:a="http://schemas.openxmlformats.org/drawingml/2006/main">
            <a:r>
              <a:t>공식 Reference (본문 §9):</a:t>
            </a:r>
          </a:p>
          <a:p xmlns:a="http://schemas.openxmlformats.org/drawingml/2006/main">
            <a:r>
              <a:t>A https://docs.langchain.com/oss/python/deepagents/retrieval — 현재 질문의 원본 획득 선례. VIA Task/실제 전달/정정 계약 전체 구현 사례 아님.</a:t>
            </a:r>
          </a:p>
          <a:p xmlns:a="http://schemas.openxmlformats.org/drawingml/2006/main">
            <a:r>
              <a:t>B https://langchain-ai.github.io/langmem/background_quickstart/ 및 https://langchain-ai.github.io/langmem/reference/memory/ — 기억 생산/저장/소비 분리 선례. 자동 선호 추출을 VIA User Memory 정책으로 채택하지 않고 revision/coverage/삭제 fence는 VIA 별도 계약.</a:t>
            </a:r>
          </a:p>
          <a:p xmlns:a="http://schemas.openxmlformats.org/drawingml/2006/main">
            <a:r>
              <a:t>실행 https://langchain-ai.github.io/langmem/guides/delayed_processing/ — 대기 생산/재예약 선례. thread/지연값/배치를 채택하지 않는다.</a:t>
            </a:r>
          </a:p>
          <a:p xmlns:a="http://schemas.openxmlformats.org/drawingml/2006/main">
            <a:r>
              <a:t>연결 참고 https://docs.mem0.ai/platform/features/graph-memory — 공통 개체 연결 선례이며 typed 정정/대체/실제 전달 관계 구현 증거 아님. cloud/embedding/helper를 도입하지 않는다. 공식 사례는 VIA 성능 우위의 증거가 아니다.</a:t>
            </a:r>
          </a:p>
          <a:p xmlns:a="http://schemas.openxmlformats.org/drawingml/2006/main">
            <a:r>
              <a:t>2026-10-10: 고정 EvidenceQuery Query1(schema_version/query_id/request_ref/attempt_ref/input_revision/purpose/relation_kinds/source_ranges/original_required/budget_ref/policy_epoch), Bundle1/Receipt1와 파생 Record 예시는 contracts/dp45-evidence-examples.json이다. 현재 사례는 PARTIAL이며 E20[27,52)의 “가격이 같은 경우 유지보수 기간을 우선합니다.”만 실제 전달 P20 범위 안에서 발췌했다. Memory1 EXPLAINS_ITEM은 MODEL_DERIVED, Memory2/3 HAS_RESULT는 명시 참조 EXPLICIT이다. Coverage1[27,52), gap[0,27)은 기준 전체의 생산을 뜻하지 않는다. A가 반환한 원본 근거와 B가 반환한 공통 관계는 현재 요청의 의미/Task 정답이 아니다. B Reader는 원문과 현재 source/권한을 확인하며 원본 조합 우회는 B+다. 전체 MAIN/수명과 추가 집중 발표 scene은 별개 source이며 동일 owner/계약이다. 클라우드 의미/음성 의존성, 로컬 VIA/VAD/권위와 코드/조건부 의미 호출을 구별한다.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94c2206c5a24e7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45b7ef41d6541cb" /><Relationship Type="http://schemas.openxmlformats.org/officeDocument/2006/relationships/slideLayout" Target="/ppt/slideLayouts/slideLayout1.xml" Id="Re64ce684e0f34ea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64ce684e0f34ea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4665ac39fa74d00" /><Relationship Type="http://schemas.openxmlformats.org/officeDocument/2006/relationships/notesSlide" Target="/ppt/notesSlides/notesSlide1.xml" Id="R32964d3bced9482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66d5fc457ad49d1" /><Relationship Type="http://schemas.openxmlformats.org/officeDocument/2006/relationships/notesSlide" Target="/ppt/notesSlides/notesSlide2.xml" Id="R5558b64c3b08408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b2490413372489a" /><Relationship Type="http://schemas.openxmlformats.org/officeDocument/2006/relationships/notesSlide" Target="/ppt/notesSlides/notesSlide3.xml" Id="Rf0815e1bc22c45f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447b1dc45004920" /><Relationship Type="http://schemas.openxmlformats.org/officeDocument/2006/relationships/notesSlide" Target="/ppt/notesSlides/notesSlide4.xml" Id="R165df36c3933440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d644843f6bd4ab4" /><Relationship Type="http://schemas.openxmlformats.org/officeDocument/2006/relationships/notesSlide" Target="/ppt/notesSlides/notesSlide5.xml" Id="Rd0f7e84a40f9486e"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6" name="dp41-comparison / n1">
            <a:extLst xmlns:a="http://schemas.openxmlformats.org/drawingml/2006/main">
              <a:ext uri="{FF2B5EF4-FFF2-40B4-BE49-F238E27FC236}">
                <a16:creationId xmlns:a16="http://schemas.microsoft.com/office/drawing/2014/main" id="{178F1923-5BB7-42B7-9972-69F08E91C83B}"/>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1-comparison / n2 / text 1">
            <a:extLst xmlns:a="http://schemas.openxmlformats.org/drawingml/2006/main">
              <a:ext uri="{FF2B5EF4-FFF2-40B4-BE49-F238E27FC236}">
                <a16:creationId xmlns:a16="http://schemas.microsoft.com/office/drawing/2014/main" id="{EAE10D26-4A66-47B7-915C-3FDF8172DB18}"/>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1-comparison / n3 / text 1">
            <a:extLst xmlns:a="http://schemas.openxmlformats.org/drawingml/2006/main">
              <a:ext uri="{FF2B5EF4-FFF2-40B4-BE49-F238E27FC236}">
                <a16:creationId xmlns:a16="http://schemas.microsoft.com/office/drawing/2014/main" id="{6ECF90DA-2CCE-4FA6-A137-8690D3FC0EB3}"/>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1-comparison / n4 / text 1">
            <a:extLst xmlns:a="http://schemas.openxmlformats.org/drawingml/2006/main">
              <a:ext uri="{FF2B5EF4-FFF2-40B4-BE49-F238E27FC236}">
                <a16:creationId xmlns:a16="http://schemas.microsoft.com/office/drawing/2014/main" id="{A7FBFA6D-D7AD-4D16-8CB6-E9EC64E1786E}"/>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04-41. VIA Request 이해의 모델 판단 반복과 코드 해결 반복</a:t>
            </a:r>
          </a:p>
        </p:txBody>
      </p:sp>
      <p:sp>
        <p:nvSpPr>
          <p:cNvPr id="5" name="dp41-comparison / n5 / path">
            <a:extLst xmlns:a="http://schemas.openxmlformats.org/drawingml/2006/main">
              <a:ext uri="{FF2B5EF4-FFF2-40B4-BE49-F238E27FC236}">
                <a16:creationId xmlns:a16="http://schemas.microsoft.com/office/drawing/2014/main" id="{359CC709-1B11-49AA-8FA8-4D9CD4E89EA5}"/>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1-comparison / n6 / text 1">
            <a:extLst xmlns:a="http://schemas.openxmlformats.org/drawingml/2006/main">
              <a:ext uri="{FF2B5EF4-FFF2-40B4-BE49-F238E27FC236}">
                <a16:creationId xmlns:a16="http://schemas.microsoft.com/office/drawing/2014/main" id="{5B4A30BB-8540-4276-9DC1-61EFF8115330}"/>
              </a:ext>
            </a:extLst>
          </p:cNvPr>
          <p:cNvSpPr>
            <a:spLocks xmlns:a="http://schemas.openxmlformats.org/drawingml/2006/main" noGrp="1"/>
          </p:cNvSpPr>
          <p:nvPr/>
        </p:nvSpPr>
        <p:spPr>
          <a:xfrm xmlns:a="http://schemas.openxmlformats.org/drawingml/2006/main">
            <a:off x="381000" y="1333500"/>
            <a:ext cx="175260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입력 Input1: “이 표를 아까 보고서에 넣고, 메일은 보내지 말고 결과를 바탕으로 초안만 만들어.”</a:t>
            </a:r>
          </a:p>
        </p:txBody>
      </p:sp>
      <p:sp>
        <p:nvSpPr>
          <p:cNvPr id="7" name="dp41-comparison / n7 / text 1">
            <a:extLst xmlns:a="http://schemas.openxmlformats.org/drawingml/2006/main">
              <a:ext uri="{FF2B5EF4-FFF2-40B4-BE49-F238E27FC236}">
                <a16:creationId xmlns:a16="http://schemas.microsoft.com/office/drawing/2014/main" id="{046A1E71-9143-45B6-98A8-8C2525506F80}"/>
              </a:ext>
            </a:extLst>
          </p:cNvPr>
          <p:cNvSpPr>
            <a:spLocks xmlns:a="http://schemas.openxmlformats.org/drawingml/2006/main" noGrp="1"/>
          </p:cNvSpPr>
          <p:nvPr/>
        </p:nvSpPr>
        <p:spPr>
          <a:xfrm xmlns:a="http://schemas.openxmlformats.org/drawingml/2006/main">
            <a:off x="381000" y="1609725"/>
            <a:ext cx="17526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18232E"/>
                </a:solidFill>
                <a:latin typeface="Apple SD Gothic Neo"/>
                <a:ea typeface="Apple SD Gothic Neo"/>
                <a:cs typeface="Apple SD Gothic Neo"/>
              </a:defRPr>
            </a:pPr>
            <a:r>
              <a:rPr sz="1425" b="0">
                <a:solidFill>
                  <a:srgbClr val="18232E"/>
                </a:solidFill>
                <a:latin typeface="Apple SD Gothic Neo"/>
                <a:ea typeface="Apple SD Gothic Neo"/>
                <a:cs typeface="Apple SD Gothic Neo"/>
              </a:rPr>
              <a:t>Task1: 예산 보고서 / Task2: 실적 보고서 → “어느 보고서인가요?” → 사용자: “예산 보고서” / 결과: 수정된 보고서 → 메일 초안</a:t>
            </a:r>
          </a:p>
        </p:txBody>
      </p:sp>
      <p:sp>
        <p:nvSpPr>
          <p:cNvPr id="8" name="dp41-comparison / n8">
            <a:extLst xmlns:a="http://schemas.openxmlformats.org/drawingml/2006/main">
              <a:ext uri="{FF2B5EF4-FFF2-40B4-BE49-F238E27FC236}">
                <a16:creationId xmlns:a16="http://schemas.microsoft.com/office/drawing/2014/main" id="{973A13B7-B221-49EF-A61C-2B9BE34EBCC9}"/>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1-comparison / n9 / text 1">
            <a:extLst xmlns:a="http://schemas.openxmlformats.org/drawingml/2006/main">
              <a:ext uri="{FF2B5EF4-FFF2-40B4-BE49-F238E27FC236}">
                <a16:creationId xmlns:a16="http://schemas.microsoft.com/office/drawing/2014/main" id="{7740895B-3CBE-421B-8283-9725B785C014}"/>
              </a:ext>
            </a:extLst>
          </p:cNvPr>
          <p:cNvSpPr>
            <a:spLocks xmlns:a="http://schemas.openxmlformats.org/drawingml/2006/main" noGrp="1"/>
          </p:cNvSpPr>
          <p:nvPr/>
        </p:nvSpPr>
        <p:spPr>
          <a:xfrm xmlns:a="http://schemas.openxmlformats.org/drawingml/2006/main">
            <a:off x="390525" y="1990725"/>
            <a:ext cx="9334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18232E"/>
                </a:solidFill>
                <a:latin typeface="Apple SD Gothic Neo"/>
                <a:ea typeface="Apple SD Gothic Neo"/>
                <a:cs typeface="Apple SD Gothic Neo"/>
              </a:defRPr>
            </a:pPr>
            <a:r>
              <a:rPr sz="1425" b="1">
                <a:solidFill>
                  <a:srgbClr val="18232E"/>
                </a:solidFill>
                <a:latin typeface="Apple SD Gothic Neo"/>
                <a:ea typeface="Apple SD Gothic Neo"/>
                <a:cs typeface="Apple SD Gothic Neo"/>
              </a:rPr>
              <a:t>설계안</a:t>
            </a:r>
          </a:p>
        </p:txBody>
      </p:sp>
      <p:sp>
        <p:nvSpPr>
          <p:cNvPr id="10" name="dp41-comparison / n10 / text 1">
            <a:extLst xmlns:a="http://schemas.openxmlformats.org/drawingml/2006/main">
              <a:ext uri="{FF2B5EF4-FFF2-40B4-BE49-F238E27FC236}">
                <a16:creationId xmlns:a16="http://schemas.microsoft.com/office/drawing/2014/main" id="{6A2401CB-F45B-4351-B603-DBBBD2F35F0E}"/>
              </a:ext>
            </a:extLst>
          </p:cNvPr>
          <p:cNvSpPr>
            <a:spLocks xmlns:a="http://schemas.openxmlformats.org/drawingml/2006/main" noGrp="1"/>
          </p:cNvSpPr>
          <p:nvPr/>
        </p:nvSpPr>
        <p:spPr>
          <a:xfrm xmlns:a="http://schemas.openxmlformats.org/drawingml/2006/main">
            <a:off x="148590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A 모델 주도 해석</a:t>
            </a:r>
          </a:p>
        </p:txBody>
      </p:sp>
      <p:sp>
        <p:nvSpPr>
          <p:cNvPr id="11" name="dp41-comparison / n11 / text 1">
            <a:extLst xmlns:a="http://schemas.openxmlformats.org/drawingml/2006/main">
              <a:ext uri="{FF2B5EF4-FFF2-40B4-BE49-F238E27FC236}">
                <a16:creationId xmlns:a16="http://schemas.microsoft.com/office/drawing/2014/main" id="{7B7D448F-509C-4A84-BF9D-C3FD92786779}"/>
              </a:ext>
            </a:extLst>
          </p:cNvPr>
          <p:cNvSpPr>
            <a:spLocks xmlns:a="http://schemas.openxmlformats.org/drawingml/2006/main" noGrp="1"/>
          </p:cNvSpPr>
          <p:nvPr/>
        </p:nvSpPr>
        <p:spPr>
          <a:xfrm xmlns:a="http://schemas.openxmlformats.org/drawingml/2006/main">
            <a:off x="9772650" y="1952625"/>
            <a:ext cx="7981950" cy="35909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950" b="1">
                <a:solidFill>
                  <a:srgbClr val="18232E"/>
                </a:solidFill>
                <a:latin typeface="Apple SD Gothic Neo"/>
                <a:ea typeface="Apple SD Gothic Neo"/>
                <a:cs typeface="Apple SD Gothic Neo"/>
              </a:defRPr>
            </a:pPr>
            <a:r>
              <a:rPr sz="1950" b="1">
                <a:solidFill>
                  <a:srgbClr val="18232E"/>
                </a:solidFill>
                <a:latin typeface="Apple SD Gothic Neo"/>
                <a:ea typeface="Apple SD Gothic Neo"/>
                <a:cs typeface="Apple SD Gothic Neo"/>
              </a:rPr>
              <a:t>B 모델 요청 틀과 코드 주도 완성</a:t>
            </a:r>
          </a:p>
        </p:txBody>
      </p:sp>
      <p:sp>
        <p:nvSpPr>
          <p:cNvPr id="12" name="dp41-comparison / n12 / path">
            <a:extLst xmlns:a="http://schemas.openxmlformats.org/drawingml/2006/main">
              <a:ext uri="{FF2B5EF4-FFF2-40B4-BE49-F238E27FC236}">
                <a16:creationId xmlns:a16="http://schemas.microsoft.com/office/drawing/2014/main" id="{71F95E07-F0B4-4109-BBA1-4782DBAD58FD}"/>
              </a:ext>
            </a:extLst>
          </p:cNvPr>
          <p:cNvSpPr>
            <a:spLocks xmlns:a="http://schemas.openxmlformats.org/drawingml/2006/main" noGrp="1"/>
          </p:cNvSpPr>
          <p:nvPr/>
        </p:nvSpPr>
        <p:spPr>
          <a:xfrm xmlns:a="http://schemas.openxmlformats.org/drawingml/2006/main">
            <a:off x="9620250" y="1857375"/>
            <a:ext cx="953" cy="6448425"/>
          </a:xfrm>
          <a:custGeom xmlns:a="http://schemas.openxmlformats.org/drawingml/2006/main">
            <a:pathLst>
              <a:path w="953" h="6448425">
                <a:moveTo>
                  <a:pt x="0" y="0"/>
                </a:moveTo>
                <a:lnTo>
                  <a:pt x="0" y="6448425"/>
                </a:lnTo>
              </a:path>
            </a:pathLst>
          </a:custGeom>
          <a:noFill xmlns:a="http://schemas.openxmlformats.org/drawingml/2006/main"/>
          <a:ln xmlns:a="http://schemas.openxmlformats.org/drawingml/2006/main" w="19050">
            <a:solidFill>
              <a:srgbClr val="CDD6DE"/>
            </a:solidFill>
            <a:prstDash val="solid"/>
          </a:ln>
        </p:spPr>
      </p:sp>
      <p:sp>
        <p:nvSpPr>
          <p:cNvPr id="13" name="dp41-comparison / n13 / path">
            <a:extLst xmlns:a="http://schemas.openxmlformats.org/drawingml/2006/main">
              <a:ext uri="{FF2B5EF4-FFF2-40B4-BE49-F238E27FC236}">
                <a16:creationId xmlns:a16="http://schemas.microsoft.com/office/drawing/2014/main" id="{37FB7309-774A-4A06-97C8-6D10B6CBB2B4}"/>
              </a:ext>
            </a:extLst>
          </p:cNvPr>
          <p:cNvSpPr>
            <a:spLocks xmlns:a="http://schemas.openxmlformats.org/drawingml/2006/main" noGrp="1"/>
          </p:cNvSpPr>
          <p:nvPr/>
        </p:nvSpPr>
        <p:spPr>
          <a:xfrm xmlns:a="http://schemas.openxmlformats.org/drawingml/2006/main">
            <a:off x="381000" y="83058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4" name="dp41-comparison / n14 / text 1">
            <a:extLst xmlns:a="http://schemas.openxmlformats.org/drawingml/2006/main">
              <a:ext uri="{FF2B5EF4-FFF2-40B4-BE49-F238E27FC236}">
                <a16:creationId xmlns:a16="http://schemas.microsoft.com/office/drawing/2014/main" id="{29B30385-5EFA-4E0B-8AC6-BF910A74E3D6}"/>
              </a:ext>
            </a:extLst>
          </p:cNvPr>
          <p:cNvSpPr>
            <a:spLocks xmlns:a="http://schemas.openxmlformats.org/drawingml/2006/main" noGrp="1"/>
          </p:cNvSpPr>
          <p:nvPr/>
        </p:nvSpPr>
        <p:spPr>
          <a:xfrm xmlns:a="http://schemas.openxmlformats.org/drawingml/2006/main">
            <a:off x="400050" y="840105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채택: Request Controller의 현재 입력과 정보, 권한 검사 및 저장 성공 후 응답 또는 Task 위임</a:t>
            </a:r>
          </a:p>
        </p:txBody>
      </p:sp>
      <p:sp>
        <p:nvSpPr>
          <p:cNvPr id="15" name="dp41-comparison / n15 / text 1">
            <a:extLst xmlns:a="http://schemas.openxmlformats.org/drawingml/2006/main">
              <a:ext uri="{FF2B5EF4-FFF2-40B4-BE49-F238E27FC236}">
                <a16:creationId xmlns:a16="http://schemas.microsoft.com/office/drawing/2014/main" id="{6CAB7B63-7BCB-4384-9E07-58AE8F97975B}"/>
              </a:ext>
            </a:extLst>
          </p:cNvPr>
          <p:cNvSpPr>
            <a:spLocks xmlns:a="http://schemas.openxmlformats.org/drawingml/2006/main" noGrp="1"/>
          </p:cNvSpPr>
          <p:nvPr/>
        </p:nvSpPr>
        <p:spPr>
          <a:xfrm xmlns:a="http://schemas.openxmlformats.org/drawingml/2006/main">
            <a:off x="400050" y="8639175"/>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반복 종료: 의미 완성, 확인 질문 대기, 실패, 취소, 한도 도달 / 질문을 실제 전달하고 새 답변을 받은 뒤 해석 재개</a:t>
            </a:r>
          </a:p>
        </p:txBody>
      </p:sp>
      <p:sp>
        <p:nvSpPr>
          <p:cNvPr id="16" name="dp41-comparison / n16 / path">
            <a:extLst xmlns:a="http://schemas.openxmlformats.org/drawingml/2006/main">
              <a:ext uri="{FF2B5EF4-FFF2-40B4-BE49-F238E27FC236}">
                <a16:creationId xmlns:a16="http://schemas.microsoft.com/office/drawing/2014/main" id="{38E89F67-7D7D-497F-AEC5-FF1EE69AC617}"/>
              </a:ext>
            </a:extLst>
          </p:cNvPr>
          <p:cNvSpPr>
            <a:spLocks xmlns:a="http://schemas.openxmlformats.org/drawingml/2006/main" noGrp="1"/>
          </p:cNvSpPr>
          <p:nvPr/>
        </p:nvSpPr>
        <p:spPr>
          <a:xfrm xmlns:a="http://schemas.openxmlformats.org/drawingml/2006/main">
            <a:off x="381000" y="89058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7" name="dp41-comparison / n17 / text 1">
            <a:extLst xmlns:a="http://schemas.openxmlformats.org/drawingml/2006/main">
              <a:ext uri="{FF2B5EF4-FFF2-40B4-BE49-F238E27FC236}">
                <a16:creationId xmlns:a16="http://schemas.microsoft.com/office/drawing/2014/main" id="{4C1D8B7C-8CBB-4A20-818D-06B0E4C2FAA4}"/>
              </a:ext>
            </a:extLst>
          </p:cNvPr>
          <p:cNvSpPr>
            <a:spLocks xmlns:a="http://schemas.openxmlformats.org/drawingml/2006/main" noGrp="1"/>
          </p:cNvSpPr>
          <p:nvPr/>
        </p:nvSpPr>
        <p:spPr>
          <a:xfrm xmlns:a="http://schemas.openxmlformats.org/drawingml/2006/main">
            <a:off x="400050" y="898207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정확성 / 지원 범위</a:t>
            </a:r>
          </a:p>
        </p:txBody>
      </p:sp>
      <p:sp>
        <p:nvSpPr>
          <p:cNvPr id="18" name="dp41-comparison / n18 / text 1">
            <a:extLst xmlns:a="http://schemas.openxmlformats.org/drawingml/2006/main">
              <a:ext uri="{FF2B5EF4-FFF2-40B4-BE49-F238E27FC236}">
                <a16:creationId xmlns:a16="http://schemas.microsoft.com/office/drawing/2014/main" id="{E0853E3D-F7A8-496C-906D-8BA93F2898A2}"/>
              </a:ext>
            </a:extLst>
          </p:cNvPr>
          <p:cNvSpPr>
            <a:spLocks xmlns:a="http://schemas.openxmlformats.org/drawingml/2006/main" noGrp="1"/>
          </p:cNvSpPr>
          <p:nvPr/>
        </p:nvSpPr>
        <p:spPr>
          <a:xfrm xmlns:a="http://schemas.openxmlformats.org/drawingml/2006/main">
            <a:off x="2857500" y="898207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열린 의미를 함께 판단 / 검색 누락과 모델 오판 가능</a:t>
            </a:r>
          </a:p>
        </p:txBody>
      </p:sp>
      <p:sp>
        <p:nvSpPr>
          <p:cNvPr id="19" name="dp41-comparison / n19 / text 1">
            <a:extLst xmlns:a="http://schemas.openxmlformats.org/drawingml/2006/main">
              <a:ext uri="{FF2B5EF4-FFF2-40B4-BE49-F238E27FC236}">
                <a16:creationId xmlns:a16="http://schemas.microsoft.com/office/drawing/2014/main" id="{E723AA99-1B72-46B7-94D6-3EE497C9A810}"/>
              </a:ext>
            </a:extLst>
          </p:cNvPr>
          <p:cNvSpPr>
            <a:spLocks xmlns:a="http://schemas.openxmlformats.org/drawingml/2006/main" noGrp="1"/>
          </p:cNvSpPr>
          <p:nvPr/>
        </p:nvSpPr>
        <p:spPr>
          <a:xfrm xmlns:a="http://schemas.openxmlformats.org/drawingml/2006/main">
            <a:off x="10001250" y="898207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지원 관계의 코드 결합 / 틀 오류와 표현 밖 관계의 한계</a:t>
            </a:r>
          </a:p>
        </p:txBody>
      </p:sp>
      <p:sp>
        <p:nvSpPr>
          <p:cNvPr id="20" name="dp41-comparison / n20 / path">
            <a:extLst xmlns:a="http://schemas.openxmlformats.org/drawingml/2006/main">
              <a:ext uri="{FF2B5EF4-FFF2-40B4-BE49-F238E27FC236}">
                <a16:creationId xmlns:a16="http://schemas.microsoft.com/office/drawing/2014/main" id="{7DE76502-82DE-4ABA-A280-3C1F50D13013}"/>
              </a:ext>
            </a:extLst>
          </p:cNvPr>
          <p:cNvSpPr>
            <a:spLocks xmlns:a="http://schemas.openxmlformats.org/drawingml/2006/main" noGrp="1"/>
          </p:cNvSpPr>
          <p:nvPr/>
        </p:nvSpPr>
        <p:spPr>
          <a:xfrm xmlns:a="http://schemas.openxmlformats.org/drawingml/2006/main">
            <a:off x="381000" y="9153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1" name="dp41-comparison / n21 / text 1">
            <a:extLst xmlns:a="http://schemas.openxmlformats.org/drawingml/2006/main">
              <a:ext uri="{FF2B5EF4-FFF2-40B4-BE49-F238E27FC236}">
                <a16:creationId xmlns:a16="http://schemas.microsoft.com/office/drawing/2014/main" id="{F2D6315E-B805-4B04-BA2D-05B9D5635391}"/>
              </a:ext>
            </a:extLst>
          </p:cNvPr>
          <p:cNvSpPr>
            <a:spLocks xmlns:a="http://schemas.openxmlformats.org/drawingml/2006/main" noGrp="1"/>
          </p:cNvSpPr>
          <p:nvPr/>
        </p:nvSpPr>
        <p:spPr>
          <a:xfrm xmlns:a="http://schemas.openxmlformats.org/drawingml/2006/main">
            <a:off x="400050" y="922972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응답성</a:t>
            </a:r>
          </a:p>
        </p:txBody>
      </p:sp>
      <p:sp>
        <p:nvSpPr>
          <p:cNvPr id="22" name="dp41-comparison / n22 / text 1">
            <a:extLst xmlns:a="http://schemas.openxmlformats.org/drawingml/2006/main">
              <a:ext uri="{FF2B5EF4-FFF2-40B4-BE49-F238E27FC236}">
                <a16:creationId xmlns:a16="http://schemas.microsoft.com/office/drawing/2014/main" id="{CFD25413-69C1-4899-AEFF-1C2AF7804BBA}"/>
              </a:ext>
            </a:extLst>
          </p:cNvPr>
          <p:cNvSpPr>
            <a:spLocks xmlns:a="http://schemas.openxmlformats.org/drawingml/2006/main" noGrp="1"/>
          </p:cNvSpPr>
          <p:nvPr/>
        </p:nvSpPr>
        <p:spPr>
          <a:xfrm xmlns:a="http://schemas.openxmlformats.org/drawingml/2006/main">
            <a:off x="2857500" y="922972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조회 후 재판단마다 클라우드 왕복 / 부분 수정 허용</a:t>
            </a:r>
          </a:p>
        </p:txBody>
      </p:sp>
      <p:sp>
        <p:nvSpPr>
          <p:cNvPr id="23" name="dp41-comparison / n23 / text 1">
            <a:extLst xmlns:a="http://schemas.openxmlformats.org/drawingml/2006/main">
              <a:ext uri="{FF2B5EF4-FFF2-40B4-BE49-F238E27FC236}">
                <a16:creationId xmlns:a16="http://schemas.microsoft.com/office/drawing/2014/main" id="{D0EA0566-9F56-4505-8B3C-F5E8B8D55DD9}"/>
              </a:ext>
            </a:extLst>
          </p:cNvPr>
          <p:cNvSpPr>
            <a:spLocks xmlns:a="http://schemas.openxmlformats.org/drawingml/2006/main" noGrp="1"/>
          </p:cNvSpPr>
          <p:nvPr/>
        </p:nvSpPr>
        <p:spPr>
          <a:xfrm xmlns:a="http://schemas.openxmlformats.org/drawingml/2006/main">
            <a:off x="10001250" y="922972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지원 틀이 충분하면 재판단 축소 / 추가 해석과 질문 대기</a:t>
            </a:r>
          </a:p>
        </p:txBody>
      </p:sp>
      <p:sp>
        <p:nvSpPr>
          <p:cNvPr id="24" name="dp41-comparison / n24 / path">
            <a:extLst xmlns:a="http://schemas.openxmlformats.org/drawingml/2006/main">
              <a:ext uri="{FF2B5EF4-FFF2-40B4-BE49-F238E27FC236}">
                <a16:creationId xmlns:a16="http://schemas.microsoft.com/office/drawing/2014/main" id="{754FB666-E60F-4EC9-8D30-76E2FEC430B2}"/>
              </a:ext>
            </a:extLst>
          </p:cNvPr>
          <p:cNvSpPr>
            <a:spLocks xmlns:a="http://schemas.openxmlformats.org/drawingml/2006/main" noGrp="1"/>
          </p:cNvSpPr>
          <p:nvPr/>
        </p:nvSpPr>
        <p:spPr>
          <a:xfrm xmlns:a="http://schemas.openxmlformats.org/drawingml/2006/main">
            <a:off x="381000" y="94011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5" name="dp41-comparison / n25 / text 1">
            <a:extLst xmlns:a="http://schemas.openxmlformats.org/drawingml/2006/main">
              <a:ext uri="{FF2B5EF4-FFF2-40B4-BE49-F238E27FC236}">
                <a16:creationId xmlns:a16="http://schemas.microsoft.com/office/drawing/2014/main" id="{4BFAE2DC-BBAC-46D3-ACE0-7FE9B105A61C}"/>
              </a:ext>
            </a:extLst>
          </p:cNvPr>
          <p:cNvSpPr>
            <a:spLocks xmlns:a="http://schemas.openxmlformats.org/drawingml/2006/main" noGrp="1"/>
          </p:cNvSpPr>
          <p:nvPr/>
        </p:nvSpPr>
        <p:spPr>
          <a:xfrm xmlns:a="http://schemas.openxmlformats.org/drawingml/2006/main">
            <a:off x="400050" y="947737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모델 호출 비용</a:t>
            </a:r>
          </a:p>
        </p:txBody>
      </p:sp>
      <p:sp>
        <p:nvSpPr>
          <p:cNvPr id="26" name="dp41-comparison / n26 / text 1">
            <a:extLst xmlns:a="http://schemas.openxmlformats.org/drawingml/2006/main">
              <a:ext uri="{FF2B5EF4-FFF2-40B4-BE49-F238E27FC236}">
                <a16:creationId xmlns:a16="http://schemas.microsoft.com/office/drawing/2014/main" id="{71421298-AF9D-4CDB-A329-BA2019A66EA2}"/>
              </a:ext>
            </a:extLst>
          </p:cNvPr>
          <p:cNvSpPr>
            <a:spLocks xmlns:a="http://schemas.openxmlformats.org/drawingml/2006/main" noGrp="1"/>
          </p:cNvSpPr>
          <p:nvPr/>
        </p:nvSpPr>
        <p:spPr>
          <a:xfrm xmlns:a="http://schemas.openxmlformats.org/drawingml/2006/main">
            <a:off x="2857500" y="947737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반복 해석과 긴 Context가 비용 증가 요인</a:t>
            </a:r>
          </a:p>
        </p:txBody>
      </p:sp>
      <p:sp>
        <p:nvSpPr>
          <p:cNvPr id="27" name="dp41-comparison / n27 / text 1">
            <a:extLst xmlns:a="http://schemas.openxmlformats.org/drawingml/2006/main">
              <a:ext uri="{FF2B5EF4-FFF2-40B4-BE49-F238E27FC236}">
                <a16:creationId xmlns:a16="http://schemas.microsoft.com/office/drawing/2014/main" id="{D83BF4FB-39F4-41E9-B812-02EDF769617B}"/>
              </a:ext>
            </a:extLst>
          </p:cNvPr>
          <p:cNvSpPr>
            <a:spLocks xmlns:a="http://schemas.openxmlformats.org/drawingml/2006/main" noGrp="1"/>
          </p:cNvSpPr>
          <p:nvPr/>
        </p:nvSpPr>
        <p:spPr>
          <a:xfrm xmlns:a="http://schemas.openxmlformats.org/drawingml/2006/main">
            <a:off x="10001250" y="947737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초기 틀 + 필요한 부분 해석 / 항상 1회라는 전제 없음</a:t>
            </a:r>
          </a:p>
        </p:txBody>
      </p:sp>
      <p:sp>
        <p:nvSpPr>
          <p:cNvPr id="28" name="dp41-comparison / n28 / path">
            <a:extLst xmlns:a="http://schemas.openxmlformats.org/drawingml/2006/main">
              <a:ext uri="{FF2B5EF4-FFF2-40B4-BE49-F238E27FC236}">
                <a16:creationId xmlns:a16="http://schemas.microsoft.com/office/drawing/2014/main" id="{9D8594E3-8AB5-4ED7-8381-5B0416D1EFD8}"/>
              </a:ext>
            </a:extLst>
          </p:cNvPr>
          <p:cNvSpPr>
            <a:spLocks xmlns:a="http://schemas.openxmlformats.org/drawingml/2006/main" noGrp="1"/>
          </p:cNvSpPr>
          <p:nvPr/>
        </p:nvSpPr>
        <p:spPr>
          <a:xfrm xmlns:a="http://schemas.openxmlformats.org/drawingml/2006/main">
            <a:off x="381000" y="96488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9" name="dp41-comparison / n29 / text 1">
            <a:extLst xmlns:a="http://schemas.openxmlformats.org/drawingml/2006/main">
              <a:ext uri="{FF2B5EF4-FFF2-40B4-BE49-F238E27FC236}">
                <a16:creationId xmlns:a16="http://schemas.microsoft.com/office/drawing/2014/main" id="{CCD09409-D832-41F0-A005-23C45528F187}"/>
              </a:ext>
            </a:extLst>
          </p:cNvPr>
          <p:cNvSpPr>
            <a:spLocks xmlns:a="http://schemas.openxmlformats.org/drawingml/2006/main" noGrp="1"/>
          </p:cNvSpPr>
          <p:nvPr/>
        </p:nvSpPr>
        <p:spPr>
          <a:xfrm xmlns:a="http://schemas.openxmlformats.org/drawingml/2006/main">
            <a:off x="400050" y="9725025"/>
            <a:ext cx="23336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1">
                <a:solidFill>
                  <a:srgbClr val="18232E"/>
                </a:solidFill>
                <a:latin typeface="Apple SD Gothic Neo"/>
                <a:ea typeface="Apple SD Gothic Neo"/>
                <a:cs typeface="Apple SD Gothic Neo"/>
              </a:defRPr>
            </a:pPr>
            <a:r>
              <a:rPr sz="1275" b="1">
                <a:solidFill>
                  <a:srgbClr val="18232E"/>
                </a:solidFill>
                <a:latin typeface="Apple SD Gothic Neo"/>
                <a:ea typeface="Apple SD Gothic Neo"/>
                <a:cs typeface="Apple SD Gothic Neo"/>
              </a:rPr>
              <a:t>변경 용이성</a:t>
            </a:r>
          </a:p>
        </p:txBody>
      </p:sp>
      <p:sp>
        <p:nvSpPr>
          <p:cNvPr id="30" name="dp41-comparison / n30 / text 1">
            <a:extLst xmlns:a="http://schemas.openxmlformats.org/drawingml/2006/main">
              <a:ext uri="{FF2B5EF4-FFF2-40B4-BE49-F238E27FC236}">
                <a16:creationId xmlns:a16="http://schemas.microsoft.com/office/drawing/2014/main" id="{9544E0A1-38D9-492C-A3AD-538BDA64BD7E}"/>
              </a:ext>
            </a:extLst>
          </p:cNvPr>
          <p:cNvSpPr>
            <a:spLocks xmlns:a="http://schemas.openxmlformats.org/drawingml/2006/main" noGrp="1"/>
          </p:cNvSpPr>
          <p:nvPr/>
        </p:nvSpPr>
        <p:spPr>
          <a:xfrm xmlns:a="http://schemas.openxmlformats.org/drawingml/2006/main">
            <a:off x="2857500" y="9725025"/>
            <a:ext cx="6858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새 관계는 모델 지침/조회 도구 변경 가능</a:t>
            </a:r>
          </a:p>
        </p:txBody>
      </p:sp>
      <p:sp>
        <p:nvSpPr>
          <p:cNvPr id="31" name="dp41-comparison / n31 / text 1">
            <a:extLst xmlns:a="http://schemas.openxmlformats.org/drawingml/2006/main">
              <a:ext uri="{FF2B5EF4-FFF2-40B4-BE49-F238E27FC236}">
                <a16:creationId xmlns:a16="http://schemas.microsoft.com/office/drawing/2014/main" id="{6E7988FB-8CE8-4048-839A-3724DA59CB82}"/>
              </a:ext>
            </a:extLst>
          </p:cNvPr>
          <p:cNvSpPr>
            <a:spLocks xmlns:a="http://schemas.openxmlformats.org/drawingml/2006/main" noGrp="1"/>
          </p:cNvSpPr>
          <p:nvPr/>
        </p:nvSpPr>
        <p:spPr>
          <a:xfrm xmlns:a="http://schemas.openxmlformats.org/drawingml/2006/main">
            <a:off x="10001250" y="9725025"/>
            <a:ext cx="78105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요청 틀과 코드 규칙 확장 / 기존 지원 관계는 코드 제어</a:t>
            </a:r>
          </a:p>
        </p:txBody>
      </p:sp>
      <p:sp>
        <p:nvSpPr>
          <p:cNvPr id="32" name="dp41-comparison / n32 / text 1">
            <a:extLst xmlns:a="http://schemas.openxmlformats.org/drawingml/2006/main">
              <a:ext uri="{FF2B5EF4-FFF2-40B4-BE49-F238E27FC236}">
                <a16:creationId xmlns:a16="http://schemas.microsoft.com/office/drawing/2014/main" id="{2DD2E78E-B9E2-4FA5-A26E-B90B0B981EDD}"/>
              </a:ext>
            </a:extLst>
          </p:cNvPr>
          <p:cNvSpPr>
            <a:spLocks xmlns:a="http://schemas.openxmlformats.org/drawingml/2006/main" noGrp="1"/>
          </p:cNvSpPr>
          <p:nvPr/>
        </p:nvSpPr>
        <p:spPr>
          <a:xfrm xmlns:a="http://schemas.openxmlformats.org/drawingml/2006/main">
            <a:off x="381000" y="10029825"/>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미선정 / 미측정 / A도 구조화 출력과 부분 수정 가능 / B도 조건부 추가 모델 호출 가능 / 코드 결합은 의미 정답 보증이 아님</a:t>
            </a:r>
          </a:p>
        </p:txBody>
      </p:sp>
      <p:sp>
        <p:nvSpPr>
          <p:cNvPr id="33" name="dp41-comparison / n33">
            <a:extLst xmlns:a="http://schemas.openxmlformats.org/drawingml/2006/main">
              <a:ext uri="{FF2B5EF4-FFF2-40B4-BE49-F238E27FC236}">
                <a16:creationId xmlns:a16="http://schemas.microsoft.com/office/drawing/2014/main" id="{92273DE2-B5FF-4E5A-918E-6313F3238361}"/>
              </a:ext>
            </a:extLst>
          </p:cNvPr>
          <p:cNvSpPr>
            <a:spLocks xmlns:a="http://schemas.openxmlformats.org/drawingml/2006/main" noGrp="1"/>
          </p:cNvSpPr>
          <p:nvPr/>
        </p:nvSpPr>
        <p:spPr>
          <a:xfrm xmlns:a="http://schemas.openxmlformats.org/drawingml/2006/main">
            <a:off x="447675" y="3257550"/>
            <a:ext cx="819150" cy="50006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1-comparison / n34 / text 1">
            <a:extLst xmlns:a="http://schemas.openxmlformats.org/drawingml/2006/main">
              <a:ext uri="{FF2B5EF4-FFF2-40B4-BE49-F238E27FC236}">
                <a16:creationId xmlns:a16="http://schemas.microsoft.com/office/drawing/2014/main" id="{6962B764-9ACD-43DD-AE77-7595EA5EF87E}"/>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1-comparison / n35">
            <a:extLst xmlns:a="http://schemas.openxmlformats.org/drawingml/2006/main">
              <a:ext uri="{FF2B5EF4-FFF2-40B4-BE49-F238E27FC236}">
                <a16:creationId xmlns:a16="http://schemas.microsoft.com/office/drawing/2014/main" id="{82064829-4E43-4160-8F4F-A1065F06005D}"/>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1-comparison / n36 / text 1">
            <a:extLst xmlns:a="http://schemas.openxmlformats.org/drawingml/2006/main">
              <a:ext uri="{FF2B5EF4-FFF2-40B4-BE49-F238E27FC236}">
                <a16:creationId xmlns:a16="http://schemas.microsoft.com/office/drawing/2014/main" id="{0D25AD4F-B217-41BC-BC2D-13AAC3E69B4E}"/>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1-comparison / n37 / text 1">
            <a:extLst xmlns:a="http://schemas.openxmlformats.org/drawingml/2006/main">
              <a:ext uri="{FF2B5EF4-FFF2-40B4-BE49-F238E27FC236}">
                <a16:creationId xmlns:a16="http://schemas.microsoft.com/office/drawing/2014/main" id="{42F434CB-EEDA-418F-808F-A4328D67582B}"/>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1-comparison / n38">
            <a:extLst xmlns:a="http://schemas.openxmlformats.org/drawingml/2006/main">
              <a:ext uri="{FF2B5EF4-FFF2-40B4-BE49-F238E27FC236}">
                <a16:creationId xmlns:a16="http://schemas.microsoft.com/office/drawing/2014/main" id="{373933B6-4823-4636-9068-098C7811A35B}"/>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1-comparison / n39 / text 1">
            <a:extLst xmlns:a="http://schemas.openxmlformats.org/drawingml/2006/main">
              <a:ext uri="{FF2B5EF4-FFF2-40B4-BE49-F238E27FC236}">
                <a16:creationId xmlns:a16="http://schemas.microsoft.com/office/drawing/2014/main" id="{9E238197-EE4E-420B-96A3-15ADA1FFD96C}"/>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1-comparison / n40 / text 1">
            <a:extLst xmlns:a="http://schemas.openxmlformats.org/drawingml/2006/main">
              <a:ext uri="{FF2B5EF4-FFF2-40B4-BE49-F238E27FC236}">
                <a16:creationId xmlns:a16="http://schemas.microsoft.com/office/drawing/2014/main" id="{D9D5C9C1-1396-4221-8B2C-2ED4F2274A36}"/>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1-comparison / n41">
            <a:extLst xmlns:a="http://schemas.openxmlformats.org/drawingml/2006/main">
              <a:ext uri="{FF2B5EF4-FFF2-40B4-BE49-F238E27FC236}">
                <a16:creationId xmlns:a16="http://schemas.microsoft.com/office/drawing/2014/main" id="{50108A09-0A36-4705-856F-B6BC4DB5832D}"/>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1-comparison / n41 / fold">
            <a:extLst xmlns:a="http://schemas.openxmlformats.org/drawingml/2006/main">
              <a:ext uri="{FF2B5EF4-FFF2-40B4-BE49-F238E27FC236}">
                <a16:creationId xmlns:a16="http://schemas.microsoft.com/office/drawing/2014/main" id="{4DF9D00A-4F3B-4965-8E0A-0B7E921D5ED6}"/>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1-comparison / n42 / text 1">
            <a:extLst xmlns:a="http://schemas.openxmlformats.org/drawingml/2006/main">
              <a:ext uri="{FF2B5EF4-FFF2-40B4-BE49-F238E27FC236}">
                <a16:creationId xmlns:a16="http://schemas.microsoft.com/office/drawing/2014/main" id="{27302138-2078-48FA-B4D1-E507399F3EF7}"/>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1-comparison / n43 / text 1">
            <a:extLst xmlns:a="http://schemas.openxmlformats.org/drawingml/2006/main">
              <a:ext uri="{FF2B5EF4-FFF2-40B4-BE49-F238E27FC236}">
                <a16:creationId xmlns:a16="http://schemas.microsoft.com/office/drawing/2014/main" id="{B48FC52D-2886-4F1A-B0BE-01CAF1027F74}"/>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1-comparison / n44">
            <a:extLst xmlns:a="http://schemas.openxmlformats.org/drawingml/2006/main">
              <a:ext uri="{FF2B5EF4-FFF2-40B4-BE49-F238E27FC236}">
                <a16:creationId xmlns:a16="http://schemas.microsoft.com/office/drawing/2014/main" id="{994B1111-BC18-45F0-970E-ED24A8205625}"/>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46" name="dp41-comparison / n45 / text 1">
            <a:extLst xmlns:a="http://schemas.openxmlformats.org/drawingml/2006/main">
              <a:ext uri="{FF2B5EF4-FFF2-40B4-BE49-F238E27FC236}">
                <a16:creationId xmlns:a16="http://schemas.microsoft.com/office/drawing/2014/main" id="{815CB5E7-08EC-45EA-BCE1-59C9124280EF}"/>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LLM</a:t>
            </a:r>
          </a:p>
        </p:txBody>
      </p:sp>
      <p:sp>
        <p:nvSpPr>
          <p:cNvPr id="47" name="dp41-comparison / n46 / text 1">
            <a:extLst xmlns:a="http://schemas.openxmlformats.org/drawingml/2006/main">
              <a:ext uri="{FF2B5EF4-FFF2-40B4-BE49-F238E27FC236}">
                <a16:creationId xmlns:a16="http://schemas.microsoft.com/office/drawing/2014/main" id="{F01AF6A3-D414-470C-B716-3010B3183DF4}"/>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외부 모델</a:t>
            </a:r>
          </a:p>
        </p:txBody>
      </p:sp>
      <p:sp>
        <p:nvSpPr>
          <p:cNvPr id="48" name="dp41-comparison / n47">
            <a:extLst xmlns:a="http://schemas.openxmlformats.org/drawingml/2006/main">
              <a:ext uri="{FF2B5EF4-FFF2-40B4-BE49-F238E27FC236}">
                <a16:creationId xmlns:a16="http://schemas.microsoft.com/office/drawing/2014/main" id="{99A147B0-6569-4AC4-887B-3B54CA681CF3}"/>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1-comparison / n48 / text 1">
            <a:extLst xmlns:a="http://schemas.openxmlformats.org/drawingml/2006/main">
              <a:ext uri="{FF2B5EF4-FFF2-40B4-BE49-F238E27FC236}">
                <a16:creationId xmlns:a16="http://schemas.microsoft.com/office/drawing/2014/main" id="{7261E555-560D-47DA-AADD-68D0A1E21CCF}"/>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1-comparison / n49 / text 1">
            <a:extLst xmlns:a="http://schemas.openxmlformats.org/drawingml/2006/main">
              <a:ext uri="{FF2B5EF4-FFF2-40B4-BE49-F238E27FC236}">
                <a16:creationId xmlns:a16="http://schemas.microsoft.com/office/drawing/2014/main" id="{FB3149C5-FDE3-437C-85F1-A549A776F18D}"/>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1-comparison / n50">
            <a:extLst xmlns:a="http://schemas.openxmlformats.org/drawingml/2006/main">
              <a:ext uri="{FF2B5EF4-FFF2-40B4-BE49-F238E27FC236}">
                <a16:creationId xmlns:a16="http://schemas.microsoft.com/office/drawing/2014/main" id="{422AFBA7-B008-4433-8174-23AC37E40EEA}"/>
              </a:ext>
            </a:extLst>
          </p:cNvPr>
          <p:cNvSpPr>
            <a:spLocks xmlns:a="http://schemas.openxmlformats.org/drawingml/2006/main" noGrp="1"/>
          </p:cNvSpPr>
          <p:nvPr/>
        </p:nvSpPr>
        <p:spPr>
          <a:xfrm xmlns:a="http://schemas.openxmlformats.org/drawingml/2006/main">
            <a:off x="504825" y="6362700"/>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52" name="dp41-comparison / n51 / text 1">
            <a:extLst xmlns:a="http://schemas.openxmlformats.org/drawingml/2006/main">
              <a:ext uri="{FF2B5EF4-FFF2-40B4-BE49-F238E27FC236}">
                <a16:creationId xmlns:a16="http://schemas.microsoft.com/office/drawing/2014/main" id="{F71B4A6A-1CE6-4B3D-85E6-D8030FB38850}"/>
              </a:ext>
            </a:extLst>
          </p:cNvPr>
          <p:cNvSpPr>
            <a:spLocks xmlns:a="http://schemas.openxmlformats.org/drawingml/2006/main" noGrp="1"/>
          </p:cNvSpPr>
          <p:nvPr/>
        </p:nvSpPr>
        <p:spPr>
          <a:xfrm xmlns:a="http://schemas.openxmlformats.org/drawingml/2006/main">
            <a:off x="590550" y="647700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State</a:t>
            </a:r>
          </a:p>
        </p:txBody>
      </p:sp>
      <p:sp>
        <p:nvSpPr>
          <p:cNvPr id="53" name="dp41-comparison / n52 / text 1">
            <a:extLst xmlns:a="http://schemas.openxmlformats.org/drawingml/2006/main">
              <a:ext uri="{FF2B5EF4-FFF2-40B4-BE49-F238E27FC236}">
                <a16:creationId xmlns:a16="http://schemas.microsoft.com/office/drawing/2014/main" id="{FF31C0EF-449B-47C1-8824-67E0EDB995FC}"/>
              </a:ext>
            </a:extLst>
          </p:cNvPr>
          <p:cNvSpPr>
            <a:spLocks xmlns:a="http://schemas.openxmlformats.org/drawingml/2006/main" noGrp="1"/>
          </p:cNvSpPr>
          <p:nvPr/>
        </p:nvSpPr>
        <p:spPr>
          <a:xfrm xmlns:a="http://schemas.openxmlformats.org/drawingml/2006/main">
            <a:off x="514350" y="66579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소유 상태</a:t>
            </a:r>
          </a:p>
        </p:txBody>
      </p:sp>
      <p:sp>
        <p:nvSpPr>
          <p:cNvPr id="54" name="dp41-comparison / n53 / path">
            <a:extLst xmlns:a="http://schemas.openxmlformats.org/drawingml/2006/main">
              <a:ext uri="{FF2B5EF4-FFF2-40B4-BE49-F238E27FC236}">
                <a16:creationId xmlns:a16="http://schemas.microsoft.com/office/drawing/2014/main" id="{FC28321D-B5B7-4C7C-BBA9-9673FFA7420C}"/>
              </a:ext>
            </a:extLst>
          </p:cNvPr>
          <p:cNvSpPr>
            <a:spLocks xmlns:a="http://schemas.openxmlformats.org/drawingml/2006/main" noGrp="1"/>
          </p:cNvSpPr>
          <p:nvPr/>
        </p:nvSpPr>
        <p:spPr>
          <a:xfrm xmlns:a="http://schemas.openxmlformats.org/drawingml/2006/main">
            <a:off x="514350" y="693420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5" name="dp41-comparison / n53 / arrow">
            <a:extLst xmlns:a="http://schemas.openxmlformats.org/drawingml/2006/main">
              <a:ext uri="{FF2B5EF4-FFF2-40B4-BE49-F238E27FC236}">
                <a16:creationId xmlns:a16="http://schemas.microsoft.com/office/drawing/2014/main" id="{17C5317B-BFB0-43B3-A784-E7E567D71FBA}"/>
              </a:ext>
            </a:extLst>
          </p:cNvPr>
          <p:cNvSpPr>
            <a:spLocks xmlns:a="http://schemas.openxmlformats.org/drawingml/2006/main" noGrp="1"/>
          </p:cNvSpPr>
          <p:nvPr/>
        </p:nvSpPr>
        <p:spPr>
          <a:xfrm xmlns:a="http://schemas.openxmlformats.org/drawingml/2006/main">
            <a:off x="837819" y="69006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1-comparison / n54 / text 1">
            <a:extLst xmlns:a="http://schemas.openxmlformats.org/drawingml/2006/main">
              <a:ext uri="{FF2B5EF4-FFF2-40B4-BE49-F238E27FC236}">
                <a16:creationId xmlns:a16="http://schemas.microsoft.com/office/drawing/2014/main" id="{C1D80B16-F6C5-4532-9BAE-278E25B2C9DF}"/>
              </a:ext>
            </a:extLst>
          </p:cNvPr>
          <p:cNvSpPr>
            <a:spLocks xmlns:a="http://schemas.openxmlformats.org/drawingml/2006/main" noGrp="1"/>
          </p:cNvSpPr>
          <p:nvPr/>
        </p:nvSpPr>
        <p:spPr>
          <a:xfrm xmlns:a="http://schemas.openxmlformats.org/drawingml/2006/main">
            <a:off x="962025" y="686752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7" name="dp41-comparison / n55 / path">
            <a:extLst xmlns:a="http://schemas.openxmlformats.org/drawingml/2006/main">
              <a:ext uri="{FF2B5EF4-FFF2-40B4-BE49-F238E27FC236}">
                <a16:creationId xmlns:a16="http://schemas.microsoft.com/office/drawing/2014/main" id="{07552744-7B5F-4943-B0EA-392FCEBA1954}"/>
              </a:ext>
            </a:extLst>
          </p:cNvPr>
          <p:cNvSpPr>
            <a:spLocks xmlns:a="http://schemas.openxmlformats.org/drawingml/2006/main" noGrp="1"/>
          </p:cNvSpPr>
          <p:nvPr/>
        </p:nvSpPr>
        <p:spPr>
          <a:xfrm xmlns:a="http://schemas.openxmlformats.org/drawingml/2006/main">
            <a:off x="514350" y="713422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8" name="dp41-comparison / n55 / arrow">
            <a:extLst xmlns:a="http://schemas.openxmlformats.org/drawingml/2006/main">
              <a:ext uri="{FF2B5EF4-FFF2-40B4-BE49-F238E27FC236}">
                <a16:creationId xmlns:a16="http://schemas.microsoft.com/office/drawing/2014/main" id="{C16BDE43-F6A8-4A92-BD74-23B8D32919BE}"/>
              </a:ext>
            </a:extLst>
          </p:cNvPr>
          <p:cNvSpPr>
            <a:spLocks xmlns:a="http://schemas.openxmlformats.org/drawingml/2006/main" noGrp="1"/>
          </p:cNvSpPr>
          <p:nvPr/>
        </p:nvSpPr>
        <p:spPr>
          <a:xfrm xmlns:a="http://schemas.openxmlformats.org/drawingml/2006/main">
            <a:off x="837819" y="7100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9" name="dp41-comparison / n56 / text 1">
            <a:extLst xmlns:a="http://schemas.openxmlformats.org/drawingml/2006/main">
              <a:ext uri="{FF2B5EF4-FFF2-40B4-BE49-F238E27FC236}">
                <a16:creationId xmlns:a16="http://schemas.microsoft.com/office/drawing/2014/main" id="{E9AF361B-B508-40F2-9B6E-AC47C83DADFD}"/>
              </a:ext>
            </a:extLst>
          </p:cNvPr>
          <p:cNvSpPr>
            <a:spLocks xmlns:a="http://schemas.openxmlformats.org/drawingml/2006/main" noGrp="1"/>
          </p:cNvSpPr>
          <p:nvPr/>
        </p:nvSpPr>
        <p:spPr>
          <a:xfrm xmlns:a="http://schemas.openxmlformats.org/drawingml/2006/main">
            <a:off x="962025" y="706755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0" name="dp41-comparison / n57 / text 1">
            <a:extLst xmlns:a="http://schemas.openxmlformats.org/drawingml/2006/main">
              <a:ext uri="{FF2B5EF4-FFF2-40B4-BE49-F238E27FC236}">
                <a16:creationId xmlns:a16="http://schemas.microsoft.com/office/drawing/2014/main" id="{109B3782-13F5-4BC1-89B7-E34B90C7230C}"/>
              </a:ext>
            </a:extLst>
          </p:cNvPr>
          <p:cNvSpPr>
            <a:spLocks xmlns:a="http://schemas.openxmlformats.org/drawingml/2006/main" noGrp="1"/>
          </p:cNvSpPr>
          <p:nvPr/>
        </p:nvSpPr>
        <p:spPr>
          <a:xfrm xmlns:a="http://schemas.openxmlformats.org/drawingml/2006/main">
            <a:off x="514350" y="73818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아래: 순서도</a:t>
            </a:r>
          </a:p>
        </p:txBody>
      </p:sp>
      <p:sp>
        <p:nvSpPr>
          <p:cNvPr id="61" name="dp41-comparison / n58">
            <a:extLst xmlns:a="http://schemas.openxmlformats.org/drawingml/2006/main">
              <a:ext uri="{FF2B5EF4-FFF2-40B4-BE49-F238E27FC236}">
                <a16:creationId xmlns:a16="http://schemas.microsoft.com/office/drawing/2014/main" id="{8B5CE5E5-2056-413A-8A10-54C480EDB38B}"/>
              </a:ext>
            </a:extLst>
          </p:cNvPr>
          <p:cNvSpPr>
            <a:spLocks xmlns:a="http://schemas.openxmlformats.org/drawingml/2006/main" noGrp="1"/>
          </p:cNvSpPr>
          <p:nvPr/>
        </p:nvSpPr>
        <p:spPr>
          <a:xfrm xmlns:a="http://schemas.openxmlformats.org/drawingml/2006/main">
            <a:off x="504825" y="7591425"/>
            <a:ext cx="285750" cy="1714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1-comparison / n59 / text 1">
            <a:extLst xmlns:a="http://schemas.openxmlformats.org/drawingml/2006/main">
              <a:ext uri="{FF2B5EF4-FFF2-40B4-BE49-F238E27FC236}">
                <a16:creationId xmlns:a16="http://schemas.microsoft.com/office/drawing/2014/main" id="{98F0E030-D444-4940-93F7-0F9E6BFEC889}"/>
              </a:ext>
            </a:extLst>
          </p:cNvPr>
          <p:cNvSpPr>
            <a:spLocks xmlns:a="http://schemas.openxmlformats.org/drawingml/2006/main" noGrp="1"/>
          </p:cNvSpPr>
          <p:nvPr/>
        </p:nvSpPr>
        <p:spPr>
          <a:xfrm xmlns:a="http://schemas.openxmlformats.org/drawingml/2006/main">
            <a:off x="590550" y="7615238"/>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3" name="dp41-comparison / n60 / text 1">
            <a:extLst xmlns:a="http://schemas.openxmlformats.org/drawingml/2006/main">
              <a:ext uri="{FF2B5EF4-FFF2-40B4-BE49-F238E27FC236}">
                <a16:creationId xmlns:a16="http://schemas.microsoft.com/office/drawing/2014/main" id="{8C4241AD-5C13-4D6F-9B0E-1D96D33E18AB}"/>
              </a:ext>
            </a:extLst>
          </p:cNvPr>
          <p:cNvSpPr>
            <a:spLocks xmlns:a="http://schemas.openxmlformats.org/drawingml/2006/main" noGrp="1"/>
          </p:cNvSpPr>
          <p:nvPr/>
        </p:nvSpPr>
        <p:spPr>
          <a:xfrm xmlns:a="http://schemas.openxmlformats.org/drawingml/2006/main">
            <a:off x="847725" y="7620000"/>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동작</a:t>
            </a:r>
          </a:p>
        </p:txBody>
      </p:sp>
      <p:sp>
        <p:nvSpPr>
          <p:cNvPr id="64" name="dp41-comparison / n61">
            <a:extLst xmlns:a="http://schemas.openxmlformats.org/drawingml/2006/main">
              <a:ext uri="{FF2B5EF4-FFF2-40B4-BE49-F238E27FC236}">
                <a16:creationId xmlns:a16="http://schemas.microsoft.com/office/drawing/2014/main" id="{51A742C6-8193-44AE-8D2B-3D34EA0B12F6}"/>
              </a:ext>
            </a:extLst>
          </p:cNvPr>
          <p:cNvSpPr>
            <a:spLocks xmlns:a="http://schemas.openxmlformats.org/drawingml/2006/main" noGrp="1"/>
          </p:cNvSpPr>
          <p:nvPr/>
        </p:nvSpPr>
        <p:spPr>
          <a:xfrm xmlns:a="http://schemas.openxmlformats.org/drawingml/2006/main">
            <a:off x="504825" y="7905750"/>
            <a:ext cx="285750" cy="1714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65" name="dp41-comparison / n62 / text 1">
            <a:extLst xmlns:a="http://schemas.openxmlformats.org/drawingml/2006/main">
              <a:ext uri="{FF2B5EF4-FFF2-40B4-BE49-F238E27FC236}">
                <a16:creationId xmlns:a16="http://schemas.microsoft.com/office/drawing/2014/main" id="{1DEAC4CC-F3F2-4369-8065-879393651D26}"/>
              </a:ext>
            </a:extLst>
          </p:cNvPr>
          <p:cNvSpPr>
            <a:spLocks xmlns:a="http://schemas.openxmlformats.org/drawingml/2006/main" noGrp="1"/>
          </p:cNvSpPr>
          <p:nvPr/>
        </p:nvSpPr>
        <p:spPr>
          <a:xfrm xmlns:a="http://schemas.openxmlformats.org/drawingml/2006/main">
            <a:off x="590550" y="7929563"/>
            <a:ext cx="1143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r>
              <a:t/>
            </a:r>
          </a:p>
        </p:txBody>
      </p:sp>
      <p:sp>
        <p:nvSpPr>
          <p:cNvPr id="66" name="dp41-comparison / n63 / text 1">
            <a:extLst xmlns:a="http://schemas.openxmlformats.org/drawingml/2006/main">
              <a:ext uri="{FF2B5EF4-FFF2-40B4-BE49-F238E27FC236}">
                <a16:creationId xmlns:a16="http://schemas.microsoft.com/office/drawing/2014/main" id="{591B9487-E545-4D1E-96CD-CD412BB215EC}"/>
              </a:ext>
            </a:extLst>
          </p:cNvPr>
          <p:cNvSpPr>
            <a:spLocks xmlns:a="http://schemas.openxmlformats.org/drawingml/2006/main" noGrp="1"/>
          </p:cNvSpPr>
          <p:nvPr/>
        </p:nvSpPr>
        <p:spPr>
          <a:xfrm xmlns:a="http://schemas.openxmlformats.org/drawingml/2006/main">
            <a:off x="847725" y="7934325"/>
            <a:ext cx="333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분기</a:t>
            </a:r>
          </a:p>
        </p:txBody>
      </p:sp>
      <p:sp>
        <p:nvSpPr>
          <p:cNvPr id="67" name="dp41-comparison / n66">
            <a:extLst xmlns:a="http://schemas.openxmlformats.org/drawingml/2006/main">
              <a:ext uri="{FF2B5EF4-FFF2-40B4-BE49-F238E27FC236}">
                <a16:creationId xmlns:a16="http://schemas.microsoft.com/office/drawing/2014/main" id="{D021E217-B940-4183-B2AF-2A1407C9C978}"/>
              </a:ext>
            </a:extLst>
          </p:cNvPr>
          <p:cNvSpPr>
            <a:spLocks xmlns:a="http://schemas.openxmlformats.org/drawingml/2006/main" noGrp="1"/>
          </p:cNvSpPr>
          <p:nvPr/>
        </p:nvSpPr>
        <p:spPr>
          <a:xfrm xmlns:a="http://schemas.openxmlformats.org/drawingml/2006/main">
            <a:off x="333375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8" name="dp41-comparison / n67 / text 1">
            <a:extLst xmlns:a="http://schemas.openxmlformats.org/drawingml/2006/main">
              <a:ext uri="{FF2B5EF4-FFF2-40B4-BE49-F238E27FC236}">
                <a16:creationId xmlns:a16="http://schemas.microsoft.com/office/drawing/2014/main" id="{F8E2D3AA-12D7-4691-8D14-50C935A06DF5}"/>
              </a:ext>
            </a:extLst>
          </p:cNvPr>
          <p:cNvSpPr>
            <a:spLocks xmlns:a="http://schemas.openxmlformats.org/drawingml/2006/main" noGrp="1"/>
          </p:cNvSpPr>
          <p:nvPr/>
        </p:nvSpPr>
        <p:spPr>
          <a:xfrm xmlns:a="http://schemas.openxmlformats.org/drawingml/2006/main">
            <a:off x="341947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9" name="dp41-comparison / n68">
            <a:extLst xmlns:a="http://schemas.openxmlformats.org/drawingml/2006/main">
              <a:ext uri="{FF2B5EF4-FFF2-40B4-BE49-F238E27FC236}">
                <a16:creationId xmlns:a16="http://schemas.microsoft.com/office/drawing/2014/main" id="{5D1A5CC6-07FA-470B-A1A3-116BEBF6D261}"/>
              </a:ext>
            </a:extLst>
          </p:cNvPr>
          <p:cNvSpPr>
            <a:spLocks xmlns:a="http://schemas.openxmlformats.org/drawingml/2006/main" noGrp="1"/>
          </p:cNvSpPr>
          <p:nvPr/>
        </p:nvSpPr>
        <p:spPr>
          <a:xfrm xmlns:a="http://schemas.openxmlformats.org/drawingml/2006/main">
            <a:off x="604837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0" name="dp41-comparison / n69 / text 1">
            <a:extLst xmlns:a="http://schemas.openxmlformats.org/drawingml/2006/main">
              <a:ext uri="{FF2B5EF4-FFF2-40B4-BE49-F238E27FC236}">
                <a16:creationId xmlns:a16="http://schemas.microsoft.com/office/drawing/2014/main" id="{AAAE4B9E-FE1D-4C54-BF7B-696CA86F0BF5}"/>
              </a:ext>
            </a:extLst>
          </p:cNvPr>
          <p:cNvSpPr>
            <a:spLocks xmlns:a="http://schemas.openxmlformats.org/drawingml/2006/main" noGrp="1"/>
          </p:cNvSpPr>
          <p:nvPr/>
        </p:nvSpPr>
        <p:spPr>
          <a:xfrm xmlns:a="http://schemas.openxmlformats.org/drawingml/2006/main">
            <a:off x="613410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71" name="dp41-comparison / n70 / path">
            <a:extLst xmlns:a="http://schemas.openxmlformats.org/drawingml/2006/main">
              <a:ext uri="{FF2B5EF4-FFF2-40B4-BE49-F238E27FC236}">
                <a16:creationId xmlns:a16="http://schemas.microsoft.com/office/drawing/2014/main" id="{03993FA9-32A4-41CF-9EEA-FA5FF95E3141}"/>
              </a:ext>
            </a:extLst>
          </p:cNvPr>
          <p:cNvSpPr>
            <a:spLocks xmlns:a="http://schemas.openxmlformats.org/drawingml/2006/main" noGrp="1"/>
          </p:cNvSpPr>
          <p:nvPr/>
        </p:nvSpPr>
        <p:spPr>
          <a:xfrm xmlns:a="http://schemas.openxmlformats.org/drawingml/2006/main">
            <a:off x="300037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72" name="dp41-comparison / n70 / arrow">
            <a:extLst xmlns:a="http://schemas.openxmlformats.org/drawingml/2006/main">
              <a:ext uri="{FF2B5EF4-FFF2-40B4-BE49-F238E27FC236}">
                <a16:creationId xmlns:a16="http://schemas.microsoft.com/office/drawing/2014/main" id="{A6DFEEAD-8F94-422D-A359-692A3C1E01C7}"/>
              </a:ext>
            </a:extLst>
          </p:cNvPr>
          <p:cNvSpPr>
            <a:spLocks xmlns:a="http://schemas.openxmlformats.org/drawingml/2006/main" noGrp="1"/>
          </p:cNvSpPr>
          <p:nvPr/>
        </p:nvSpPr>
        <p:spPr>
          <a:xfrm xmlns:a="http://schemas.openxmlformats.org/drawingml/2006/main">
            <a:off x="326669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3" name="dp41-comparison / n71 / path">
            <a:extLst xmlns:a="http://schemas.openxmlformats.org/drawingml/2006/main">
              <a:ext uri="{FF2B5EF4-FFF2-40B4-BE49-F238E27FC236}">
                <a16:creationId xmlns:a16="http://schemas.microsoft.com/office/drawing/2014/main" id="{82CDD00C-395E-4399-9206-4273F6B0EEAE}"/>
              </a:ext>
            </a:extLst>
          </p:cNvPr>
          <p:cNvSpPr>
            <a:spLocks xmlns:a="http://schemas.openxmlformats.org/drawingml/2006/main" noGrp="1"/>
          </p:cNvSpPr>
          <p:nvPr/>
        </p:nvSpPr>
        <p:spPr>
          <a:xfrm xmlns:a="http://schemas.openxmlformats.org/drawingml/2006/main">
            <a:off x="561975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74" name="dp41-comparison / n71 / arrow">
            <a:extLst xmlns:a="http://schemas.openxmlformats.org/drawingml/2006/main">
              <a:ext uri="{FF2B5EF4-FFF2-40B4-BE49-F238E27FC236}">
                <a16:creationId xmlns:a16="http://schemas.microsoft.com/office/drawing/2014/main" id="{93CE95EE-22DD-478B-8680-9997B4A02713}"/>
              </a:ext>
            </a:extLst>
          </p:cNvPr>
          <p:cNvSpPr>
            <a:spLocks xmlns:a="http://schemas.openxmlformats.org/drawingml/2006/main" noGrp="1"/>
          </p:cNvSpPr>
          <p:nvPr/>
        </p:nvSpPr>
        <p:spPr>
          <a:xfrm xmlns:a="http://schemas.openxmlformats.org/drawingml/2006/main">
            <a:off x="598131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5" name="dp41-comparison / n72">
            <a:extLst xmlns:a="http://schemas.openxmlformats.org/drawingml/2006/main">
              <a:ext uri="{FF2B5EF4-FFF2-40B4-BE49-F238E27FC236}">
                <a16:creationId xmlns:a16="http://schemas.microsoft.com/office/drawing/2014/main" id="{C46C5AEE-A9F3-4945-87A6-59C2E44FE974}"/>
              </a:ext>
            </a:extLst>
          </p:cNvPr>
          <p:cNvSpPr>
            <a:spLocks xmlns:a="http://schemas.openxmlformats.org/drawingml/2006/main" noGrp="1"/>
          </p:cNvSpPr>
          <p:nvPr/>
        </p:nvSpPr>
        <p:spPr>
          <a:xfrm xmlns:a="http://schemas.openxmlformats.org/drawingml/2006/main">
            <a:off x="1666875" y="2886075"/>
            <a:ext cx="2524125"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76" name="dp41-comparison / n73 / text 1">
            <a:extLst xmlns:a="http://schemas.openxmlformats.org/drawingml/2006/main">
              <a:ext uri="{FF2B5EF4-FFF2-40B4-BE49-F238E27FC236}">
                <a16:creationId xmlns:a16="http://schemas.microsoft.com/office/drawing/2014/main" id="{D01D7661-FCA2-463E-A965-61CE9EDBB211}"/>
              </a:ext>
            </a:extLst>
          </p:cNvPr>
          <p:cNvSpPr>
            <a:spLocks xmlns:a="http://schemas.openxmlformats.org/drawingml/2006/main" noGrp="1"/>
          </p:cNvSpPr>
          <p:nvPr/>
        </p:nvSpPr>
        <p:spPr>
          <a:xfrm xmlns:a="http://schemas.openxmlformats.org/drawingml/2006/main">
            <a:off x="1752600" y="2914650"/>
            <a:ext cx="23526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77" name="dp41-comparison / n78">
            <a:extLst xmlns:a="http://schemas.openxmlformats.org/drawingml/2006/main">
              <a:ext uri="{FF2B5EF4-FFF2-40B4-BE49-F238E27FC236}">
                <a16:creationId xmlns:a16="http://schemas.microsoft.com/office/drawing/2014/main" id="{18B4BCE1-A317-41D9-8542-297CC534D2D3}"/>
              </a:ext>
            </a:extLst>
          </p:cNvPr>
          <p:cNvSpPr>
            <a:spLocks xmlns:a="http://schemas.openxmlformats.org/drawingml/2006/main" noGrp="1"/>
          </p:cNvSpPr>
          <p:nvPr/>
        </p:nvSpPr>
        <p:spPr>
          <a:xfrm xmlns:a="http://schemas.openxmlformats.org/drawingml/2006/main">
            <a:off x="1476375" y="3619500"/>
            <a:ext cx="7953375"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1-comparison / n79 / text 1">
            <a:extLst xmlns:a="http://schemas.openxmlformats.org/drawingml/2006/main">
              <a:ext uri="{FF2B5EF4-FFF2-40B4-BE49-F238E27FC236}">
                <a16:creationId xmlns:a16="http://schemas.microsoft.com/office/drawing/2014/main" id="{A77F2EB4-20BB-4DDC-99FF-C165979ECA2D}"/>
              </a:ext>
            </a:extLst>
          </p:cNvPr>
          <p:cNvSpPr>
            <a:spLocks xmlns:a="http://schemas.openxmlformats.org/drawingml/2006/main" noGrp="1"/>
          </p:cNvSpPr>
          <p:nvPr/>
        </p:nvSpPr>
        <p:spPr>
          <a:xfrm xmlns:a="http://schemas.openxmlformats.org/drawingml/2006/main">
            <a:off x="4667250" y="371475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79" name="dp41-comparison / n82">
            <a:extLst xmlns:a="http://schemas.openxmlformats.org/drawingml/2006/main">
              <a:ext uri="{FF2B5EF4-FFF2-40B4-BE49-F238E27FC236}">
                <a16:creationId xmlns:a16="http://schemas.microsoft.com/office/drawing/2014/main" id="{7EBCA7CF-A9ED-40EE-89E3-CE9095AA2761}"/>
              </a:ext>
            </a:extLst>
          </p:cNvPr>
          <p:cNvSpPr>
            <a:spLocks xmlns:a="http://schemas.openxmlformats.org/drawingml/2006/main" noGrp="1"/>
          </p:cNvSpPr>
          <p:nvPr/>
        </p:nvSpPr>
        <p:spPr>
          <a:xfrm xmlns:a="http://schemas.openxmlformats.org/drawingml/2006/main">
            <a:off x="1666875" y="4019550"/>
            <a:ext cx="25241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80" name="dp41-comparison / n83 / text 1">
            <a:extLst xmlns:a="http://schemas.openxmlformats.org/drawingml/2006/main">
              <a:ext uri="{FF2B5EF4-FFF2-40B4-BE49-F238E27FC236}">
                <a16:creationId xmlns:a16="http://schemas.microsoft.com/office/drawing/2014/main" id="{E3BFA7FB-0BEE-4A15-99E1-43E31694606D}"/>
              </a:ext>
            </a:extLst>
          </p:cNvPr>
          <p:cNvSpPr>
            <a:spLocks xmlns:a="http://schemas.openxmlformats.org/drawingml/2006/main" noGrp="1"/>
          </p:cNvSpPr>
          <p:nvPr/>
        </p:nvSpPr>
        <p:spPr>
          <a:xfrm xmlns:a="http://schemas.openxmlformats.org/drawingml/2006/main">
            <a:off x="1752600" y="4098608"/>
            <a:ext cx="2352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모델 주도 해석 제어기</a:t>
            </a:r>
          </a:p>
        </p:txBody>
      </p:sp>
      <p:sp>
        <p:nvSpPr>
          <p:cNvPr id="81" name="dp41-comparison / n86">
            <a:extLst xmlns:a="http://schemas.openxmlformats.org/drawingml/2006/main">
              <a:ext uri="{FF2B5EF4-FFF2-40B4-BE49-F238E27FC236}">
                <a16:creationId xmlns:a16="http://schemas.microsoft.com/office/drawing/2014/main" id="{72B3FF75-5A1B-4805-9AAC-7C13D8AFC79A}"/>
              </a:ext>
            </a:extLst>
          </p:cNvPr>
          <p:cNvSpPr>
            <a:spLocks xmlns:a="http://schemas.openxmlformats.org/drawingml/2006/main" noGrp="1"/>
          </p:cNvSpPr>
          <p:nvPr/>
        </p:nvSpPr>
        <p:spPr>
          <a:xfrm xmlns:a="http://schemas.openxmlformats.org/drawingml/2006/main">
            <a:off x="6762750" y="4019550"/>
            <a:ext cx="2238375" cy="38100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2" name="dp41-comparison / n87 / text 1">
            <a:extLst xmlns:a="http://schemas.openxmlformats.org/drawingml/2006/main">
              <a:ext uri="{FF2B5EF4-FFF2-40B4-BE49-F238E27FC236}">
                <a16:creationId xmlns:a16="http://schemas.microsoft.com/office/drawing/2014/main" id="{DA6FE6D6-89E5-4D2D-A619-B3A016CE9A02}"/>
              </a:ext>
            </a:extLst>
          </p:cNvPr>
          <p:cNvSpPr>
            <a:spLocks xmlns:a="http://schemas.openxmlformats.org/drawingml/2006/main" noGrp="1"/>
          </p:cNvSpPr>
          <p:nvPr/>
        </p:nvSpPr>
        <p:spPr>
          <a:xfrm xmlns:a="http://schemas.openxmlformats.org/drawingml/2006/main">
            <a:off x="6848475" y="410479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읽기 도구 실행기</a:t>
            </a:r>
          </a:p>
        </p:txBody>
      </p:sp>
      <p:sp>
        <p:nvSpPr>
          <p:cNvPr id="83" name="dp41-comparison / n88">
            <a:extLst xmlns:a="http://schemas.openxmlformats.org/drawingml/2006/main">
              <a:ext uri="{FF2B5EF4-FFF2-40B4-BE49-F238E27FC236}">
                <a16:creationId xmlns:a16="http://schemas.microsoft.com/office/drawing/2014/main" id="{2D1F972B-4AAC-4BB4-ACF4-6A0ECDDB6419}"/>
              </a:ext>
            </a:extLst>
          </p:cNvPr>
          <p:cNvSpPr>
            <a:spLocks xmlns:a="http://schemas.openxmlformats.org/drawingml/2006/main" noGrp="1"/>
          </p:cNvSpPr>
          <p:nvPr/>
        </p:nvSpPr>
        <p:spPr>
          <a:xfrm xmlns:a="http://schemas.openxmlformats.org/drawingml/2006/main">
            <a:off x="1666875" y="4981575"/>
            <a:ext cx="2524125" cy="5238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4" name="dp41-comparison / n89 / text 1">
            <a:extLst xmlns:a="http://schemas.openxmlformats.org/drawingml/2006/main">
              <a:ext uri="{FF2B5EF4-FFF2-40B4-BE49-F238E27FC236}">
                <a16:creationId xmlns:a16="http://schemas.microsoft.com/office/drawing/2014/main" id="{5149663E-D49E-4BA8-A6C6-86A36A574CA3}"/>
              </a:ext>
            </a:extLst>
          </p:cNvPr>
          <p:cNvSpPr>
            <a:spLocks xmlns:a="http://schemas.openxmlformats.org/drawingml/2006/main" noGrp="1"/>
          </p:cNvSpPr>
          <p:nvPr/>
        </p:nvSpPr>
        <p:spPr>
          <a:xfrm xmlns:a="http://schemas.openxmlformats.org/drawingml/2006/main">
            <a:off x="1752600" y="5143500"/>
            <a:ext cx="23526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모델에 제공할 해석 맥락</a:t>
            </a:r>
          </a:p>
        </p:txBody>
      </p:sp>
      <p:sp>
        <p:nvSpPr>
          <p:cNvPr id="85" name="dp41-comparison / n92 / path">
            <a:extLst xmlns:a="http://schemas.openxmlformats.org/drawingml/2006/main">
              <a:ext uri="{FF2B5EF4-FFF2-40B4-BE49-F238E27FC236}">
                <a16:creationId xmlns:a16="http://schemas.microsoft.com/office/drawing/2014/main" id="{3E02738D-9FC1-49A7-88D9-4BCE9BB10C36}"/>
              </a:ext>
            </a:extLst>
          </p:cNvPr>
          <p:cNvSpPr>
            <a:spLocks xmlns:a="http://schemas.openxmlformats.org/drawingml/2006/main" noGrp="1"/>
          </p:cNvSpPr>
          <p:nvPr/>
        </p:nvSpPr>
        <p:spPr>
          <a:xfrm xmlns:a="http://schemas.openxmlformats.org/drawingml/2006/main">
            <a:off x="1976438" y="3190875"/>
            <a:ext cx="953" cy="828675"/>
          </a:xfrm>
          <a:custGeom xmlns:a="http://schemas.openxmlformats.org/drawingml/2006/main">
            <a:pathLst>
              <a:path w="953" h="828675">
                <a:moveTo>
                  <a:pt x="0" y="828675"/>
                </a:moveTo>
                <a:lnTo>
                  <a:pt x="0" y="0"/>
                </a:lnTo>
              </a:path>
            </a:pathLst>
          </a:custGeom>
          <a:noFill xmlns:a="http://schemas.openxmlformats.org/drawingml/2006/main"/>
          <a:ln xmlns:a="http://schemas.openxmlformats.org/drawingml/2006/main" w="10478">
            <a:solidFill>
              <a:srgbClr val="B8753F"/>
            </a:solidFill>
            <a:prstDash val="solid"/>
          </a:ln>
        </p:spPr>
      </p:sp>
      <p:sp>
        <p:nvSpPr>
          <p:cNvPr id="86" name="dp41-comparison / n92 / arrow">
            <a:extLst xmlns:a="http://schemas.openxmlformats.org/drawingml/2006/main">
              <a:ext uri="{FF2B5EF4-FFF2-40B4-BE49-F238E27FC236}">
                <a16:creationId xmlns:a16="http://schemas.microsoft.com/office/drawing/2014/main" id="{6B19A0E1-D9BD-4F93-A6E6-2550713625CC}"/>
              </a:ext>
            </a:extLst>
          </p:cNvPr>
          <p:cNvSpPr>
            <a:spLocks xmlns:a="http://schemas.openxmlformats.org/drawingml/2006/main" noGrp="1"/>
          </p:cNvSpPr>
          <p:nvPr/>
        </p:nvSpPr>
        <p:spPr>
          <a:xfrm xmlns:a="http://schemas.openxmlformats.org/drawingml/2006/main">
            <a:off x="1942910" y="31908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87" name="dp41-comparison / n93 / path">
            <a:extLst xmlns:a="http://schemas.openxmlformats.org/drawingml/2006/main">
              <a:ext uri="{FF2B5EF4-FFF2-40B4-BE49-F238E27FC236}">
                <a16:creationId xmlns:a16="http://schemas.microsoft.com/office/drawing/2014/main" id="{79443BC0-696E-49BE-9B48-B9050F16E28A}"/>
              </a:ext>
            </a:extLst>
          </p:cNvPr>
          <p:cNvSpPr>
            <a:spLocks xmlns:a="http://schemas.openxmlformats.org/drawingml/2006/main" noGrp="1"/>
          </p:cNvSpPr>
          <p:nvPr/>
        </p:nvSpPr>
        <p:spPr>
          <a:xfrm xmlns:a="http://schemas.openxmlformats.org/drawingml/2006/main">
            <a:off x="3976688" y="3190875"/>
            <a:ext cx="953" cy="828675"/>
          </a:xfrm>
          <a:custGeom xmlns:a="http://schemas.openxmlformats.org/drawingml/2006/main">
            <a:pathLst>
              <a:path w="953" h="828675">
                <a:moveTo>
                  <a:pt x="0" y="0"/>
                </a:moveTo>
                <a:lnTo>
                  <a:pt x="0" y="828675"/>
                </a:lnTo>
              </a:path>
            </a:pathLst>
          </a:custGeom>
          <a:noFill xmlns:a="http://schemas.openxmlformats.org/drawingml/2006/main"/>
          <a:ln xmlns:a="http://schemas.openxmlformats.org/drawingml/2006/main" w="10478">
            <a:solidFill>
              <a:srgbClr val="B8753F"/>
            </a:solidFill>
            <a:prstDash val="dash"/>
          </a:ln>
        </p:spPr>
      </p:sp>
      <p:sp>
        <p:nvSpPr>
          <p:cNvPr id="88" name="dp41-comparison / n93 / arrow">
            <a:extLst xmlns:a="http://schemas.openxmlformats.org/drawingml/2006/main">
              <a:ext uri="{FF2B5EF4-FFF2-40B4-BE49-F238E27FC236}">
                <a16:creationId xmlns:a16="http://schemas.microsoft.com/office/drawing/2014/main" id="{04ABB50F-5A8A-4377-9A52-91D14D923EE8}"/>
              </a:ext>
            </a:extLst>
          </p:cNvPr>
          <p:cNvSpPr>
            <a:spLocks xmlns:a="http://schemas.openxmlformats.org/drawingml/2006/main" noGrp="1"/>
          </p:cNvSpPr>
          <p:nvPr/>
        </p:nvSpPr>
        <p:spPr>
          <a:xfrm xmlns:a="http://schemas.openxmlformats.org/drawingml/2006/main">
            <a:off x="3943160" y="3952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89" name="dp41-comparison / n98 / path">
            <a:extLst xmlns:a="http://schemas.openxmlformats.org/drawingml/2006/main">
              <a:ext uri="{FF2B5EF4-FFF2-40B4-BE49-F238E27FC236}">
                <a16:creationId xmlns:a16="http://schemas.microsoft.com/office/drawing/2014/main" id="{9316381F-C733-4C03-989C-374F9BE3C08B}"/>
              </a:ext>
            </a:extLst>
          </p:cNvPr>
          <p:cNvSpPr>
            <a:spLocks xmlns:a="http://schemas.openxmlformats.org/drawingml/2006/main" noGrp="1"/>
          </p:cNvSpPr>
          <p:nvPr/>
        </p:nvSpPr>
        <p:spPr>
          <a:xfrm xmlns:a="http://schemas.openxmlformats.org/drawingml/2006/main">
            <a:off x="4191000" y="4210050"/>
            <a:ext cx="2571750" cy="953"/>
          </a:xfrm>
          <a:custGeom xmlns:a="http://schemas.openxmlformats.org/drawingml/2006/main">
            <a:pathLst>
              <a:path w="2571750" h="953">
                <a:moveTo>
                  <a:pt x="0" y="0"/>
                </a:moveTo>
                <a:lnTo>
                  <a:pt x="2571750" y="0"/>
                </a:lnTo>
              </a:path>
            </a:pathLst>
          </a:custGeom>
          <a:noFill xmlns:a="http://schemas.openxmlformats.org/drawingml/2006/main"/>
          <a:ln xmlns:a="http://schemas.openxmlformats.org/drawingml/2006/main" w="10478">
            <a:solidFill>
              <a:srgbClr val="B8753F"/>
            </a:solidFill>
            <a:prstDash val="solid"/>
          </a:ln>
        </p:spPr>
      </p:sp>
      <p:sp>
        <p:nvSpPr>
          <p:cNvPr id="90" name="dp41-comparison / n98 / arrow">
            <a:extLst xmlns:a="http://schemas.openxmlformats.org/drawingml/2006/main">
              <a:ext uri="{FF2B5EF4-FFF2-40B4-BE49-F238E27FC236}">
                <a16:creationId xmlns:a16="http://schemas.microsoft.com/office/drawing/2014/main" id="{88B439F5-8688-4024-8954-1FDD2E4BFE7D}"/>
              </a:ext>
            </a:extLst>
          </p:cNvPr>
          <p:cNvSpPr>
            <a:spLocks xmlns:a="http://schemas.openxmlformats.org/drawingml/2006/main" noGrp="1"/>
          </p:cNvSpPr>
          <p:nvPr/>
        </p:nvSpPr>
        <p:spPr>
          <a:xfrm xmlns:a="http://schemas.openxmlformats.org/drawingml/2006/main">
            <a:off x="6695694" y="41765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91" name="dp41-comparison / n101 / path">
            <a:extLst xmlns:a="http://schemas.openxmlformats.org/drawingml/2006/main">
              <a:ext uri="{FF2B5EF4-FFF2-40B4-BE49-F238E27FC236}">
                <a16:creationId xmlns:a16="http://schemas.microsoft.com/office/drawing/2014/main" id="{6C0BC3A7-B445-4C1A-9063-8C1E2F9529FF}"/>
              </a:ext>
            </a:extLst>
          </p:cNvPr>
          <p:cNvSpPr>
            <a:spLocks xmlns:a="http://schemas.openxmlformats.org/drawingml/2006/main" noGrp="1"/>
          </p:cNvSpPr>
          <p:nvPr/>
        </p:nvSpPr>
        <p:spPr>
          <a:xfrm xmlns:a="http://schemas.openxmlformats.org/drawingml/2006/main">
            <a:off x="4191000" y="4210050"/>
            <a:ext cx="5000625" cy="1609725"/>
          </a:xfrm>
          <a:custGeom xmlns:a="http://schemas.openxmlformats.org/drawingml/2006/main">
            <a:pathLst>
              <a:path w="5000625" h="1609725">
                <a:moveTo>
                  <a:pt x="4810125" y="0"/>
                </a:moveTo>
                <a:lnTo>
                  <a:pt x="5000625" y="0"/>
                </a:lnTo>
                <a:lnTo>
                  <a:pt x="5000625" y="1609725"/>
                </a:lnTo>
                <a:lnTo>
                  <a:pt x="238125" y="1609725"/>
                </a:lnTo>
                <a:lnTo>
                  <a:pt x="238125" y="1033463"/>
                </a:lnTo>
                <a:lnTo>
                  <a:pt x="0" y="1033463"/>
                </a:lnTo>
              </a:path>
            </a:pathLst>
          </a:custGeom>
          <a:noFill xmlns:a="http://schemas.openxmlformats.org/drawingml/2006/main"/>
          <a:ln xmlns:a="http://schemas.openxmlformats.org/drawingml/2006/main" w="10478">
            <a:solidFill>
              <a:srgbClr val="B8753F"/>
            </a:solidFill>
            <a:prstDash val="dash"/>
          </a:ln>
        </p:spPr>
      </p:sp>
      <p:sp>
        <p:nvSpPr>
          <p:cNvPr id="92" name="dp41-comparison / n101 / arrow">
            <a:extLst xmlns:a="http://schemas.openxmlformats.org/drawingml/2006/main">
              <a:ext uri="{FF2B5EF4-FFF2-40B4-BE49-F238E27FC236}">
                <a16:creationId xmlns:a16="http://schemas.microsoft.com/office/drawing/2014/main" id="{BFBB953C-E8FD-4066-81E1-29884F87F3F1}"/>
              </a:ext>
            </a:extLst>
          </p:cNvPr>
          <p:cNvSpPr>
            <a:spLocks xmlns:a="http://schemas.openxmlformats.org/drawingml/2006/main" noGrp="1"/>
          </p:cNvSpPr>
          <p:nvPr/>
        </p:nvSpPr>
        <p:spPr>
          <a:xfrm xmlns:a="http://schemas.openxmlformats.org/drawingml/2006/main">
            <a:off x="4191000" y="520998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93" name="dp41-comparison / n104 / path">
            <a:extLst xmlns:a="http://schemas.openxmlformats.org/drawingml/2006/main">
              <a:ext uri="{FF2B5EF4-FFF2-40B4-BE49-F238E27FC236}">
                <a16:creationId xmlns:a16="http://schemas.microsoft.com/office/drawing/2014/main" id="{40F95BEA-F8C6-4D78-867E-A91D6CB52D05}"/>
              </a:ext>
            </a:extLst>
          </p:cNvPr>
          <p:cNvSpPr>
            <a:spLocks xmlns:a="http://schemas.openxmlformats.org/drawingml/2006/main" noGrp="1"/>
          </p:cNvSpPr>
          <p:nvPr/>
        </p:nvSpPr>
        <p:spPr>
          <a:xfrm xmlns:a="http://schemas.openxmlformats.org/drawingml/2006/main">
            <a:off x="3976688" y="4400550"/>
            <a:ext cx="953" cy="581025"/>
          </a:xfrm>
          <a:custGeom xmlns:a="http://schemas.openxmlformats.org/drawingml/2006/main">
            <a:pathLst>
              <a:path w="953" h="581025">
                <a:moveTo>
                  <a:pt x="0" y="581025"/>
                </a:moveTo>
                <a:lnTo>
                  <a:pt x="0" y="0"/>
                </a:lnTo>
              </a:path>
            </a:pathLst>
          </a:custGeom>
          <a:noFill xmlns:a="http://schemas.openxmlformats.org/drawingml/2006/main"/>
          <a:ln xmlns:a="http://schemas.openxmlformats.org/drawingml/2006/main" w="10478">
            <a:solidFill>
              <a:srgbClr val="B8753F"/>
            </a:solidFill>
            <a:prstDash val="solid"/>
          </a:ln>
        </p:spPr>
      </p:sp>
      <p:sp>
        <p:nvSpPr>
          <p:cNvPr id="94" name="dp41-comparison / n104 / arrow">
            <a:extLst xmlns:a="http://schemas.openxmlformats.org/drawingml/2006/main">
              <a:ext uri="{FF2B5EF4-FFF2-40B4-BE49-F238E27FC236}">
                <a16:creationId xmlns:a16="http://schemas.microsoft.com/office/drawing/2014/main" id="{9CACD21E-0A7B-467A-8282-79A7F72BFDE7}"/>
              </a:ext>
            </a:extLst>
          </p:cNvPr>
          <p:cNvSpPr>
            <a:spLocks xmlns:a="http://schemas.openxmlformats.org/drawingml/2006/main" noGrp="1"/>
          </p:cNvSpPr>
          <p:nvPr/>
        </p:nvSpPr>
        <p:spPr>
          <a:xfrm xmlns:a="http://schemas.openxmlformats.org/drawingml/2006/main">
            <a:off x="3943160" y="440055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95" name="dp41-comparison / n113">
            <a:extLst xmlns:a="http://schemas.openxmlformats.org/drawingml/2006/main">
              <a:ext uri="{FF2B5EF4-FFF2-40B4-BE49-F238E27FC236}">
                <a16:creationId xmlns:a16="http://schemas.microsoft.com/office/drawing/2014/main" id="{28B3FA95-D0FA-42D8-A960-E9C2D1DC8F8B}"/>
              </a:ext>
            </a:extLst>
          </p:cNvPr>
          <p:cNvSpPr>
            <a:spLocks xmlns:a="http://schemas.openxmlformats.org/drawingml/2006/main" noGrp="1"/>
          </p:cNvSpPr>
          <p:nvPr/>
        </p:nvSpPr>
        <p:spPr>
          <a:xfrm xmlns:a="http://schemas.openxmlformats.org/drawingml/2006/main">
            <a:off x="6762750" y="6019800"/>
            <a:ext cx="2238375"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96" name="dp41-comparison / n114 / text 1">
            <a:extLst xmlns:a="http://schemas.openxmlformats.org/drawingml/2006/main">
              <a:ext uri="{FF2B5EF4-FFF2-40B4-BE49-F238E27FC236}">
                <a16:creationId xmlns:a16="http://schemas.microsoft.com/office/drawing/2014/main" id="{F55F4779-1861-4C86-8858-2A3E0A90E491}"/>
              </a:ext>
            </a:extLst>
          </p:cNvPr>
          <p:cNvSpPr>
            <a:spLocks xmlns:a="http://schemas.openxmlformats.org/drawingml/2006/main" noGrp="1"/>
          </p:cNvSpPr>
          <p:nvPr/>
        </p:nvSpPr>
        <p:spPr>
          <a:xfrm xmlns:a="http://schemas.openxmlformats.org/drawingml/2006/main">
            <a:off x="6848475" y="60669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의미 제안 검증기</a:t>
            </a:r>
          </a:p>
        </p:txBody>
      </p:sp>
      <p:sp>
        <p:nvSpPr>
          <p:cNvPr id="97" name="dp41-comparison / n115 / path">
            <a:extLst xmlns:a="http://schemas.openxmlformats.org/drawingml/2006/main">
              <a:ext uri="{FF2B5EF4-FFF2-40B4-BE49-F238E27FC236}">
                <a16:creationId xmlns:a16="http://schemas.microsoft.com/office/drawing/2014/main" id="{0B25FB12-B35E-49A9-9EB2-31A488F80D9A}"/>
              </a:ext>
            </a:extLst>
          </p:cNvPr>
          <p:cNvSpPr>
            <a:spLocks xmlns:a="http://schemas.openxmlformats.org/drawingml/2006/main" noGrp="1"/>
          </p:cNvSpPr>
          <p:nvPr/>
        </p:nvSpPr>
        <p:spPr>
          <a:xfrm xmlns:a="http://schemas.openxmlformats.org/drawingml/2006/main">
            <a:off x="4191000" y="4324350"/>
            <a:ext cx="5095875" cy="1847850"/>
          </a:xfrm>
          <a:custGeom xmlns:a="http://schemas.openxmlformats.org/drawingml/2006/main">
            <a:pathLst>
              <a:path w="5095875" h="1847850">
                <a:moveTo>
                  <a:pt x="0" y="0"/>
                </a:moveTo>
                <a:lnTo>
                  <a:pt x="5095875" y="0"/>
                </a:lnTo>
                <a:lnTo>
                  <a:pt x="5095875" y="1847850"/>
                </a:lnTo>
                <a:lnTo>
                  <a:pt x="4810125" y="1847850"/>
                </a:lnTo>
              </a:path>
            </a:pathLst>
          </a:custGeom>
          <a:noFill xmlns:a="http://schemas.openxmlformats.org/drawingml/2006/main"/>
          <a:ln xmlns:a="http://schemas.openxmlformats.org/drawingml/2006/main" w="10478">
            <a:solidFill>
              <a:srgbClr val="000000"/>
            </a:solidFill>
            <a:prstDash val="solid"/>
          </a:ln>
        </p:spPr>
      </p:sp>
      <p:sp>
        <p:nvSpPr>
          <p:cNvPr id="98" name="dp41-comparison / n115 / arrow">
            <a:extLst xmlns:a="http://schemas.openxmlformats.org/drawingml/2006/main">
              <a:ext uri="{FF2B5EF4-FFF2-40B4-BE49-F238E27FC236}">
                <a16:creationId xmlns:a16="http://schemas.microsoft.com/office/drawing/2014/main" id="{138A7898-970C-4226-90A2-DF547C81FD79}"/>
              </a:ext>
            </a:extLst>
          </p:cNvPr>
          <p:cNvSpPr>
            <a:spLocks xmlns:a="http://schemas.openxmlformats.org/drawingml/2006/main" noGrp="1"/>
          </p:cNvSpPr>
          <p:nvPr/>
        </p:nvSpPr>
        <p:spPr>
          <a:xfrm xmlns:a="http://schemas.openxmlformats.org/drawingml/2006/main">
            <a:off x="9001125" y="6138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9" name="dp41-comparison / n120 / path">
            <a:extLst xmlns:a="http://schemas.openxmlformats.org/drawingml/2006/main">
              <a:ext uri="{FF2B5EF4-FFF2-40B4-BE49-F238E27FC236}">
                <a16:creationId xmlns:a16="http://schemas.microsoft.com/office/drawing/2014/main" id="{C5A0E2EA-676E-40C7-AF88-DCA9023E6688}"/>
              </a:ext>
            </a:extLst>
          </p:cNvPr>
          <p:cNvSpPr>
            <a:spLocks xmlns:a="http://schemas.openxmlformats.org/drawingml/2006/main" noGrp="1"/>
          </p:cNvSpPr>
          <p:nvPr/>
        </p:nvSpPr>
        <p:spPr>
          <a:xfrm xmlns:a="http://schemas.openxmlformats.org/drawingml/2006/main">
            <a:off x="4071938" y="2743200"/>
            <a:ext cx="5281613" cy="1276350"/>
          </a:xfrm>
          <a:custGeom xmlns:a="http://schemas.openxmlformats.org/drawingml/2006/main">
            <a:pathLst>
              <a:path w="5281613" h="1276350">
                <a:moveTo>
                  <a:pt x="3167063" y="0"/>
                </a:moveTo>
                <a:lnTo>
                  <a:pt x="3167063" y="76200"/>
                </a:lnTo>
                <a:lnTo>
                  <a:pt x="5281613" y="76200"/>
                </a:lnTo>
                <a:lnTo>
                  <a:pt x="5281613" y="828675"/>
                </a:lnTo>
                <a:lnTo>
                  <a:pt x="261938" y="828675"/>
                </a:lnTo>
                <a:lnTo>
                  <a:pt x="261938" y="1200150"/>
                </a:lnTo>
                <a:lnTo>
                  <a:pt x="0" y="1200150"/>
                </a:lnTo>
                <a:lnTo>
                  <a:pt x="0" y="1276350"/>
                </a:lnTo>
              </a:path>
            </a:pathLst>
          </a:custGeom>
          <a:noFill xmlns:a="http://schemas.openxmlformats.org/drawingml/2006/main"/>
          <a:ln xmlns:a="http://schemas.openxmlformats.org/drawingml/2006/main" w="10478">
            <a:solidFill>
              <a:srgbClr val="000000"/>
            </a:solidFill>
            <a:prstDash val="solid"/>
          </a:ln>
        </p:spPr>
      </p:sp>
      <p:sp>
        <p:nvSpPr>
          <p:cNvPr id="100" name="dp41-comparison / n120 / arrow">
            <a:extLst xmlns:a="http://schemas.openxmlformats.org/drawingml/2006/main">
              <a:ext uri="{FF2B5EF4-FFF2-40B4-BE49-F238E27FC236}">
                <a16:creationId xmlns:a16="http://schemas.microsoft.com/office/drawing/2014/main" id="{7E3D1062-963D-4F04-ABF5-95C8057DC759}"/>
              </a:ext>
            </a:extLst>
          </p:cNvPr>
          <p:cNvSpPr>
            <a:spLocks xmlns:a="http://schemas.openxmlformats.org/drawingml/2006/main" noGrp="1"/>
          </p:cNvSpPr>
          <p:nvPr/>
        </p:nvSpPr>
        <p:spPr>
          <a:xfrm xmlns:a="http://schemas.openxmlformats.org/drawingml/2006/main">
            <a:off x="4038410" y="3952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1" name="dp41-comparison / n121">
            <a:extLst xmlns:a="http://schemas.openxmlformats.org/drawingml/2006/main">
              <a:ext uri="{FF2B5EF4-FFF2-40B4-BE49-F238E27FC236}">
                <a16:creationId xmlns:a16="http://schemas.microsoft.com/office/drawing/2014/main" id="{DB926430-A167-4FE0-9916-C08B50B07871}"/>
              </a:ext>
            </a:extLst>
          </p:cNvPr>
          <p:cNvSpPr>
            <a:spLocks xmlns:a="http://schemas.openxmlformats.org/drawingml/2006/main" noGrp="1"/>
          </p:cNvSpPr>
          <p:nvPr/>
        </p:nvSpPr>
        <p:spPr>
          <a:xfrm xmlns:a="http://schemas.openxmlformats.org/drawingml/2006/main">
            <a:off x="4362450"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2" name="dp41-comparison / n122 / text 1">
            <a:extLst xmlns:a="http://schemas.openxmlformats.org/drawingml/2006/main">
              <a:ext uri="{FF2B5EF4-FFF2-40B4-BE49-F238E27FC236}">
                <a16:creationId xmlns:a16="http://schemas.microsoft.com/office/drawing/2014/main" id="{259756A3-7C05-49C7-8F07-AD889490DBFC}"/>
              </a:ext>
            </a:extLst>
          </p:cNvPr>
          <p:cNvSpPr>
            <a:spLocks xmlns:a="http://schemas.openxmlformats.org/drawingml/2006/main" noGrp="1"/>
          </p:cNvSpPr>
          <p:nvPr/>
        </p:nvSpPr>
        <p:spPr>
          <a:xfrm xmlns:a="http://schemas.openxmlformats.org/drawingml/2006/main">
            <a:off x="4448175"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103" name="dp41-comparison / n123 / path">
            <a:extLst xmlns:a="http://schemas.openxmlformats.org/drawingml/2006/main">
              <a:ext uri="{FF2B5EF4-FFF2-40B4-BE49-F238E27FC236}">
                <a16:creationId xmlns:a16="http://schemas.microsoft.com/office/drawing/2014/main" id="{131E01E3-F1DF-4772-B457-C91F8D5738C6}"/>
              </a:ext>
            </a:extLst>
          </p:cNvPr>
          <p:cNvSpPr>
            <a:spLocks xmlns:a="http://schemas.openxmlformats.org/drawingml/2006/main" noGrp="1"/>
          </p:cNvSpPr>
          <p:nvPr/>
        </p:nvSpPr>
        <p:spPr>
          <a:xfrm xmlns:a="http://schemas.openxmlformats.org/drawingml/2006/main">
            <a:off x="5457825" y="4143375"/>
            <a:ext cx="4010025" cy="2505075"/>
          </a:xfrm>
          <a:custGeom xmlns:a="http://schemas.openxmlformats.org/drawingml/2006/main">
            <a:pathLst>
              <a:path w="4010025" h="2505075">
                <a:moveTo>
                  <a:pt x="3543300" y="0"/>
                </a:moveTo>
                <a:lnTo>
                  <a:pt x="4010025" y="0"/>
                </a:lnTo>
                <a:lnTo>
                  <a:pt x="4010025" y="2400300"/>
                </a:lnTo>
                <a:lnTo>
                  <a:pt x="0" y="2400300"/>
                </a:lnTo>
                <a:lnTo>
                  <a:pt x="0" y="2505075"/>
                </a:lnTo>
              </a:path>
            </a:pathLst>
          </a:custGeom>
          <a:noFill xmlns:a="http://schemas.openxmlformats.org/drawingml/2006/main"/>
          <a:ln xmlns:a="http://schemas.openxmlformats.org/drawingml/2006/main" w="10478">
            <a:solidFill>
              <a:srgbClr val="000000"/>
            </a:solidFill>
            <a:prstDash val="solid"/>
          </a:ln>
        </p:spPr>
      </p:sp>
      <p:sp>
        <p:nvSpPr>
          <p:cNvPr id="104" name="dp41-comparison / n123 / arrow">
            <a:extLst xmlns:a="http://schemas.openxmlformats.org/drawingml/2006/main">
              <a:ext uri="{FF2B5EF4-FFF2-40B4-BE49-F238E27FC236}">
                <a16:creationId xmlns:a16="http://schemas.microsoft.com/office/drawing/2014/main" id="{671460EB-867A-4259-8867-302F44A571E2}"/>
              </a:ext>
            </a:extLst>
          </p:cNvPr>
          <p:cNvSpPr>
            <a:spLocks xmlns:a="http://schemas.openxmlformats.org/drawingml/2006/main" noGrp="1"/>
          </p:cNvSpPr>
          <p:nvPr/>
        </p:nvSpPr>
        <p:spPr>
          <a:xfrm xmlns:a="http://schemas.openxmlformats.org/drawingml/2006/main">
            <a:off x="5424297"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5" name="dp41-comparison / n124 / path">
            <a:extLst xmlns:a="http://schemas.openxmlformats.org/drawingml/2006/main">
              <a:ext uri="{FF2B5EF4-FFF2-40B4-BE49-F238E27FC236}">
                <a16:creationId xmlns:a16="http://schemas.microsoft.com/office/drawing/2014/main" id="{EA7A6981-D7E1-4F0E-B7EF-69550CA5E3A7}"/>
              </a:ext>
            </a:extLst>
          </p:cNvPr>
          <p:cNvSpPr>
            <a:spLocks xmlns:a="http://schemas.openxmlformats.org/drawingml/2006/main" noGrp="1"/>
          </p:cNvSpPr>
          <p:nvPr/>
        </p:nvSpPr>
        <p:spPr>
          <a:xfrm xmlns:a="http://schemas.openxmlformats.org/drawingml/2006/main">
            <a:off x="5543550" y="4286250"/>
            <a:ext cx="3848100" cy="2362200"/>
          </a:xfrm>
          <a:custGeom xmlns:a="http://schemas.openxmlformats.org/drawingml/2006/main">
            <a:pathLst>
              <a:path w="3848100" h="2362200">
                <a:moveTo>
                  <a:pt x="0" y="2362200"/>
                </a:moveTo>
                <a:lnTo>
                  <a:pt x="0" y="2305050"/>
                </a:lnTo>
                <a:lnTo>
                  <a:pt x="3848100" y="2305050"/>
                </a:lnTo>
                <a:lnTo>
                  <a:pt x="3848100" y="0"/>
                </a:lnTo>
                <a:lnTo>
                  <a:pt x="3457575" y="0"/>
                </a:lnTo>
              </a:path>
            </a:pathLst>
          </a:custGeom>
          <a:noFill xmlns:a="http://schemas.openxmlformats.org/drawingml/2006/main"/>
          <a:ln xmlns:a="http://schemas.openxmlformats.org/drawingml/2006/main" w="10478">
            <a:solidFill>
              <a:srgbClr val="000000"/>
            </a:solidFill>
            <a:prstDash val="dash"/>
          </a:ln>
        </p:spPr>
      </p:sp>
      <p:sp>
        <p:nvSpPr>
          <p:cNvPr id="106" name="dp41-comparison / n124 / arrow">
            <a:extLst xmlns:a="http://schemas.openxmlformats.org/drawingml/2006/main">
              <a:ext uri="{FF2B5EF4-FFF2-40B4-BE49-F238E27FC236}">
                <a16:creationId xmlns:a16="http://schemas.microsoft.com/office/drawing/2014/main" id="{201DA903-336F-4FFE-B95C-537DABEDDDDD}"/>
              </a:ext>
            </a:extLst>
          </p:cNvPr>
          <p:cNvSpPr>
            <a:spLocks xmlns:a="http://schemas.openxmlformats.org/drawingml/2006/main" noGrp="1"/>
          </p:cNvSpPr>
          <p:nvPr/>
        </p:nvSpPr>
        <p:spPr>
          <a:xfrm xmlns:a="http://schemas.openxmlformats.org/drawingml/2006/main">
            <a:off x="9001125" y="42527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7" name="dp41-comparison / n125">
            <a:extLst xmlns:a="http://schemas.openxmlformats.org/drawingml/2006/main">
              <a:ext uri="{FF2B5EF4-FFF2-40B4-BE49-F238E27FC236}">
                <a16:creationId xmlns:a16="http://schemas.microsoft.com/office/drawing/2014/main" id="{102ADF80-CA1F-499E-A899-88775924B6DF}"/>
              </a:ext>
            </a:extLst>
          </p:cNvPr>
          <p:cNvSpPr>
            <a:spLocks xmlns:a="http://schemas.openxmlformats.org/drawingml/2006/main" noGrp="1"/>
          </p:cNvSpPr>
          <p:nvPr/>
        </p:nvSpPr>
        <p:spPr>
          <a:xfrm xmlns:a="http://schemas.openxmlformats.org/drawingml/2006/main">
            <a:off x="7096125"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8" name="dp41-comparison / n126 / text 1">
            <a:extLst xmlns:a="http://schemas.openxmlformats.org/drawingml/2006/main">
              <a:ext uri="{FF2B5EF4-FFF2-40B4-BE49-F238E27FC236}">
                <a16:creationId xmlns:a16="http://schemas.microsoft.com/office/drawing/2014/main" id="{5F94DAAA-9679-4539-84D6-0AEEE367CEA2}"/>
              </a:ext>
            </a:extLst>
          </p:cNvPr>
          <p:cNvSpPr>
            <a:spLocks xmlns:a="http://schemas.openxmlformats.org/drawingml/2006/main" noGrp="1"/>
          </p:cNvSpPr>
          <p:nvPr/>
        </p:nvSpPr>
        <p:spPr>
          <a:xfrm xmlns:a="http://schemas.openxmlformats.org/drawingml/2006/main">
            <a:off x="7181850"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109" name="dp41-comparison / n127 / path">
            <a:extLst xmlns:a="http://schemas.openxmlformats.org/drawingml/2006/main">
              <a:ext uri="{FF2B5EF4-FFF2-40B4-BE49-F238E27FC236}">
                <a16:creationId xmlns:a16="http://schemas.microsoft.com/office/drawing/2014/main" id="{F8C35D99-397B-49FC-8993-2270B70A31FC}"/>
              </a:ext>
            </a:extLst>
          </p:cNvPr>
          <p:cNvSpPr>
            <a:spLocks xmlns:a="http://schemas.openxmlformats.org/drawingml/2006/main" noGrp="1"/>
          </p:cNvSpPr>
          <p:nvPr/>
        </p:nvSpPr>
        <p:spPr>
          <a:xfrm xmlns:a="http://schemas.openxmlformats.org/drawingml/2006/main">
            <a:off x="8191500" y="4143375"/>
            <a:ext cx="1276350" cy="2505075"/>
          </a:xfrm>
          <a:custGeom xmlns:a="http://schemas.openxmlformats.org/drawingml/2006/main">
            <a:pathLst>
              <a:path w="1276350" h="2505075">
                <a:moveTo>
                  <a:pt x="809625" y="0"/>
                </a:moveTo>
                <a:lnTo>
                  <a:pt x="1276350" y="0"/>
                </a:lnTo>
                <a:lnTo>
                  <a:pt x="1276350" y="2400300"/>
                </a:lnTo>
                <a:lnTo>
                  <a:pt x="0" y="2400300"/>
                </a:lnTo>
                <a:lnTo>
                  <a:pt x="0" y="2505075"/>
                </a:lnTo>
              </a:path>
            </a:pathLst>
          </a:custGeom>
          <a:noFill xmlns:a="http://schemas.openxmlformats.org/drawingml/2006/main"/>
          <a:ln xmlns:a="http://schemas.openxmlformats.org/drawingml/2006/main" w="10478">
            <a:solidFill>
              <a:srgbClr val="000000"/>
            </a:solidFill>
            <a:prstDash val="solid"/>
          </a:ln>
        </p:spPr>
      </p:sp>
      <p:sp>
        <p:nvSpPr>
          <p:cNvPr id="110" name="dp41-comparison / n127 / arrow">
            <a:extLst xmlns:a="http://schemas.openxmlformats.org/drawingml/2006/main">
              <a:ext uri="{FF2B5EF4-FFF2-40B4-BE49-F238E27FC236}">
                <a16:creationId xmlns:a16="http://schemas.microsoft.com/office/drawing/2014/main" id="{D967EE3C-64BB-43AD-9B5A-E273902CC95A}"/>
              </a:ext>
            </a:extLst>
          </p:cNvPr>
          <p:cNvSpPr>
            <a:spLocks xmlns:a="http://schemas.openxmlformats.org/drawingml/2006/main" noGrp="1"/>
          </p:cNvSpPr>
          <p:nvPr/>
        </p:nvSpPr>
        <p:spPr>
          <a:xfrm xmlns:a="http://schemas.openxmlformats.org/drawingml/2006/main">
            <a:off x="8157972"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1" name="dp41-comparison / n128 / path">
            <a:extLst xmlns:a="http://schemas.openxmlformats.org/drawingml/2006/main">
              <a:ext uri="{FF2B5EF4-FFF2-40B4-BE49-F238E27FC236}">
                <a16:creationId xmlns:a16="http://schemas.microsoft.com/office/drawing/2014/main" id="{5D86E40F-B06C-4FCF-98BF-D2804F1C0509}"/>
              </a:ext>
            </a:extLst>
          </p:cNvPr>
          <p:cNvSpPr>
            <a:spLocks xmlns:a="http://schemas.openxmlformats.org/drawingml/2006/main" noGrp="1"/>
          </p:cNvSpPr>
          <p:nvPr/>
        </p:nvSpPr>
        <p:spPr>
          <a:xfrm xmlns:a="http://schemas.openxmlformats.org/drawingml/2006/main">
            <a:off x="8277225" y="4286250"/>
            <a:ext cx="1114425" cy="2362200"/>
          </a:xfrm>
          <a:custGeom xmlns:a="http://schemas.openxmlformats.org/drawingml/2006/main">
            <a:pathLst>
              <a:path w="1114425" h="2362200">
                <a:moveTo>
                  <a:pt x="0" y="2362200"/>
                </a:moveTo>
                <a:lnTo>
                  <a:pt x="0" y="2305050"/>
                </a:lnTo>
                <a:lnTo>
                  <a:pt x="1114425" y="2305050"/>
                </a:lnTo>
                <a:lnTo>
                  <a:pt x="1114425" y="0"/>
                </a:lnTo>
                <a:lnTo>
                  <a:pt x="723900" y="0"/>
                </a:lnTo>
              </a:path>
            </a:pathLst>
          </a:custGeom>
          <a:noFill xmlns:a="http://schemas.openxmlformats.org/drawingml/2006/main"/>
          <a:ln xmlns:a="http://schemas.openxmlformats.org/drawingml/2006/main" w="10478">
            <a:solidFill>
              <a:srgbClr val="000000"/>
            </a:solidFill>
            <a:prstDash val="dash"/>
          </a:ln>
        </p:spPr>
      </p:sp>
      <p:sp>
        <p:nvSpPr>
          <p:cNvPr id="112" name="dp41-comparison / n128 / arrow">
            <a:extLst xmlns:a="http://schemas.openxmlformats.org/drawingml/2006/main">
              <a:ext uri="{FF2B5EF4-FFF2-40B4-BE49-F238E27FC236}">
                <a16:creationId xmlns:a16="http://schemas.microsoft.com/office/drawing/2014/main" id="{DF5210C4-DC53-485D-918B-7E151AA9F0AE}"/>
              </a:ext>
            </a:extLst>
          </p:cNvPr>
          <p:cNvSpPr>
            <a:spLocks xmlns:a="http://schemas.openxmlformats.org/drawingml/2006/main" noGrp="1"/>
          </p:cNvSpPr>
          <p:nvPr/>
        </p:nvSpPr>
        <p:spPr>
          <a:xfrm xmlns:a="http://schemas.openxmlformats.org/drawingml/2006/main">
            <a:off x="9001125" y="425272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13" name="dp41-comparison / n131 / path">
            <a:extLst xmlns:a="http://schemas.openxmlformats.org/drawingml/2006/main">
              <a:ext uri="{FF2B5EF4-FFF2-40B4-BE49-F238E27FC236}">
                <a16:creationId xmlns:a16="http://schemas.microsoft.com/office/drawing/2014/main" id="{68AC6AD0-E465-4894-BF44-01DF009A9337}"/>
              </a:ext>
            </a:extLst>
          </p:cNvPr>
          <p:cNvSpPr>
            <a:spLocks xmlns:a="http://schemas.openxmlformats.org/drawingml/2006/main" noGrp="1"/>
          </p:cNvSpPr>
          <p:nvPr/>
        </p:nvSpPr>
        <p:spPr>
          <a:xfrm xmlns:a="http://schemas.openxmlformats.org/drawingml/2006/main">
            <a:off x="1476375" y="70675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114" name="dp41-comparison / n134">
            <a:extLst xmlns:a="http://schemas.openxmlformats.org/drawingml/2006/main">
              <a:ext uri="{FF2B5EF4-FFF2-40B4-BE49-F238E27FC236}">
                <a16:creationId xmlns:a16="http://schemas.microsoft.com/office/drawing/2014/main" id="{86E80C7C-2583-4B80-AE82-7F4E952B34BF}"/>
              </a:ext>
            </a:extLst>
          </p:cNvPr>
          <p:cNvSpPr>
            <a:spLocks xmlns:a="http://schemas.openxmlformats.org/drawingml/2006/main" noGrp="1"/>
          </p:cNvSpPr>
          <p:nvPr/>
        </p:nvSpPr>
        <p:spPr>
          <a:xfrm xmlns:a="http://schemas.openxmlformats.org/drawingml/2006/main">
            <a:off x="1666875" y="73628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5" name="dp41-comparison / n135 / text 1">
            <a:extLst xmlns:a="http://schemas.openxmlformats.org/drawingml/2006/main">
              <a:ext uri="{FF2B5EF4-FFF2-40B4-BE49-F238E27FC236}">
                <a16:creationId xmlns:a16="http://schemas.microsoft.com/office/drawing/2014/main" id="{B552B1B9-B5A5-4A2E-BE37-227EAA8E2E9C}"/>
              </a:ext>
            </a:extLst>
          </p:cNvPr>
          <p:cNvSpPr>
            <a:spLocks xmlns:a="http://schemas.openxmlformats.org/drawingml/2006/main" noGrp="1"/>
          </p:cNvSpPr>
          <p:nvPr/>
        </p:nvSpPr>
        <p:spPr>
          <a:xfrm xmlns:a="http://schemas.openxmlformats.org/drawingml/2006/main">
            <a:off x="1752600" y="74033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다음 행동 판단</a:t>
            </a:r>
          </a:p>
        </p:txBody>
      </p:sp>
      <p:sp>
        <p:nvSpPr>
          <p:cNvPr id="116" name="dp41-comparison / n136">
            <a:extLst xmlns:a="http://schemas.openxmlformats.org/drawingml/2006/main">
              <a:ext uri="{FF2B5EF4-FFF2-40B4-BE49-F238E27FC236}">
                <a16:creationId xmlns:a16="http://schemas.microsoft.com/office/drawing/2014/main" id="{B28937F0-B8AF-41D0-B764-F49E11D0184A}"/>
              </a:ext>
            </a:extLst>
          </p:cNvPr>
          <p:cNvSpPr>
            <a:spLocks xmlns:a="http://schemas.openxmlformats.org/drawingml/2006/main" noGrp="1"/>
          </p:cNvSpPr>
          <p:nvPr/>
        </p:nvSpPr>
        <p:spPr>
          <a:xfrm xmlns:a="http://schemas.openxmlformats.org/drawingml/2006/main">
            <a:off x="4048125" y="7296150"/>
            <a:ext cx="142875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117" name="dp41-comparison / n137 / text 1">
            <a:extLst xmlns:a="http://schemas.openxmlformats.org/drawingml/2006/main">
              <a:ext uri="{FF2B5EF4-FFF2-40B4-BE49-F238E27FC236}">
                <a16:creationId xmlns:a16="http://schemas.microsoft.com/office/drawing/2014/main" id="{400B35BC-F7B6-4205-8445-463F934B70CC}"/>
              </a:ext>
            </a:extLst>
          </p:cNvPr>
          <p:cNvSpPr>
            <a:spLocks xmlns:a="http://schemas.openxmlformats.org/drawingml/2006/main" noGrp="1"/>
          </p:cNvSpPr>
          <p:nvPr/>
        </p:nvSpPr>
        <p:spPr>
          <a:xfrm xmlns:a="http://schemas.openxmlformats.org/drawingml/2006/main">
            <a:off x="4133850" y="7403306"/>
            <a:ext cx="1257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행동?</a:t>
            </a:r>
          </a:p>
        </p:txBody>
      </p:sp>
      <p:sp>
        <p:nvSpPr>
          <p:cNvPr id="118" name="dp41-comparison / n138">
            <a:extLst xmlns:a="http://schemas.openxmlformats.org/drawingml/2006/main">
              <a:ext uri="{FF2B5EF4-FFF2-40B4-BE49-F238E27FC236}">
                <a16:creationId xmlns:a16="http://schemas.microsoft.com/office/drawing/2014/main" id="{3690B872-DF66-4727-A8A6-F5C96CA56249}"/>
              </a:ext>
            </a:extLst>
          </p:cNvPr>
          <p:cNvSpPr>
            <a:spLocks xmlns:a="http://schemas.openxmlformats.org/drawingml/2006/main" noGrp="1"/>
          </p:cNvSpPr>
          <p:nvPr/>
        </p:nvSpPr>
        <p:spPr>
          <a:xfrm xmlns:a="http://schemas.openxmlformats.org/drawingml/2006/main">
            <a:off x="6429375" y="7362825"/>
            <a:ext cx="2095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9" name="dp41-comparison / n139 / text 1">
            <a:extLst xmlns:a="http://schemas.openxmlformats.org/drawingml/2006/main">
              <a:ext uri="{FF2B5EF4-FFF2-40B4-BE49-F238E27FC236}">
                <a16:creationId xmlns:a16="http://schemas.microsoft.com/office/drawing/2014/main" id="{D5FFD511-98C5-475F-8BCF-102E404CAAAC}"/>
              </a:ext>
            </a:extLst>
          </p:cNvPr>
          <p:cNvSpPr>
            <a:spLocks xmlns:a="http://schemas.openxmlformats.org/drawingml/2006/main" noGrp="1"/>
          </p:cNvSpPr>
          <p:nvPr/>
        </p:nvSpPr>
        <p:spPr>
          <a:xfrm xmlns:a="http://schemas.openxmlformats.org/drawingml/2006/main">
            <a:off x="6515100" y="7403306"/>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지정한 자료 조회</a:t>
            </a:r>
          </a:p>
        </p:txBody>
      </p:sp>
      <p:sp>
        <p:nvSpPr>
          <p:cNvPr id="120" name="dp41-comparison / n140">
            <a:extLst xmlns:a="http://schemas.openxmlformats.org/drawingml/2006/main">
              <a:ext uri="{FF2B5EF4-FFF2-40B4-BE49-F238E27FC236}">
                <a16:creationId xmlns:a16="http://schemas.microsoft.com/office/drawing/2014/main" id="{32BA53E2-FCD1-4838-9F77-F541680F1283}"/>
              </a:ext>
            </a:extLst>
          </p:cNvPr>
          <p:cNvSpPr>
            <a:spLocks xmlns:a="http://schemas.openxmlformats.org/drawingml/2006/main" noGrp="1"/>
          </p:cNvSpPr>
          <p:nvPr/>
        </p:nvSpPr>
        <p:spPr>
          <a:xfrm xmlns:a="http://schemas.openxmlformats.org/drawingml/2006/main">
            <a:off x="6953250" y="7953375"/>
            <a:ext cx="2238375"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1" name="dp41-comparison / n141 / text 1">
            <a:extLst xmlns:a="http://schemas.openxmlformats.org/drawingml/2006/main">
              <a:ext uri="{FF2B5EF4-FFF2-40B4-BE49-F238E27FC236}">
                <a16:creationId xmlns:a16="http://schemas.microsoft.com/office/drawing/2014/main" id="{30144168-2DB8-4868-BFFB-2E5EBAA0E6B5}"/>
              </a:ext>
            </a:extLst>
          </p:cNvPr>
          <p:cNvSpPr>
            <a:spLocks xmlns:a="http://schemas.openxmlformats.org/drawingml/2006/main" noGrp="1"/>
          </p:cNvSpPr>
          <p:nvPr/>
        </p:nvSpPr>
        <p:spPr>
          <a:xfrm xmlns:a="http://schemas.openxmlformats.org/drawingml/2006/main">
            <a:off x="7038975" y="7998619"/>
            <a:ext cx="2066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의미 / 질문 제안</a:t>
            </a:r>
          </a:p>
        </p:txBody>
      </p:sp>
      <p:sp>
        <p:nvSpPr>
          <p:cNvPr id="122" name="dp41-comparison / n142 / path">
            <a:extLst xmlns:a="http://schemas.openxmlformats.org/drawingml/2006/main">
              <a:ext uri="{FF2B5EF4-FFF2-40B4-BE49-F238E27FC236}">
                <a16:creationId xmlns:a16="http://schemas.microsoft.com/office/drawing/2014/main" id="{2FCC960B-A683-4EBC-97C1-A3F08D8DE7C4}"/>
              </a:ext>
            </a:extLst>
          </p:cNvPr>
          <p:cNvSpPr>
            <a:spLocks xmlns:a="http://schemas.openxmlformats.org/drawingml/2006/main" noGrp="1"/>
          </p:cNvSpPr>
          <p:nvPr/>
        </p:nvSpPr>
        <p:spPr>
          <a:xfrm xmlns:a="http://schemas.openxmlformats.org/drawingml/2006/main">
            <a:off x="3381375" y="74961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123" name="dp41-comparison / n142 / arrow">
            <a:extLst xmlns:a="http://schemas.openxmlformats.org/drawingml/2006/main">
              <a:ext uri="{FF2B5EF4-FFF2-40B4-BE49-F238E27FC236}">
                <a16:creationId xmlns:a16="http://schemas.microsoft.com/office/drawing/2014/main" id="{C4150444-8346-431B-B4F0-9E877C12296A}"/>
              </a:ext>
            </a:extLst>
          </p:cNvPr>
          <p:cNvSpPr>
            <a:spLocks xmlns:a="http://schemas.openxmlformats.org/drawingml/2006/main" noGrp="1"/>
          </p:cNvSpPr>
          <p:nvPr/>
        </p:nvSpPr>
        <p:spPr>
          <a:xfrm xmlns:a="http://schemas.openxmlformats.org/drawingml/2006/main">
            <a:off x="3981069"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4" name="dp41-comparison / n143 / path">
            <a:extLst xmlns:a="http://schemas.openxmlformats.org/drawingml/2006/main">
              <a:ext uri="{FF2B5EF4-FFF2-40B4-BE49-F238E27FC236}">
                <a16:creationId xmlns:a16="http://schemas.microsoft.com/office/drawing/2014/main" id="{20B89BA5-A7CE-479B-AD98-747F540970B2}"/>
              </a:ext>
            </a:extLst>
          </p:cNvPr>
          <p:cNvSpPr>
            <a:spLocks xmlns:a="http://schemas.openxmlformats.org/drawingml/2006/main" noGrp="1"/>
          </p:cNvSpPr>
          <p:nvPr/>
        </p:nvSpPr>
        <p:spPr>
          <a:xfrm xmlns:a="http://schemas.openxmlformats.org/drawingml/2006/main">
            <a:off x="5476875" y="7496175"/>
            <a:ext cx="952500" cy="953"/>
          </a:xfrm>
          <a:custGeom xmlns:a="http://schemas.openxmlformats.org/drawingml/2006/main">
            <a:pathLst>
              <a:path w="952500" h="953">
                <a:moveTo>
                  <a:pt x="0" y="0"/>
                </a:moveTo>
                <a:lnTo>
                  <a:pt x="952500" y="0"/>
                </a:lnTo>
              </a:path>
            </a:pathLst>
          </a:custGeom>
          <a:noFill xmlns:a="http://schemas.openxmlformats.org/drawingml/2006/main"/>
          <a:ln xmlns:a="http://schemas.openxmlformats.org/drawingml/2006/main" w="10478">
            <a:solidFill>
              <a:srgbClr val="000000"/>
            </a:solidFill>
            <a:prstDash val="solid"/>
          </a:ln>
        </p:spPr>
      </p:sp>
      <p:sp>
        <p:nvSpPr>
          <p:cNvPr id="125" name="dp41-comparison / n143 / arrow">
            <a:extLst xmlns:a="http://schemas.openxmlformats.org/drawingml/2006/main">
              <a:ext uri="{FF2B5EF4-FFF2-40B4-BE49-F238E27FC236}">
                <a16:creationId xmlns:a16="http://schemas.microsoft.com/office/drawing/2014/main" id="{2BA82F8A-F427-4178-8E59-A8E2E51EBE90}"/>
              </a:ext>
            </a:extLst>
          </p:cNvPr>
          <p:cNvSpPr>
            <a:spLocks xmlns:a="http://schemas.openxmlformats.org/drawingml/2006/main" noGrp="1"/>
          </p:cNvSpPr>
          <p:nvPr/>
        </p:nvSpPr>
        <p:spPr>
          <a:xfrm xmlns:a="http://schemas.openxmlformats.org/drawingml/2006/main">
            <a:off x="6362319"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26" name="dp41-comparison / n146 / path">
            <a:extLst xmlns:a="http://schemas.openxmlformats.org/drawingml/2006/main">
              <a:ext uri="{FF2B5EF4-FFF2-40B4-BE49-F238E27FC236}">
                <a16:creationId xmlns:a16="http://schemas.microsoft.com/office/drawing/2014/main" id="{681252EE-412B-43B5-8960-17E63EE246F3}"/>
              </a:ext>
            </a:extLst>
          </p:cNvPr>
          <p:cNvSpPr>
            <a:spLocks xmlns:a="http://schemas.openxmlformats.org/drawingml/2006/main" noGrp="1"/>
          </p:cNvSpPr>
          <p:nvPr/>
        </p:nvSpPr>
        <p:spPr>
          <a:xfrm xmlns:a="http://schemas.openxmlformats.org/drawingml/2006/main">
            <a:off x="2524125" y="7629525"/>
            <a:ext cx="4953000" cy="152400"/>
          </a:xfrm>
          <a:custGeom xmlns:a="http://schemas.openxmlformats.org/drawingml/2006/main">
            <a:pathLst>
              <a:path w="4953000" h="152400">
                <a:moveTo>
                  <a:pt x="4953000" y="0"/>
                </a:moveTo>
                <a:lnTo>
                  <a:pt x="4953000"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127" name="dp41-comparison / n146 / arrow">
            <a:extLst xmlns:a="http://schemas.openxmlformats.org/drawingml/2006/main">
              <a:ext uri="{FF2B5EF4-FFF2-40B4-BE49-F238E27FC236}">
                <a16:creationId xmlns:a16="http://schemas.microsoft.com/office/drawing/2014/main" id="{8D61C0D2-9E07-4954-AB08-A3F447B14B48}"/>
              </a:ext>
            </a:extLst>
          </p:cNvPr>
          <p:cNvSpPr>
            <a:spLocks xmlns:a="http://schemas.openxmlformats.org/drawingml/2006/main" noGrp="1"/>
          </p:cNvSpPr>
          <p:nvPr/>
        </p:nvSpPr>
        <p:spPr>
          <a:xfrm xmlns:a="http://schemas.openxmlformats.org/drawingml/2006/main">
            <a:off x="2490597" y="76295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28" name="dp41-comparison / n149 / path">
            <a:extLst xmlns:a="http://schemas.openxmlformats.org/drawingml/2006/main">
              <a:ext uri="{FF2B5EF4-FFF2-40B4-BE49-F238E27FC236}">
                <a16:creationId xmlns:a16="http://schemas.microsoft.com/office/drawing/2014/main" id="{03C89CF2-9A55-4658-9F0D-5BF0D45AFE3B}"/>
              </a:ext>
            </a:extLst>
          </p:cNvPr>
          <p:cNvSpPr>
            <a:spLocks xmlns:a="http://schemas.openxmlformats.org/drawingml/2006/main" noGrp="1"/>
          </p:cNvSpPr>
          <p:nvPr/>
        </p:nvSpPr>
        <p:spPr>
          <a:xfrm xmlns:a="http://schemas.openxmlformats.org/drawingml/2006/main">
            <a:off x="4762500" y="7696200"/>
            <a:ext cx="2190750" cy="395288"/>
          </a:xfrm>
          <a:custGeom xmlns:a="http://schemas.openxmlformats.org/drawingml/2006/main">
            <a:pathLst>
              <a:path w="2190750" h="395288">
                <a:moveTo>
                  <a:pt x="0" y="0"/>
                </a:moveTo>
                <a:lnTo>
                  <a:pt x="0" y="395288"/>
                </a:lnTo>
                <a:lnTo>
                  <a:pt x="2190750" y="395288"/>
                </a:lnTo>
              </a:path>
            </a:pathLst>
          </a:custGeom>
          <a:noFill xmlns:a="http://schemas.openxmlformats.org/drawingml/2006/main"/>
          <a:ln xmlns:a="http://schemas.openxmlformats.org/drawingml/2006/main" w="10478">
            <a:solidFill>
              <a:srgbClr val="000000"/>
            </a:solidFill>
            <a:prstDash val="solid"/>
          </a:ln>
        </p:spPr>
      </p:sp>
      <p:sp>
        <p:nvSpPr>
          <p:cNvPr id="129" name="dp41-comparison / n149 / arrow">
            <a:extLst xmlns:a="http://schemas.openxmlformats.org/drawingml/2006/main">
              <a:ext uri="{FF2B5EF4-FFF2-40B4-BE49-F238E27FC236}">
                <a16:creationId xmlns:a16="http://schemas.microsoft.com/office/drawing/2014/main" id="{C4A2B822-CE72-4F40-9D2B-8E7F5187692B}"/>
              </a:ext>
            </a:extLst>
          </p:cNvPr>
          <p:cNvSpPr>
            <a:spLocks xmlns:a="http://schemas.openxmlformats.org/drawingml/2006/main" noGrp="1"/>
          </p:cNvSpPr>
          <p:nvPr/>
        </p:nvSpPr>
        <p:spPr>
          <a:xfrm xmlns:a="http://schemas.openxmlformats.org/drawingml/2006/main">
            <a:off x="6886194" y="80579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30" name="dp41-comparison / n64">
            <a:extLst xmlns:a="http://schemas.openxmlformats.org/drawingml/2006/main">
              <a:ext uri="{FF2B5EF4-FFF2-40B4-BE49-F238E27FC236}">
                <a16:creationId xmlns:a16="http://schemas.microsoft.com/office/drawing/2014/main" id="{1F561E89-F398-481E-B7B1-318872664597}"/>
              </a:ext>
            </a:extLst>
          </p:cNvPr>
          <p:cNvSpPr>
            <a:spLocks xmlns:a="http://schemas.openxmlformats.org/drawingml/2006/main" noGrp="1"/>
          </p:cNvSpPr>
          <p:nvPr/>
        </p:nvSpPr>
        <p:spPr>
          <a:xfrm xmlns:a="http://schemas.openxmlformats.org/drawingml/2006/main">
            <a:off x="157162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1" name="dp41-comparison / n64 / fold">
            <a:extLst xmlns:a="http://schemas.openxmlformats.org/drawingml/2006/main">
              <a:ext uri="{FF2B5EF4-FFF2-40B4-BE49-F238E27FC236}">
                <a16:creationId xmlns:a16="http://schemas.microsoft.com/office/drawing/2014/main" id="{64A42E55-68FB-429F-BD03-DA9DFABCF78A}"/>
              </a:ext>
            </a:extLst>
          </p:cNvPr>
          <p:cNvSpPr>
            <a:spLocks xmlns:a="http://schemas.openxmlformats.org/drawingml/2006/main" noGrp="1"/>
          </p:cNvSpPr>
          <p:nvPr/>
        </p:nvSpPr>
        <p:spPr>
          <a:xfrm xmlns:a="http://schemas.openxmlformats.org/drawingml/2006/main">
            <a:off x="282892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2" name="dp41-comparison / n65 / text 1">
            <a:extLst xmlns:a="http://schemas.openxmlformats.org/drawingml/2006/main">
              <a:ext uri="{FF2B5EF4-FFF2-40B4-BE49-F238E27FC236}">
                <a16:creationId xmlns:a16="http://schemas.microsoft.com/office/drawing/2014/main" id="{EF633472-D282-4C83-B3FA-D11B9CE58112}"/>
              </a:ext>
            </a:extLst>
          </p:cNvPr>
          <p:cNvSpPr>
            <a:spLocks xmlns:a="http://schemas.openxmlformats.org/drawingml/2006/main" noGrp="1"/>
          </p:cNvSpPr>
          <p:nvPr/>
        </p:nvSpPr>
        <p:spPr>
          <a:xfrm xmlns:a="http://schemas.openxmlformats.org/drawingml/2006/main">
            <a:off x="166687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133" name="dp41-comparison / n74">
            <a:extLst xmlns:a="http://schemas.openxmlformats.org/drawingml/2006/main">
              <a:ext uri="{FF2B5EF4-FFF2-40B4-BE49-F238E27FC236}">
                <a16:creationId xmlns:a16="http://schemas.microsoft.com/office/drawing/2014/main" id="{43F853C8-5884-494B-8D46-A2DE41A8983C}"/>
              </a:ext>
            </a:extLst>
          </p:cNvPr>
          <p:cNvSpPr>
            <a:spLocks xmlns:a="http://schemas.openxmlformats.org/drawingml/2006/main" noGrp="1"/>
          </p:cNvSpPr>
          <p:nvPr/>
        </p:nvSpPr>
        <p:spPr>
          <a:xfrm xmlns:a="http://schemas.openxmlformats.org/drawingml/2006/main">
            <a:off x="4505325" y="2943225"/>
            <a:ext cx="3050477"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4" name="dp41-comparison / n75 / text 1">
            <a:extLst xmlns:a="http://schemas.openxmlformats.org/drawingml/2006/main">
              <a:ext uri="{FF2B5EF4-FFF2-40B4-BE49-F238E27FC236}">
                <a16:creationId xmlns:a16="http://schemas.microsoft.com/office/drawing/2014/main" id="{956B3390-61F8-4442-A600-721B6A28707C}"/>
              </a:ext>
            </a:extLst>
          </p:cNvPr>
          <p:cNvSpPr>
            <a:spLocks xmlns:a="http://schemas.openxmlformats.org/drawingml/2006/main" noGrp="1"/>
          </p:cNvSpPr>
          <p:nvPr/>
        </p:nvSpPr>
        <p:spPr>
          <a:xfrm xmlns:a="http://schemas.openxmlformats.org/drawingml/2006/main">
            <a:off x="4524375" y="2952750"/>
            <a:ext cx="4667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Model Access 경유 / 조회 결과마다 모델 재판단</a:t>
            </a:r>
          </a:p>
        </p:txBody>
      </p:sp>
      <p:sp>
        <p:nvSpPr>
          <p:cNvPr id="135" name="dp41-comparison / n76">
            <a:extLst xmlns:a="http://schemas.openxmlformats.org/drawingml/2006/main">
              <a:ext uri="{FF2B5EF4-FFF2-40B4-BE49-F238E27FC236}">
                <a16:creationId xmlns:a16="http://schemas.microsoft.com/office/drawing/2014/main" id="{E02442D0-EEE5-4857-8113-D3D2F3EBD791}"/>
              </a:ext>
            </a:extLst>
          </p:cNvPr>
          <p:cNvSpPr>
            <a:spLocks xmlns:a="http://schemas.openxmlformats.org/drawingml/2006/main" noGrp="1"/>
          </p:cNvSpPr>
          <p:nvPr/>
        </p:nvSpPr>
        <p:spPr>
          <a:xfrm xmlns:a="http://schemas.openxmlformats.org/drawingml/2006/main">
            <a:off x="4648200" y="3314700"/>
            <a:ext cx="3272028" cy="22479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6" name="dp41-comparison / n77 / text 1">
            <a:extLst xmlns:a="http://schemas.openxmlformats.org/drawingml/2006/main">
              <a:ext uri="{FF2B5EF4-FFF2-40B4-BE49-F238E27FC236}">
                <a16:creationId xmlns:a16="http://schemas.microsoft.com/office/drawing/2014/main" id="{1AD798F5-2584-455E-B07C-BC025A55DB01}"/>
              </a:ext>
            </a:extLst>
          </p:cNvPr>
          <p:cNvSpPr>
            <a:spLocks xmlns:a="http://schemas.openxmlformats.org/drawingml/2006/main" noGrp="1"/>
          </p:cNvSpPr>
          <p:nvPr/>
        </p:nvSpPr>
        <p:spPr>
          <a:xfrm xmlns:a="http://schemas.openxmlformats.org/drawingml/2006/main">
            <a:off x="4667250" y="3324225"/>
            <a:ext cx="4572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000000"/>
                </a:solidFill>
                <a:latin typeface="Apple SD Gothic Neo"/>
                <a:ea typeface="Apple SD Gothic Neo"/>
                <a:cs typeface="Apple SD Gothic Neo"/>
              </a:defRPr>
            </a:pPr>
            <a:r>
              <a:rPr sz="1350" b="0">
                <a:solidFill>
                  <a:srgbClr val="000000"/>
                </a:solidFill>
                <a:latin typeface="Apple SD Gothic Neo"/>
                <a:ea typeface="Apple SD Gothic Neo"/>
                <a:cs typeface="Apple SD Gothic Neo"/>
              </a:rPr>
              <a:t>A: 모델이 결과를 보고 다음 조회 선택</a:t>
            </a:r>
          </a:p>
        </p:txBody>
      </p:sp>
      <p:sp>
        <p:nvSpPr>
          <p:cNvPr id="137" name="dp41-comparison / n80">
            <a:extLst xmlns:a="http://schemas.openxmlformats.org/drawingml/2006/main">
              <a:ext uri="{FF2B5EF4-FFF2-40B4-BE49-F238E27FC236}">
                <a16:creationId xmlns:a16="http://schemas.microsoft.com/office/drawing/2014/main" id="{6691E6E2-A3A9-41FC-BE9D-7E3AE408FCCB}"/>
              </a:ext>
            </a:extLst>
          </p:cNvPr>
          <p:cNvSpPr>
            <a:spLocks xmlns:a="http://schemas.openxmlformats.org/drawingml/2006/main" noGrp="1"/>
          </p:cNvSpPr>
          <p:nvPr/>
        </p:nvSpPr>
        <p:spPr>
          <a:xfrm xmlns:a="http://schemas.openxmlformats.org/drawingml/2006/main">
            <a:off x="7505700" y="3114675"/>
            <a:ext cx="73056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8" name="dp41-comparison / n81 / text 1">
            <a:extLst xmlns:a="http://schemas.openxmlformats.org/drawingml/2006/main">
              <a:ext uri="{FF2B5EF4-FFF2-40B4-BE49-F238E27FC236}">
                <a16:creationId xmlns:a16="http://schemas.microsoft.com/office/drawing/2014/main" id="{C98E87EC-ABD8-42F1-8396-95726D42D57B}"/>
              </a:ext>
            </a:extLst>
          </p:cNvPr>
          <p:cNvSpPr>
            <a:spLocks xmlns:a="http://schemas.openxmlformats.org/drawingml/2006/main" noGrp="1"/>
          </p:cNvSpPr>
          <p:nvPr/>
        </p:nvSpPr>
        <p:spPr>
          <a:xfrm xmlns:a="http://schemas.openxmlformats.org/drawingml/2006/main">
            <a:off x="7524750" y="3124200"/>
            <a:ext cx="1762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해석 시작</a:t>
            </a:r>
          </a:p>
        </p:txBody>
      </p:sp>
      <p:sp>
        <p:nvSpPr>
          <p:cNvPr id="139" name="dp41-comparison / n84">
            <a:extLst xmlns:a="http://schemas.openxmlformats.org/drawingml/2006/main">
              <a:ext uri="{FF2B5EF4-FFF2-40B4-BE49-F238E27FC236}">
                <a16:creationId xmlns:a16="http://schemas.microsoft.com/office/drawing/2014/main" id="{D1A63935-AC5C-4DA0-93C9-5EB14A324BD6}"/>
              </a:ext>
            </a:extLst>
          </p:cNvPr>
          <p:cNvSpPr>
            <a:spLocks xmlns:a="http://schemas.openxmlformats.org/drawingml/2006/main" noGrp="1"/>
          </p:cNvSpPr>
          <p:nvPr/>
        </p:nvSpPr>
        <p:spPr>
          <a:xfrm xmlns:a="http://schemas.openxmlformats.org/drawingml/2006/main">
            <a:off x="1647825" y="4429125"/>
            <a:ext cx="191185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0" name="dp41-comparison / n85 / text 1">
            <a:extLst xmlns:a="http://schemas.openxmlformats.org/drawingml/2006/main">
              <a:ext uri="{FF2B5EF4-FFF2-40B4-BE49-F238E27FC236}">
                <a16:creationId xmlns:a16="http://schemas.microsoft.com/office/drawing/2014/main" id="{EAC8D2F2-EB6C-41D0-A24B-07439B08656C}"/>
              </a:ext>
            </a:extLst>
          </p:cNvPr>
          <p:cNvSpPr>
            <a:spLocks xmlns:a="http://schemas.openxmlformats.org/drawingml/2006/main" noGrp="1"/>
          </p:cNvSpPr>
          <p:nvPr/>
        </p:nvSpPr>
        <p:spPr>
          <a:xfrm xmlns:a="http://schemas.openxmlformats.org/drawingml/2006/main">
            <a:off x="1666875" y="4438650"/>
            <a:ext cx="2667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코드: 모델 호출, 도구 결과 대응</a:t>
            </a:r>
          </a:p>
        </p:txBody>
      </p:sp>
      <p:sp>
        <p:nvSpPr>
          <p:cNvPr id="141" name="dp41-comparison / n90">
            <a:extLst xmlns:a="http://schemas.openxmlformats.org/drawingml/2006/main">
              <a:ext uri="{FF2B5EF4-FFF2-40B4-BE49-F238E27FC236}">
                <a16:creationId xmlns:a16="http://schemas.microsoft.com/office/drawing/2014/main" id="{BD303C07-0622-48A5-A061-3DFDA290BB37}"/>
              </a:ext>
            </a:extLst>
          </p:cNvPr>
          <p:cNvSpPr>
            <a:spLocks xmlns:a="http://schemas.openxmlformats.org/drawingml/2006/main" noGrp="1"/>
          </p:cNvSpPr>
          <p:nvPr/>
        </p:nvSpPr>
        <p:spPr>
          <a:xfrm xmlns:a="http://schemas.openxmlformats.org/drawingml/2006/main">
            <a:off x="1647825" y="5534025"/>
            <a:ext cx="2150745"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2" name="dp41-comparison / n91 / text 1">
            <a:extLst xmlns:a="http://schemas.openxmlformats.org/drawingml/2006/main">
              <a:ext uri="{FF2B5EF4-FFF2-40B4-BE49-F238E27FC236}">
                <a16:creationId xmlns:a16="http://schemas.microsoft.com/office/drawing/2014/main" id="{1B364079-7B89-47D5-BC1A-ED496FD12B14}"/>
              </a:ext>
            </a:extLst>
          </p:cNvPr>
          <p:cNvSpPr>
            <a:spLocks xmlns:a="http://schemas.openxmlformats.org/drawingml/2006/main" noGrp="1"/>
          </p:cNvSpPr>
          <p:nvPr/>
        </p:nvSpPr>
        <p:spPr>
          <a:xfrm xmlns:a="http://schemas.openxmlformats.org/drawingml/2006/main">
            <a:off x="1666875" y="5543550"/>
            <a:ext cx="2524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발화, 조회 결과, 이전 조건 / 임시 상태</a:t>
            </a:r>
          </a:p>
        </p:txBody>
      </p:sp>
      <p:sp>
        <p:nvSpPr>
          <p:cNvPr id="143" name="dp41-comparison / n94">
            <a:extLst xmlns:a="http://schemas.openxmlformats.org/drawingml/2006/main">
              <a:ext uri="{FF2B5EF4-FFF2-40B4-BE49-F238E27FC236}">
                <a16:creationId xmlns:a16="http://schemas.microsoft.com/office/drawing/2014/main" id="{E56AAB3D-583B-4ED5-B488-11ABBA52518F}"/>
              </a:ext>
            </a:extLst>
          </p:cNvPr>
          <p:cNvSpPr>
            <a:spLocks xmlns:a="http://schemas.openxmlformats.org/drawingml/2006/main" noGrp="1"/>
          </p:cNvSpPr>
          <p:nvPr/>
        </p:nvSpPr>
        <p:spPr>
          <a:xfrm xmlns:a="http://schemas.openxmlformats.org/drawingml/2006/main">
            <a:off x="2076450" y="3324225"/>
            <a:ext cx="148437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4" name="dp41-comparison / n95 / text 1">
            <a:extLst xmlns:a="http://schemas.openxmlformats.org/drawingml/2006/main">
              <a:ext uri="{FF2B5EF4-FFF2-40B4-BE49-F238E27FC236}">
                <a16:creationId xmlns:a16="http://schemas.microsoft.com/office/drawing/2014/main" id="{D9F6D743-1298-4EE1-9B69-4D28D7282430}"/>
              </a:ext>
            </a:extLst>
          </p:cNvPr>
          <p:cNvSpPr>
            <a:spLocks xmlns:a="http://schemas.openxmlformats.org/drawingml/2006/main" noGrp="1"/>
          </p:cNvSpPr>
          <p:nvPr/>
        </p:nvSpPr>
        <p:spPr>
          <a:xfrm xmlns:a="http://schemas.openxmlformats.org/drawingml/2006/main">
            <a:off x="2095500" y="3333750"/>
            <a:ext cx="1733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① 결과와 원문으로 재호출</a:t>
            </a:r>
          </a:p>
        </p:txBody>
      </p:sp>
      <p:sp>
        <p:nvSpPr>
          <p:cNvPr id="145" name="dp41-comparison / n96">
            <a:extLst xmlns:a="http://schemas.openxmlformats.org/drawingml/2006/main">
              <a:ext uri="{FF2B5EF4-FFF2-40B4-BE49-F238E27FC236}">
                <a16:creationId xmlns:a16="http://schemas.microsoft.com/office/drawing/2014/main" id="{1735FFBB-31DA-4810-9FFC-6AE9FE02CF49}"/>
              </a:ext>
            </a:extLst>
          </p:cNvPr>
          <p:cNvSpPr>
            <a:spLocks xmlns:a="http://schemas.openxmlformats.org/drawingml/2006/main" noGrp="1"/>
          </p:cNvSpPr>
          <p:nvPr/>
        </p:nvSpPr>
        <p:spPr>
          <a:xfrm xmlns:a="http://schemas.openxmlformats.org/drawingml/2006/main">
            <a:off x="2076450" y="3495675"/>
            <a:ext cx="1670875"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6" name="dp41-comparison / n97 / text 1">
            <a:extLst xmlns:a="http://schemas.openxmlformats.org/drawingml/2006/main">
              <a:ext uri="{FF2B5EF4-FFF2-40B4-BE49-F238E27FC236}">
                <a16:creationId xmlns:a16="http://schemas.microsoft.com/office/drawing/2014/main" id="{F900837D-EA74-4DF4-A109-E44283649E6C}"/>
              </a:ext>
            </a:extLst>
          </p:cNvPr>
          <p:cNvSpPr>
            <a:spLocks xmlns:a="http://schemas.openxmlformats.org/drawingml/2006/main" noGrp="1"/>
          </p:cNvSpPr>
          <p:nvPr/>
        </p:nvSpPr>
        <p:spPr>
          <a:xfrm xmlns:a="http://schemas.openxmlformats.org/drawingml/2006/main">
            <a:off x="2095500" y="3505200"/>
            <a:ext cx="17335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모델: 조회 / 질문 / 의미 선택</a:t>
            </a:r>
          </a:p>
        </p:txBody>
      </p:sp>
      <p:sp>
        <p:nvSpPr>
          <p:cNvPr id="147" name="dp41-comparison / n99">
            <a:extLst xmlns:a="http://schemas.openxmlformats.org/drawingml/2006/main">
              <a:ext uri="{FF2B5EF4-FFF2-40B4-BE49-F238E27FC236}">
                <a16:creationId xmlns:a16="http://schemas.microsoft.com/office/drawing/2014/main" id="{557FA8B5-C9F6-4294-B6D2-E4BD1B49DD90}"/>
              </a:ext>
            </a:extLst>
          </p:cNvPr>
          <p:cNvSpPr>
            <a:spLocks xmlns:a="http://schemas.openxmlformats.org/drawingml/2006/main" noGrp="1"/>
          </p:cNvSpPr>
          <p:nvPr/>
        </p:nvSpPr>
        <p:spPr>
          <a:xfrm xmlns:a="http://schemas.openxmlformats.org/drawingml/2006/main">
            <a:off x="4457700" y="4086225"/>
            <a:ext cx="145237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8" name="dp41-comparison / n100 / text 1">
            <a:extLst xmlns:a="http://schemas.openxmlformats.org/drawingml/2006/main">
              <a:ext uri="{FF2B5EF4-FFF2-40B4-BE49-F238E27FC236}">
                <a16:creationId xmlns:a16="http://schemas.microsoft.com/office/drawing/2014/main" id="{A20A20B9-4729-4176-B5B6-1EDC9B7EBC3D}"/>
              </a:ext>
            </a:extLst>
          </p:cNvPr>
          <p:cNvSpPr>
            <a:spLocks xmlns:a="http://schemas.openxmlformats.org/drawingml/2006/main" noGrp="1"/>
          </p:cNvSpPr>
          <p:nvPr/>
        </p:nvSpPr>
        <p:spPr>
          <a:xfrm xmlns:a="http://schemas.openxmlformats.org/drawingml/2006/main">
            <a:off x="4476750" y="4095750"/>
            <a:ext cx="20955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② 모델이 선택한 조회</a:t>
            </a:r>
          </a:p>
        </p:txBody>
      </p:sp>
      <p:sp>
        <p:nvSpPr>
          <p:cNvPr id="149" name="dp41-comparison / n102">
            <a:extLst xmlns:a="http://schemas.openxmlformats.org/drawingml/2006/main">
              <a:ext uri="{FF2B5EF4-FFF2-40B4-BE49-F238E27FC236}">
                <a16:creationId xmlns:a16="http://schemas.microsoft.com/office/drawing/2014/main" id="{897DA12F-4D29-4F40-A244-383E640D11EB}"/>
              </a:ext>
            </a:extLst>
          </p:cNvPr>
          <p:cNvSpPr>
            <a:spLocks xmlns:a="http://schemas.openxmlformats.org/drawingml/2006/main" noGrp="1"/>
          </p:cNvSpPr>
          <p:nvPr/>
        </p:nvSpPr>
        <p:spPr>
          <a:xfrm xmlns:a="http://schemas.openxmlformats.org/drawingml/2006/main">
            <a:off x="4648200" y="4429125"/>
            <a:ext cx="27965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0" name="dp41-comparison / n103 / text 1">
            <a:extLst xmlns:a="http://schemas.openxmlformats.org/drawingml/2006/main">
              <a:ext uri="{FF2B5EF4-FFF2-40B4-BE49-F238E27FC236}">
                <a16:creationId xmlns:a16="http://schemas.microsoft.com/office/drawing/2014/main" id="{F6694710-70B5-4CFC-9EF3-D79ABCC080F4}"/>
              </a:ext>
            </a:extLst>
          </p:cNvPr>
          <p:cNvSpPr>
            <a:spLocks xmlns:a="http://schemas.openxmlformats.org/drawingml/2006/main" noGrp="1"/>
          </p:cNvSpPr>
          <p:nvPr/>
        </p:nvSpPr>
        <p:spPr>
          <a:xfrm xmlns:a="http://schemas.openxmlformats.org/drawingml/2006/main">
            <a:off x="4667250" y="4438650"/>
            <a:ext cx="4333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모델 출력 예시 / 다음 조회는 결과를 본 뒤 선택</a:t>
            </a:r>
          </a:p>
        </p:txBody>
      </p:sp>
      <p:sp>
        <p:nvSpPr>
          <p:cNvPr id="151" name="dp41-comparison / n105">
            <a:extLst xmlns:a="http://schemas.openxmlformats.org/drawingml/2006/main">
              <a:ext uri="{FF2B5EF4-FFF2-40B4-BE49-F238E27FC236}">
                <a16:creationId xmlns:a16="http://schemas.microsoft.com/office/drawing/2014/main" id="{BCA46003-EA4C-40BE-B482-51555E2D85FB}"/>
              </a:ext>
            </a:extLst>
          </p:cNvPr>
          <p:cNvSpPr>
            <a:spLocks xmlns:a="http://schemas.openxmlformats.org/drawingml/2006/main" noGrp="1"/>
          </p:cNvSpPr>
          <p:nvPr/>
        </p:nvSpPr>
        <p:spPr>
          <a:xfrm xmlns:a="http://schemas.openxmlformats.org/drawingml/2006/main">
            <a:off x="1647825" y="4724400"/>
            <a:ext cx="191185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2" name="dp41-comparison / n106 / text 1">
            <a:extLst xmlns:a="http://schemas.openxmlformats.org/drawingml/2006/main">
              <a:ext uri="{FF2B5EF4-FFF2-40B4-BE49-F238E27FC236}">
                <a16:creationId xmlns:a16="http://schemas.microsoft.com/office/drawing/2014/main" id="{47A4E4F9-D0B0-430A-BB94-8A7B19FE636A}"/>
              </a:ext>
            </a:extLst>
          </p:cNvPr>
          <p:cNvSpPr>
            <a:spLocks xmlns:a="http://schemas.openxmlformats.org/drawingml/2006/main" noGrp="1"/>
          </p:cNvSpPr>
          <p:nvPr/>
        </p:nvSpPr>
        <p:spPr>
          <a:xfrm xmlns:a="http://schemas.openxmlformats.org/drawingml/2006/main">
            <a:off x="1666875" y="4733925"/>
            <a:ext cx="2209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③ 결과 반영 후 같은 모델 재호출</a:t>
            </a:r>
          </a:p>
        </p:txBody>
      </p:sp>
      <p:sp>
        <p:nvSpPr>
          <p:cNvPr id="153" name="dp41-comparison / n107">
            <a:extLst xmlns:a="http://schemas.openxmlformats.org/drawingml/2006/main">
              <a:ext uri="{FF2B5EF4-FFF2-40B4-BE49-F238E27FC236}">
                <a16:creationId xmlns:a16="http://schemas.microsoft.com/office/drawing/2014/main" id="{E457883E-2C5B-4E24-867D-90446DFA21D2}"/>
              </a:ext>
            </a:extLst>
          </p:cNvPr>
          <p:cNvSpPr>
            <a:spLocks xmlns:a="http://schemas.openxmlformats.org/drawingml/2006/main" noGrp="1"/>
          </p:cNvSpPr>
          <p:nvPr/>
        </p:nvSpPr>
        <p:spPr>
          <a:xfrm xmlns:a="http://schemas.openxmlformats.org/drawingml/2006/main">
            <a:off x="4667250" y="4610100"/>
            <a:ext cx="4333875" cy="495300"/>
          </a:xfrm>
          <a:custGeom xmlns:a="http://schemas.openxmlformats.org/drawingml/2006/main">
            <a:pathLst>
              <a:path w="4333875" h="495300">
                <a:moveTo>
                  <a:pt x="0" y="0"/>
                </a:moveTo>
                <a:lnTo>
                  <a:pt x="4162425" y="0"/>
                </a:lnTo>
                <a:lnTo>
                  <a:pt x="4333875" y="171450"/>
                </a:lnTo>
                <a:lnTo>
                  <a:pt x="4333875" y="495300"/>
                </a:lnTo>
                <a:lnTo>
                  <a:pt x="0" y="495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54" name="dp41-comparison / n107 / fold">
            <a:extLst xmlns:a="http://schemas.openxmlformats.org/drawingml/2006/main">
              <a:ext uri="{FF2B5EF4-FFF2-40B4-BE49-F238E27FC236}">
                <a16:creationId xmlns:a16="http://schemas.microsoft.com/office/drawing/2014/main" id="{D12574B2-8B67-4D7A-B01C-2E3F13365E0B}"/>
              </a:ext>
            </a:extLst>
          </p:cNvPr>
          <p:cNvSpPr>
            <a:spLocks xmlns:a="http://schemas.openxmlformats.org/drawingml/2006/main" noGrp="1"/>
          </p:cNvSpPr>
          <p:nvPr/>
        </p:nvSpPr>
        <p:spPr>
          <a:xfrm xmlns:a="http://schemas.openxmlformats.org/drawingml/2006/main">
            <a:off x="8829675" y="46101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55" name="dp41-comparison / n108 / text 1">
            <a:extLst xmlns:a="http://schemas.openxmlformats.org/drawingml/2006/main">
              <a:ext uri="{FF2B5EF4-FFF2-40B4-BE49-F238E27FC236}">
                <a16:creationId xmlns:a16="http://schemas.microsoft.com/office/drawing/2014/main" id="{B1428373-748B-40FC-8ECE-68C8860141C2}"/>
              </a:ext>
            </a:extLst>
          </p:cNvPr>
          <p:cNvSpPr>
            <a:spLocks xmlns:a="http://schemas.openxmlformats.org/drawingml/2006/main" noGrp="1"/>
          </p:cNvSpPr>
          <p:nvPr/>
        </p:nvSpPr>
        <p:spPr>
          <a:xfrm xmlns:a="http://schemas.openxmlformats.org/drawingml/2006/main">
            <a:off x="4762500" y="4667250"/>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첫 모델 판단: 보고서와 표 조회</a:t>
            </a:r>
          </a:p>
        </p:txBody>
      </p:sp>
      <p:sp>
        <p:nvSpPr>
          <p:cNvPr id="156" name="dp41-comparison / n108 / text 2">
            <a:extLst xmlns:a="http://schemas.openxmlformats.org/drawingml/2006/main">
              <a:ext uri="{FF2B5EF4-FFF2-40B4-BE49-F238E27FC236}">
                <a16:creationId xmlns:a16="http://schemas.microsoft.com/office/drawing/2014/main" id="{F0FF00B6-170D-450B-8F7A-5CE3CCB4E95B}"/>
              </a:ext>
            </a:extLst>
          </p:cNvPr>
          <p:cNvSpPr>
            <a:spLocks xmlns:a="http://schemas.openxmlformats.org/drawingml/2006/main" noGrp="1"/>
          </p:cNvSpPr>
          <p:nvPr/>
        </p:nvSpPr>
        <p:spPr>
          <a:xfrm xmlns:a="http://schemas.openxmlformats.org/drawingml/2006/main">
            <a:off x="4762500" y="4792980"/>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task_retrieve(query="보고서", limit=5)</a:t>
            </a:r>
          </a:p>
        </p:txBody>
      </p:sp>
      <p:sp>
        <p:nvSpPr>
          <p:cNvPr id="157" name="dp41-comparison / n108 / text 3">
            <a:extLst xmlns:a="http://schemas.openxmlformats.org/drawingml/2006/main">
              <a:ext uri="{FF2B5EF4-FFF2-40B4-BE49-F238E27FC236}">
                <a16:creationId xmlns:a16="http://schemas.microsoft.com/office/drawing/2014/main" id="{72FD6E29-9DB2-4294-B335-783D5E5E8FE1}"/>
              </a:ext>
            </a:extLst>
          </p:cNvPr>
          <p:cNvSpPr>
            <a:spLocks xmlns:a="http://schemas.openxmlformats.org/drawingml/2006/main" noGrp="1"/>
          </p:cNvSpPr>
          <p:nvPr/>
        </p:nvSpPr>
        <p:spPr>
          <a:xfrm xmlns:a="http://schemas.openxmlformats.org/drawingml/2006/main">
            <a:off x="4762500" y="4918710"/>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context_retrieve(selector="INPUT_SELECTION")</a:t>
            </a:r>
          </a:p>
        </p:txBody>
      </p:sp>
      <p:sp>
        <p:nvSpPr>
          <p:cNvPr id="158" name="dp41-comparison / n109">
            <a:extLst xmlns:a="http://schemas.openxmlformats.org/drawingml/2006/main">
              <a:ext uri="{FF2B5EF4-FFF2-40B4-BE49-F238E27FC236}">
                <a16:creationId xmlns:a16="http://schemas.microsoft.com/office/drawing/2014/main" id="{C460781A-88E9-4ECA-8F26-085DD9722907}"/>
              </a:ext>
            </a:extLst>
          </p:cNvPr>
          <p:cNvSpPr>
            <a:spLocks xmlns:a="http://schemas.openxmlformats.org/drawingml/2006/main" noGrp="1"/>
          </p:cNvSpPr>
          <p:nvPr/>
        </p:nvSpPr>
        <p:spPr>
          <a:xfrm xmlns:a="http://schemas.openxmlformats.org/drawingml/2006/main">
            <a:off x="4648200" y="5114925"/>
            <a:ext cx="3420618"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59" name="dp41-comparison / n110 / text 1">
            <a:extLst xmlns:a="http://schemas.openxmlformats.org/drawingml/2006/main">
              <a:ext uri="{FF2B5EF4-FFF2-40B4-BE49-F238E27FC236}">
                <a16:creationId xmlns:a16="http://schemas.microsoft.com/office/drawing/2014/main" id="{8857576A-03A4-4464-905D-A7D66112B89F}"/>
              </a:ext>
            </a:extLst>
          </p:cNvPr>
          <p:cNvSpPr>
            <a:spLocks xmlns:a="http://schemas.openxmlformats.org/drawingml/2006/main" noGrp="1"/>
          </p:cNvSpPr>
          <p:nvPr/>
        </p:nvSpPr>
        <p:spPr>
          <a:xfrm xmlns:a="http://schemas.openxmlformats.org/drawingml/2006/main">
            <a:off x="4667250" y="5124450"/>
            <a:ext cx="43338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조회 결과: Task1 예산 보고서 / Task2 실적 보고서 / 선택한 표</a:t>
            </a:r>
          </a:p>
        </p:txBody>
      </p:sp>
      <p:sp>
        <p:nvSpPr>
          <p:cNvPr id="160" name="dp41-comparison / n111">
            <a:extLst xmlns:a="http://schemas.openxmlformats.org/drawingml/2006/main">
              <a:ext uri="{FF2B5EF4-FFF2-40B4-BE49-F238E27FC236}">
                <a16:creationId xmlns:a16="http://schemas.microsoft.com/office/drawing/2014/main" id="{2E8F9289-B0DB-4C93-864E-4DC3E647A93E}"/>
              </a:ext>
            </a:extLst>
          </p:cNvPr>
          <p:cNvSpPr>
            <a:spLocks xmlns:a="http://schemas.openxmlformats.org/drawingml/2006/main" noGrp="1"/>
          </p:cNvSpPr>
          <p:nvPr/>
        </p:nvSpPr>
        <p:spPr>
          <a:xfrm xmlns:a="http://schemas.openxmlformats.org/drawingml/2006/main">
            <a:off x="4667250" y="5286375"/>
            <a:ext cx="4333875" cy="495300"/>
          </a:xfrm>
          <a:custGeom xmlns:a="http://schemas.openxmlformats.org/drawingml/2006/main">
            <a:pathLst>
              <a:path w="4333875" h="495300">
                <a:moveTo>
                  <a:pt x="0" y="0"/>
                </a:moveTo>
                <a:lnTo>
                  <a:pt x="4162425" y="0"/>
                </a:lnTo>
                <a:lnTo>
                  <a:pt x="4333875" y="171450"/>
                </a:lnTo>
                <a:lnTo>
                  <a:pt x="4333875" y="495300"/>
                </a:lnTo>
                <a:lnTo>
                  <a:pt x="0" y="495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61" name="dp41-comparison / n111 / fold">
            <a:extLst xmlns:a="http://schemas.openxmlformats.org/drawingml/2006/main">
              <a:ext uri="{FF2B5EF4-FFF2-40B4-BE49-F238E27FC236}">
                <a16:creationId xmlns:a16="http://schemas.microsoft.com/office/drawing/2014/main" id="{F2175B8F-E581-45AC-A265-BF3853AB5B17}"/>
              </a:ext>
            </a:extLst>
          </p:cNvPr>
          <p:cNvSpPr>
            <a:spLocks xmlns:a="http://schemas.openxmlformats.org/drawingml/2006/main" noGrp="1"/>
          </p:cNvSpPr>
          <p:nvPr/>
        </p:nvSpPr>
        <p:spPr>
          <a:xfrm xmlns:a="http://schemas.openxmlformats.org/drawingml/2006/main">
            <a:off x="8829675" y="528637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62" name="dp41-comparison / n112 / text 1">
            <a:extLst xmlns:a="http://schemas.openxmlformats.org/drawingml/2006/main">
              <a:ext uri="{FF2B5EF4-FFF2-40B4-BE49-F238E27FC236}">
                <a16:creationId xmlns:a16="http://schemas.microsoft.com/office/drawing/2014/main" id="{A34046D6-16B9-4B03-A860-B43807F4192C}"/>
              </a:ext>
            </a:extLst>
          </p:cNvPr>
          <p:cNvSpPr>
            <a:spLocks xmlns:a="http://schemas.openxmlformats.org/drawingml/2006/main" noGrp="1"/>
          </p:cNvSpPr>
          <p:nvPr/>
        </p:nvSpPr>
        <p:spPr>
          <a:xfrm xmlns:a="http://schemas.openxmlformats.org/drawingml/2006/main">
            <a:off x="4762500" y="5343525"/>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결과를 받은 다음 모델 판단: 추가 대화 조회</a:t>
            </a:r>
          </a:p>
        </p:txBody>
      </p:sp>
      <p:sp>
        <p:nvSpPr>
          <p:cNvPr id="163" name="dp41-comparison / n112 / text 2">
            <a:extLst xmlns:a="http://schemas.openxmlformats.org/drawingml/2006/main">
              <a:ext uri="{FF2B5EF4-FFF2-40B4-BE49-F238E27FC236}">
                <a16:creationId xmlns:a16="http://schemas.microsoft.com/office/drawing/2014/main" id="{98D0C384-36BE-4CB3-B688-16149875E2A3}"/>
              </a:ext>
            </a:extLst>
          </p:cNvPr>
          <p:cNvSpPr>
            <a:spLocks xmlns:a="http://schemas.openxmlformats.org/drawingml/2006/main" noGrp="1"/>
          </p:cNvSpPr>
          <p:nvPr/>
        </p:nvSpPr>
        <p:spPr>
          <a:xfrm xmlns:a="http://schemas.openxmlformats.org/drawingml/2006/main">
            <a:off x="4762500" y="5469255"/>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interaction_retrieve(query="보고서", limit=5)</a:t>
            </a:r>
          </a:p>
        </p:txBody>
      </p:sp>
      <p:sp>
        <p:nvSpPr>
          <p:cNvPr id="164" name="dp41-comparison / n112 / text 3">
            <a:extLst xmlns:a="http://schemas.openxmlformats.org/drawingml/2006/main">
              <a:ext uri="{FF2B5EF4-FFF2-40B4-BE49-F238E27FC236}">
                <a16:creationId xmlns:a16="http://schemas.microsoft.com/office/drawing/2014/main" id="{577883DF-4816-4FD7-9CF7-1EB041B883BE}"/>
              </a:ext>
            </a:extLst>
          </p:cNvPr>
          <p:cNvSpPr>
            <a:spLocks xmlns:a="http://schemas.openxmlformats.org/drawingml/2006/main" noGrp="1"/>
          </p:cNvSpPr>
          <p:nvPr/>
        </p:nvSpPr>
        <p:spPr>
          <a:xfrm xmlns:a="http://schemas.openxmlformats.org/drawingml/2006/main">
            <a:off x="4762500" y="5594985"/>
            <a:ext cx="40671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추가 결과도 같은 맥락으로 반환 / 모델 재판단</a:t>
            </a:r>
          </a:p>
        </p:txBody>
      </p:sp>
      <p:sp>
        <p:nvSpPr>
          <p:cNvPr id="165" name="dp41-comparison / n116">
            <a:extLst xmlns:a="http://schemas.openxmlformats.org/drawingml/2006/main">
              <a:ext uri="{FF2B5EF4-FFF2-40B4-BE49-F238E27FC236}">
                <a16:creationId xmlns:a16="http://schemas.microsoft.com/office/drawing/2014/main" id="{D283AD4F-16E0-4632-A64B-D09C52AB91B7}"/>
              </a:ext>
            </a:extLst>
          </p:cNvPr>
          <p:cNvSpPr>
            <a:spLocks xmlns:a="http://schemas.openxmlformats.org/drawingml/2006/main" noGrp="1"/>
          </p:cNvSpPr>
          <p:nvPr/>
        </p:nvSpPr>
        <p:spPr>
          <a:xfrm xmlns:a="http://schemas.openxmlformats.org/drawingml/2006/main">
            <a:off x="1666875" y="5829300"/>
            <a:ext cx="4667250" cy="495300"/>
          </a:xfrm>
          <a:custGeom xmlns:a="http://schemas.openxmlformats.org/drawingml/2006/main">
            <a:pathLst>
              <a:path w="4667250" h="495300">
                <a:moveTo>
                  <a:pt x="0" y="0"/>
                </a:moveTo>
                <a:lnTo>
                  <a:pt x="4495800" y="0"/>
                </a:lnTo>
                <a:lnTo>
                  <a:pt x="4667250" y="171450"/>
                </a:lnTo>
                <a:lnTo>
                  <a:pt x="4667250" y="495300"/>
                </a:lnTo>
                <a:lnTo>
                  <a:pt x="0" y="495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66" name="dp41-comparison / n116 / fold">
            <a:extLst xmlns:a="http://schemas.openxmlformats.org/drawingml/2006/main">
              <a:ext uri="{FF2B5EF4-FFF2-40B4-BE49-F238E27FC236}">
                <a16:creationId xmlns:a16="http://schemas.microsoft.com/office/drawing/2014/main" id="{C9D3AF58-839D-4548-ADF4-EE0F08A09E54}"/>
              </a:ext>
            </a:extLst>
          </p:cNvPr>
          <p:cNvSpPr>
            <a:spLocks xmlns:a="http://schemas.openxmlformats.org/drawingml/2006/main" noGrp="1"/>
          </p:cNvSpPr>
          <p:nvPr/>
        </p:nvSpPr>
        <p:spPr>
          <a:xfrm xmlns:a="http://schemas.openxmlformats.org/drawingml/2006/main">
            <a:off x="6162675" y="58293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67" name="dp41-comparison / n117 / text 1">
            <a:extLst xmlns:a="http://schemas.openxmlformats.org/drawingml/2006/main">
              <a:ext uri="{FF2B5EF4-FFF2-40B4-BE49-F238E27FC236}">
                <a16:creationId xmlns:a16="http://schemas.microsoft.com/office/drawing/2014/main" id="{63926FBD-DDFF-4A11-ABBD-2717BCC23BC1}"/>
              </a:ext>
            </a:extLst>
          </p:cNvPr>
          <p:cNvSpPr>
            <a:spLocks xmlns:a="http://schemas.openxmlformats.org/drawingml/2006/main" noGrp="1"/>
          </p:cNvSpPr>
          <p:nvPr/>
        </p:nvSpPr>
        <p:spPr>
          <a:xfrm xmlns:a="http://schemas.openxmlformats.org/drawingml/2006/main">
            <a:off x="1762125" y="5886450"/>
            <a:ext cx="4400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⑤ 모델이 만든 MeaningProposal (사용자 확인 뒤)</a:t>
            </a:r>
          </a:p>
        </p:txBody>
      </p:sp>
      <p:sp>
        <p:nvSpPr>
          <p:cNvPr id="168" name="dp41-comparison / n117 / text 2">
            <a:extLst xmlns:a="http://schemas.openxmlformats.org/drawingml/2006/main">
              <a:ext uri="{FF2B5EF4-FFF2-40B4-BE49-F238E27FC236}">
                <a16:creationId xmlns:a16="http://schemas.microsoft.com/office/drawing/2014/main" id="{A4A07E01-AFDF-4E27-8324-3F3C73396399}"/>
              </a:ext>
            </a:extLst>
          </p:cNvPr>
          <p:cNvSpPr>
            <a:spLocks xmlns:a="http://schemas.openxmlformats.org/drawingml/2006/main" noGrp="1"/>
          </p:cNvSpPr>
          <p:nvPr/>
        </p:nvSpPr>
        <p:spPr>
          <a:xfrm xmlns:a="http://schemas.openxmlformats.org/drawingml/2006/main">
            <a:off x="1762125" y="6023610"/>
            <a:ext cx="44005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Task1 보고서 + 표 / 보고서 결과로 메일 초안 / SEND 금지</a:t>
            </a:r>
          </a:p>
        </p:txBody>
      </p:sp>
      <p:sp>
        <p:nvSpPr>
          <p:cNvPr id="169" name="dp41-comparison / n118">
            <a:extLst xmlns:a="http://schemas.openxmlformats.org/drawingml/2006/main">
              <a:ext uri="{FF2B5EF4-FFF2-40B4-BE49-F238E27FC236}">
                <a16:creationId xmlns:a16="http://schemas.microsoft.com/office/drawing/2014/main" id="{D15F6671-1134-48EE-A667-45F8B945DC53}"/>
              </a:ext>
            </a:extLst>
          </p:cNvPr>
          <p:cNvSpPr>
            <a:spLocks xmlns:a="http://schemas.openxmlformats.org/drawingml/2006/main" noGrp="1"/>
          </p:cNvSpPr>
          <p:nvPr/>
        </p:nvSpPr>
        <p:spPr>
          <a:xfrm xmlns:a="http://schemas.openxmlformats.org/drawingml/2006/main">
            <a:off x="6743700" y="5838825"/>
            <a:ext cx="16169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0" name="dp41-comparison / n119 / text 1">
            <a:extLst xmlns:a="http://schemas.openxmlformats.org/drawingml/2006/main">
              <a:ext uri="{FF2B5EF4-FFF2-40B4-BE49-F238E27FC236}">
                <a16:creationId xmlns:a16="http://schemas.microsoft.com/office/drawing/2014/main" id="{E2573E25-2B5B-4639-9AE9-757BA39FE91E}"/>
              </a:ext>
            </a:extLst>
          </p:cNvPr>
          <p:cNvSpPr>
            <a:spLocks xmlns:a="http://schemas.openxmlformats.org/drawingml/2006/main" noGrp="1"/>
          </p:cNvSpPr>
          <p:nvPr/>
        </p:nvSpPr>
        <p:spPr>
          <a:xfrm xmlns:a="http://schemas.openxmlformats.org/drawingml/2006/main">
            <a:off x="6762750" y="58483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④ 의미 또는 확인 질문 제안</a:t>
            </a:r>
          </a:p>
        </p:txBody>
      </p:sp>
      <p:sp>
        <p:nvSpPr>
          <p:cNvPr id="171" name="dp41-comparison / n129">
            <a:extLst xmlns:a="http://schemas.openxmlformats.org/drawingml/2006/main">
              <a:ext uri="{FF2B5EF4-FFF2-40B4-BE49-F238E27FC236}">
                <a16:creationId xmlns:a16="http://schemas.microsoft.com/office/drawing/2014/main" id="{A3CDF173-B4E0-452E-A21E-D1E340B54654}"/>
              </a:ext>
            </a:extLst>
          </p:cNvPr>
          <p:cNvSpPr>
            <a:spLocks xmlns:a="http://schemas.openxmlformats.org/drawingml/2006/main" noGrp="1"/>
          </p:cNvSpPr>
          <p:nvPr/>
        </p:nvSpPr>
        <p:spPr>
          <a:xfrm xmlns:a="http://schemas.openxmlformats.org/drawingml/2006/main">
            <a:off x="1647825" y="6657975"/>
            <a:ext cx="221361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1-comparison / n130 / text 1">
            <a:extLst xmlns:a="http://schemas.openxmlformats.org/drawingml/2006/main">
              <a:ext uri="{FF2B5EF4-FFF2-40B4-BE49-F238E27FC236}">
                <a16:creationId xmlns:a16="http://schemas.microsoft.com/office/drawing/2014/main" id="{92ED7BA5-0983-4919-9A08-389FD43EC47E}"/>
              </a:ext>
            </a:extLst>
          </p:cNvPr>
          <p:cNvSpPr>
            <a:spLocks xmlns:a="http://schemas.openxmlformats.org/drawingml/2006/main" noGrp="1"/>
          </p:cNvSpPr>
          <p:nvPr/>
        </p:nvSpPr>
        <p:spPr>
          <a:xfrm xmlns:a="http://schemas.openxmlformats.org/drawingml/2006/main">
            <a:off x="1666875" y="6667500"/>
            <a:ext cx="2571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정보 / 대화 / Task 기록 조회</a:t>
            </a:r>
          </a:p>
        </p:txBody>
      </p:sp>
      <p:sp>
        <p:nvSpPr>
          <p:cNvPr id="173" name="dp41-comparison / n132">
            <a:extLst xmlns:a="http://schemas.openxmlformats.org/drawingml/2006/main">
              <a:ext uri="{FF2B5EF4-FFF2-40B4-BE49-F238E27FC236}">
                <a16:creationId xmlns:a16="http://schemas.microsoft.com/office/drawing/2014/main" id="{5355DEE5-68F4-4B09-98A9-A8777E8AEDE8}"/>
              </a:ext>
            </a:extLst>
          </p:cNvPr>
          <p:cNvSpPr>
            <a:spLocks xmlns:a="http://schemas.openxmlformats.org/drawingml/2006/main" noGrp="1"/>
          </p:cNvSpPr>
          <p:nvPr/>
        </p:nvSpPr>
        <p:spPr>
          <a:xfrm xmlns:a="http://schemas.openxmlformats.org/drawingml/2006/main">
            <a:off x="1647825" y="70866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1-comparison / n133 / text 1">
            <a:extLst xmlns:a="http://schemas.openxmlformats.org/drawingml/2006/main">
              <a:ext uri="{FF2B5EF4-FFF2-40B4-BE49-F238E27FC236}">
                <a16:creationId xmlns:a16="http://schemas.microsoft.com/office/drawing/2014/main" id="{889C99B2-4CDD-485D-A064-220989113A1D}"/>
              </a:ext>
            </a:extLst>
          </p:cNvPr>
          <p:cNvSpPr>
            <a:spLocks xmlns:a="http://schemas.openxmlformats.org/drawingml/2006/main" noGrp="1"/>
          </p:cNvSpPr>
          <p:nvPr/>
        </p:nvSpPr>
        <p:spPr>
          <a:xfrm xmlns:a="http://schemas.openxmlformats.org/drawingml/2006/main">
            <a:off x="1666875" y="70961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175" name="dp41-comparison / n144">
            <a:extLst xmlns:a="http://schemas.openxmlformats.org/drawingml/2006/main">
              <a:ext uri="{FF2B5EF4-FFF2-40B4-BE49-F238E27FC236}">
                <a16:creationId xmlns:a16="http://schemas.microsoft.com/office/drawing/2014/main" id="{417F49B4-E89F-492F-AB2D-F7B1E9811B3D}"/>
              </a:ext>
            </a:extLst>
          </p:cNvPr>
          <p:cNvSpPr>
            <a:spLocks xmlns:a="http://schemas.openxmlformats.org/drawingml/2006/main" noGrp="1"/>
          </p:cNvSpPr>
          <p:nvPr/>
        </p:nvSpPr>
        <p:spPr>
          <a:xfrm xmlns:a="http://schemas.openxmlformats.org/drawingml/2006/main">
            <a:off x="5600700" y="7324725"/>
            <a:ext cx="34290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1-comparison / n145 / text 1">
            <a:extLst xmlns:a="http://schemas.openxmlformats.org/drawingml/2006/main">
              <a:ext uri="{FF2B5EF4-FFF2-40B4-BE49-F238E27FC236}">
                <a16:creationId xmlns:a16="http://schemas.microsoft.com/office/drawing/2014/main" id="{C91B6284-5B94-492D-B440-167C73E06F5A}"/>
              </a:ext>
            </a:extLst>
          </p:cNvPr>
          <p:cNvSpPr>
            <a:spLocks xmlns:a="http://schemas.openxmlformats.org/drawingml/2006/main" noGrp="1"/>
          </p:cNvSpPr>
          <p:nvPr/>
        </p:nvSpPr>
        <p:spPr>
          <a:xfrm xmlns:a="http://schemas.openxmlformats.org/drawingml/2006/main">
            <a:off x="5619750" y="7334250"/>
            <a:ext cx="666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a:t>
            </a:r>
          </a:p>
        </p:txBody>
      </p:sp>
      <p:sp>
        <p:nvSpPr>
          <p:cNvPr id="177" name="dp41-comparison / n147">
            <a:extLst xmlns:a="http://schemas.openxmlformats.org/drawingml/2006/main">
              <a:ext uri="{FF2B5EF4-FFF2-40B4-BE49-F238E27FC236}">
                <a16:creationId xmlns:a16="http://schemas.microsoft.com/office/drawing/2014/main" id="{014804CE-DE9E-4317-A9F8-65EEC59DF53E}"/>
              </a:ext>
            </a:extLst>
          </p:cNvPr>
          <p:cNvSpPr>
            <a:spLocks xmlns:a="http://schemas.openxmlformats.org/drawingml/2006/main" noGrp="1"/>
          </p:cNvSpPr>
          <p:nvPr/>
        </p:nvSpPr>
        <p:spPr>
          <a:xfrm xmlns:a="http://schemas.openxmlformats.org/drawingml/2006/main">
            <a:off x="2962275" y="7591425"/>
            <a:ext cx="27512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8" name="dp41-comparison / n148 / text 1">
            <a:extLst xmlns:a="http://schemas.openxmlformats.org/drawingml/2006/main">
              <a:ext uri="{FF2B5EF4-FFF2-40B4-BE49-F238E27FC236}">
                <a16:creationId xmlns:a16="http://schemas.microsoft.com/office/drawing/2014/main" id="{0B36672C-0FED-4B01-ADC2-F7B09DA67584}"/>
              </a:ext>
            </a:extLst>
          </p:cNvPr>
          <p:cNvSpPr>
            <a:spLocks xmlns:a="http://schemas.openxmlformats.org/drawingml/2006/main" noGrp="1"/>
          </p:cNvSpPr>
          <p:nvPr/>
        </p:nvSpPr>
        <p:spPr>
          <a:xfrm xmlns:a="http://schemas.openxmlformats.org/drawingml/2006/main">
            <a:off x="2981325" y="7600950"/>
            <a:ext cx="381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조회 결과로 모델 재호출 / 필요하면 반복</a:t>
            </a:r>
          </a:p>
        </p:txBody>
      </p:sp>
      <p:sp>
        <p:nvSpPr>
          <p:cNvPr id="179" name="dp41-comparison / n150">
            <a:extLst xmlns:a="http://schemas.openxmlformats.org/drawingml/2006/main">
              <a:ext uri="{FF2B5EF4-FFF2-40B4-BE49-F238E27FC236}">
                <a16:creationId xmlns:a16="http://schemas.microsoft.com/office/drawing/2014/main" id="{CBEA3303-262F-4ABC-B75A-FEEDC0B0D69D}"/>
              </a:ext>
            </a:extLst>
          </p:cNvPr>
          <p:cNvSpPr>
            <a:spLocks xmlns:a="http://schemas.openxmlformats.org/drawingml/2006/main" noGrp="1"/>
          </p:cNvSpPr>
          <p:nvPr/>
        </p:nvSpPr>
        <p:spPr>
          <a:xfrm xmlns:a="http://schemas.openxmlformats.org/drawingml/2006/main">
            <a:off x="4933950" y="7905750"/>
            <a:ext cx="14258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0" name="dp41-comparison / n151 / text 1">
            <a:extLst xmlns:a="http://schemas.openxmlformats.org/drawingml/2006/main">
              <a:ext uri="{FF2B5EF4-FFF2-40B4-BE49-F238E27FC236}">
                <a16:creationId xmlns:a16="http://schemas.microsoft.com/office/drawing/2014/main" id="{94E177CC-AF5E-4AB2-94B6-3D505FD5B305}"/>
              </a:ext>
            </a:extLst>
          </p:cNvPr>
          <p:cNvSpPr>
            <a:spLocks xmlns:a="http://schemas.openxmlformats.org/drawingml/2006/main" noGrp="1"/>
          </p:cNvSpPr>
          <p:nvPr/>
        </p:nvSpPr>
        <p:spPr>
          <a:xfrm xmlns:a="http://schemas.openxmlformats.org/drawingml/2006/main">
            <a:off x="4953000" y="7915275"/>
            <a:ext cx="1905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완성 / 확인 질문 필요</a:t>
            </a:r>
          </a:p>
        </p:txBody>
      </p:sp>
      <p:sp>
        <p:nvSpPr>
          <p:cNvPr id="181" name="dp41-comparison / n154">
            <a:extLst xmlns:a="http://schemas.openxmlformats.org/drawingml/2006/main">
              <a:ext uri="{FF2B5EF4-FFF2-40B4-BE49-F238E27FC236}">
                <a16:creationId xmlns:a16="http://schemas.microsoft.com/office/drawing/2014/main" id="{2A5D3E0A-B6AF-45EE-BC53-8F8697CE7C6C}"/>
              </a:ext>
            </a:extLst>
          </p:cNvPr>
          <p:cNvSpPr>
            <a:spLocks xmlns:a="http://schemas.openxmlformats.org/drawingml/2006/main" noGrp="1"/>
          </p:cNvSpPr>
          <p:nvPr/>
        </p:nvSpPr>
        <p:spPr>
          <a:xfrm xmlns:a="http://schemas.openxmlformats.org/drawingml/2006/main">
            <a:off x="11620500" y="2409825"/>
            <a:ext cx="228600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2" name="dp41-comparison / n155 / text 1">
            <a:extLst xmlns:a="http://schemas.openxmlformats.org/drawingml/2006/main">
              <a:ext uri="{FF2B5EF4-FFF2-40B4-BE49-F238E27FC236}">
                <a16:creationId xmlns:a16="http://schemas.microsoft.com/office/drawing/2014/main" id="{4350385E-9DEA-4417-B900-CABAFD1ED433}"/>
              </a:ext>
            </a:extLst>
          </p:cNvPr>
          <p:cNvSpPr>
            <a:spLocks xmlns:a="http://schemas.openxmlformats.org/drawingml/2006/main" noGrp="1"/>
          </p:cNvSpPr>
          <p:nvPr/>
        </p:nvSpPr>
        <p:spPr>
          <a:xfrm xmlns:a="http://schemas.openxmlformats.org/drawingml/2006/main">
            <a:off x="11706225" y="2465070"/>
            <a:ext cx="21145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83" name="dp41-comparison / n156">
            <a:extLst xmlns:a="http://schemas.openxmlformats.org/drawingml/2006/main">
              <a:ext uri="{FF2B5EF4-FFF2-40B4-BE49-F238E27FC236}">
                <a16:creationId xmlns:a16="http://schemas.microsoft.com/office/drawing/2014/main" id="{B1B373AE-F021-493A-A053-2B621ADDCCB7}"/>
              </a:ext>
            </a:extLst>
          </p:cNvPr>
          <p:cNvSpPr>
            <a:spLocks xmlns:a="http://schemas.openxmlformats.org/drawingml/2006/main" noGrp="1"/>
          </p:cNvSpPr>
          <p:nvPr/>
        </p:nvSpPr>
        <p:spPr>
          <a:xfrm xmlns:a="http://schemas.openxmlformats.org/drawingml/2006/main">
            <a:off x="14335125" y="2409825"/>
            <a:ext cx="2381250" cy="3333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84" name="dp41-comparison / n157 / text 1">
            <a:extLst xmlns:a="http://schemas.openxmlformats.org/drawingml/2006/main">
              <a:ext uri="{FF2B5EF4-FFF2-40B4-BE49-F238E27FC236}">
                <a16:creationId xmlns:a16="http://schemas.microsoft.com/office/drawing/2014/main" id="{B239067B-A35D-4CA0-9461-E0FCCF55290E}"/>
              </a:ext>
            </a:extLst>
          </p:cNvPr>
          <p:cNvSpPr>
            <a:spLocks xmlns:a="http://schemas.openxmlformats.org/drawingml/2006/main" noGrp="1"/>
          </p:cNvSpPr>
          <p:nvPr/>
        </p:nvSpPr>
        <p:spPr>
          <a:xfrm xmlns:a="http://schemas.openxmlformats.org/drawingml/2006/main">
            <a:off x="14420850" y="246507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Controller</a:t>
            </a:r>
          </a:p>
        </p:txBody>
      </p:sp>
      <p:sp>
        <p:nvSpPr>
          <p:cNvPr id="185" name="dp41-comparison / n158 / path">
            <a:extLst xmlns:a="http://schemas.openxmlformats.org/drawingml/2006/main">
              <a:ext uri="{FF2B5EF4-FFF2-40B4-BE49-F238E27FC236}">
                <a16:creationId xmlns:a16="http://schemas.microsoft.com/office/drawing/2014/main" id="{99F10B68-CDC9-4572-AAE7-9FE4A4F96CB2}"/>
              </a:ext>
            </a:extLst>
          </p:cNvPr>
          <p:cNvSpPr>
            <a:spLocks xmlns:a="http://schemas.openxmlformats.org/drawingml/2006/main" noGrp="1"/>
          </p:cNvSpPr>
          <p:nvPr/>
        </p:nvSpPr>
        <p:spPr>
          <a:xfrm xmlns:a="http://schemas.openxmlformats.org/drawingml/2006/main">
            <a:off x="11287125" y="2576513"/>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86" name="dp41-comparison / n158 / arrow">
            <a:extLst xmlns:a="http://schemas.openxmlformats.org/drawingml/2006/main">
              <a:ext uri="{FF2B5EF4-FFF2-40B4-BE49-F238E27FC236}">
                <a16:creationId xmlns:a16="http://schemas.microsoft.com/office/drawing/2014/main" id="{30830208-7D7F-49C1-B439-94F8BFC4C946}"/>
              </a:ext>
            </a:extLst>
          </p:cNvPr>
          <p:cNvSpPr>
            <a:spLocks xmlns:a="http://schemas.openxmlformats.org/drawingml/2006/main" noGrp="1"/>
          </p:cNvSpPr>
          <p:nvPr/>
        </p:nvSpPr>
        <p:spPr>
          <a:xfrm xmlns:a="http://schemas.openxmlformats.org/drawingml/2006/main">
            <a:off x="11553444"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87" name="dp41-comparison / n159 / path">
            <a:extLst xmlns:a="http://schemas.openxmlformats.org/drawingml/2006/main">
              <a:ext uri="{FF2B5EF4-FFF2-40B4-BE49-F238E27FC236}">
                <a16:creationId xmlns:a16="http://schemas.microsoft.com/office/drawing/2014/main" id="{00C95CDE-474A-4552-A909-08DE8DCA1171}"/>
              </a:ext>
            </a:extLst>
          </p:cNvPr>
          <p:cNvSpPr>
            <a:spLocks xmlns:a="http://schemas.openxmlformats.org/drawingml/2006/main" noGrp="1"/>
          </p:cNvSpPr>
          <p:nvPr/>
        </p:nvSpPr>
        <p:spPr>
          <a:xfrm xmlns:a="http://schemas.openxmlformats.org/drawingml/2006/main">
            <a:off x="13906500" y="25765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88" name="dp41-comparison / n159 / arrow">
            <a:extLst xmlns:a="http://schemas.openxmlformats.org/drawingml/2006/main">
              <a:ext uri="{FF2B5EF4-FFF2-40B4-BE49-F238E27FC236}">
                <a16:creationId xmlns:a16="http://schemas.microsoft.com/office/drawing/2014/main" id="{F2A62A56-C28F-4C64-9C3F-A8533D57273C}"/>
              </a:ext>
            </a:extLst>
          </p:cNvPr>
          <p:cNvSpPr>
            <a:spLocks xmlns:a="http://schemas.openxmlformats.org/drawingml/2006/main" noGrp="1"/>
          </p:cNvSpPr>
          <p:nvPr/>
        </p:nvSpPr>
        <p:spPr>
          <a:xfrm xmlns:a="http://schemas.openxmlformats.org/drawingml/2006/main">
            <a:off x="14268069" y="25429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89" name="dp41-comparison / n160">
            <a:extLst xmlns:a="http://schemas.openxmlformats.org/drawingml/2006/main">
              <a:ext uri="{FF2B5EF4-FFF2-40B4-BE49-F238E27FC236}">
                <a16:creationId xmlns:a16="http://schemas.microsoft.com/office/drawing/2014/main" id="{8AE18087-C94F-45DB-A75D-FA1EFE507A3B}"/>
              </a:ext>
            </a:extLst>
          </p:cNvPr>
          <p:cNvSpPr>
            <a:spLocks xmlns:a="http://schemas.openxmlformats.org/drawingml/2006/main" noGrp="1"/>
          </p:cNvSpPr>
          <p:nvPr/>
        </p:nvSpPr>
        <p:spPr>
          <a:xfrm xmlns:a="http://schemas.openxmlformats.org/drawingml/2006/main">
            <a:off x="9953625" y="2886075"/>
            <a:ext cx="2524125" cy="3048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90" name="dp41-comparison / n161 / text 1">
            <a:extLst xmlns:a="http://schemas.openxmlformats.org/drawingml/2006/main">
              <a:ext uri="{FF2B5EF4-FFF2-40B4-BE49-F238E27FC236}">
                <a16:creationId xmlns:a16="http://schemas.microsoft.com/office/drawing/2014/main" id="{9B757BCA-7225-480B-9A0D-2E30932259D5}"/>
              </a:ext>
            </a:extLst>
          </p:cNvPr>
          <p:cNvSpPr>
            <a:spLocks xmlns:a="http://schemas.openxmlformats.org/drawingml/2006/main" noGrp="1"/>
          </p:cNvSpPr>
          <p:nvPr/>
        </p:nvSpPr>
        <p:spPr>
          <a:xfrm xmlns:a="http://schemas.openxmlformats.org/drawingml/2006/main">
            <a:off x="10039350" y="2914650"/>
            <a:ext cx="23526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000000"/>
                </a:solidFill>
                <a:latin typeface="Apple SD Gothic Neo"/>
                <a:ea typeface="Apple SD Gothic Neo"/>
                <a:cs typeface="Apple SD Gothic Neo"/>
              </a:defRPr>
            </a:pPr>
            <a:r>
              <a:rPr sz="1500" b="1">
                <a:solidFill>
                  <a:srgbClr val="000000"/>
                </a:solidFill>
                <a:latin typeface="Apple SD Gothic Neo"/>
                <a:ea typeface="Apple SD Gothic Neo"/>
                <a:cs typeface="Apple SD Gothic Neo"/>
              </a:rPr>
              <a:t>클라우드 LLM</a:t>
            </a:r>
          </a:p>
        </p:txBody>
      </p:sp>
      <p:sp>
        <p:nvSpPr>
          <p:cNvPr id="191" name="dp41-comparison / n166">
            <a:extLst xmlns:a="http://schemas.openxmlformats.org/drawingml/2006/main">
              <a:ext uri="{FF2B5EF4-FFF2-40B4-BE49-F238E27FC236}">
                <a16:creationId xmlns:a16="http://schemas.microsoft.com/office/drawing/2014/main" id="{8B44A267-16D8-4FFF-B76D-037F9D7FDA43}"/>
              </a:ext>
            </a:extLst>
          </p:cNvPr>
          <p:cNvSpPr>
            <a:spLocks xmlns:a="http://schemas.openxmlformats.org/drawingml/2006/main" noGrp="1"/>
          </p:cNvSpPr>
          <p:nvPr/>
        </p:nvSpPr>
        <p:spPr>
          <a:xfrm xmlns:a="http://schemas.openxmlformats.org/drawingml/2006/main">
            <a:off x="9763125" y="3619500"/>
            <a:ext cx="7953375" cy="2857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2" name="dp41-comparison / n167 / text 1">
            <a:extLst xmlns:a="http://schemas.openxmlformats.org/drawingml/2006/main">
              <a:ext uri="{FF2B5EF4-FFF2-40B4-BE49-F238E27FC236}">
                <a16:creationId xmlns:a16="http://schemas.microsoft.com/office/drawing/2014/main" id="{C41A743E-7DF7-4695-A9B5-B3757A354E1C}"/>
              </a:ext>
            </a:extLst>
          </p:cNvPr>
          <p:cNvSpPr>
            <a:spLocks xmlns:a="http://schemas.openxmlformats.org/drawingml/2006/main" noGrp="1"/>
          </p:cNvSpPr>
          <p:nvPr/>
        </p:nvSpPr>
        <p:spPr>
          <a:xfrm xmlns:a="http://schemas.openxmlformats.org/drawingml/2006/main">
            <a:off x="9886950" y="3714750"/>
            <a:ext cx="77057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Interpreter</a:t>
            </a:r>
          </a:p>
        </p:txBody>
      </p:sp>
      <p:sp>
        <p:nvSpPr>
          <p:cNvPr id="193" name="dp41-comparison / n170">
            <a:extLst xmlns:a="http://schemas.openxmlformats.org/drawingml/2006/main">
              <a:ext uri="{FF2B5EF4-FFF2-40B4-BE49-F238E27FC236}">
                <a16:creationId xmlns:a16="http://schemas.microsoft.com/office/drawing/2014/main" id="{EF44B171-ED1E-4BE3-94B3-E4B6AA44E070}"/>
              </a:ext>
            </a:extLst>
          </p:cNvPr>
          <p:cNvSpPr>
            <a:spLocks xmlns:a="http://schemas.openxmlformats.org/drawingml/2006/main" noGrp="1"/>
          </p:cNvSpPr>
          <p:nvPr/>
        </p:nvSpPr>
        <p:spPr>
          <a:xfrm xmlns:a="http://schemas.openxmlformats.org/drawingml/2006/main">
            <a:off x="9953625" y="4019550"/>
            <a:ext cx="2333625" cy="381000"/>
          </a:xfrm>
          <a:prstGeom xmlns:a="http://schemas.openxmlformats.org/drawingml/2006/main" prst="roundRect">
            <a:avLst>
              <a:gd name="adj" fmla="val 20000"/>
            </a:avLst>
          </a:prstGeom>
          <a:solidFill xmlns:a="http://schemas.openxmlformats.org/drawingml/2006/main">
            <a:srgbClr val="FFF0DD"/>
          </a:solidFill>
          <a:ln xmlns:a="http://schemas.openxmlformats.org/drawingml/2006/main" w="17145">
            <a:solidFill>
              <a:srgbClr val="B8753F"/>
            </a:solidFill>
            <a:prstDash val="solid"/>
          </a:ln>
        </p:spPr>
      </p:sp>
      <p:sp>
        <p:nvSpPr>
          <p:cNvPr id="194" name="dp41-comparison / n171 / text 1">
            <a:extLst xmlns:a="http://schemas.openxmlformats.org/drawingml/2006/main">
              <a:ext uri="{FF2B5EF4-FFF2-40B4-BE49-F238E27FC236}">
                <a16:creationId xmlns:a16="http://schemas.microsoft.com/office/drawing/2014/main" id="{5064B34E-09BF-41D5-A8BF-F50B0E1DDD09}"/>
              </a:ext>
            </a:extLst>
          </p:cNvPr>
          <p:cNvSpPr>
            <a:spLocks xmlns:a="http://schemas.openxmlformats.org/drawingml/2006/main" noGrp="1"/>
          </p:cNvSpPr>
          <p:nvPr/>
        </p:nvSpPr>
        <p:spPr>
          <a:xfrm xmlns:a="http://schemas.openxmlformats.org/drawingml/2006/main">
            <a:off x="10039350" y="409860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요청 구조화기</a:t>
            </a:r>
          </a:p>
        </p:txBody>
      </p:sp>
      <p:sp>
        <p:nvSpPr>
          <p:cNvPr id="195" name="dp41-comparison / n172 / path">
            <a:extLst xmlns:a="http://schemas.openxmlformats.org/drawingml/2006/main">
              <a:ext uri="{FF2B5EF4-FFF2-40B4-BE49-F238E27FC236}">
                <a16:creationId xmlns:a16="http://schemas.microsoft.com/office/drawing/2014/main" id="{59F205C9-C4A4-4087-B4D4-1AE84810F13E}"/>
              </a:ext>
            </a:extLst>
          </p:cNvPr>
          <p:cNvSpPr>
            <a:spLocks xmlns:a="http://schemas.openxmlformats.org/drawingml/2006/main" noGrp="1"/>
          </p:cNvSpPr>
          <p:nvPr/>
        </p:nvSpPr>
        <p:spPr>
          <a:xfrm xmlns:a="http://schemas.openxmlformats.org/drawingml/2006/main">
            <a:off x="9810750" y="3038475"/>
            <a:ext cx="142875" cy="1171575"/>
          </a:xfrm>
          <a:custGeom xmlns:a="http://schemas.openxmlformats.org/drawingml/2006/main">
            <a:pathLst>
              <a:path w="142875" h="1171575">
                <a:moveTo>
                  <a:pt x="142875" y="1171575"/>
                </a:moveTo>
                <a:lnTo>
                  <a:pt x="0" y="1171575"/>
                </a:lnTo>
                <a:lnTo>
                  <a:pt x="0" y="0"/>
                </a:lnTo>
                <a:lnTo>
                  <a:pt x="142875" y="0"/>
                </a:lnTo>
              </a:path>
            </a:pathLst>
          </a:custGeom>
          <a:noFill xmlns:a="http://schemas.openxmlformats.org/drawingml/2006/main"/>
          <a:ln xmlns:a="http://schemas.openxmlformats.org/drawingml/2006/main" w="10478">
            <a:solidFill>
              <a:srgbClr val="000000"/>
            </a:solidFill>
            <a:prstDash val="solid"/>
          </a:ln>
        </p:spPr>
      </p:sp>
      <p:sp>
        <p:nvSpPr>
          <p:cNvPr id="196" name="dp41-comparison / n172 / arrow">
            <a:extLst xmlns:a="http://schemas.openxmlformats.org/drawingml/2006/main">
              <a:ext uri="{FF2B5EF4-FFF2-40B4-BE49-F238E27FC236}">
                <a16:creationId xmlns:a16="http://schemas.microsoft.com/office/drawing/2014/main" id="{4A7D88F7-FB8D-44E3-AD71-B1C1D4ACCD92}"/>
              </a:ext>
            </a:extLst>
          </p:cNvPr>
          <p:cNvSpPr>
            <a:spLocks xmlns:a="http://schemas.openxmlformats.org/drawingml/2006/main" noGrp="1"/>
          </p:cNvSpPr>
          <p:nvPr/>
        </p:nvSpPr>
        <p:spPr>
          <a:xfrm xmlns:a="http://schemas.openxmlformats.org/drawingml/2006/main">
            <a:off x="9886569" y="3004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7" name="dp41-comparison / n173 / path">
            <a:extLst xmlns:a="http://schemas.openxmlformats.org/drawingml/2006/main">
              <a:ext uri="{FF2B5EF4-FFF2-40B4-BE49-F238E27FC236}">
                <a16:creationId xmlns:a16="http://schemas.microsoft.com/office/drawing/2014/main" id="{E5AFE0B3-65B1-4391-98DA-5D9530BB42F8}"/>
              </a:ext>
            </a:extLst>
          </p:cNvPr>
          <p:cNvSpPr>
            <a:spLocks xmlns:a="http://schemas.openxmlformats.org/drawingml/2006/main" noGrp="1"/>
          </p:cNvSpPr>
          <p:nvPr/>
        </p:nvSpPr>
        <p:spPr>
          <a:xfrm xmlns:a="http://schemas.openxmlformats.org/drawingml/2006/main">
            <a:off x="9715500" y="3038475"/>
            <a:ext cx="238125" cy="1266825"/>
          </a:xfrm>
          <a:custGeom xmlns:a="http://schemas.openxmlformats.org/drawingml/2006/main">
            <a:pathLst>
              <a:path w="238125" h="1266825">
                <a:moveTo>
                  <a:pt x="238125" y="0"/>
                </a:moveTo>
                <a:lnTo>
                  <a:pt x="0" y="0"/>
                </a:lnTo>
                <a:lnTo>
                  <a:pt x="0" y="1266825"/>
                </a:lnTo>
                <a:lnTo>
                  <a:pt x="238125" y="1266825"/>
                </a:lnTo>
              </a:path>
            </a:pathLst>
          </a:custGeom>
          <a:noFill xmlns:a="http://schemas.openxmlformats.org/drawingml/2006/main"/>
          <a:ln xmlns:a="http://schemas.openxmlformats.org/drawingml/2006/main" w="10478">
            <a:solidFill>
              <a:srgbClr val="000000"/>
            </a:solidFill>
            <a:prstDash val="dash"/>
          </a:ln>
        </p:spPr>
      </p:sp>
      <p:sp>
        <p:nvSpPr>
          <p:cNvPr id="198" name="dp41-comparison / n173 / arrow">
            <a:extLst xmlns:a="http://schemas.openxmlformats.org/drawingml/2006/main">
              <a:ext uri="{FF2B5EF4-FFF2-40B4-BE49-F238E27FC236}">
                <a16:creationId xmlns:a16="http://schemas.microsoft.com/office/drawing/2014/main" id="{27714949-FE01-47A1-979F-40D2849F6AD2}"/>
              </a:ext>
            </a:extLst>
          </p:cNvPr>
          <p:cNvSpPr>
            <a:spLocks xmlns:a="http://schemas.openxmlformats.org/drawingml/2006/main" noGrp="1"/>
          </p:cNvSpPr>
          <p:nvPr/>
        </p:nvSpPr>
        <p:spPr>
          <a:xfrm xmlns:a="http://schemas.openxmlformats.org/drawingml/2006/main">
            <a:off x="9886569" y="4271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99" name="dp41-comparison / n174">
            <a:extLst xmlns:a="http://schemas.openxmlformats.org/drawingml/2006/main">
              <a:ext uri="{FF2B5EF4-FFF2-40B4-BE49-F238E27FC236}">
                <a16:creationId xmlns:a16="http://schemas.microsoft.com/office/drawing/2014/main" id="{10D83FDD-8359-4FEC-99DF-B4F8641C2CF4}"/>
              </a:ext>
            </a:extLst>
          </p:cNvPr>
          <p:cNvSpPr>
            <a:spLocks xmlns:a="http://schemas.openxmlformats.org/drawingml/2006/main" noGrp="1"/>
          </p:cNvSpPr>
          <p:nvPr/>
        </p:nvSpPr>
        <p:spPr>
          <a:xfrm xmlns:a="http://schemas.openxmlformats.org/drawingml/2006/main">
            <a:off x="12858750" y="3943350"/>
            <a:ext cx="4476750" cy="1857375"/>
          </a:xfrm>
          <a:prstGeom xmlns:a="http://schemas.openxmlformats.org/drawingml/2006/main" prst="roundRect">
            <a:avLst>
              <a:gd name="adj" fmla="val 4103"/>
            </a:avLst>
          </a:prstGeom>
          <a:solidFill xmlns:a="http://schemas.openxmlformats.org/drawingml/2006/main">
            <a:srgbClr val="FFFFFF"/>
          </a:solidFill>
          <a:ln xmlns:a="http://schemas.openxmlformats.org/drawingml/2006/main" w="24765">
            <a:solidFill>
              <a:srgbClr val="B8753F"/>
            </a:solidFill>
            <a:prstDash val="solid"/>
          </a:ln>
        </p:spPr>
      </p:sp>
      <p:sp>
        <p:nvSpPr>
          <p:cNvPr id="200" name="dp41-comparison / n175 / text 1">
            <a:extLst xmlns:a="http://schemas.openxmlformats.org/drawingml/2006/main">
              <a:ext uri="{FF2B5EF4-FFF2-40B4-BE49-F238E27FC236}">
                <a16:creationId xmlns:a16="http://schemas.microsoft.com/office/drawing/2014/main" id="{CDD1FF4D-3638-4654-A450-A021D87F6B27}"/>
              </a:ext>
            </a:extLst>
          </p:cNvPr>
          <p:cNvSpPr>
            <a:spLocks xmlns:a="http://schemas.openxmlformats.org/drawingml/2006/main" noGrp="1"/>
          </p:cNvSpPr>
          <p:nvPr/>
        </p:nvSpPr>
        <p:spPr>
          <a:xfrm xmlns:a="http://schemas.openxmlformats.org/drawingml/2006/main">
            <a:off x="12982575" y="4038600"/>
            <a:ext cx="42291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Request Resolution Engine</a:t>
            </a:r>
          </a:p>
        </p:txBody>
      </p:sp>
      <p:sp>
        <p:nvSpPr>
          <p:cNvPr id="201" name="dp41-comparison / n176">
            <a:extLst xmlns:a="http://schemas.openxmlformats.org/drawingml/2006/main">
              <a:ext uri="{FF2B5EF4-FFF2-40B4-BE49-F238E27FC236}">
                <a16:creationId xmlns:a16="http://schemas.microsoft.com/office/drawing/2014/main" id="{8036E7F0-FB11-44BC-A504-57046418F7C2}"/>
              </a:ext>
            </a:extLst>
          </p:cNvPr>
          <p:cNvSpPr>
            <a:spLocks xmlns:a="http://schemas.openxmlformats.org/drawingml/2006/main" noGrp="1"/>
          </p:cNvSpPr>
          <p:nvPr/>
        </p:nvSpPr>
        <p:spPr>
          <a:xfrm xmlns:a="http://schemas.openxmlformats.org/drawingml/2006/main">
            <a:off x="13049250" y="4286250"/>
            <a:ext cx="1809750" cy="323850"/>
          </a:xfrm>
          <a:prstGeom xmlns:a="http://schemas.openxmlformats.org/drawingml/2006/main" prst="roundRect">
            <a:avLst>
              <a:gd name="adj" fmla="val 23529"/>
            </a:avLst>
          </a:prstGeom>
          <a:solidFill xmlns:a="http://schemas.openxmlformats.org/drawingml/2006/main">
            <a:srgbClr val="FFF0DD"/>
          </a:solidFill>
          <a:ln xmlns:a="http://schemas.openxmlformats.org/drawingml/2006/main" w="17145">
            <a:solidFill>
              <a:srgbClr val="B8753F"/>
            </a:solidFill>
            <a:prstDash val="solid"/>
          </a:ln>
        </p:spPr>
      </p:sp>
      <p:sp>
        <p:nvSpPr>
          <p:cNvPr id="202" name="dp41-comparison / n177 / text 1">
            <a:extLst xmlns:a="http://schemas.openxmlformats.org/drawingml/2006/main">
              <a:ext uri="{FF2B5EF4-FFF2-40B4-BE49-F238E27FC236}">
                <a16:creationId xmlns:a16="http://schemas.microsoft.com/office/drawing/2014/main" id="{60764901-9438-4B01-92A1-B82B0B8BAFE4}"/>
              </a:ext>
            </a:extLst>
          </p:cNvPr>
          <p:cNvSpPr>
            <a:spLocks xmlns:a="http://schemas.openxmlformats.org/drawingml/2006/main" noGrp="1"/>
          </p:cNvSpPr>
          <p:nvPr/>
        </p:nvSpPr>
        <p:spPr>
          <a:xfrm xmlns:a="http://schemas.openxmlformats.org/drawingml/2006/main">
            <a:off x="13134975" y="4355306"/>
            <a:ext cx="1638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프레임 / 항목 검사기</a:t>
            </a:r>
          </a:p>
        </p:txBody>
      </p:sp>
      <p:sp>
        <p:nvSpPr>
          <p:cNvPr id="203" name="dp41-comparison / n178">
            <a:extLst xmlns:a="http://schemas.openxmlformats.org/drawingml/2006/main">
              <a:ext uri="{FF2B5EF4-FFF2-40B4-BE49-F238E27FC236}">
                <a16:creationId xmlns:a16="http://schemas.microsoft.com/office/drawing/2014/main" id="{B6E6F09B-DA65-4F3E-9649-C7441E882DAD}"/>
              </a:ext>
            </a:extLst>
          </p:cNvPr>
          <p:cNvSpPr>
            <a:spLocks xmlns:a="http://schemas.openxmlformats.org/drawingml/2006/main" noGrp="1"/>
          </p:cNvSpPr>
          <p:nvPr/>
        </p:nvSpPr>
        <p:spPr>
          <a:xfrm xmlns:a="http://schemas.openxmlformats.org/drawingml/2006/main">
            <a:off x="15097125" y="4286250"/>
            <a:ext cx="2047875" cy="323850"/>
          </a:xfrm>
          <a:prstGeom xmlns:a="http://schemas.openxmlformats.org/drawingml/2006/main" prst="roundRect">
            <a:avLst>
              <a:gd name="adj" fmla="val 23529"/>
            </a:avLst>
          </a:prstGeom>
          <a:solidFill xmlns:a="http://schemas.openxmlformats.org/drawingml/2006/main">
            <a:srgbClr val="FFF0DD"/>
          </a:solidFill>
          <a:ln xmlns:a="http://schemas.openxmlformats.org/drawingml/2006/main" w="17145">
            <a:solidFill>
              <a:srgbClr val="B8753F"/>
            </a:solidFill>
            <a:prstDash val="solid"/>
          </a:ln>
        </p:spPr>
      </p:sp>
      <p:sp>
        <p:nvSpPr>
          <p:cNvPr id="204" name="dp41-comparison / n179 / text 1">
            <a:extLst xmlns:a="http://schemas.openxmlformats.org/drawingml/2006/main">
              <a:ext uri="{FF2B5EF4-FFF2-40B4-BE49-F238E27FC236}">
                <a16:creationId xmlns:a16="http://schemas.microsoft.com/office/drawing/2014/main" id="{9C677899-193E-4B1C-B162-64D7C46D99F1}"/>
              </a:ext>
            </a:extLst>
          </p:cNvPr>
          <p:cNvSpPr>
            <a:spLocks xmlns:a="http://schemas.openxmlformats.org/drawingml/2006/main" noGrp="1"/>
          </p:cNvSpPr>
          <p:nvPr/>
        </p:nvSpPr>
        <p:spPr>
          <a:xfrm xmlns:a="http://schemas.openxmlformats.org/drawingml/2006/main">
            <a:off x="15182850" y="4349115"/>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미해결 항목 처리기</a:t>
            </a:r>
          </a:p>
        </p:txBody>
      </p:sp>
      <p:sp>
        <p:nvSpPr>
          <p:cNvPr id="205" name="dp41-comparison / n180">
            <a:extLst xmlns:a="http://schemas.openxmlformats.org/drawingml/2006/main">
              <a:ext uri="{FF2B5EF4-FFF2-40B4-BE49-F238E27FC236}">
                <a16:creationId xmlns:a16="http://schemas.microsoft.com/office/drawing/2014/main" id="{467E9D15-D870-4A85-A47C-C4CE075E8759}"/>
              </a:ext>
            </a:extLst>
          </p:cNvPr>
          <p:cNvSpPr>
            <a:spLocks xmlns:a="http://schemas.openxmlformats.org/drawingml/2006/main" noGrp="1"/>
          </p:cNvSpPr>
          <p:nvPr/>
        </p:nvSpPr>
        <p:spPr>
          <a:xfrm xmlns:a="http://schemas.openxmlformats.org/drawingml/2006/main">
            <a:off x="13049250" y="4914900"/>
            <a:ext cx="1809750" cy="5048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206" name="dp41-comparison / n181 / text 1">
            <a:extLst xmlns:a="http://schemas.openxmlformats.org/drawingml/2006/main">
              <a:ext uri="{FF2B5EF4-FFF2-40B4-BE49-F238E27FC236}">
                <a16:creationId xmlns:a16="http://schemas.microsoft.com/office/drawing/2014/main" id="{E5E56E59-3AC3-4AAC-B8CF-94959B731920}"/>
              </a:ext>
            </a:extLst>
          </p:cNvPr>
          <p:cNvSpPr>
            <a:spLocks xmlns:a="http://schemas.openxmlformats.org/drawingml/2006/main" noGrp="1"/>
          </p:cNvSpPr>
          <p:nvPr/>
        </p:nvSpPr>
        <p:spPr>
          <a:xfrm xmlns:a="http://schemas.openxmlformats.org/drawingml/2006/main">
            <a:off x="13134975" y="5076825"/>
            <a:ext cx="16383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항목별 해결 상태</a:t>
            </a:r>
          </a:p>
        </p:txBody>
      </p:sp>
      <p:sp>
        <p:nvSpPr>
          <p:cNvPr id="207" name="dp41-comparison / n182">
            <a:extLst xmlns:a="http://schemas.openxmlformats.org/drawingml/2006/main">
              <a:ext uri="{FF2B5EF4-FFF2-40B4-BE49-F238E27FC236}">
                <a16:creationId xmlns:a16="http://schemas.microsoft.com/office/drawing/2014/main" id="{C177047B-F044-4DB3-BAEB-03169327BE88}"/>
              </a:ext>
            </a:extLst>
          </p:cNvPr>
          <p:cNvSpPr>
            <a:spLocks xmlns:a="http://schemas.openxmlformats.org/drawingml/2006/main" noGrp="1"/>
          </p:cNvSpPr>
          <p:nvPr/>
        </p:nvSpPr>
        <p:spPr>
          <a:xfrm xmlns:a="http://schemas.openxmlformats.org/drawingml/2006/main">
            <a:off x="15097125" y="5172075"/>
            <a:ext cx="2047875" cy="323850"/>
          </a:xfrm>
          <a:prstGeom xmlns:a="http://schemas.openxmlformats.org/drawingml/2006/main" prst="roundRect">
            <a:avLst>
              <a:gd name="adj" fmla="val 23529"/>
            </a:avLst>
          </a:prstGeom>
          <a:solidFill xmlns:a="http://schemas.openxmlformats.org/drawingml/2006/main">
            <a:srgbClr val="FFF0DD"/>
          </a:solidFill>
          <a:ln xmlns:a="http://schemas.openxmlformats.org/drawingml/2006/main" w="17145">
            <a:solidFill>
              <a:srgbClr val="B8753F"/>
            </a:solidFill>
            <a:prstDash val="solid"/>
          </a:ln>
        </p:spPr>
      </p:sp>
      <p:sp>
        <p:nvSpPr>
          <p:cNvPr id="208" name="dp41-comparison / n183 / text 1">
            <a:extLst xmlns:a="http://schemas.openxmlformats.org/drawingml/2006/main">
              <a:ext uri="{FF2B5EF4-FFF2-40B4-BE49-F238E27FC236}">
                <a16:creationId xmlns:a16="http://schemas.microsoft.com/office/drawing/2014/main" id="{4B1D4605-BD58-465B-9A5B-8DE5190DF801}"/>
              </a:ext>
            </a:extLst>
          </p:cNvPr>
          <p:cNvSpPr>
            <a:spLocks xmlns:a="http://schemas.openxmlformats.org/drawingml/2006/main" noGrp="1"/>
          </p:cNvSpPr>
          <p:nvPr/>
        </p:nvSpPr>
        <p:spPr>
          <a:xfrm xmlns:a="http://schemas.openxmlformats.org/drawingml/2006/main">
            <a:off x="15182850" y="5234940"/>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관계 결합기</a:t>
            </a:r>
          </a:p>
        </p:txBody>
      </p:sp>
      <p:sp>
        <p:nvSpPr>
          <p:cNvPr id="209" name="dp41-comparison / n184">
            <a:extLst xmlns:a="http://schemas.openxmlformats.org/drawingml/2006/main">
              <a:ext uri="{FF2B5EF4-FFF2-40B4-BE49-F238E27FC236}">
                <a16:creationId xmlns:a16="http://schemas.microsoft.com/office/drawing/2014/main" id="{F44B450B-BB77-4D9F-B7A1-4077709C80B4}"/>
              </a:ext>
            </a:extLst>
          </p:cNvPr>
          <p:cNvSpPr>
            <a:spLocks xmlns:a="http://schemas.openxmlformats.org/drawingml/2006/main" noGrp="1"/>
          </p:cNvSpPr>
          <p:nvPr/>
        </p:nvSpPr>
        <p:spPr>
          <a:xfrm xmlns:a="http://schemas.openxmlformats.org/drawingml/2006/main">
            <a:off x="15097125" y="6019800"/>
            <a:ext cx="2047875"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210" name="dp41-comparison / n185 / text 1">
            <a:extLst xmlns:a="http://schemas.openxmlformats.org/drawingml/2006/main">
              <a:ext uri="{FF2B5EF4-FFF2-40B4-BE49-F238E27FC236}">
                <a16:creationId xmlns:a16="http://schemas.microsoft.com/office/drawing/2014/main" id="{44D2860E-8EC5-442E-9742-4B6FC02DBBA2}"/>
              </a:ext>
            </a:extLst>
          </p:cNvPr>
          <p:cNvSpPr>
            <a:spLocks xmlns:a="http://schemas.openxmlformats.org/drawingml/2006/main" noGrp="1"/>
          </p:cNvSpPr>
          <p:nvPr/>
        </p:nvSpPr>
        <p:spPr>
          <a:xfrm xmlns:a="http://schemas.openxmlformats.org/drawingml/2006/main">
            <a:off x="15182850" y="6073140"/>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읽기 도구 실행기</a:t>
            </a:r>
          </a:p>
        </p:txBody>
      </p:sp>
      <p:sp>
        <p:nvSpPr>
          <p:cNvPr id="211" name="dp41-comparison / n186">
            <a:extLst xmlns:a="http://schemas.openxmlformats.org/drawingml/2006/main">
              <a:ext uri="{FF2B5EF4-FFF2-40B4-BE49-F238E27FC236}">
                <a16:creationId xmlns:a16="http://schemas.microsoft.com/office/drawing/2014/main" id="{956C2C68-6CBB-414A-94D4-B1E87D480988}"/>
              </a:ext>
            </a:extLst>
          </p:cNvPr>
          <p:cNvSpPr>
            <a:spLocks xmlns:a="http://schemas.openxmlformats.org/drawingml/2006/main" noGrp="1"/>
          </p:cNvSpPr>
          <p:nvPr/>
        </p:nvSpPr>
        <p:spPr>
          <a:xfrm xmlns:a="http://schemas.openxmlformats.org/drawingml/2006/main">
            <a:off x="12715875" y="6019800"/>
            <a:ext cx="2047875" cy="304800"/>
          </a:xfrm>
          <a:prstGeom xmlns:a="http://schemas.openxmlformats.org/drawingml/2006/main" prst="roundRect">
            <a:avLst>
              <a:gd name="adj" fmla="val 25000"/>
            </a:avLst>
          </a:prstGeom>
          <a:solidFill xmlns:a="http://schemas.openxmlformats.org/drawingml/2006/main">
            <a:srgbClr val="FFFFFF"/>
          </a:solidFill>
          <a:ln xmlns:a="http://schemas.openxmlformats.org/drawingml/2006/main" w="9525">
            <a:solidFill>
              <a:srgbClr val="000000"/>
            </a:solidFill>
            <a:prstDash val="solid"/>
          </a:ln>
        </p:spPr>
      </p:sp>
      <p:sp>
        <p:nvSpPr>
          <p:cNvPr id="212" name="dp41-comparison / n187 / text 1">
            <a:extLst xmlns:a="http://schemas.openxmlformats.org/drawingml/2006/main">
              <a:ext uri="{FF2B5EF4-FFF2-40B4-BE49-F238E27FC236}">
                <a16:creationId xmlns:a16="http://schemas.microsoft.com/office/drawing/2014/main" id="{71EDB062-BE03-47A9-BB72-7914704A8BF2}"/>
              </a:ext>
            </a:extLst>
          </p:cNvPr>
          <p:cNvSpPr>
            <a:spLocks xmlns:a="http://schemas.openxmlformats.org/drawingml/2006/main" noGrp="1"/>
          </p:cNvSpPr>
          <p:nvPr/>
        </p:nvSpPr>
        <p:spPr>
          <a:xfrm xmlns:a="http://schemas.openxmlformats.org/drawingml/2006/main">
            <a:off x="12801600" y="6073140"/>
            <a:ext cx="18764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1">
                <a:solidFill>
                  <a:srgbClr val="000000"/>
                </a:solidFill>
                <a:latin typeface="Apple SD Gothic Neo"/>
                <a:ea typeface="Apple SD Gothic Neo"/>
                <a:cs typeface="Apple SD Gothic Neo"/>
              </a:defRPr>
            </a:pPr>
            <a:r>
              <a:rPr sz="1200" b="1">
                <a:solidFill>
                  <a:srgbClr val="000000"/>
                </a:solidFill>
                <a:latin typeface="Apple SD Gothic Neo"/>
                <a:ea typeface="Apple SD Gothic Neo"/>
                <a:cs typeface="Apple SD Gothic Neo"/>
              </a:rPr>
              <a:t>의미 제안 검증기</a:t>
            </a:r>
          </a:p>
        </p:txBody>
      </p:sp>
      <p:sp>
        <p:nvSpPr>
          <p:cNvPr id="213" name="dp41-comparison / n188 / path">
            <a:extLst xmlns:a="http://schemas.openxmlformats.org/drawingml/2006/main">
              <a:ext uri="{FF2B5EF4-FFF2-40B4-BE49-F238E27FC236}">
                <a16:creationId xmlns:a16="http://schemas.microsoft.com/office/drawing/2014/main" id="{80E8A3BA-A292-487A-9978-CEB7D55B5836}"/>
              </a:ext>
            </a:extLst>
          </p:cNvPr>
          <p:cNvSpPr>
            <a:spLocks xmlns:a="http://schemas.openxmlformats.org/drawingml/2006/main" noGrp="1"/>
          </p:cNvSpPr>
          <p:nvPr/>
        </p:nvSpPr>
        <p:spPr>
          <a:xfrm xmlns:a="http://schemas.openxmlformats.org/drawingml/2006/main">
            <a:off x="12287250" y="4162425"/>
            <a:ext cx="762000" cy="285750"/>
          </a:xfrm>
          <a:custGeom xmlns:a="http://schemas.openxmlformats.org/drawingml/2006/main">
            <a:pathLst>
              <a:path w="762000" h="285750">
                <a:moveTo>
                  <a:pt x="0" y="0"/>
                </a:moveTo>
                <a:lnTo>
                  <a:pt x="333375" y="0"/>
                </a:lnTo>
                <a:lnTo>
                  <a:pt x="333375" y="285750"/>
                </a:lnTo>
                <a:lnTo>
                  <a:pt x="762000" y="285750"/>
                </a:lnTo>
              </a:path>
            </a:pathLst>
          </a:custGeom>
          <a:noFill xmlns:a="http://schemas.openxmlformats.org/drawingml/2006/main"/>
          <a:ln xmlns:a="http://schemas.openxmlformats.org/drawingml/2006/main" w="10478">
            <a:solidFill>
              <a:srgbClr val="000000"/>
            </a:solidFill>
            <a:prstDash val="solid"/>
          </a:ln>
        </p:spPr>
      </p:sp>
      <p:sp>
        <p:nvSpPr>
          <p:cNvPr id="214" name="dp41-comparison / n188 / arrow">
            <a:extLst xmlns:a="http://schemas.openxmlformats.org/drawingml/2006/main">
              <a:ext uri="{FF2B5EF4-FFF2-40B4-BE49-F238E27FC236}">
                <a16:creationId xmlns:a16="http://schemas.microsoft.com/office/drawing/2014/main" id="{7408394E-6653-4FAA-9864-71787C453056}"/>
              </a:ext>
            </a:extLst>
          </p:cNvPr>
          <p:cNvSpPr>
            <a:spLocks xmlns:a="http://schemas.openxmlformats.org/drawingml/2006/main" noGrp="1"/>
          </p:cNvSpPr>
          <p:nvPr/>
        </p:nvSpPr>
        <p:spPr>
          <a:xfrm xmlns:a="http://schemas.openxmlformats.org/drawingml/2006/main">
            <a:off x="12982194" y="4414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5" name="dp41-comparison / n189 / path">
            <a:extLst xmlns:a="http://schemas.openxmlformats.org/drawingml/2006/main">
              <a:ext uri="{FF2B5EF4-FFF2-40B4-BE49-F238E27FC236}">
                <a16:creationId xmlns:a16="http://schemas.microsoft.com/office/drawing/2014/main" id="{75F274F8-FDDA-4DEE-B0F6-74440FBBDCB5}"/>
              </a:ext>
            </a:extLst>
          </p:cNvPr>
          <p:cNvSpPr>
            <a:spLocks xmlns:a="http://schemas.openxmlformats.org/drawingml/2006/main" noGrp="1"/>
          </p:cNvSpPr>
          <p:nvPr/>
        </p:nvSpPr>
        <p:spPr>
          <a:xfrm xmlns:a="http://schemas.openxmlformats.org/drawingml/2006/main">
            <a:off x="14859000" y="4448175"/>
            <a:ext cx="238125" cy="953"/>
          </a:xfrm>
          <a:custGeom xmlns:a="http://schemas.openxmlformats.org/drawingml/2006/main">
            <a:pathLst>
              <a:path w="238125" h="953">
                <a:moveTo>
                  <a:pt x="0" y="0"/>
                </a:moveTo>
                <a:lnTo>
                  <a:pt x="238125" y="0"/>
                </a:lnTo>
              </a:path>
            </a:pathLst>
          </a:custGeom>
          <a:noFill xmlns:a="http://schemas.openxmlformats.org/drawingml/2006/main"/>
          <a:ln xmlns:a="http://schemas.openxmlformats.org/drawingml/2006/main" w="10478">
            <a:solidFill>
              <a:srgbClr val="B8753F"/>
            </a:solidFill>
            <a:prstDash val="solid"/>
          </a:ln>
        </p:spPr>
      </p:sp>
      <p:sp>
        <p:nvSpPr>
          <p:cNvPr id="216" name="dp41-comparison / n189 / arrow">
            <a:extLst xmlns:a="http://schemas.openxmlformats.org/drawingml/2006/main">
              <a:ext uri="{FF2B5EF4-FFF2-40B4-BE49-F238E27FC236}">
                <a16:creationId xmlns:a16="http://schemas.microsoft.com/office/drawing/2014/main" id="{D601D578-A96E-41C1-ABA4-1A772E4F0589}"/>
              </a:ext>
            </a:extLst>
          </p:cNvPr>
          <p:cNvSpPr>
            <a:spLocks xmlns:a="http://schemas.openxmlformats.org/drawingml/2006/main" noGrp="1"/>
          </p:cNvSpPr>
          <p:nvPr/>
        </p:nvSpPr>
        <p:spPr>
          <a:xfrm xmlns:a="http://schemas.openxmlformats.org/drawingml/2006/main">
            <a:off x="15030069" y="4414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17" name="dp41-comparison / n190 / path">
            <a:extLst xmlns:a="http://schemas.openxmlformats.org/drawingml/2006/main">
              <a:ext uri="{FF2B5EF4-FFF2-40B4-BE49-F238E27FC236}">
                <a16:creationId xmlns:a16="http://schemas.microsoft.com/office/drawing/2014/main" id="{A46A4176-F0F6-4868-9470-75B8DFA16504}"/>
              </a:ext>
            </a:extLst>
          </p:cNvPr>
          <p:cNvSpPr>
            <a:spLocks xmlns:a="http://schemas.openxmlformats.org/drawingml/2006/main" noGrp="1"/>
          </p:cNvSpPr>
          <p:nvPr/>
        </p:nvSpPr>
        <p:spPr>
          <a:xfrm xmlns:a="http://schemas.openxmlformats.org/drawingml/2006/main">
            <a:off x="17145000" y="4448175"/>
            <a:ext cx="428625" cy="1724025"/>
          </a:xfrm>
          <a:custGeom xmlns:a="http://schemas.openxmlformats.org/drawingml/2006/main">
            <a:pathLst>
              <a:path w="428625" h="1724025">
                <a:moveTo>
                  <a:pt x="0" y="0"/>
                </a:moveTo>
                <a:lnTo>
                  <a:pt x="428625" y="0"/>
                </a:lnTo>
                <a:lnTo>
                  <a:pt x="428625" y="1724025"/>
                </a:lnTo>
                <a:lnTo>
                  <a:pt x="0" y="1724025"/>
                </a:lnTo>
              </a:path>
            </a:pathLst>
          </a:custGeom>
          <a:noFill xmlns:a="http://schemas.openxmlformats.org/drawingml/2006/main"/>
          <a:ln xmlns:a="http://schemas.openxmlformats.org/drawingml/2006/main" w="10478">
            <a:solidFill>
              <a:srgbClr val="B8753F"/>
            </a:solidFill>
            <a:prstDash val="solid"/>
          </a:ln>
        </p:spPr>
      </p:sp>
      <p:sp>
        <p:nvSpPr>
          <p:cNvPr id="218" name="dp41-comparison / n190 / arrow">
            <a:extLst xmlns:a="http://schemas.openxmlformats.org/drawingml/2006/main">
              <a:ext uri="{FF2B5EF4-FFF2-40B4-BE49-F238E27FC236}">
                <a16:creationId xmlns:a16="http://schemas.microsoft.com/office/drawing/2014/main" id="{A9BF9573-31BE-4A19-A026-DDB4932CE14A}"/>
              </a:ext>
            </a:extLst>
          </p:cNvPr>
          <p:cNvSpPr>
            <a:spLocks xmlns:a="http://schemas.openxmlformats.org/drawingml/2006/main" noGrp="1"/>
          </p:cNvSpPr>
          <p:nvPr/>
        </p:nvSpPr>
        <p:spPr>
          <a:xfrm xmlns:a="http://schemas.openxmlformats.org/drawingml/2006/main">
            <a:off x="17145000" y="6138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B8753F"/>
            </a:solidFill>
            <a:prstDash val="solid"/>
          </a:ln>
        </p:spPr>
      </p:sp>
      <p:sp>
        <p:nvSpPr>
          <p:cNvPr id="219" name="dp41-comparison / n195 / path">
            <a:extLst xmlns:a="http://schemas.openxmlformats.org/drawingml/2006/main">
              <a:ext uri="{FF2B5EF4-FFF2-40B4-BE49-F238E27FC236}">
                <a16:creationId xmlns:a16="http://schemas.microsoft.com/office/drawing/2014/main" id="{D58C47B0-C1F3-49CD-96CF-B6728E378A5E}"/>
              </a:ext>
            </a:extLst>
          </p:cNvPr>
          <p:cNvSpPr>
            <a:spLocks xmlns:a="http://schemas.openxmlformats.org/drawingml/2006/main" noGrp="1"/>
          </p:cNvSpPr>
          <p:nvPr/>
        </p:nvSpPr>
        <p:spPr>
          <a:xfrm xmlns:a="http://schemas.openxmlformats.org/drawingml/2006/main">
            <a:off x="12573000" y="5167313"/>
            <a:ext cx="2524125" cy="1281113"/>
          </a:xfrm>
          <a:custGeom xmlns:a="http://schemas.openxmlformats.org/drawingml/2006/main">
            <a:pathLst>
              <a:path w="2524125" h="1281113">
                <a:moveTo>
                  <a:pt x="2524125" y="1004888"/>
                </a:moveTo>
                <a:lnTo>
                  <a:pt x="2362200" y="1004888"/>
                </a:lnTo>
                <a:lnTo>
                  <a:pt x="2362200" y="1281113"/>
                </a:lnTo>
                <a:lnTo>
                  <a:pt x="0" y="1281113"/>
                </a:lnTo>
                <a:lnTo>
                  <a:pt x="0" y="0"/>
                </a:lnTo>
                <a:lnTo>
                  <a:pt x="476250" y="0"/>
                </a:lnTo>
              </a:path>
            </a:pathLst>
          </a:custGeom>
          <a:noFill xmlns:a="http://schemas.openxmlformats.org/drawingml/2006/main"/>
          <a:ln xmlns:a="http://schemas.openxmlformats.org/drawingml/2006/main" w="10478">
            <a:solidFill>
              <a:srgbClr val="B8753F"/>
            </a:solidFill>
            <a:prstDash val="dash"/>
          </a:ln>
        </p:spPr>
      </p:sp>
      <p:sp>
        <p:nvSpPr>
          <p:cNvPr id="220" name="dp41-comparison / n195 / arrow">
            <a:extLst xmlns:a="http://schemas.openxmlformats.org/drawingml/2006/main">
              <a:ext uri="{FF2B5EF4-FFF2-40B4-BE49-F238E27FC236}">
                <a16:creationId xmlns:a16="http://schemas.microsoft.com/office/drawing/2014/main" id="{5422AD6D-06E4-4A89-8B9F-0316DBACFCC5}"/>
              </a:ext>
            </a:extLst>
          </p:cNvPr>
          <p:cNvSpPr>
            <a:spLocks xmlns:a="http://schemas.openxmlformats.org/drawingml/2006/main" noGrp="1"/>
          </p:cNvSpPr>
          <p:nvPr/>
        </p:nvSpPr>
        <p:spPr>
          <a:xfrm xmlns:a="http://schemas.openxmlformats.org/drawingml/2006/main">
            <a:off x="12982194" y="51337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21" name="dp41-comparison / n196 / text 1">
            <a:extLst xmlns:a="http://schemas.openxmlformats.org/drawingml/2006/main">
              <a:ext uri="{FF2B5EF4-FFF2-40B4-BE49-F238E27FC236}">
                <a16:creationId xmlns:a16="http://schemas.microsoft.com/office/drawing/2014/main" id="{4EA20F11-06F5-482E-8548-1C5FD5E45CC3}"/>
              </a:ext>
            </a:extLst>
          </p:cNvPr>
          <p:cNvSpPr>
            <a:spLocks xmlns:a="http://schemas.openxmlformats.org/drawingml/2006/main" noGrp="1"/>
          </p:cNvSpPr>
          <p:nvPr/>
        </p:nvSpPr>
        <p:spPr>
          <a:xfrm xmlns:a="http://schemas.openxmlformats.org/drawingml/2006/main">
            <a:off x="15097125" y="6362700"/>
            <a:ext cx="23336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③ 조회 결과를 해결 상태에 반영</a:t>
            </a:r>
          </a:p>
        </p:txBody>
      </p:sp>
      <p:sp>
        <p:nvSpPr>
          <p:cNvPr id="222" name="dp41-comparison / n197 / path">
            <a:extLst xmlns:a="http://schemas.openxmlformats.org/drawingml/2006/main">
              <a:ext uri="{FF2B5EF4-FFF2-40B4-BE49-F238E27FC236}">
                <a16:creationId xmlns:a16="http://schemas.microsoft.com/office/drawing/2014/main" id="{FA12835D-B78E-401B-8063-A6FE0459D0A9}"/>
              </a:ext>
            </a:extLst>
          </p:cNvPr>
          <p:cNvSpPr>
            <a:spLocks xmlns:a="http://schemas.openxmlformats.org/drawingml/2006/main" noGrp="1"/>
          </p:cNvSpPr>
          <p:nvPr/>
        </p:nvSpPr>
        <p:spPr>
          <a:xfrm xmlns:a="http://schemas.openxmlformats.org/drawingml/2006/main">
            <a:off x="13716000" y="4610100"/>
            <a:ext cx="953" cy="304800"/>
          </a:xfrm>
          <a:custGeom xmlns:a="http://schemas.openxmlformats.org/drawingml/2006/main">
            <a:pathLst>
              <a:path w="953" h="304800">
                <a:moveTo>
                  <a:pt x="0" y="0"/>
                </a:moveTo>
                <a:lnTo>
                  <a:pt x="0" y="304800"/>
                </a:lnTo>
              </a:path>
            </a:pathLst>
          </a:custGeom>
          <a:noFill xmlns:a="http://schemas.openxmlformats.org/drawingml/2006/main"/>
          <a:ln xmlns:a="http://schemas.openxmlformats.org/drawingml/2006/main" w="10478">
            <a:solidFill>
              <a:srgbClr val="B8753F"/>
            </a:solidFill>
            <a:prstDash val="solid"/>
          </a:ln>
        </p:spPr>
      </p:sp>
      <p:sp>
        <p:nvSpPr>
          <p:cNvPr id="223" name="dp41-comparison / n197 / arrow">
            <a:extLst xmlns:a="http://schemas.openxmlformats.org/drawingml/2006/main">
              <a:ext uri="{FF2B5EF4-FFF2-40B4-BE49-F238E27FC236}">
                <a16:creationId xmlns:a16="http://schemas.microsoft.com/office/drawing/2014/main" id="{9770A0BC-1083-4F8D-BB71-8EAFC9E5FE4A}"/>
              </a:ext>
            </a:extLst>
          </p:cNvPr>
          <p:cNvSpPr>
            <a:spLocks xmlns:a="http://schemas.openxmlformats.org/drawingml/2006/main" noGrp="1"/>
          </p:cNvSpPr>
          <p:nvPr/>
        </p:nvSpPr>
        <p:spPr>
          <a:xfrm xmlns:a="http://schemas.openxmlformats.org/drawingml/2006/main">
            <a:off x="13682472" y="4847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24" name="dp41-comparison / n198 / path">
            <a:extLst xmlns:a="http://schemas.openxmlformats.org/drawingml/2006/main">
              <a:ext uri="{FF2B5EF4-FFF2-40B4-BE49-F238E27FC236}">
                <a16:creationId xmlns:a16="http://schemas.microsoft.com/office/drawing/2014/main" id="{45D4EC68-5F74-44BE-8B74-6FD73A51A1F5}"/>
              </a:ext>
            </a:extLst>
          </p:cNvPr>
          <p:cNvSpPr>
            <a:spLocks xmlns:a="http://schemas.openxmlformats.org/drawingml/2006/main" noGrp="1"/>
          </p:cNvSpPr>
          <p:nvPr/>
        </p:nvSpPr>
        <p:spPr>
          <a:xfrm xmlns:a="http://schemas.openxmlformats.org/drawingml/2006/main">
            <a:off x="14192250" y="4610100"/>
            <a:ext cx="953" cy="304800"/>
          </a:xfrm>
          <a:custGeom xmlns:a="http://schemas.openxmlformats.org/drawingml/2006/main">
            <a:pathLst>
              <a:path w="953" h="304800">
                <a:moveTo>
                  <a:pt x="0" y="304800"/>
                </a:moveTo>
                <a:lnTo>
                  <a:pt x="0" y="0"/>
                </a:lnTo>
              </a:path>
            </a:pathLst>
          </a:custGeom>
          <a:noFill xmlns:a="http://schemas.openxmlformats.org/drawingml/2006/main"/>
          <a:ln xmlns:a="http://schemas.openxmlformats.org/drawingml/2006/main" w="10478">
            <a:solidFill>
              <a:srgbClr val="B8753F"/>
            </a:solidFill>
            <a:prstDash val="solid"/>
          </a:ln>
        </p:spPr>
      </p:sp>
      <p:sp>
        <p:nvSpPr>
          <p:cNvPr id="225" name="dp41-comparison / n198 / arrow">
            <a:extLst xmlns:a="http://schemas.openxmlformats.org/drawingml/2006/main">
              <a:ext uri="{FF2B5EF4-FFF2-40B4-BE49-F238E27FC236}">
                <a16:creationId xmlns:a16="http://schemas.microsoft.com/office/drawing/2014/main" id="{74C46651-EAC6-4781-A2C6-D41847BEC4E1}"/>
              </a:ext>
            </a:extLst>
          </p:cNvPr>
          <p:cNvSpPr>
            <a:spLocks xmlns:a="http://schemas.openxmlformats.org/drawingml/2006/main" noGrp="1"/>
          </p:cNvSpPr>
          <p:nvPr/>
        </p:nvSpPr>
        <p:spPr>
          <a:xfrm xmlns:a="http://schemas.openxmlformats.org/drawingml/2006/main">
            <a:off x="14158722" y="4610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B8753F"/>
            </a:solidFill>
            <a:prstDash val="solid"/>
          </a:ln>
        </p:spPr>
      </p:sp>
      <p:sp>
        <p:nvSpPr>
          <p:cNvPr id="226" name="dp41-comparison / n201 / path">
            <a:extLst xmlns:a="http://schemas.openxmlformats.org/drawingml/2006/main">
              <a:ext uri="{FF2B5EF4-FFF2-40B4-BE49-F238E27FC236}">
                <a16:creationId xmlns:a16="http://schemas.microsoft.com/office/drawing/2014/main" id="{B84E638C-3807-4557-8909-D38DE7E29CD2}"/>
              </a:ext>
            </a:extLst>
          </p:cNvPr>
          <p:cNvSpPr>
            <a:spLocks xmlns:a="http://schemas.openxmlformats.org/drawingml/2006/main" noGrp="1"/>
          </p:cNvSpPr>
          <p:nvPr/>
        </p:nvSpPr>
        <p:spPr>
          <a:xfrm xmlns:a="http://schemas.openxmlformats.org/drawingml/2006/main">
            <a:off x="14859000" y="5167313"/>
            <a:ext cx="238125" cy="166688"/>
          </a:xfrm>
          <a:custGeom xmlns:a="http://schemas.openxmlformats.org/drawingml/2006/main">
            <a:pathLst>
              <a:path w="238125" h="166688">
                <a:moveTo>
                  <a:pt x="0" y="0"/>
                </a:moveTo>
                <a:lnTo>
                  <a:pt x="114300" y="0"/>
                </a:lnTo>
                <a:lnTo>
                  <a:pt x="114300" y="166688"/>
                </a:lnTo>
                <a:lnTo>
                  <a:pt x="238125" y="166688"/>
                </a:lnTo>
              </a:path>
            </a:pathLst>
          </a:custGeom>
          <a:noFill xmlns:a="http://schemas.openxmlformats.org/drawingml/2006/main"/>
          <a:ln xmlns:a="http://schemas.openxmlformats.org/drawingml/2006/main" w="10478">
            <a:solidFill>
              <a:srgbClr val="B8753F"/>
            </a:solidFill>
            <a:prstDash val="solid"/>
          </a:ln>
        </p:spPr>
      </p:sp>
      <p:sp>
        <p:nvSpPr>
          <p:cNvPr id="227" name="dp41-comparison / n201 / arrow">
            <a:extLst xmlns:a="http://schemas.openxmlformats.org/drawingml/2006/main">
              <a:ext uri="{FF2B5EF4-FFF2-40B4-BE49-F238E27FC236}">
                <a16:creationId xmlns:a16="http://schemas.microsoft.com/office/drawing/2014/main" id="{9C603C90-824A-46FD-A05F-E64801D093FD}"/>
              </a:ext>
            </a:extLst>
          </p:cNvPr>
          <p:cNvSpPr>
            <a:spLocks xmlns:a="http://schemas.openxmlformats.org/drawingml/2006/main" noGrp="1"/>
          </p:cNvSpPr>
          <p:nvPr/>
        </p:nvSpPr>
        <p:spPr>
          <a:xfrm xmlns:a="http://schemas.openxmlformats.org/drawingml/2006/main">
            <a:off x="15030069" y="53004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B8753F"/>
            </a:solidFill>
            <a:prstDash val="solid"/>
          </a:ln>
        </p:spPr>
      </p:sp>
      <p:sp>
        <p:nvSpPr>
          <p:cNvPr id="228" name="dp41-comparison / n204 / path">
            <a:extLst xmlns:a="http://schemas.openxmlformats.org/drawingml/2006/main">
              <a:ext uri="{FF2B5EF4-FFF2-40B4-BE49-F238E27FC236}">
                <a16:creationId xmlns:a16="http://schemas.microsoft.com/office/drawing/2014/main" id="{EB5E440D-C243-466B-A422-F912912AE1E7}"/>
              </a:ext>
            </a:extLst>
          </p:cNvPr>
          <p:cNvSpPr>
            <a:spLocks xmlns:a="http://schemas.openxmlformats.org/drawingml/2006/main" noGrp="1"/>
          </p:cNvSpPr>
          <p:nvPr/>
        </p:nvSpPr>
        <p:spPr>
          <a:xfrm xmlns:a="http://schemas.openxmlformats.org/drawingml/2006/main">
            <a:off x="13739813" y="5495925"/>
            <a:ext cx="2381250" cy="523875"/>
          </a:xfrm>
          <a:custGeom xmlns:a="http://schemas.openxmlformats.org/drawingml/2006/main">
            <a:pathLst>
              <a:path w="2381250" h="523875">
                <a:moveTo>
                  <a:pt x="2381250" y="0"/>
                </a:moveTo>
                <a:lnTo>
                  <a:pt x="2381250" y="428625"/>
                </a:lnTo>
                <a:lnTo>
                  <a:pt x="0" y="428625"/>
                </a:lnTo>
                <a:lnTo>
                  <a:pt x="0" y="523875"/>
                </a:lnTo>
              </a:path>
            </a:pathLst>
          </a:custGeom>
          <a:noFill xmlns:a="http://schemas.openxmlformats.org/drawingml/2006/main"/>
          <a:ln xmlns:a="http://schemas.openxmlformats.org/drawingml/2006/main" w="10478">
            <a:solidFill>
              <a:srgbClr val="B8753F"/>
            </a:solidFill>
            <a:prstDash val="solid"/>
          </a:ln>
        </p:spPr>
      </p:sp>
      <p:sp>
        <p:nvSpPr>
          <p:cNvPr id="229" name="dp41-comparison / n204 / arrow">
            <a:extLst xmlns:a="http://schemas.openxmlformats.org/drawingml/2006/main">
              <a:ext uri="{FF2B5EF4-FFF2-40B4-BE49-F238E27FC236}">
                <a16:creationId xmlns:a16="http://schemas.microsoft.com/office/drawing/2014/main" id="{34D9A276-BB21-4D66-AFAC-09F4F5A171E0}"/>
              </a:ext>
            </a:extLst>
          </p:cNvPr>
          <p:cNvSpPr>
            <a:spLocks xmlns:a="http://schemas.openxmlformats.org/drawingml/2006/main" noGrp="1"/>
          </p:cNvSpPr>
          <p:nvPr/>
        </p:nvSpPr>
        <p:spPr>
          <a:xfrm xmlns:a="http://schemas.openxmlformats.org/drawingml/2006/main">
            <a:off x="13706285" y="5952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B8753F"/>
            </a:solidFill>
            <a:prstDash val="solid"/>
          </a:ln>
        </p:spPr>
      </p:sp>
      <p:sp>
        <p:nvSpPr>
          <p:cNvPr id="230" name="dp41-comparison / n207 / path">
            <a:extLst xmlns:a="http://schemas.openxmlformats.org/drawingml/2006/main">
              <a:ext uri="{FF2B5EF4-FFF2-40B4-BE49-F238E27FC236}">
                <a16:creationId xmlns:a16="http://schemas.microsoft.com/office/drawing/2014/main" id="{5FED84A2-4967-40D0-BB87-CC296C41BB13}"/>
              </a:ext>
            </a:extLst>
          </p:cNvPr>
          <p:cNvSpPr>
            <a:spLocks xmlns:a="http://schemas.openxmlformats.org/drawingml/2006/main" noGrp="1"/>
          </p:cNvSpPr>
          <p:nvPr/>
        </p:nvSpPr>
        <p:spPr>
          <a:xfrm xmlns:a="http://schemas.openxmlformats.org/drawingml/2006/main">
            <a:off x="12287250" y="3857625"/>
            <a:ext cx="5219700" cy="590550"/>
          </a:xfrm>
          <a:custGeom xmlns:a="http://schemas.openxmlformats.org/drawingml/2006/main">
            <a:pathLst>
              <a:path w="5219700" h="590550">
                <a:moveTo>
                  <a:pt x="4857750" y="590550"/>
                </a:moveTo>
                <a:lnTo>
                  <a:pt x="5219700" y="590550"/>
                </a:lnTo>
                <a:lnTo>
                  <a:pt x="5219700" y="0"/>
                </a:lnTo>
                <a:lnTo>
                  <a:pt x="190500" y="0"/>
                </a:lnTo>
                <a:lnTo>
                  <a:pt x="190500" y="447675"/>
                </a:lnTo>
                <a:lnTo>
                  <a:pt x="0" y="447675"/>
                </a:lnTo>
              </a:path>
            </a:pathLst>
          </a:custGeom>
          <a:noFill xmlns:a="http://schemas.openxmlformats.org/drawingml/2006/main"/>
          <a:ln xmlns:a="http://schemas.openxmlformats.org/drawingml/2006/main" w="10478">
            <a:solidFill>
              <a:srgbClr val="000000"/>
            </a:solidFill>
            <a:prstDash val="solid"/>
          </a:ln>
        </p:spPr>
      </p:sp>
      <p:sp>
        <p:nvSpPr>
          <p:cNvPr id="231" name="dp41-comparison / n207 / arrow">
            <a:extLst xmlns:a="http://schemas.openxmlformats.org/drawingml/2006/main">
              <a:ext uri="{FF2B5EF4-FFF2-40B4-BE49-F238E27FC236}">
                <a16:creationId xmlns:a16="http://schemas.microsoft.com/office/drawing/2014/main" id="{E951CBE9-521E-4C41-9162-822A4D143FB0}"/>
              </a:ext>
            </a:extLst>
          </p:cNvPr>
          <p:cNvSpPr>
            <a:spLocks xmlns:a="http://schemas.openxmlformats.org/drawingml/2006/main" noGrp="1"/>
          </p:cNvSpPr>
          <p:nvPr/>
        </p:nvSpPr>
        <p:spPr>
          <a:xfrm xmlns:a="http://schemas.openxmlformats.org/drawingml/2006/main">
            <a:off x="12287250" y="4271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32" name="dp41-comparison / n216 / path">
            <a:extLst xmlns:a="http://schemas.openxmlformats.org/drawingml/2006/main">
              <a:ext uri="{FF2B5EF4-FFF2-40B4-BE49-F238E27FC236}">
                <a16:creationId xmlns:a16="http://schemas.microsoft.com/office/drawing/2014/main" id="{22794B87-2377-4D8C-AA87-052DB272ED8E}"/>
              </a:ext>
            </a:extLst>
          </p:cNvPr>
          <p:cNvSpPr>
            <a:spLocks xmlns:a="http://schemas.openxmlformats.org/drawingml/2006/main" noGrp="1"/>
          </p:cNvSpPr>
          <p:nvPr/>
        </p:nvSpPr>
        <p:spPr>
          <a:xfrm xmlns:a="http://schemas.openxmlformats.org/drawingml/2006/main">
            <a:off x="12168188" y="2743200"/>
            <a:ext cx="5472113" cy="1276350"/>
          </a:xfrm>
          <a:custGeom xmlns:a="http://schemas.openxmlformats.org/drawingml/2006/main">
            <a:pathLst>
              <a:path w="5472113" h="1276350">
                <a:moveTo>
                  <a:pt x="3357563" y="0"/>
                </a:moveTo>
                <a:lnTo>
                  <a:pt x="3357563" y="76200"/>
                </a:lnTo>
                <a:lnTo>
                  <a:pt x="5472113" y="76200"/>
                </a:lnTo>
                <a:lnTo>
                  <a:pt x="5472113" y="828675"/>
                </a:lnTo>
                <a:lnTo>
                  <a:pt x="452438" y="828675"/>
                </a:lnTo>
                <a:lnTo>
                  <a:pt x="452438" y="1200150"/>
                </a:lnTo>
                <a:lnTo>
                  <a:pt x="0" y="1200150"/>
                </a:lnTo>
                <a:lnTo>
                  <a:pt x="0" y="1276350"/>
                </a:lnTo>
              </a:path>
            </a:pathLst>
          </a:custGeom>
          <a:noFill xmlns:a="http://schemas.openxmlformats.org/drawingml/2006/main"/>
          <a:ln xmlns:a="http://schemas.openxmlformats.org/drawingml/2006/main" w="10478">
            <a:solidFill>
              <a:srgbClr val="000000"/>
            </a:solidFill>
            <a:prstDash val="solid"/>
          </a:ln>
        </p:spPr>
      </p:sp>
      <p:sp>
        <p:nvSpPr>
          <p:cNvPr id="233" name="dp41-comparison / n216 / arrow">
            <a:extLst xmlns:a="http://schemas.openxmlformats.org/drawingml/2006/main">
              <a:ext uri="{FF2B5EF4-FFF2-40B4-BE49-F238E27FC236}">
                <a16:creationId xmlns:a16="http://schemas.microsoft.com/office/drawing/2014/main" id="{A147C77B-9A7B-4594-951A-CED2B98F2E3B}"/>
              </a:ext>
            </a:extLst>
          </p:cNvPr>
          <p:cNvSpPr>
            <a:spLocks xmlns:a="http://schemas.openxmlformats.org/drawingml/2006/main" noGrp="1"/>
          </p:cNvSpPr>
          <p:nvPr/>
        </p:nvSpPr>
        <p:spPr>
          <a:xfrm xmlns:a="http://schemas.openxmlformats.org/drawingml/2006/main">
            <a:off x="12134660" y="39524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34" name="dp41-comparison / n217">
            <a:extLst xmlns:a="http://schemas.openxmlformats.org/drawingml/2006/main">
              <a:ext uri="{FF2B5EF4-FFF2-40B4-BE49-F238E27FC236}">
                <a16:creationId xmlns:a16="http://schemas.microsoft.com/office/drawing/2014/main" id="{F5EC842E-D2B6-45E9-B2FE-F0626EAF6E74}"/>
              </a:ext>
            </a:extLst>
          </p:cNvPr>
          <p:cNvSpPr>
            <a:spLocks xmlns:a="http://schemas.openxmlformats.org/drawingml/2006/main" noGrp="1"/>
          </p:cNvSpPr>
          <p:nvPr/>
        </p:nvSpPr>
        <p:spPr>
          <a:xfrm xmlns:a="http://schemas.openxmlformats.org/drawingml/2006/main">
            <a:off x="12649200"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35" name="dp41-comparison / n218 / text 1">
            <a:extLst xmlns:a="http://schemas.openxmlformats.org/drawingml/2006/main">
              <a:ext uri="{FF2B5EF4-FFF2-40B4-BE49-F238E27FC236}">
                <a16:creationId xmlns:a16="http://schemas.microsoft.com/office/drawing/2014/main" id="{11A7298F-87B2-4A9C-8355-AE83CC280567}"/>
              </a:ext>
            </a:extLst>
          </p:cNvPr>
          <p:cNvSpPr>
            <a:spLocks xmlns:a="http://schemas.openxmlformats.org/drawingml/2006/main" noGrp="1"/>
          </p:cNvSpPr>
          <p:nvPr/>
        </p:nvSpPr>
        <p:spPr>
          <a:xfrm xmlns:a="http://schemas.openxmlformats.org/drawingml/2006/main">
            <a:off x="12734925"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Context Manager</a:t>
            </a:r>
          </a:p>
        </p:txBody>
      </p:sp>
      <p:sp>
        <p:nvSpPr>
          <p:cNvPr id="236" name="dp41-comparison / n219 / path">
            <a:extLst xmlns:a="http://schemas.openxmlformats.org/drawingml/2006/main">
              <a:ext uri="{FF2B5EF4-FFF2-40B4-BE49-F238E27FC236}">
                <a16:creationId xmlns:a16="http://schemas.microsoft.com/office/drawing/2014/main" id="{63688C02-5A17-408A-8EE0-A7B8F05A2FE1}"/>
              </a:ext>
            </a:extLst>
          </p:cNvPr>
          <p:cNvSpPr>
            <a:spLocks xmlns:a="http://schemas.openxmlformats.org/drawingml/2006/main" noGrp="1"/>
          </p:cNvSpPr>
          <p:nvPr/>
        </p:nvSpPr>
        <p:spPr>
          <a:xfrm xmlns:a="http://schemas.openxmlformats.org/drawingml/2006/main">
            <a:off x="13744575" y="6105525"/>
            <a:ext cx="4010025" cy="542925"/>
          </a:xfrm>
          <a:custGeom xmlns:a="http://schemas.openxmlformats.org/drawingml/2006/main">
            <a:pathLst>
              <a:path w="4010025" h="542925">
                <a:moveTo>
                  <a:pt x="3400425" y="0"/>
                </a:moveTo>
                <a:lnTo>
                  <a:pt x="4010025" y="0"/>
                </a:lnTo>
                <a:lnTo>
                  <a:pt x="4010025" y="438150"/>
                </a:lnTo>
                <a:lnTo>
                  <a:pt x="0" y="438150"/>
                </a:lnTo>
                <a:lnTo>
                  <a:pt x="0" y="542925"/>
                </a:lnTo>
              </a:path>
            </a:pathLst>
          </a:custGeom>
          <a:noFill xmlns:a="http://schemas.openxmlformats.org/drawingml/2006/main"/>
          <a:ln xmlns:a="http://schemas.openxmlformats.org/drawingml/2006/main" w="10478">
            <a:solidFill>
              <a:srgbClr val="000000"/>
            </a:solidFill>
            <a:prstDash val="solid"/>
          </a:ln>
        </p:spPr>
      </p:sp>
      <p:sp>
        <p:nvSpPr>
          <p:cNvPr id="237" name="dp41-comparison / n219 / arrow">
            <a:extLst xmlns:a="http://schemas.openxmlformats.org/drawingml/2006/main">
              <a:ext uri="{FF2B5EF4-FFF2-40B4-BE49-F238E27FC236}">
                <a16:creationId xmlns:a16="http://schemas.microsoft.com/office/drawing/2014/main" id="{54B3C754-DBBE-443C-B1B9-7832C53849DC}"/>
              </a:ext>
            </a:extLst>
          </p:cNvPr>
          <p:cNvSpPr>
            <a:spLocks xmlns:a="http://schemas.openxmlformats.org/drawingml/2006/main" noGrp="1"/>
          </p:cNvSpPr>
          <p:nvPr/>
        </p:nvSpPr>
        <p:spPr>
          <a:xfrm xmlns:a="http://schemas.openxmlformats.org/drawingml/2006/main">
            <a:off x="13711047"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38" name="dp41-comparison / n220 / path">
            <a:extLst xmlns:a="http://schemas.openxmlformats.org/drawingml/2006/main">
              <a:ext uri="{FF2B5EF4-FFF2-40B4-BE49-F238E27FC236}">
                <a16:creationId xmlns:a16="http://schemas.microsoft.com/office/drawing/2014/main" id="{2B201AAB-5C34-4D20-8792-51154AE98821}"/>
              </a:ext>
            </a:extLst>
          </p:cNvPr>
          <p:cNvSpPr>
            <a:spLocks xmlns:a="http://schemas.openxmlformats.org/drawingml/2006/main" noGrp="1"/>
          </p:cNvSpPr>
          <p:nvPr/>
        </p:nvSpPr>
        <p:spPr>
          <a:xfrm xmlns:a="http://schemas.openxmlformats.org/drawingml/2006/main">
            <a:off x="13830300" y="6248400"/>
            <a:ext cx="3848100" cy="400050"/>
          </a:xfrm>
          <a:custGeom xmlns:a="http://schemas.openxmlformats.org/drawingml/2006/main">
            <a:pathLst>
              <a:path w="3848100" h="400050">
                <a:moveTo>
                  <a:pt x="0" y="400050"/>
                </a:moveTo>
                <a:lnTo>
                  <a:pt x="0" y="342900"/>
                </a:lnTo>
                <a:lnTo>
                  <a:pt x="3848100" y="342900"/>
                </a:lnTo>
                <a:lnTo>
                  <a:pt x="3848100" y="0"/>
                </a:lnTo>
                <a:lnTo>
                  <a:pt x="3314700" y="0"/>
                </a:lnTo>
              </a:path>
            </a:pathLst>
          </a:custGeom>
          <a:noFill xmlns:a="http://schemas.openxmlformats.org/drawingml/2006/main"/>
          <a:ln xmlns:a="http://schemas.openxmlformats.org/drawingml/2006/main" w="10478">
            <a:solidFill>
              <a:srgbClr val="000000"/>
            </a:solidFill>
            <a:prstDash val="dash"/>
          </a:ln>
        </p:spPr>
      </p:sp>
      <p:sp>
        <p:nvSpPr>
          <p:cNvPr id="239" name="dp41-comparison / n220 / arrow">
            <a:extLst xmlns:a="http://schemas.openxmlformats.org/drawingml/2006/main">
              <a:ext uri="{FF2B5EF4-FFF2-40B4-BE49-F238E27FC236}">
                <a16:creationId xmlns:a16="http://schemas.microsoft.com/office/drawing/2014/main" id="{61C05FFF-95E4-42B8-8995-197CCD17250A}"/>
              </a:ext>
            </a:extLst>
          </p:cNvPr>
          <p:cNvSpPr>
            <a:spLocks xmlns:a="http://schemas.openxmlformats.org/drawingml/2006/main" noGrp="1"/>
          </p:cNvSpPr>
          <p:nvPr/>
        </p:nvSpPr>
        <p:spPr>
          <a:xfrm xmlns:a="http://schemas.openxmlformats.org/drawingml/2006/main">
            <a:off x="17145000" y="62148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0" name="dp41-comparison / n221">
            <a:extLst xmlns:a="http://schemas.openxmlformats.org/drawingml/2006/main">
              <a:ext uri="{FF2B5EF4-FFF2-40B4-BE49-F238E27FC236}">
                <a16:creationId xmlns:a16="http://schemas.microsoft.com/office/drawing/2014/main" id="{DA5A22ED-9DFC-4DC1-B6DF-6B1839542B05}"/>
              </a:ext>
            </a:extLst>
          </p:cNvPr>
          <p:cNvSpPr>
            <a:spLocks xmlns:a="http://schemas.openxmlformats.org/drawingml/2006/main" noGrp="1"/>
          </p:cNvSpPr>
          <p:nvPr/>
        </p:nvSpPr>
        <p:spPr>
          <a:xfrm xmlns:a="http://schemas.openxmlformats.org/drawingml/2006/main">
            <a:off x="15382875" y="6648450"/>
            <a:ext cx="21907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1" name="dp41-comparison / n222 / text 1">
            <a:extLst xmlns:a="http://schemas.openxmlformats.org/drawingml/2006/main">
              <a:ext uri="{FF2B5EF4-FFF2-40B4-BE49-F238E27FC236}">
                <a16:creationId xmlns:a16="http://schemas.microsoft.com/office/drawing/2014/main" id="{B717129C-B98F-4944-9FEC-BB491F09B037}"/>
              </a:ext>
            </a:extLst>
          </p:cNvPr>
          <p:cNvSpPr>
            <a:spLocks xmlns:a="http://schemas.openxmlformats.org/drawingml/2006/main" noGrp="1"/>
          </p:cNvSpPr>
          <p:nvPr/>
        </p:nvSpPr>
        <p:spPr>
          <a:xfrm xmlns:a="http://schemas.openxmlformats.org/drawingml/2006/main">
            <a:off x="15468600" y="6671786"/>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Task Manager</a:t>
            </a:r>
          </a:p>
        </p:txBody>
      </p:sp>
      <p:sp>
        <p:nvSpPr>
          <p:cNvPr id="242" name="dp41-comparison / n223 / path">
            <a:extLst xmlns:a="http://schemas.openxmlformats.org/drawingml/2006/main">
              <a:ext uri="{FF2B5EF4-FFF2-40B4-BE49-F238E27FC236}">
                <a16:creationId xmlns:a16="http://schemas.microsoft.com/office/drawing/2014/main" id="{30488AAD-8931-4FA2-BA8E-261077E5B33B}"/>
              </a:ext>
            </a:extLst>
          </p:cNvPr>
          <p:cNvSpPr>
            <a:spLocks xmlns:a="http://schemas.openxmlformats.org/drawingml/2006/main" noGrp="1"/>
          </p:cNvSpPr>
          <p:nvPr/>
        </p:nvSpPr>
        <p:spPr>
          <a:xfrm xmlns:a="http://schemas.openxmlformats.org/drawingml/2006/main">
            <a:off x="16478250" y="6105525"/>
            <a:ext cx="1276350" cy="542925"/>
          </a:xfrm>
          <a:custGeom xmlns:a="http://schemas.openxmlformats.org/drawingml/2006/main">
            <a:pathLst>
              <a:path w="1276350" h="542925">
                <a:moveTo>
                  <a:pt x="666750" y="0"/>
                </a:moveTo>
                <a:lnTo>
                  <a:pt x="1276350" y="0"/>
                </a:lnTo>
                <a:lnTo>
                  <a:pt x="1276350" y="438150"/>
                </a:lnTo>
                <a:lnTo>
                  <a:pt x="0" y="438150"/>
                </a:lnTo>
                <a:lnTo>
                  <a:pt x="0" y="542925"/>
                </a:lnTo>
              </a:path>
            </a:pathLst>
          </a:custGeom>
          <a:noFill xmlns:a="http://schemas.openxmlformats.org/drawingml/2006/main"/>
          <a:ln xmlns:a="http://schemas.openxmlformats.org/drawingml/2006/main" w="10478">
            <a:solidFill>
              <a:srgbClr val="000000"/>
            </a:solidFill>
            <a:prstDash val="solid"/>
          </a:ln>
        </p:spPr>
      </p:sp>
      <p:sp>
        <p:nvSpPr>
          <p:cNvPr id="243" name="dp41-comparison / n223 / arrow">
            <a:extLst xmlns:a="http://schemas.openxmlformats.org/drawingml/2006/main">
              <a:ext uri="{FF2B5EF4-FFF2-40B4-BE49-F238E27FC236}">
                <a16:creationId xmlns:a16="http://schemas.microsoft.com/office/drawing/2014/main" id="{D9AB6686-BEAE-4BBE-BD7A-CCCF303195EA}"/>
              </a:ext>
            </a:extLst>
          </p:cNvPr>
          <p:cNvSpPr>
            <a:spLocks xmlns:a="http://schemas.openxmlformats.org/drawingml/2006/main" noGrp="1"/>
          </p:cNvSpPr>
          <p:nvPr/>
        </p:nvSpPr>
        <p:spPr>
          <a:xfrm xmlns:a="http://schemas.openxmlformats.org/drawingml/2006/main">
            <a:off x="16444722" y="65813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44" name="dp41-comparison / n224 / path">
            <a:extLst xmlns:a="http://schemas.openxmlformats.org/drawingml/2006/main">
              <a:ext uri="{FF2B5EF4-FFF2-40B4-BE49-F238E27FC236}">
                <a16:creationId xmlns:a16="http://schemas.microsoft.com/office/drawing/2014/main" id="{D18FA5B7-7AFD-45D6-8071-53A6B0C5FEE9}"/>
              </a:ext>
            </a:extLst>
          </p:cNvPr>
          <p:cNvSpPr>
            <a:spLocks xmlns:a="http://schemas.openxmlformats.org/drawingml/2006/main" noGrp="1"/>
          </p:cNvSpPr>
          <p:nvPr/>
        </p:nvSpPr>
        <p:spPr>
          <a:xfrm xmlns:a="http://schemas.openxmlformats.org/drawingml/2006/main">
            <a:off x="16563975" y="6248400"/>
            <a:ext cx="1114425" cy="400050"/>
          </a:xfrm>
          <a:custGeom xmlns:a="http://schemas.openxmlformats.org/drawingml/2006/main">
            <a:pathLst>
              <a:path w="1114425" h="400050">
                <a:moveTo>
                  <a:pt x="0" y="400050"/>
                </a:moveTo>
                <a:lnTo>
                  <a:pt x="0" y="342900"/>
                </a:lnTo>
                <a:lnTo>
                  <a:pt x="1114425" y="342900"/>
                </a:lnTo>
                <a:lnTo>
                  <a:pt x="1114425" y="0"/>
                </a:lnTo>
                <a:lnTo>
                  <a:pt x="581025" y="0"/>
                </a:lnTo>
              </a:path>
            </a:pathLst>
          </a:custGeom>
          <a:noFill xmlns:a="http://schemas.openxmlformats.org/drawingml/2006/main"/>
          <a:ln xmlns:a="http://schemas.openxmlformats.org/drawingml/2006/main" w="10478">
            <a:solidFill>
              <a:srgbClr val="000000"/>
            </a:solidFill>
            <a:prstDash val="dash"/>
          </a:ln>
        </p:spPr>
      </p:sp>
      <p:sp>
        <p:nvSpPr>
          <p:cNvPr id="245" name="dp41-comparison / n224 / arrow">
            <a:extLst xmlns:a="http://schemas.openxmlformats.org/drawingml/2006/main">
              <a:ext uri="{FF2B5EF4-FFF2-40B4-BE49-F238E27FC236}">
                <a16:creationId xmlns:a16="http://schemas.microsoft.com/office/drawing/2014/main" id="{53070FD0-9EA9-4A43-9A90-FBE2D594AE12}"/>
              </a:ext>
            </a:extLst>
          </p:cNvPr>
          <p:cNvSpPr>
            <a:spLocks xmlns:a="http://schemas.openxmlformats.org/drawingml/2006/main" noGrp="1"/>
          </p:cNvSpPr>
          <p:nvPr/>
        </p:nvSpPr>
        <p:spPr>
          <a:xfrm xmlns:a="http://schemas.openxmlformats.org/drawingml/2006/main">
            <a:off x="17145000" y="62148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46" name="dp41-comparison / n227 / path">
            <a:extLst xmlns:a="http://schemas.openxmlformats.org/drawingml/2006/main">
              <a:ext uri="{FF2B5EF4-FFF2-40B4-BE49-F238E27FC236}">
                <a16:creationId xmlns:a16="http://schemas.microsoft.com/office/drawing/2014/main" id="{D2A062ED-D136-44B1-9AB4-5E8B1F9D11B5}"/>
              </a:ext>
            </a:extLst>
          </p:cNvPr>
          <p:cNvSpPr>
            <a:spLocks xmlns:a="http://schemas.openxmlformats.org/drawingml/2006/main" noGrp="1"/>
          </p:cNvSpPr>
          <p:nvPr/>
        </p:nvSpPr>
        <p:spPr>
          <a:xfrm xmlns:a="http://schemas.openxmlformats.org/drawingml/2006/main">
            <a:off x="9763125" y="7067550"/>
            <a:ext cx="7953375" cy="953"/>
          </a:xfrm>
          <a:custGeom xmlns:a="http://schemas.openxmlformats.org/drawingml/2006/main">
            <a:pathLst>
              <a:path w="7953375" h="953">
                <a:moveTo>
                  <a:pt x="0" y="0"/>
                </a:moveTo>
                <a:lnTo>
                  <a:pt x="7953375" y="0"/>
                </a:lnTo>
              </a:path>
            </a:pathLst>
          </a:custGeom>
          <a:noFill xmlns:a="http://schemas.openxmlformats.org/drawingml/2006/main"/>
          <a:ln xmlns:a="http://schemas.openxmlformats.org/drawingml/2006/main" w="10478">
            <a:solidFill>
              <a:srgbClr val="000000"/>
            </a:solidFill>
            <a:prstDash val="solid"/>
          </a:ln>
        </p:spPr>
      </p:sp>
      <p:sp>
        <p:nvSpPr>
          <p:cNvPr id="247" name="dp41-comparison / n230">
            <a:extLst xmlns:a="http://schemas.openxmlformats.org/drawingml/2006/main">
              <a:ext uri="{FF2B5EF4-FFF2-40B4-BE49-F238E27FC236}">
                <a16:creationId xmlns:a16="http://schemas.microsoft.com/office/drawing/2014/main" id="{ED672ACB-13A1-427B-88A1-93987E731A7D}"/>
              </a:ext>
            </a:extLst>
          </p:cNvPr>
          <p:cNvSpPr>
            <a:spLocks xmlns:a="http://schemas.openxmlformats.org/drawingml/2006/main" noGrp="1"/>
          </p:cNvSpPr>
          <p:nvPr/>
        </p:nvSpPr>
        <p:spPr>
          <a:xfrm xmlns:a="http://schemas.openxmlformats.org/drawingml/2006/main">
            <a:off x="9858375" y="7362825"/>
            <a:ext cx="1619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48" name="dp41-comparison / n231 / text 1">
            <a:extLst xmlns:a="http://schemas.openxmlformats.org/drawingml/2006/main">
              <a:ext uri="{FF2B5EF4-FFF2-40B4-BE49-F238E27FC236}">
                <a16:creationId xmlns:a16="http://schemas.microsoft.com/office/drawing/2014/main" id="{3913E630-237B-4129-8678-12F600DE689B}"/>
              </a:ext>
            </a:extLst>
          </p:cNvPr>
          <p:cNvSpPr>
            <a:spLocks xmlns:a="http://schemas.openxmlformats.org/drawingml/2006/main" noGrp="1"/>
          </p:cNvSpPr>
          <p:nvPr/>
        </p:nvSpPr>
        <p:spPr>
          <a:xfrm xmlns:a="http://schemas.openxmlformats.org/drawingml/2006/main">
            <a:off x="9944100" y="7403306"/>
            <a:ext cx="14478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RequestFrame</a:t>
            </a:r>
          </a:p>
        </p:txBody>
      </p:sp>
      <p:sp>
        <p:nvSpPr>
          <p:cNvPr id="249" name="dp41-comparison / n232">
            <a:extLst xmlns:a="http://schemas.openxmlformats.org/drawingml/2006/main">
              <a:ext uri="{FF2B5EF4-FFF2-40B4-BE49-F238E27FC236}">
                <a16:creationId xmlns:a16="http://schemas.microsoft.com/office/drawing/2014/main" id="{CDA64F37-F89D-47AB-9E23-9BFED4380993}"/>
              </a:ext>
            </a:extLst>
          </p:cNvPr>
          <p:cNvSpPr>
            <a:spLocks xmlns:a="http://schemas.openxmlformats.org/drawingml/2006/main" noGrp="1"/>
          </p:cNvSpPr>
          <p:nvPr/>
        </p:nvSpPr>
        <p:spPr>
          <a:xfrm xmlns:a="http://schemas.openxmlformats.org/drawingml/2006/main">
            <a:off x="11906250" y="7362825"/>
            <a:ext cx="1476375"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0" name="dp41-comparison / n233 / text 1">
            <a:extLst xmlns:a="http://schemas.openxmlformats.org/drawingml/2006/main">
              <a:ext uri="{FF2B5EF4-FFF2-40B4-BE49-F238E27FC236}">
                <a16:creationId xmlns:a16="http://schemas.microsoft.com/office/drawing/2014/main" id="{ED938240-FDB4-4CEF-B7DA-4FF849772845}"/>
              </a:ext>
            </a:extLst>
          </p:cNvPr>
          <p:cNvSpPr>
            <a:spLocks xmlns:a="http://schemas.openxmlformats.org/drawingml/2006/main" noGrp="1"/>
          </p:cNvSpPr>
          <p:nvPr/>
        </p:nvSpPr>
        <p:spPr>
          <a:xfrm xmlns:a="http://schemas.openxmlformats.org/drawingml/2006/main">
            <a:off x="11991975" y="7403306"/>
            <a:ext cx="13049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항목 검사</a:t>
            </a:r>
          </a:p>
        </p:txBody>
      </p:sp>
      <p:sp>
        <p:nvSpPr>
          <p:cNvPr id="251" name="dp41-comparison / n234">
            <a:extLst xmlns:a="http://schemas.openxmlformats.org/drawingml/2006/main">
              <a:ext uri="{FF2B5EF4-FFF2-40B4-BE49-F238E27FC236}">
                <a16:creationId xmlns:a16="http://schemas.microsoft.com/office/drawing/2014/main" id="{53BC8B53-18D0-463E-B849-3124269DD635}"/>
              </a:ext>
            </a:extLst>
          </p:cNvPr>
          <p:cNvSpPr>
            <a:spLocks xmlns:a="http://schemas.openxmlformats.org/drawingml/2006/main" noGrp="1"/>
          </p:cNvSpPr>
          <p:nvPr/>
        </p:nvSpPr>
        <p:spPr>
          <a:xfrm xmlns:a="http://schemas.openxmlformats.org/drawingml/2006/main">
            <a:off x="13811250" y="7296150"/>
            <a:ext cx="1333500" cy="400050"/>
          </a:xfrm>
          <a:prstGeom xmlns:a="http://schemas.openxmlformats.org/drawingml/2006/main" prst="diamond">
            <a:avLst/>
          </a:prstGeom>
          <a:solidFill xmlns:a="http://schemas.openxmlformats.org/drawingml/2006/main">
            <a:srgbClr val="FFFFFF"/>
          </a:solidFill>
          <a:ln xmlns:a="http://schemas.openxmlformats.org/drawingml/2006/main" w="9525">
            <a:solidFill>
              <a:srgbClr val="000000"/>
            </a:solidFill>
            <a:prstDash val="solid"/>
          </a:ln>
        </p:spPr>
      </p:sp>
      <p:sp>
        <p:nvSpPr>
          <p:cNvPr id="252" name="dp41-comparison / n235 / text 1">
            <a:extLst xmlns:a="http://schemas.openxmlformats.org/drawingml/2006/main">
              <a:ext uri="{FF2B5EF4-FFF2-40B4-BE49-F238E27FC236}">
                <a16:creationId xmlns:a16="http://schemas.microsoft.com/office/drawing/2014/main" id="{80F6FA0D-FEE6-46F7-8DE7-8A4465F39B59}"/>
              </a:ext>
            </a:extLst>
          </p:cNvPr>
          <p:cNvSpPr>
            <a:spLocks xmlns:a="http://schemas.openxmlformats.org/drawingml/2006/main" noGrp="1"/>
          </p:cNvSpPr>
          <p:nvPr/>
        </p:nvSpPr>
        <p:spPr>
          <a:xfrm xmlns:a="http://schemas.openxmlformats.org/drawingml/2006/main">
            <a:off x="13896975" y="7403306"/>
            <a:ext cx="1162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다음 처리?</a:t>
            </a:r>
          </a:p>
        </p:txBody>
      </p:sp>
      <p:sp>
        <p:nvSpPr>
          <p:cNvPr id="253" name="dp41-comparison / n236">
            <a:extLst xmlns:a="http://schemas.openxmlformats.org/drawingml/2006/main">
              <a:ext uri="{FF2B5EF4-FFF2-40B4-BE49-F238E27FC236}">
                <a16:creationId xmlns:a16="http://schemas.microsoft.com/office/drawing/2014/main" id="{7CEA4B77-A14C-41EC-A887-62462456F894}"/>
              </a:ext>
            </a:extLst>
          </p:cNvPr>
          <p:cNvSpPr>
            <a:spLocks xmlns:a="http://schemas.openxmlformats.org/drawingml/2006/main" noGrp="1"/>
          </p:cNvSpPr>
          <p:nvPr/>
        </p:nvSpPr>
        <p:spPr>
          <a:xfrm xmlns:a="http://schemas.openxmlformats.org/drawingml/2006/main">
            <a:off x="15811500" y="7362825"/>
            <a:ext cx="171450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4" name="dp41-comparison / n237 / text 1">
            <a:extLst xmlns:a="http://schemas.openxmlformats.org/drawingml/2006/main">
              <a:ext uri="{FF2B5EF4-FFF2-40B4-BE49-F238E27FC236}">
                <a16:creationId xmlns:a16="http://schemas.microsoft.com/office/drawing/2014/main" id="{FA7C4289-16A4-41E0-9AB8-CC9BEDC23473}"/>
              </a:ext>
            </a:extLst>
          </p:cNvPr>
          <p:cNvSpPr>
            <a:spLocks xmlns:a="http://schemas.openxmlformats.org/drawingml/2006/main" noGrp="1"/>
          </p:cNvSpPr>
          <p:nvPr/>
        </p:nvSpPr>
        <p:spPr>
          <a:xfrm xmlns:a="http://schemas.openxmlformats.org/drawingml/2006/main">
            <a:off x="15897225" y="7403306"/>
            <a:ext cx="1543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도구: 자료 조회</a:t>
            </a:r>
          </a:p>
        </p:txBody>
      </p:sp>
      <p:sp>
        <p:nvSpPr>
          <p:cNvPr id="255" name="dp41-comparison / n238">
            <a:extLst xmlns:a="http://schemas.openxmlformats.org/drawingml/2006/main">
              <a:ext uri="{FF2B5EF4-FFF2-40B4-BE49-F238E27FC236}">
                <a16:creationId xmlns:a16="http://schemas.microsoft.com/office/drawing/2014/main" id="{6BC10E1A-6490-4F9F-B2C8-D967B3101C8E}"/>
              </a:ext>
            </a:extLst>
          </p:cNvPr>
          <p:cNvSpPr>
            <a:spLocks xmlns:a="http://schemas.openxmlformats.org/drawingml/2006/main" noGrp="1"/>
          </p:cNvSpPr>
          <p:nvPr/>
        </p:nvSpPr>
        <p:spPr>
          <a:xfrm xmlns:a="http://schemas.openxmlformats.org/drawingml/2006/main">
            <a:off x="9953625" y="7953375"/>
            <a:ext cx="20955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6" name="dp41-comparison / n239 / text 1">
            <a:extLst xmlns:a="http://schemas.openxmlformats.org/drawingml/2006/main">
              <a:ext uri="{FF2B5EF4-FFF2-40B4-BE49-F238E27FC236}">
                <a16:creationId xmlns:a16="http://schemas.microsoft.com/office/drawing/2014/main" id="{86AE14B9-8E10-4840-8C3F-F32C07E41BC6}"/>
              </a:ext>
            </a:extLst>
          </p:cNvPr>
          <p:cNvSpPr>
            <a:spLocks xmlns:a="http://schemas.openxmlformats.org/drawingml/2006/main" noGrp="1"/>
          </p:cNvSpPr>
          <p:nvPr/>
        </p:nvSpPr>
        <p:spPr>
          <a:xfrm xmlns:a="http://schemas.openxmlformats.org/drawingml/2006/main">
            <a:off x="10039350" y="7998619"/>
            <a:ext cx="1924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모델: 특정 항목 해석</a:t>
            </a:r>
          </a:p>
        </p:txBody>
      </p:sp>
      <p:sp>
        <p:nvSpPr>
          <p:cNvPr id="257" name="dp41-comparison / n240">
            <a:extLst xmlns:a="http://schemas.openxmlformats.org/drawingml/2006/main">
              <a:ext uri="{FF2B5EF4-FFF2-40B4-BE49-F238E27FC236}">
                <a16:creationId xmlns:a16="http://schemas.microsoft.com/office/drawing/2014/main" id="{BAC0646D-4FE5-483F-AFDD-AB6CF80B209E}"/>
              </a:ext>
            </a:extLst>
          </p:cNvPr>
          <p:cNvSpPr>
            <a:spLocks xmlns:a="http://schemas.openxmlformats.org/drawingml/2006/main" noGrp="1"/>
          </p:cNvSpPr>
          <p:nvPr/>
        </p:nvSpPr>
        <p:spPr>
          <a:xfrm xmlns:a="http://schemas.openxmlformats.org/drawingml/2006/main">
            <a:off x="15621000" y="7953375"/>
            <a:ext cx="1905000" cy="2762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58" name="dp41-comparison / n241 / text 1">
            <a:extLst xmlns:a="http://schemas.openxmlformats.org/drawingml/2006/main">
              <a:ext uri="{FF2B5EF4-FFF2-40B4-BE49-F238E27FC236}">
                <a16:creationId xmlns:a16="http://schemas.microsoft.com/office/drawing/2014/main" id="{5CEBBAD6-E028-4AB5-B20C-05A1A8FD77C8}"/>
              </a:ext>
            </a:extLst>
          </p:cNvPr>
          <p:cNvSpPr>
            <a:spLocks xmlns:a="http://schemas.openxmlformats.org/drawingml/2006/main" noGrp="1"/>
          </p:cNvSpPr>
          <p:nvPr/>
        </p:nvSpPr>
        <p:spPr>
          <a:xfrm xmlns:a="http://schemas.openxmlformats.org/drawingml/2006/main">
            <a:off x="15706725" y="7998619"/>
            <a:ext cx="1733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코드: 의미 / 질문 제안</a:t>
            </a:r>
          </a:p>
        </p:txBody>
      </p:sp>
      <p:sp>
        <p:nvSpPr>
          <p:cNvPr id="259" name="dp41-comparison / n242 / path">
            <a:extLst xmlns:a="http://schemas.openxmlformats.org/drawingml/2006/main">
              <a:ext uri="{FF2B5EF4-FFF2-40B4-BE49-F238E27FC236}">
                <a16:creationId xmlns:a16="http://schemas.microsoft.com/office/drawing/2014/main" id="{70375DBF-BDA8-4F47-9994-EF3E6AE5C853}"/>
              </a:ext>
            </a:extLst>
          </p:cNvPr>
          <p:cNvSpPr>
            <a:spLocks xmlns:a="http://schemas.openxmlformats.org/drawingml/2006/main" noGrp="1"/>
          </p:cNvSpPr>
          <p:nvPr/>
        </p:nvSpPr>
        <p:spPr>
          <a:xfrm xmlns:a="http://schemas.openxmlformats.org/drawingml/2006/main">
            <a:off x="11477625" y="74961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60" name="dp41-comparison / n242 / arrow">
            <a:extLst xmlns:a="http://schemas.openxmlformats.org/drawingml/2006/main">
              <a:ext uri="{FF2B5EF4-FFF2-40B4-BE49-F238E27FC236}">
                <a16:creationId xmlns:a16="http://schemas.microsoft.com/office/drawing/2014/main" id="{BF398182-95E9-492B-8969-33C1BB894E4D}"/>
              </a:ext>
            </a:extLst>
          </p:cNvPr>
          <p:cNvSpPr>
            <a:spLocks xmlns:a="http://schemas.openxmlformats.org/drawingml/2006/main" noGrp="1"/>
          </p:cNvSpPr>
          <p:nvPr/>
        </p:nvSpPr>
        <p:spPr>
          <a:xfrm xmlns:a="http://schemas.openxmlformats.org/drawingml/2006/main">
            <a:off x="11839194"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1" name="dp41-comparison / n243 / path">
            <a:extLst xmlns:a="http://schemas.openxmlformats.org/drawingml/2006/main">
              <a:ext uri="{FF2B5EF4-FFF2-40B4-BE49-F238E27FC236}">
                <a16:creationId xmlns:a16="http://schemas.microsoft.com/office/drawing/2014/main" id="{9AB40403-C3A9-472B-87D8-8DB7705AF545}"/>
              </a:ext>
            </a:extLst>
          </p:cNvPr>
          <p:cNvSpPr>
            <a:spLocks xmlns:a="http://schemas.openxmlformats.org/drawingml/2006/main" noGrp="1"/>
          </p:cNvSpPr>
          <p:nvPr/>
        </p:nvSpPr>
        <p:spPr>
          <a:xfrm xmlns:a="http://schemas.openxmlformats.org/drawingml/2006/main">
            <a:off x="13382625" y="7496175"/>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262" name="dp41-comparison / n243 / arrow">
            <a:extLst xmlns:a="http://schemas.openxmlformats.org/drawingml/2006/main">
              <a:ext uri="{FF2B5EF4-FFF2-40B4-BE49-F238E27FC236}">
                <a16:creationId xmlns:a16="http://schemas.microsoft.com/office/drawing/2014/main" id="{227C357C-D6D7-417A-838D-D9B9C8FA83B4}"/>
              </a:ext>
            </a:extLst>
          </p:cNvPr>
          <p:cNvSpPr>
            <a:spLocks xmlns:a="http://schemas.openxmlformats.org/drawingml/2006/main" noGrp="1"/>
          </p:cNvSpPr>
          <p:nvPr/>
        </p:nvSpPr>
        <p:spPr>
          <a:xfrm xmlns:a="http://schemas.openxmlformats.org/drawingml/2006/main">
            <a:off x="13744194"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3" name="dp41-comparison / n244 / path">
            <a:extLst xmlns:a="http://schemas.openxmlformats.org/drawingml/2006/main">
              <a:ext uri="{FF2B5EF4-FFF2-40B4-BE49-F238E27FC236}">
                <a16:creationId xmlns:a16="http://schemas.microsoft.com/office/drawing/2014/main" id="{FC3B51D3-CC3E-4F0B-86FF-91B2E5DC6968}"/>
              </a:ext>
            </a:extLst>
          </p:cNvPr>
          <p:cNvSpPr>
            <a:spLocks xmlns:a="http://schemas.openxmlformats.org/drawingml/2006/main" noGrp="1"/>
          </p:cNvSpPr>
          <p:nvPr/>
        </p:nvSpPr>
        <p:spPr>
          <a:xfrm xmlns:a="http://schemas.openxmlformats.org/drawingml/2006/main">
            <a:off x="15144750" y="7496175"/>
            <a:ext cx="666750" cy="953"/>
          </a:xfrm>
          <a:custGeom xmlns:a="http://schemas.openxmlformats.org/drawingml/2006/main">
            <a:pathLst>
              <a:path w="666750" h="953">
                <a:moveTo>
                  <a:pt x="0" y="0"/>
                </a:moveTo>
                <a:lnTo>
                  <a:pt x="666750" y="0"/>
                </a:lnTo>
              </a:path>
            </a:pathLst>
          </a:custGeom>
          <a:noFill xmlns:a="http://schemas.openxmlformats.org/drawingml/2006/main"/>
          <a:ln xmlns:a="http://schemas.openxmlformats.org/drawingml/2006/main" w="10478">
            <a:solidFill>
              <a:srgbClr val="000000"/>
            </a:solidFill>
            <a:prstDash val="solid"/>
          </a:ln>
        </p:spPr>
      </p:sp>
      <p:sp>
        <p:nvSpPr>
          <p:cNvPr id="264" name="dp41-comparison / n244 / arrow">
            <a:extLst xmlns:a="http://schemas.openxmlformats.org/drawingml/2006/main">
              <a:ext uri="{FF2B5EF4-FFF2-40B4-BE49-F238E27FC236}">
                <a16:creationId xmlns:a16="http://schemas.microsoft.com/office/drawing/2014/main" id="{7B3BDD30-68B2-4504-BF2F-FE5397468F41}"/>
              </a:ext>
            </a:extLst>
          </p:cNvPr>
          <p:cNvSpPr>
            <a:spLocks xmlns:a="http://schemas.openxmlformats.org/drawingml/2006/main" noGrp="1"/>
          </p:cNvSpPr>
          <p:nvPr/>
        </p:nvSpPr>
        <p:spPr>
          <a:xfrm xmlns:a="http://schemas.openxmlformats.org/drawingml/2006/main">
            <a:off x="15744444" y="74626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65" name="dp41-comparison / n247 / path">
            <a:extLst xmlns:a="http://schemas.openxmlformats.org/drawingml/2006/main">
              <a:ext uri="{FF2B5EF4-FFF2-40B4-BE49-F238E27FC236}">
                <a16:creationId xmlns:a16="http://schemas.microsoft.com/office/drawing/2014/main" id="{85C03CC5-AA38-4EA3-980A-6AC43AAD8FB7}"/>
              </a:ext>
            </a:extLst>
          </p:cNvPr>
          <p:cNvSpPr>
            <a:spLocks xmlns:a="http://schemas.openxmlformats.org/drawingml/2006/main" noGrp="1"/>
          </p:cNvSpPr>
          <p:nvPr/>
        </p:nvSpPr>
        <p:spPr>
          <a:xfrm xmlns:a="http://schemas.openxmlformats.org/drawingml/2006/main">
            <a:off x="12644438" y="7629525"/>
            <a:ext cx="4024313" cy="152400"/>
          </a:xfrm>
          <a:custGeom xmlns:a="http://schemas.openxmlformats.org/drawingml/2006/main">
            <a:pathLst>
              <a:path w="4024313" h="152400">
                <a:moveTo>
                  <a:pt x="4024313" y="0"/>
                </a:moveTo>
                <a:lnTo>
                  <a:pt x="4024313" y="152400"/>
                </a:lnTo>
                <a:lnTo>
                  <a:pt x="0" y="152400"/>
                </a:lnTo>
                <a:lnTo>
                  <a:pt x="0" y="0"/>
                </a:lnTo>
              </a:path>
            </a:pathLst>
          </a:custGeom>
          <a:noFill xmlns:a="http://schemas.openxmlformats.org/drawingml/2006/main"/>
          <a:ln xmlns:a="http://schemas.openxmlformats.org/drawingml/2006/main" w="10478">
            <a:solidFill>
              <a:srgbClr val="000000"/>
            </a:solidFill>
            <a:prstDash val="solid"/>
          </a:ln>
        </p:spPr>
      </p:sp>
      <p:sp>
        <p:nvSpPr>
          <p:cNvPr id="266" name="dp41-comparison / n247 / arrow">
            <a:extLst xmlns:a="http://schemas.openxmlformats.org/drawingml/2006/main">
              <a:ext uri="{FF2B5EF4-FFF2-40B4-BE49-F238E27FC236}">
                <a16:creationId xmlns:a16="http://schemas.microsoft.com/office/drawing/2014/main" id="{46BF9B8A-87FD-4351-B8E2-811989B3B79F}"/>
              </a:ext>
            </a:extLst>
          </p:cNvPr>
          <p:cNvSpPr>
            <a:spLocks xmlns:a="http://schemas.openxmlformats.org/drawingml/2006/main" noGrp="1"/>
          </p:cNvSpPr>
          <p:nvPr/>
        </p:nvSpPr>
        <p:spPr>
          <a:xfrm xmlns:a="http://schemas.openxmlformats.org/drawingml/2006/main">
            <a:off x="12610910" y="76295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267" name="dp41-comparison / n250 / path">
            <a:extLst xmlns:a="http://schemas.openxmlformats.org/drawingml/2006/main">
              <a:ext uri="{FF2B5EF4-FFF2-40B4-BE49-F238E27FC236}">
                <a16:creationId xmlns:a16="http://schemas.microsoft.com/office/drawing/2014/main" id="{3241D24F-4826-471D-B33D-01B9A98BF98E}"/>
              </a:ext>
            </a:extLst>
          </p:cNvPr>
          <p:cNvSpPr>
            <a:spLocks xmlns:a="http://schemas.openxmlformats.org/drawingml/2006/main" noGrp="1"/>
          </p:cNvSpPr>
          <p:nvPr/>
        </p:nvSpPr>
        <p:spPr>
          <a:xfrm xmlns:a="http://schemas.openxmlformats.org/drawingml/2006/main">
            <a:off x="12049125" y="7696200"/>
            <a:ext cx="2428875" cy="395288"/>
          </a:xfrm>
          <a:custGeom xmlns:a="http://schemas.openxmlformats.org/drawingml/2006/main">
            <a:pathLst>
              <a:path w="2428875" h="395288">
                <a:moveTo>
                  <a:pt x="2428875" y="0"/>
                </a:moveTo>
                <a:lnTo>
                  <a:pt x="2428875" y="190500"/>
                </a:lnTo>
                <a:lnTo>
                  <a:pt x="142875" y="190500"/>
                </a:lnTo>
                <a:lnTo>
                  <a:pt x="142875" y="395288"/>
                </a:lnTo>
                <a:lnTo>
                  <a:pt x="0" y="395288"/>
                </a:lnTo>
              </a:path>
            </a:pathLst>
          </a:custGeom>
          <a:noFill xmlns:a="http://schemas.openxmlformats.org/drawingml/2006/main"/>
          <a:ln xmlns:a="http://schemas.openxmlformats.org/drawingml/2006/main" w="10478">
            <a:solidFill>
              <a:srgbClr val="000000"/>
            </a:solidFill>
            <a:prstDash val="solid"/>
          </a:ln>
        </p:spPr>
      </p:sp>
      <p:sp>
        <p:nvSpPr>
          <p:cNvPr id="268" name="dp41-comparison / n250 / arrow">
            <a:extLst xmlns:a="http://schemas.openxmlformats.org/drawingml/2006/main">
              <a:ext uri="{FF2B5EF4-FFF2-40B4-BE49-F238E27FC236}">
                <a16:creationId xmlns:a16="http://schemas.microsoft.com/office/drawing/2014/main" id="{206710E7-F611-4258-B5E3-1B28651777DE}"/>
              </a:ext>
            </a:extLst>
          </p:cNvPr>
          <p:cNvSpPr>
            <a:spLocks xmlns:a="http://schemas.openxmlformats.org/drawingml/2006/main" noGrp="1"/>
          </p:cNvSpPr>
          <p:nvPr/>
        </p:nvSpPr>
        <p:spPr>
          <a:xfrm xmlns:a="http://schemas.openxmlformats.org/drawingml/2006/main">
            <a:off x="12049125" y="80579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69" name="dp41-comparison / n253 / path">
            <a:extLst xmlns:a="http://schemas.openxmlformats.org/drawingml/2006/main">
              <a:ext uri="{FF2B5EF4-FFF2-40B4-BE49-F238E27FC236}">
                <a16:creationId xmlns:a16="http://schemas.microsoft.com/office/drawing/2014/main" id="{B5BEDB15-29C0-4B41-A097-50222F5EE269}"/>
              </a:ext>
            </a:extLst>
          </p:cNvPr>
          <p:cNvSpPr>
            <a:spLocks xmlns:a="http://schemas.openxmlformats.org/drawingml/2006/main" noGrp="1"/>
          </p:cNvSpPr>
          <p:nvPr/>
        </p:nvSpPr>
        <p:spPr>
          <a:xfrm xmlns:a="http://schemas.openxmlformats.org/drawingml/2006/main">
            <a:off x="11001375" y="7781925"/>
            <a:ext cx="1643063" cy="171450"/>
          </a:xfrm>
          <a:custGeom xmlns:a="http://schemas.openxmlformats.org/drawingml/2006/main">
            <a:pathLst>
              <a:path w="1643063" h="171450">
                <a:moveTo>
                  <a:pt x="0" y="171450"/>
                </a:moveTo>
                <a:lnTo>
                  <a:pt x="0" y="76200"/>
                </a:lnTo>
                <a:lnTo>
                  <a:pt x="1643063" y="76200"/>
                </a:lnTo>
                <a:lnTo>
                  <a:pt x="1643063" y="0"/>
                </a:lnTo>
              </a:path>
            </a:pathLst>
          </a:custGeom>
          <a:noFill xmlns:a="http://schemas.openxmlformats.org/drawingml/2006/main"/>
          <a:ln xmlns:a="http://schemas.openxmlformats.org/drawingml/2006/main" w="10478">
            <a:solidFill>
              <a:srgbClr val="000000"/>
            </a:solidFill>
            <a:prstDash val="solid"/>
          </a:ln>
        </p:spPr>
      </p:sp>
      <p:sp>
        <p:nvSpPr>
          <p:cNvPr id="270" name="dp41-comparison / n256 / path">
            <a:extLst xmlns:a="http://schemas.openxmlformats.org/drawingml/2006/main">
              <a:ext uri="{FF2B5EF4-FFF2-40B4-BE49-F238E27FC236}">
                <a16:creationId xmlns:a16="http://schemas.microsoft.com/office/drawing/2014/main" id="{ED8BE5DF-6699-4893-A41F-CB36AF226242}"/>
              </a:ext>
            </a:extLst>
          </p:cNvPr>
          <p:cNvSpPr>
            <a:spLocks xmlns:a="http://schemas.openxmlformats.org/drawingml/2006/main" noGrp="1"/>
          </p:cNvSpPr>
          <p:nvPr/>
        </p:nvSpPr>
        <p:spPr>
          <a:xfrm xmlns:a="http://schemas.openxmlformats.org/drawingml/2006/main">
            <a:off x="14478000" y="7696200"/>
            <a:ext cx="1143000" cy="395288"/>
          </a:xfrm>
          <a:custGeom xmlns:a="http://schemas.openxmlformats.org/drawingml/2006/main">
            <a:pathLst>
              <a:path w="1143000" h="395288">
                <a:moveTo>
                  <a:pt x="0" y="0"/>
                </a:moveTo>
                <a:lnTo>
                  <a:pt x="0" y="395288"/>
                </a:lnTo>
                <a:lnTo>
                  <a:pt x="1143000" y="395288"/>
                </a:lnTo>
              </a:path>
            </a:pathLst>
          </a:custGeom>
          <a:noFill xmlns:a="http://schemas.openxmlformats.org/drawingml/2006/main"/>
          <a:ln xmlns:a="http://schemas.openxmlformats.org/drawingml/2006/main" w="10478">
            <a:solidFill>
              <a:srgbClr val="000000"/>
            </a:solidFill>
            <a:prstDash val="solid"/>
          </a:ln>
        </p:spPr>
      </p:sp>
      <p:sp>
        <p:nvSpPr>
          <p:cNvPr id="271" name="dp41-comparison / n256 / arrow">
            <a:extLst xmlns:a="http://schemas.openxmlformats.org/drawingml/2006/main">
              <a:ext uri="{FF2B5EF4-FFF2-40B4-BE49-F238E27FC236}">
                <a16:creationId xmlns:a16="http://schemas.microsoft.com/office/drawing/2014/main" id="{C9ED5ECB-5645-4D51-9E66-CA003886574F}"/>
              </a:ext>
            </a:extLst>
          </p:cNvPr>
          <p:cNvSpPr>
            <a:spLocks xmlns:a="http://schemas.openxmlformats.org/drawingml/2006/main" noGrp="1"/>
          </p:cNvSpPr>
          <p:nvPr/>
        </p:nvSpPr>
        <p:spPr>
          <a:xfrm xmlns:a="http://schemas.openxmlformats.org/drawingml/2006/main">
            <a:off x="15553944" y="8057960"/>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72" name="dp41-comparison / n152">
            <a:extLst xmlns:a="http://schemas.openxmlformats.org/drawingml/2006/main">
              <a:ext uri="{FF2B5EF4-FFF2-40B4-BE49-F238E27FC236}">
                <a16:creationId xmlns:a16="http://schemas.microsoft.com/office/drawing/2014/main" id="{38C4C6E2-3FC6-402F-8D15-5285BAFCFD0B}"/>
              </a:ext>
            </a:extLst>
          </p:cNvPr>
          <p:cNvSpPr>
            <a:spLocks xmlns:a="http://schemas.openxmlformats.org/drawingml/2006/main" noGrp="1"/>
          </p:cNvSpPr>
          <p:nvPr/>
        </p:nvSpPr>
        <p:spPr>
          <a:xfrm xmlns:a="http://schemas.openxmlformats.org/drawingml/2006/main">
            <a:off x="9858375" y="2409825"/>
            <a:ext cx="1428750" cy="333375"/>
          </a:xfrm>
          <a:custGeom xmlns:a="http://schemas.openxmlformats.org/drawingml/2006/main">
            <a:pathLst>
              <a:path w="1428750" h="333375">
                <a:moveTo>
                  <a:pt x="0" y="0"/>
                </a:moveTo>
                <a:lnTo>
                  <a:pt x="1257300" y="0"/>
                </a:lnTo>
                <a:lnTo>
                  <a:pt x="1428750" y="171450"/>
                </a:lnTo>
                <a:lnTo>
                  <a:pt x="1428750" y="333375"/>
                </a:lnTo>
                <a:lnTo>
                  <a:pt x="0" y="3333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73" name="dp41-comparison / n152 / fold">
            <a:extLst xmlns:a="http://schemas.openxmlformats.org/drawingml/2006/main">
              <a:ext uri="{FF2B5EF4-FFF2-40B4-BE49-F238E27FC236}">
                <a16:creationId xmlns:a16="http://schemas.microsoft.com/office/drawing/2014/main" id="{E8011258-C5DD-490E-8237-410E440F3F9F}"/>
              </a:ext>
            </a:extLst>
          </p:cNvPr>
          <p:cNvSpPr>
            <a:spLocks xmlns:a="http://schemas.openxmlformats.org/drawingml/2006/main" noGrp="1"/>
          </p:cNvSpPr>
          <p:nvPr/>
        </p:nvSpPr>
        <p:spPr>
          <a:xfrm xmlns:a="http://schemas.openxmlformats.org/drawingml/2006/main">
            <a:off x="11115675"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74" name="dp41-comparison / n153 / text 1">
            <a:extLst xmlns:a="http://schemas.openxmlformats.org/drawingml/2006/main">
              <a:ext uri="{FF2B5EF4-FFF2-40B4-BE49-F238E27FC236}">
                <a16:creationId xmlns:a16="http://schemas.microsoft.com/office/drawing/2014/main" id="{A8CC25CC-5DA9-44DC-B47F-168EC170604D}"/>
              </a:ext>
            </a:extLst>
          </p:cNvPr>
          <p:cNvSpPr>
            <a:spLocks xmlns:a="http://schemas.openxmlformats.org/drawingml/2006/main" noGrp="1"/>
          </p:cNvSpPr>
          <p:nvPr/>
        </p:nvSpPr>
        <p:spPr>
          <a:xfrm xmlns:a="http://schemas.openxmlformats.org/drawingml/2006/main">
            <a:off x="9953625" y="2466975"/>
            <a:ext cx="11620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사용자 발화</a:t>
            </a:r>
          </a:p>
        </p:txBody>
      </p:sp>
      <p:sp>
        <p:nvSpPr>
          <p:cNvPr id="275" name="dp41-comparison / n162">
            <a:extLst xmlns:a="http://schemas.openxmlformats.org/drawingml/2006/main">
              <a:ext uri="{FF2B5EF4-FFF2-40B4-BE49-F238E27FC236}">
                <a16:creationId xmlns:a16="http://schemas.microsoft.com/office/drawing/2014/main" id="{F3CD1F5B-06D8-4029-8A60-DF9A38A65F16}"/>
              </a:ext>
            </a:extLst>
          </p:cNvPr>
          <p:cNvSpPr>
            <a:spLocks xmlns:a="http://schemas.openxmlformats.org/drawingml/2006/main" noGrp="1"/>
          </p:cNvSpPr>
          <p:nvPr/>
        </p:nvSpPr>
        <p:spPr>
          <a:xfrm xmlns:a="http://schemas.openxmlformats.org/drawingml/2006/main">
            <a:off x="12792075" y="2943225"/>
            <a:ext cx="336994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6" name="dp41-comparison / n163 / text 1">
            <a:extLst xmlns:a="http://schemas.openxmlformats.org/drawingml/2006/main">
              <a:ext uri="{FF2B5EF4-FFF2-40B4-BE49-F238E27FC236}">
                <a16:creationId xmlns:a16="http://schemas.microsoft.com/office/drawing/2014/main" id="{FD5A7F12-8E4C-4505-B7A7-46323ADDDC11}"/>
              </a:ext>
            </a:extLst>
          </p:cNvPr>
          <p:cNvSpPr>
            <a:spLocks xmlns:a="http://schemas.openxmlformats.org/drawingml/2006/main" noGrp="1"/>
          </p:cNvSpPr>
          <p:nvPr/>
        </p:nvSpPr>
        <p:spPr>
          <a:xfrm xmlns:a="http://schemas.openxmlformats.org/drawingml/2006/main">
            <a:off x="12811125" y="2952750"/>
            <a:ext cx="4667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Model Access 경유 / 초기 프레임과 조건부 부분 해석</a:t>
            </a:r>
          </a:p>
        </p:txBody>
      </p:sp>
      <p:sp>
        <p:nvSpPr>
          <p:cNvPr id="277" name="dp41-comparison / n164">
            <a:extLst xmlns:a="http://schemas.openxmlformats.org/drawingml/2006/main">
              <a:ext uri="{FF2B5EF4-FFF2-40B4-BE49-F238E27FC236}">
                <a16:creationId xmlns:a16="http://schemas.microsoft.com/office/drawing/2014/main" id="{79B2746B-05F1-4283-8A35-27548CD3202C}"/>
              </a:ext>
            </a:extLst>
          </p:cNvPr>
          <p:cNvSpPr>
            <a:spLocks xmlns:a="http://schemas.openxmlformats.org/drawingml/2006/main" noGrp="1"/>
          </p:cNvSpPr>
          <p:nvPr/>
        </p:nvSpPr>
        <p:spPr>
          <a:xfrm xmlns:a="http://schemas.openxmlformats.org/drawingml/2006/main">
            <a:off x="9934575" y="3314700"/>
            <a:ext cx="5299139"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78" name="dp41-comparison / n165 / text 1">
            <a:extLst xmlns:a="http://schemas.openxmlformats.org/drawingml/2006/main">
              <a:ext uri="{FF2B5EF4-FFF2-40B4-BE49-F238E27FC236}">
                <a16:creationId xmlns:a16="http://schemas.microsoft.com/office/drawing/2014/main" id="{E7AA4CA4-96ED-4E0B-B991-3D64767A5CED}"/>
              </a:ext>
            </a:extLst>
          </p:cNvPr>
          <p:cNvSpPr>
            <a:spLocks xmlns:a="http://schemas.openxmlformats.org/drawingml/2006/main" noGrp="1"/>
          </p:cNvSpPr>
          <p:nvPr/>
        </p:nvSpPr>
        <p:spPr>
          <a:xfrm xmlns:a="http://schemas.openxmlformats.org/drawingml/2006/main">
            <a:off x="9953625" y="3324225"/>
            <a:ext cx="76200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000000"/>
                </a:solidFill>
                <a:latin typeface="Apple SD Gothic Neo"/>
                <a:ea typeface="Apple SD Gothic Neo"/>
                <a:cs typeface="Apple SD Gothic Neo"/>
              </a:defRPr>
            </a:pPr>
            <a:r>
              <a:rPr sz="1425" b="0">
                <a:solidFill>
                  <a:srgbClr val="000000"/>
                </a:solidFill>
                <a:latin typeface="Apple SD Gothic Neo"/>
                <a:ea typeface="Apple SD Gothic Neo"/>
                <a:cs typeface="Apple SD Gothic Neo"/>
              </a:rPr>
              <a:t>B: 항목별 해결 상태를 보고 Engine 코드가 다음 처리 결정</a:t>
            </a:r>
          </a:p>
        </p:txBody>
      </p:sp>
      <p:sp>
        <p:nvSpPr>
          <p:cNvPr id="279" name="dp41-comparison / n168">
            <a:extLst xmlns:a="http://schemas.openxmlformats.org/drawingml/2006/main">
              <a:ext uri="{FF2B5EF4-FFF2-40B4-BE49-F238E27FC236}">
                <a16:creationId xmlns:a16="http://schemas.microsoft.com/office/drawing/2014/main" id="{841465F2-4F59-4BAE-BF83-7F86B3E32537}"/>
              </a:ext>
            </a:extLst>
          </p:cNvPr>
          <p:cNvSpPr>
            <a:spLocks xmlns:a="http://schemas.openxmlformats.org/drawingml/2006/main" noGrp="1"/>
          </p:cNvSpPr>
          <p:nvPr/>
        </p:nvSpPr>
        <p:spPr>
          <a:xfrm xmlns:a="http://schemas.openxmlformats.org/drawingml/2006/main">
            <a:off x="15792450" y="3324225"/>
            <a:ext cx="73056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0" name="dp41-comparison / n169 / text 1">
            <a:extLst xmlns:a="http://schemas.openxmlformats.org/drawingml/2006/main">
              <a:ext uri="{FF2B5EF4-FFF2-40B4-BE49-F238E27FC236}">
                <a16:creationId xmlns:a16="http://schemas.microsoft.com/office/drawing/2014/main" id="{6CA71C1C-582B-45EB-8F73-AF2B5635B613}"/>
              </a:ext>
            </a:extLst>
          </p:cNvPr>
          <p:cNvSpPr>
            <a:spLocks xmlns:a="http://schemas.openxmlformats.org/drawingml/2006/main" noGrp="1"/>
          </p:cNvSpPr>
          <p:nvPr/>
        </p:nvSpPr>
        <p:spPr>
          <a:xfrm xmlns:a="http://schemas.openxmlformats.org/drawingml/2006/main">
            <a:off x="15811500" y="3333750"/>
            <a:ext cx="17621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해석 시작</a:t>
            </a:r>
          </a:p>
        </p:txBody>
      </p:sp>
      <p:sp>
        <p:nvSpPr>
          <p:cNvPr id="281" name="dp41-comparison / n191">
            <a:extLst xmlns:a="http://schemas.openxmlformats.org/drawingml/2006/main">
              <a:ext uri="{FF2B5EF4-FFF2-40B4-BE49-F238E27FC236}">
                <a16:creationId xmlns:a16="http://schemas.microsoft.com/office/drawing/2014/main" id="{3865B89C-4179-4BBA-B481-103CDC10A32D}"/>
              </a:ext>
            </a:extLst>
          </p:cNvPr>
          <p:cNvSpPr>
            <a:spLocks xmlns:a="http://schemas.openxmlformats.org/drawingml/2006/main" noGrp="1"/>
          </p:cNvSpPr>
          <p:nvPr/>
        </p:nvSpPr>
        <p:spPr>
          <a:xfrm xmlns:a="http://schemas.openxmlformats.org/drawingml/2006/main">
            <a:off x="15078075" y="4657725"/>
            <a:ext cx="125577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2" name="dp41-comparison / n192 / text 1">
            <a:extLst xmlns:a="http://schemas.openxmlformats.org/drawingml/2006/main">
              <a:ext uri="{FF2B5EF4-FFF2-40B4-BE49-F238E27FC236}">
                <a16:creationId xmlns:a16="http://schemas.microsoft.com/office/drawing/2014/main" id="{D1590C30-845E-4610-9B9E-87D285D11A67}"/>
              </a:ext>
            </a:extLst>
          </p:cNvPr>
          <p:cNvSpPr>
            <a:spLocks xmlns:a="http://schemas.openxmlformats.org/drawingml/2006/main" noGrp="1"/>
          </p:cNvSpPr>
          <p:nvPr/>
        </p:nvSpPr>
        <p:spPr>
          <a:xfrm xmlns:a="http://schemas.openxmlformats.org/drawingml/2006/main">
            <a:off x="15097125" y="4667250"/>
            <a:ext cx="2286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② 코드가 선택한 조회</a:t>
            </a:r>
          </a:p>
        </p:txBody>
      </p:sp>
      <p:sp>
        <p:nvSpPr>
          <p:cNvPr id="283" name="dp41-comparison / n193">
            <a:extLst xmlns:a="http://schemas.openxmlformats.org/drawingml/2006/main">
              <a:ext uri="{FF2B5EF4-FFF2-40B4-BE49-F238E27FC236}">
                <a16:creationId xmlns:a16="http://schemas.microsoft.com/office/drawing/2014/main" id="{C6BF0BE9-6FCD-42BB-A642-54C4BB65A8DA}"/>
              </a:ext>
            </a:extLst>
          </p:cNvPr>
          <p:cNvSpPr>
            <a:spLocks xmlns:a="http://schemas.openxmlformats.org/drawingml/2006/main" noGrp="1"/>
          </p:cNvSpPr>
          <p:nvPr/>
        </p:nvSpPr>
        <p:spPr>
          <a:xfrm xmlns:a="http://schemas.openxmlformats.org/drawingml/2006/main">
            <a:off x="15078075" y="4791075"/>
            <a:ext cx="184404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4" name="dp41-comparison / n194 / text 1">
            <a:extLst xmlns:a="http://schemas.openxmlformats.org/drawingml/2006/main">
              <a:ext uri="{FF2B5EF4-FFF2-40B4-BE49-F238E27FC236}">
                <a16:creationId xmlns:a16="http://schemas.microsoft.com/office/drawing/2014/main" id="{A4594583-2F9A-4D4A-BECF-A7C71F6AE39E}"/>
              </a:ext>
            </a:extLst>
          </p:cNvPr>
          <p:cNvSpPr>
            <a:spLocks xmlns:a="http://schemas.openxmlformats.org/drawingml/2006/main" noGrp="1"/>
          </p:cNvSpPr>
          <p:nvPr/>
        </p:nvSpPr>
        <p:spPr>
          <a:xfrm xmlns:a="http://schemas.openxmlformats.org/drawingml/2006/main">
            <a:off x="15097125" y="4800600"/>
            <a:ext cx="22383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task_retrieve / context_retrieve</a:t>
            </a:r>
          </a:p>
        </p:txBody>
      </p:sp>
      <p:sp>
        <p:nvSpPr>
          <p:cNvPr id="285" name="dp41-comparison / n199">
            <a:extLst xmlns:a="http://schemas.openxmlformats.org/drawingml/2006/main">
              <a:ext uri="{FF2B5EF4-FFF2-40B4-BE49-F238E27FC236}">
                <a16:creationId xmlns:a16="http://schemas.microsoft.com/office/drawing/2014/main" id="{2A57F1BE-C746-4C26-9FA0-9E24AA7EFDC1}"/>
              </a:ext>
            </a:extLst>
          </p:cNvPr>
          <p:cNvSpPr>
            <a:spLocks xmlns:a="http://schemas.openxmlformats.org/drawingml/2006/main" noGrp="1"/>
          </p:cNvSpPr>
          <p:nvPr/>
        </p:nvSpPr>
        <p:spPr>
          <a:xfrm xmlns:a="http://schemas.openxmlformats.org/drawingml/2006/main">
            <a:off x="15078075" y="4933950"/>
            <a:ext cx="1427798"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6" name="dp41-comparison / n200 / text 1">
            <a:extLst xmlns:a="http://schemas.openxmlformats.org/drawingml/2006/main">
              <a:ext uri="{FF2B5EF4-FFF2-40B4-BE49-F238E27FC236}">
                <a16:creationId xmlns:a16="http://schemas.microsoft.com/office/drawing/2014/main" id="{7387F158-C13A-4000-9FEF-1A08CA329490}"/>
              </a:ext>
            </a:extLst>
          </p:cNvPr>
          <p:cNvSpPr>
            <a:spLocks xmlns:a="http://schemas.openxmlformats.org/drawingml/2006/main" noGrp="1"/>
          </p:cNvSpPr>
          <p:nvPr/>
        </p:nvSpPr>
        <p:spPr>
          <a:xfrm xmlns:a="http://schemas.openxmlformats.org/drawingml/2006/main">
            <a:off x="15097125" y="4943475"/>
            <a:ext cx="223837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④ 해결 상태로 코드 재검사</a:t>
            </a:r>
          </a:p>
        </p:txBody>
      </p:sp>
      <p:sp>
        <p:nvSpPr>
          <p:cNvPr id="287" name="dp41-comparison / n202">
            <a:extLst xmlns:a="http://schemas.openxmlformats.org/drawingml/2006/main">
              <a:ext uri="{FF2B5EF4-FFF2-40B4-BE49-F238E27FC236}">
                <a16:creationId xmlns:a16="http://schemas.microsoft.com/office/drawing/2014/main" id="{E4E3F517-0BC9-4D9B-AFF7-A4C9185722DC}"/>
              </a:ext>
            </a:extLst>
          </p:cNvPr>
          <p:cNvSpPr>
            <a:spLocks xmlns:a="http://schemas.openxmlformats.org/drawingml/2006/main" noGrp="1"/>
          </p:cNvSpPr>
          <p:nvPr/>
        </p:nvSpPr>
        <p:spPr>
          <a:xfrm xmlns:a="http://schemas.openxmlformats.org/drawingml/2006/main">
            <a:off x="12992100" y="5486400"/>
            <a:ext cx="1697355" cy="2476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88" name="dp41-comparison / n203 / text 1">
            <a:extLst xmlns:a="http://schemas.openxmlformats.org/drawingml/2006/main">
              <a:ext uri="{FF2B5EF4-FFF2-40B4-BE49-F238E27FC236}">
                <a16:creationId xmlns:a16="http://schemas.microsoft.com/office/drawing/2014/main" id="{3E58FCC7-4BED-4A02-8EC3-A259DF740327}"/>
              </a:ext>
            </a:extLst>
          </p:cNvPr>
          <p:cNvSpPr>
            <a:spLocks xmlns:a="http://schemas.openxmlformats.org/drawingml/2006/main" noGrp="1"/>
          </p:cNvSpPr>
          <p:nvPr/>
        </p:nvSpPr>
        <p:spPr>
          <a:xfrm xmlns:a="http://schemas.openxmlformats.org/drawingml/2006/main">
            <a:off x="13011150" y="5495925"/>
            <a:ext cx="1905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report: 두 후보 → 확인 뒤 Task1</a:t>
            </a:r>
          </a:p>
        </p:txBody>
      </p:sp>
      <p:sp>
        <p:nvSpPr>
          <p:cNvPr id="289" name="dp41-comparison / n203 / text 2">
            <a:extLst xmlns:a="http://schemas.openxmlformats.org/drawingml/2006/main">
              <a:ext uri="{FF2B5EF4-FFF2-40B4-BE49-F238E27FC236}">
                <a16:creationId xmlns:a16="http://schemas.microsoft.com/office/drawing/2014/main" id="{12EDF695-58BF-4244-A349-3BB060F91115}"/>
              </a:ext>
            </a:extLst>
          </p:cNvPr>
          <p:cNvSpPr>
            <a:spLocks xmlns:a="http://schemas.openxmlformats.org/drawingml/2006/main" noGrp="1"/>
          </p:cNvSpPr>
          <p:nvPr/>
        </p:nvSpPr>
        <p:spPr>
          <a:xfrm xmlns:a="http://schemas.openxmlformats.org/drawingml/2006/main">
            <a:off x="13011150" y="5610225"/>
            <a:ext cx="1905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table: 선택한 표 연결</a:t>
            </a:r>
          </a:p>
        </p:txBody>
      </p:sp>
      <p:sp>
        <p:nvSpPr>
          <p:cNvPr id="290" name="dp41-comparison / n205">
            <a:extLst xmlns:a="http://schemas.openxmlformats.org/drawingml/2006/main">
              <a:ext uri="{FF2B5EF4-FFF2-40B4-BE49-F238E27FC236}">
                <a16:creationId xmlns:a16="http://schemas.microsoft.com/office/drawing/2014/main" id="{923CE388-B884-41D9-AF78-71DB9EC95960}"/>
              </a:ext>
            </a:extLst>
          </p:cNvPr>
          <p:cNvSpPr>
            <a:spLocks xmlns:a="http://schemas.openxmlformats.org/drawingml/2006/main" noGrp="1"/>
          </p:cNvSpPr>
          <p:nvPr/>
        </p:nvSpPr>
        <p:spPr>
          <a:xfrm xmlns:a="http://schemas.openxmlformats.org/drawingml/2006/main">
            <a:off x="15078075" y="5543550"/>
            <a:ext cx="1698117"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1" name="dp41-comparison / n206 / text 1">
            <a:extLst xmlns:a="http://schemas.openxmlformats.org/drawingml/2006/main">
              <a:ext uri="{FF2B5EF4-FFF2-40B4-BE49-F238E27FC236}">
                <a16:creationId xmlns:a16="http://schemas.microsoft.com/office/drawing/2014/main" id="{B07C3822-954B-479D-8843-744F40C1FB41}"/>
              </a:ext>
            </a:extLst>
          </p:cNvPr>
          <p:cNvSpPr>
            <a:spLocks xmlns:a="http://schemas.openxmlformats.org/drawingml/2006/main" noGrp="1"/>
          </p:cNvSpPr>
          <p:nvPr/>
        </p:nvSpPr>
        <p:spPr>
          <a:xfrm xmlns:a="http://schemas.openxmlformats.org/drawingml/2006/main">
            <a:off x="15097125" y="5553075"/>
            <a:ext cx="2190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⑤ 지원 연산으로 전체 의미 구성</a:t>
            </a:r>
          </a:p>
        </p:txBody>
      </p:sp>
      <p:sp>
        <p:nvSpPr>
          <p:cNvPr id="292" name="dp41-comparison / n208">
            <a:extLst xmlns:a="http://schemas.openxmlformats.org/drawingml/2006/main">
              <a:ext uri="{FF2B5EF4-FFF2-40B4-BE49-F238E27FC236}">
                <a16:creationId xmlns:a16="http://schemas.microsoft.com/office/drawing/2014/main" id="{1C476591-F5D3-4C5A-89E0-9085421CB2CA}"/>
              </a:ext>
            </a:extLst>
          </p:cNvPr>
          <p:cNvSpPr>
            <a:spLocks xmlns:a="http://schemas.openxmlformats.org/drawingml/2006/main" noGrp="1"/>
          </p:cNvSpPr>
          <p:nvPr/>
        </p:nvSpPr>
        <p:spPr>
          <a:xfrm xmlns:a="http://schemas.openxmlformats.org/drawingml/2006/main">
            <a:off x="9934575" y="4438650"/>
            <a:ext cx="2073212"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93" name="dp41-comparison / n209 / text 1">
            <a:extLst xmlns:a="http://schemas.openxmlformats.org/drawingml/2006/main">
              <a:ext uri="{FF2B5EF4-FFF2-40B4-BE49-F238E27FC236}">
                <a16:creationId xmlns:a16="http://schemas.microsoft.com/office/drawing/2014/main" id="{761F5FB1-C996-4A8C-AD43-20F2D34F8413}"/>
              </a:ext>
            </a:extLst>
          </p:cNvPr>
          <p:cNvSpPr>
            <a:spLocks xmlns:a="http://schemas.openxmlformats.org/drawingml/2006/main" noGrp="1"/>
          </p:cNvSpPr>
          <p:nvPr/>
        </p:nvSpPr>
        <p:spPr>
          <a:xfrm xmlns:a="http://schemas.openxmlformats.org/drawingml/2006/main">
            <a:off x="9953625" y="4448175"/>
            <a:ext cx="25241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필요 시: 특정 항목만 모델에 해석 요청</a:t>
            </a:r>
          </a:p>
        </p:txBody>
      </p:sp>
      <p:sp>
        <p:nvSpPr>
          <p:cNvPr id="294" name="dp41-comparison / n210">
            <a:extLst xmlns:a="http://schemas.openxmlformats.org/drawingml/2006/main">
              <a:ext uri="{FF2B5EF4-FFF2-40B4-BE49-F238E27FC236}">
                <a16:creationId xmlns:a16="http://schemas.microsoft.com/office/drawing/2014/main" id="{6B43E7E4-4D3F-4679-B154-E95F398F25C3}"/>
              </a:ext>
            </a:extLst>
          </p:cNvPr>
          <p:cNvSpPr>
            <a:spLocks xmlns:a="http://schemas.openxmlformats.org/drawingml/2006/main" noGrp="1"/>
          </p:cNvSpPr>
          <p:nvPr/>
        </p:nvSpPr>
        <p:spPr>
          <a:xfrm xmlns:a="http://schemas.openxmlformats.org/drawingml/2006/main">
            <a:off x="9953625" y="4667250"/>
            <a:ext cx="2333625" cy="1143000"/>
          </a:xfrm>
          <a:custGeom xmlns:a="http://schemas.openxmlformats.org/drawingml/2006/main">
            <a:pathLst>
              <a:path w="2333625" h="1143000">
                <a:moveTo>
                  <a:pt x="0" y="0"/>
                </a:moveTo>
                <a:lnTo>
                  <a:pt x="2162175" y="0"/>
                </a:lnTo>
                <a:lnTo>
                  <a:pt x="2333625" y="171450"/>
                </a:lnTo>
                <a:lnTo>
                  <a:pt x="2333625" y="1143000"/>
                </a:lnTo>
                <a:lnTo>
                  <a:pt x="0" y="1143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95" name="dp41-comparison / n210 / fold">
            <a:extLst xmlns:a="http://schemas.openxmlformats.org/drawingml/2006/main">
              <a:ext uri="{FF2B5EF4-FFF2-40B4-BE49-F238E27FC236}">
                <a16:creationId xmlns:a16="http://schemas.microsoft.com/office/drawing/2014/main" id="{AF29C8B8-2E36-453A-9B4C-34767073ADF2}"/>
              </a:ext>
            </a:extLst>
          </p:cNvPr>
          <p:cNvSpPr>
            <a:spLocks xmlns:a="http://schemas.openxmlformats.org/drawingml/2006/main" noGrp="1"/>
          </p:cNvSpPr>
          <p:nvPr/>
        </p:nvSpPr>
        <p:spPr>
          <a:xfrm xmlns:a="http://schemas.openxmlformats.org/drawingml/2006/main">
            <a:off x="12115800" y="4667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96" name="dp41-comparison / n211 / text 1">
            <a:extLst xmlns:a="http://schemas.openxmlformats.org/drawingml/2006/main">
              <a:ext uri="{FF2B5EF4-FFF2-40B4-BE49-F238E27FC236}">
                <a16:creationId xmlns:a16="http://schemas.microsoft.com/office/drawing/2014/main" id="{31B04537-4D51-427E-B1AE-9010E7BD5CE6}"/>
              </a:ext>
            </a:extLst>
          </p:cNvPr>
          <p:cNvSpPr>
            <a:spLocks xmlns:a="http://schemas.openxmlformats.org/drawingml/2006/main" noGrp="1"/>
          </p:cNvSpPr>
          <p:nvPr/>
        </p:nvSpPr>
        <p:spPr>
          <a:xfrm xmlns:a="http://schemas.openxmlformats.org/drawingml/2006/main">
            <a:off x="10048875" y="47244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모델 출력: RequestFrame (필드 축약)</a:t>
            </a:r>
          </a:p>
        </p:txBody>
      </p:sp>
      <p:sp>
        <p:nvSpPr>
          <p:cNvPr id="297" name="dp41-comparison / n211 / text 2">
            <a:extLst xmlns:a="http://schemas.openxmlformats.org/drawingml/2006/main">
              <a:ext uri="{FF2B5EF4-FFF2-40B4-BE49-F238E27FC236}">
                <a16:creationId xmlns:a16="http://schemas.microsoft.com/office/drawing/2014/main" id="{87613940-EA41-437B-9F6E-F99AF4F9E06D}"/>
              </a:ext>
            </a:extLst>
          </p:cNvPr>
          <p:cNvSpPr>
            <a:spLocks xmlns:a="http://schemas.openxmlformats.org/drawingml/2006/main" noGrp="1"/>
          </p:cNvSpPr>
          <p:nvPr/>
        </p:nvSpPr>
        <p:spPr>
          <a:xfrm xmlns:a="http://schemas.openxmlformats.org/drawingml/2006/main">
            <a:off x="10048875" y="48387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schema_version:1 / input_ref:Input1</a:t>
            </a:r>
          </a:p>
        </p:txBody>
      </p:sp>
      <p:sp>
        <p:nvSpPr>
          <p:cNvPr id="298" name="dp41-comparison / n211 / text 3">
            <a:extLst xmlns:a="http://schemas.openxmlformats.org/drawingml/2006/main">
              <a:ext uri="{FF2B5EF4-FFF2-40B4-BE49-F238E27FC236}">
                <a16:creationId xmlns:a16="http://schemas.microsoft.com/office/drawing/2014/main" id="{9D0288BA-86C5-4632-84E5-BC1CE9984CDF}"/>
              </a:ext>
            </a:extLst>
          </p:cNvPr>
          <p:cNvSpPr>
            <a:spLocks xmlns:a="http://schemas.openxmlformats.org/drawingml/2006/main" noGrp="1"/>
          </p:cNvSpPr>
          <p:nvPr/>
        </p:nvSpPr>
        <p:spPr>
          <a:xfrm xmlns:a="http://schemas.openxmlformats.org/drawingml/2006/main">
            <a:off x="10048875" y="49530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goals: G1=UPDATE_TASK(report,table)</a:t>
            </a:r>
          </a:p>
        </p:txBody>
      </p:sp>
      <p:sp>
        <p:nvSpPr>
          <p:cNvPr id="299" name="dp41-comparison / n211 / text 4">
            <a:extLst xmlns:a="http://schemas.openxmlformats.org/drawingml/2006/main">
              <a:ext uri="{FF2B5EF4-FFF2-40B4-BE49-F238E27FC236}">
                <a16:creationId xmlns:a16="http://schemas.microsoft.com/office/drawing/2014/main" id="{A60AC3D3-A386-4498-B6BB-677B0039407B}"/>
              </a:ext>
            </a:extLst>
          </p:cNvPr>
          <p:cNvSpPr>
            <a:spLocks xmlns:a="http://schemas.openxmlformats.org/drawingml/2006/main" noGrp="1"/>
          </p:cNvSpPr>
          <p:nvPr/>
        </p:nvSpPr>
        <p:spPr>
          <a:xfrm xmlns:a="http://schemas.openxmlformats.org/drawingml/2006/main">
            <a:off x="10048875" y="50673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G2=NEW_TASK(메일 초안)</a:t>
            </a:r>
          </a:p>
        </p:txBody>
      </p:sp>
      <p:sp>
        <p:nvSpPr>
          <p:cNvPr id="300" name="dp41-comparison / n211 / text 5">
            <a:extLst xmlns:a="http://schemas.openxmlformats.org/drawingml/2006/main">
              <a:ext uri="{FF2B5EF4-FFF2-40B4-BE49-F238E27FC236}">
                <a16:creationId xmlns:a16="http://schemas.microsoft.com/office/drawing/2014/main" id="{ED4ED52E-159D-4999-B899-2489687E9D90}"/>
              </a:ext>
            </a:extLst>
          </p:cNvPr>
          <p:cNvSpPr>
            <a:spLocks xmlns:a="http://schemas.openxmlformats.org/drawingml/2006/main" noGrp="1"/>
          </p:cNvSpPr>
          <p:nvPr/>
        </p:nvSpPr>
        <p:spPr>
          <a:xfrm xmlns:a="http://schemas.openxmlformats.org/drawingml/2006/main">
            <a:off x="10048875" y="51816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references: report=RECENT_TASK("보고서")</a:t>
            </a:r>
          </a:p>
        </p:txBody>
      </p:sp>
      <p:sp>
        <p:nvSpPr>
          <p:cNvPr id="301" name="dp41-comparison / n211 / text 6">
            <a:extLst xmlns:a="http://schemas.openxmlformats.org/drawingml/2006/main">
              <a:ext uri="{FF2B5EF4-FFF2-40B4-BE49-F238E27FC236}">
                <a16:creationId xmlns:a16="http://schemas.microsoft.com/office/drawing/2014/main" id="{EC459980-2728-4398-BD0D-C4E92237E57B}"/>
              </a:ext>
            </a:extLst>
          </p:cNvPr>
          <p:cNvSpPr>
            <a:spLocks xmlns:a="http://schemas.openxmlformats.org/drawingml/2006/main" noGrp="1"/>
          </p:cNvSpPr>
          <p:nvPr/>
        </p:nvSpPr>
        <p:spPr>
          <a:xfrm xmlns:a="http://schemas.openxmlformats.org/drawingml/2006/main">
            <a:off x="10048875" y="52959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table=INPUT_SELECTION</a:t>
            </a:r>
          </a:p>
        </p:txBody>
      </p:sp>
      <p:sp>
        <p:nvSpPr>
          <p:cNvPr id="302" name="dp41-comparison / n211 / text 7">
            <a:extLst xmlns:a="http://schemas.openxmlformats.org/drawingml/2006/main">
              <a:ext uri="{FF2B5EF4-FFF2-40B4-BE49-F238E27FC236}">
                <a16:creationId xmlns:a16="http://schemas.microsoft.com/office/drawing/2014/main" id="{E4B0E954-4A52-40F8-B32C-082C73CE5A20}"/>
              </a:ext>
            </a:extLst>
          </p:cNvPr>
          <p:cNvSpPr>
            <a:spLocks xmlns:a="http://schemas.openxmlformats.org/drawingml/2006/main" noGrp="1"/>
          </p:cNvSpPr>
          <p:nvPr/>
        </p:nvSpPr>
        <p:spPr>
          <a:xfrm xmlns:a="http://schemas.openxmlformats.org/drawingml/2006/main">
            <a:off x="10048875" y="54102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relations: USE_RESULT(G1 → G2)</a:t>
            </a:r>
          </a:p>
        </p:txBody>
      </p:sp>
      <p:sp>
        <p:nvSpPr>
          <p:cNvPr id="303" name="dp41-comparison / n211 / text 8">
            <a:extLst xmlns:a="http://schemas.openxmlformats.org/drawingml/2006/main">
              <a:ext uri="{FF2B5EF4-FFF2-40B4-BE49-F238E27FC236}">
                <a16:creationId xmlns:a16="http://schemas.microsoft.com/office/drawing/2014/main" id="{68B62342-31A0-4E31-B5C9-6A948D88B473}"/>
              </a:ext>
            </a:extLst>
          </p:cNvPr>
          <p:cNvSpPr>
            <a:spLocks xmlns:a="http://schemas.openxmlformats.org/drawingml/2006/main" noGrp="1"/>
          </p:cNvSpPr>
          <p:nvPr/>
        </p:nvSpPr>
        <p:spPr>
          <a:xfrm xmlns:a="http://schemas.openxmlformats.org/drawingml/2006/main">
            <a:off x="10048875" y="55245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constraints: FORBID_ACTION(G2, SEND)</a:t>
            </a:r>
          </a:p>
        </p:txBody>
      </p:sp>
      <p:sp>
        <p:nvSpPr>
          <p:cNvPr id="304" name="dp41-comparison / n211 / text 9">
            <a:extLst xmlns:a="http://schemas.openxmlformats.org/drawingml/2006/main">
              <a:ext uri="{FF2B5EF4-FFF2-40B4-BE49-F238E27FC236}">
                <a16:creationId xmlns:a16="http://schemas.microsoft.com/office/drawing/2014/main" id="{718B8D4E-8744-490E-86D6-59A1C18766A5}"/>
              </a:ext>
            </a:extLst>
          </p:cNvPr>
          <p:cNvSpPr>
            <a:spLocks xmlns:a="http://schemas.openxmlformats.org/drawingml/2006/main" noGrp="1"/>
          </p:cNvSpPr>
          <p:nvPr/>
        </p:nvSpPr>
        <p:spPr>
          <a:xfrm xmlns:a="http://schemas.openxmlformats.org/drawingml/2006/main">
            <a:off x="10048875" y="5638800"/>
            <a:ext cx="20669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unparsed_spans:[] / 실제 Task는 미확정</a:t>
            </a:r>
          </a:p>
        </p:txBody>
      </p:sp>
      <p:sp>
        <p:nvSpPr>
          <p:cNvPr id="305" name="dp41-comparison / n212">
            <a:extLst xmlns:a="http://schemas.openxmlformats.org/drawingml/2006/main">
              <a:ext uri="{FF2B5EF4-FFF2-40B4-BE49-F238E27FC236}">
                <a16:creationId xmlns:a16="http://schemas.microsoft.com/office/drawing/2014/main" id="{B2C4D3D1-3D07-420F-B877-E4A5D7D4430B}"/>
              </a:ext>
            </a:extLst>
          </p:cNvPr>
          <p:cNvSpPr>
            <a:spLocks xmlns:a="http://schemas.openxmlformats.org/drawingml/2006/main" noGrp="1"/>
          </p:cNvSpPr>
          <p:nvPr/>
        </p:nvSpPr>
        <p:spPr>
          <a:xfrm xmlns:a="http://schemas.openxmlformats.org/drawingml/2006/main">
            <a:off x="9953625" y="5848350"/>
            <a:ext cx="2333625" cy="495300"/>
          </a:xfrm>
          <a:custGeom xmlns:a="http://schemas.openxmlformats.org/drawingml/2006/main">
            <a:pathLst>
              <a:path w="2333625" h="495300">
                <a:moveTo>
                  <a:pt x="0" y="0"/>
                </a:moveTo>
                <a:lnTo>
                  <a:pt x="2162175" y="0"/>
                </a:lnTo>
                <a:lnTo>
                  <a:pt x="2333625" y="171450"/>
                </a:lnTo>
                <a:lnTo>
                  <a:pt x="2333625" y="495300"/>
                </a:lnTo>
                <a:lnTo>
                  <a:pt x="0" y="495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306" name="dp41-comparison / n212 / fold">
            <a:extLst xmlns:a="http://schemas.openxmlformats.org/drawingml/2006/main">
              <a:ext uri="{FF2B5EF4-FFF2-40B4-BE49-F238E27FC236}">
                <a16:creationId xmlns:a16="http://schemas.microsoft.com/office/drawing/2014/main" id="{75328840-3CA3-4B99-8933-2D676ED5A2C9}"/>
              </a:ext>
            </a:extLst>
          </p:cNvPr>
          <p:cNvSpPr>
            <a:spLocks xmlns:a="http://schemas.openxmlformats.org/drawingml/2006/main" noGrp="1"/>
          </p:cNvSpPr>
          <p:nvPr/>
        </p:nvSpPr>
        <p:spPr>
          <a:xfrm xmlns:a="http://schemas.openxmlformats.org/drawingml/2006/main">
            <a:off x="12115800" y="58483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307" name="dp41-comparison / n213 / text 1">
            <a:extLst xmlns:a="http://schemas.openxmlformats.org/drawingml/2006/main">
              <a:ext uri="{FF2B5EF4-FFF2-40B4-BE49-F238E27FC236}">
                <a16:creationId xmlns:a16="http://schemas.microsoft.com/office/drawing/2014/main" id="{4D44947F-257C-4FCB-A875-E8AB992095B8}"/>
              </a:ext>
            </a:extLst>
          </p:cNvPr>
          <p:cNvSpPr>
            <a:spLocks xmlns:a="http://schemas.openxmlformats.org/drawingml/2006/main" noGrp="1"/>
          </p:cNvSpPr>
          <p:nvPr/>
        </p:nvSpPr>
        <p:spPr>
          <a:xfrm xmlns:a="http://schemas.openxmlformats.org/drawingml/2006/main">
            <a:off x="10048875" y="5905500"/>
            <a:ext cx="20669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코드가 만든 MeaningProposal</a:t>
            </a:r>
          </a:p>
        </p:txBody>
      </p:sp>
      <p:sp>
        <p:nvSpPr>
          <p:cNvPr id="308" name="dp41-comparison / n213 / text 2">
            <a:extLst xmlns:a="http://schemas.openxmlformats.org/drawingml/2006/main">
              <a:ext uri="{FF2B5EF4-FFF2-40B4-BE49-F238E27FC236}">
                <a16:creationId xmlns:a16="http://schemas.microsoft.com/office/drawing/2014/main" id="{D7485953-EB2D-4A0F-A9A4-FEECD582E8FB}"/>
              </a:ext>
            </a:extLst>
          </p:cNvPr>
          <p:cNvSpPr>
            <a:spLocks xmlns:a="http://schemas.openxmlformats.org/drawingml/2006/main" noGrp="1"/>
          </p:cNvSpPr>
          <p:nvPr/>
        </p:nvSpPr>
        <p:spPr>
          <a:xfrm xmlns:a="http://schemas.openxmlformats.org/drawingml/2006/main">
            <a:off x="10048875" y="6031230"/>
            <a:ext cx="20669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확인 뒤 Task1 + 표 / 결과로 초안</a:t>
            </a:r>
          </a:p>
        </p:txBody>
      </p:sp>
      <p:sp>
        <p:nvSpPr>
          <p:cNvPr id="309" name="dp41-comparison / n213 / text 3">
            <a:extLst xmlns:a="http://schemas.openxmlformats.org/drawingml/2006/main">
              <a:ext uri="{FF2B5EF4-FFF2-40B4-BE49-F238E27FC236}">
                <a16:creationId xmlns:a16="http://schemas.microsoft.com/office/drawing/2014/main" id="{889FE802-53E4-4541-A9ED-9230C72805C3}"/>
              </a:ext>
            </a:extLst>
          </p:cNvPr>
          <p:cNvSpPr>
            <a:spLocks xmlns:a="http://schemas.openxmlformats.org/drawingml/2006/main" noGrp="1"/>
          </p:cNvSpPr>
          <p:nvPr/>
        </p:nvSpPr>
        <p:spPr>
          <a:xfrm xmlns:a="http://schemas.openxmlformats.org/drawingml/2006/main">
            <a:off x="10048875" y="6156960"/>
            <a:ext cx="20669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전송 금지 유지</a:t>
            </a:r>
          </a:p>
        </p:txBody>
      </p:sp>
      <p:sp>
        <p:nvSpPr>
          <p:cNvPr id="310" name="dp41-comparison / n214">
            <a:extLst xmlns:a="http://schemas.openxmlformats.org/drawingml/2006/main">
              <a:ext uri="{FF2B5EF4-FFF2-40B4-BE49-F238E27FC236}">
                <a16:creationId xmlns:a16="http://schemas.microsoft.com/office/drawing/2014/main" id="{63B000F1-A95A-44A4-9169-DBAF09B2CF1A}"/>
              </a:ext>
            </a:extLst>
          </p:cNvPr>
          <p:cNvSpPr>
            <a:spLocks xmlns:a="http://schemas.openxmlformats.org/drawingml/2006/main" noGrp="1"/>
          </p:cNvSpPr>
          <p:nvPr/>
        </p:nvSpPr>
        <p:spPr>
          <a:xfrm xmlns:a="http://schemas.openxmlformats.org/drawingml/2006/main">
            <a:off x="12887325" y="3648075"/>
            <a:ext cx="26195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1" name="dp41-comparison / n215 / text 1">
            <a:extLst xmlns:a="http://schemas.openxmlformats.org/drawingml/2006/main">
              <a:ext uri="{FF2B5EF4-FFF2-40B4-BE49-F238E27FC236}">
                <a16:creationId xmlns:a16="http://schemas.microsoft.com/office/drawing/2014/main" id="{28AD699F-116F-485A-A323-EDE6A932B444}"/>
              </a:ext>
            </a:extLst>
          </p:cNvPr>
          <p:cNvSpPr>
            <a:spLocks xmlns:a="http://schemas.openxmlformats.org/drawingml/2006/main" noGrp="1"/>
          </p:cNvSpPr>
          <p:nvPr/>
        </p:nvSpPr>
        <p:spPr>
          <a:xfrm xmlns:a="http://schemas.openxmlformats.org/drawingml/2006/main">
            <a:off x="12906375" y="3657600"/>
            <a:ext cx="45720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다음 처리 결정과 전체 결합: Engine 코드</a:t>
            </a:r>
          </a:p>
        </p:txBody>
      </p:sp>
      <p:sp>
        <p:nvSpPr>
          <p:cNvPr id="312" name="dp41-comparison / n225">
            <a:extLst xmlns:a="http://schemas.openxmlformats.org/drawingml/2006/main">
              <a:ext uri="{FF2B5EF4-FFF2-40B4-BE49-F238E27FC236}">
                <a16:creationId xmlns:a16="http://schemas.microsoft.com/office/drawing/2014/main" id="{F8DFB982-7131-49A9-8310-D1BB2ECB71D6}"/>
              </a:ext>
            </a:extLst>
          </p:cNvPr>
          <p:cNvSpPr>
            <a:spLocks xmlns:a="http://schemas.openxmlformats.org/drawingml/2006/main" noGrp="1"/>
          </p:cNvSpPr>
          <p:nvPr/>
        </p:nvSpPr>
        <p:spPr>
          <a:xfrm xmlns:a="http://schemas.openxmlformats.org/drawingml/2006/main">
            <a:off x="9934575" y="6657975"/>
            <a:ext cx="221361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3" name="dp41-comparison / n226 / text 1">
            <a:extLst xmlns:a="http://schemas.openxmlformats.org/drawingml/2006/main">
              <a:ext uri="{FF2B5EF4-FFF2-40B4-BE49-F238E27FC236}">
                <a16:creationId xmlns:a16="http://schemas.microsoft.com/office/drawing/2014/main" id="{737B7D24-6CCE-48F4-AD74-76F8A5351B82}"/>
              </a:ext>
            </a:extLst>
          </p:cNvPr>
          <p:cNvSpPr>
            <a:spLocks xmlns:a="http://schemas.openxmlformats.org/drawingml/2006/main" noGrp="1"/>
          </p:cNvSpPr>
          <p:nvPr/>
        </p:nvSpPr>
        <p:spPr>
          <a:xfrm xmlns:a="http://schemas.openxmlformats.org/drawingml/2006/main">
            <a:off x="9953625" y="6667500"/>
            <a:ext cx="2571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정보 / 대화 / Task 기록 조회</a:t>
            </a:r>
          </a:p>
        </p:txBody>
      </p:sp>
      <p:sp>
        <p:nvSpPr>
          <p:cNvPr id="314" name="dp41-comparison / n228">
            <a:extLst xmlns:a="http://schemas.openxmlformats.org/drawingml/2006/main">
              <a:ext uri="{FF2B5EF4-FFF2-40B4-BE49-F238E27FC236}">
                <a16:creationId xmlns:a16="http://schemas.microsoft.com/office/drawing/2014/main" id="{73F55E0C-675B-4FAA-A455-C941A6B4BC9D}"/>
              </a:ext>
            </a:extLst>
          </p:cNvPr>
          <p:cNvSpPr>
            <a:spLocks xmlns:a="http://schemas.openxmlformats.org/drawingml/2006/main" noGrp="1"/>
          </p:cNvSpPr>
          <p:nvPr/>
        </p:nvSpPr>
        <p:spPr>
          <a:xfrm xmlns:a="http://schemas.openxmlformats.org/drawingml/2006/main">
            <a:off x="9934575" y="7086600"/>
            <a:ext cx="2484501"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5" name="dp41-comparison / n229 / text 1">
            <a:extLst xmlns:a="http://schemas.openxmlformats.org/drawingml/2006/main">
              <a:ext uri="{FF2B5EF4-FFF2-40B4-BE49-F238E27FC236}">
                <a16:creationId xmlns:a16="http://schemas.microsoft.com/office/drawing/2014/main" id="{2B071236-DD24-432C-8E0E-777B2DED0AE5}"/>
              </a:ext>
            </a:extLst>
          </p:cNvPr>
          <p:cNvSpPr>
            <a:spLocks xmlns:a="http://schemas.openxmlformats.org/drawingml/2006/main" noGrp="1"/>
          </p:cNvSpPr>
          <p:nvPr/>
        </p:nvSpPr>
        <p:spPr>
          <a:xfrm xmlns:a="http://schemas.openxmlformats.org/drawingml/2006/main">
            <a:off x="9953625" y="7096125"/>
            <a:ext cx="7620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실행 순서도 — 반복 제어와 종료 조건</a:t>
            </a:r>
          </a:p>
        </p:txBody>
      </p:sp>
      <p:sp>
        <p:nvSpPr>
          <p:cNvPr id="316" name="dp41-comparison / n245">
            <a:extLst xmlns:a="http://schemas.openxmlformats.org/drawingml/2006/main">
              <a:ext uri="{FF2B5EF4-FFF2-40B4-BE49-F238E27FC236}">
                <a16:creationId xmlns:a16="http://schemas.microsoft.com/office/drawing/2014/main" id="{A49747BD-23F2-4867-BD11-9BE1A48EB06C}"/>
              </a:ext>
            </a:extLst>
          </p:cNvPr>
          <p:cNvSpPr>
            <a:spLocks xmlns:a="http://schemas.openxmlformats.org/drawingml/2006/main" noGrp="1"/>
          </p:cNvSpPr>
          <p:nvPr/>
        </p:nvSpPr>
        <p:spPr>
          <a:xfrm xmlns:a="http://schemas.openxmlformats.org/drawingml/2006/main">
            <a:off x="15230475" y="7324725"/>
            <a:ext cx="32385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7" name="dp41-comparison / n246 / text 1">
            <a:extLst xmlns:a="http://schemas.openxmlformats.org/drawingml/2006/main">
              <a:ext uri="{FF2B5EF4-FFF2-40B4-BE49-F238E27FC236}">
                <a16:creationId xmlns:a16="http://schemas.microsoft.com/office/drawing/2014/main" id="{CB03F25B-9962-4258-A8C3-CC3AE195DC48}"/>
              </a:ext>
            </a:extLst>
          </p:cNvPr>
          <p:cNvSpPr>
            <a:spLocks xmlns:a="http://schemas.openxmlformats.org/drawingml/2006/main" noGrp="1"/>
          </p:cNvSpPr>
          <p:nvPr/>
        </p:nvSpPr>
        <p:spPr>
          <a:xfrm xmlns:a="http://schemas.openxmlformats.org/drawingml/2006/main">
            <a:off x="15249525" y="7334250"/>
            <a:ext cx="5238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조회</a:t>
            </a:r>
          </a:p>
        </p:txBody>
      </p:sp>
      <p:sp>
        <p:nvSpPr>
          <p:cNvPr id="318" name="dp41-comparison / n248">
            <a:extLst xmlns:a="http://schemas.openxmlformats.org/drawingml/2006/main">
              <a:ext uri="{FF2B5EF4-FFF2-40B4-BE49-F238E27FC236}">
                <a16:creationId xmlns:a16="http://schemas.microsoft.com/office/drawing/2014/main" id="{FFE24976-BC74-420F-8FEF-C92752EEEFDD}"/>
              </a:ext>
            </a:extLst>
          </p:cNvPr>
          <p:cNvSpPr>
            <a:spLocks xmlns:a="http://schemas.openxmlformats.org/drawingml/2006/main" noGrp="1"/>
          </p:cNvSpPr>
          <p:nvPr/>
        </p:nvSpPr>
        <p:spPr>
          <a:xfrm xmlns:a="http://schemas.openxmlformats.org/drawingml/2006/main">
            <a:off x="15316200" y="7791450"/>
            <a:ext cx="192119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19" name="dp41-comparison / n249 / text 1">
            <a:extLst xmlns:a="http://schemas.openxmlformats.org/drawingml/2006/main">
              <a:ext uri="{FF2B5EF4-FFF2-40B4-BE49-F238E27FC236}">
                <a16:creationId xmlns:a16="http://schemas.microsoft.com/office/drawing/2014/main" id="{D12DB6C2-5CDC-44C9-83BD-80A6EC0CE9E0}"/>
              </a:ext>
            </a:extLst>
          </p:cNvPr>
          <p:cNvSpPr>
            <a:spLocks xmlns:a="http://schemas.openxmlformats.org/drawingml/2006/main" noGrp="1"/>
          </p:cNvSpPr>
          <p:nvPr/>
        </p:nvSpPr>
        <p:spPr>
          <a:xfrm xmlns:a="http://schemas.openxmlformats.org/drawingml/2006/main">
            <a:off x="15335250" y="7800975"/>
            <a:ext cx="209550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해결 상태 갱신 후 코드 재검사</a:t>
            </a:r>
          </a:p>
        </p:txBody>
      </p:sp>
      <p:sp>
        <p:nvSpPr>
          <p:cNvPr id="320" name="dp41-comparison / n251">
            <a:extLst xmlns:a="http://schemas.openxmlformats.org/drawingml/2006/main">
              <a:ext uri="{FF2B5EF4-FFF2-40B4-BE49-F238E27FC236}">
                <a16:creationId xmlns:a16="http://schemas.microsoft.com/office/drawing/2014/main" id="{699AD46E-5C45-4612-8712-42AD033B6BF9}"/>
              </a:ext>
            </a:extLst>
          </p:cNvPr>
          <p:cNvSpPr>
            <a:spLocks xmlns:a="http://schemas.openxmlformats.org/drawingml/2006/main" noGrp="1"/>
          </p:cNvSpPr>
          <p:nvPr/>
        </p:nvSpPr>
        <p:spPr>
          <a:xfrm xmlns:a="http://schemas.openxmlformats.org/drawingml/2006/main">
            <a:off x="12325350" y="7905750"/>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1" name="dp41-comparison / n252 / text 1">
            <a:extLst xmlns:a="http://schemas.openxmlformats.org/drawingml/2006/main">
              <a:ext uri="{FF2B5EF4-FFF2-40B4-BE49-F238E27FC236}">
                <a16:creationId xmlns:a16="http://schemas.microsoft.com/office/drawing/2014/main" id="{2FE1F75C-E254-44F1-A365-267B957ACA99}"/>
              </a:ext>
            </a:extLst>
          </p:cNvPr>
          <p:cNvSpPr>
            <a:spLocks xmlns:a="http://schemas.openxmlformats.org/drawingml/2006/main" noGrp="1"/>
          </p:cNvSpPr>
          <p:nvPr/>
        </p:nvSpPr>
        <p:spPr>
          <a:xfrm xmlns:a="http://schemas.openxmlformats.org/drawingml/2006/main">
            <a:off x="12344400" y="7915275"/>
            <a:ext cx="21145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의미 해석이 필요한 항목</a:t>
            </a:r>
          </a:p>
        </p:txBody>
      </p:sp>
      <p:sp>
        <p:nvSpPr>
          <p:cNvPr id="322" name="dp41-comparison / n254">
            <a:extLst xmlns:a="http://schemas.openxmlformats.org/drawingml/2006/main">
              <a:ext uri="{FF2B5EF4-FFF2-40B4-BE49-F238E27FC236}">
                <a16:creationId xmlns:a16="http://schemas.microsoft.com/office/drawing/2014/main" id="{6909B75F-399C-4E47-979A-A2EB57813DF9}"/>
              </a:ext>
            </a:extLst>
          </p:cNvPr>
          <p:cNvSpPr>
            <a:spLocks xmlns:a="http://schemas.openxmlformats.org/drawingml/2006/main" noGrp="1"/>
          </p:cNvSpPr>
          <p:nvPr/>
        </p:nvSpPr>
        <p:spPr>
          <a:xfrm xmlns:a="http://schemas.openxmlformats.org/drawingml/2006/main">
            <a:off x="9934575" y="7667625"/>
            <a:ext cx="152990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3" name="dp41-comparison / n255 / text 1">
            <a:extLst xmlns:a="http://schemas.openxmlformats.org/drawingml/2006/main">
              <a:ext uri="{FF2B5EF4-FFF2-40B4-BE49-F238E27FC236}">
                <a16:creationId xmlns:a16="http://schemas.microsoft.com/office/drawing/2014/main" id="{59CBA7C2-F133-4914-B715-7AF4D0F415DB}"/>
              </a:ext>
            </a:extLst>
          </p:cNvPr>
          <p:cNvSpPr>
            <a:spLocks xmlns:a="http://schemas.openxmlformats.org/drawingml/2006/main" noGrp="1"/>
          </p:cNvSpPr>
          <p:nvPr/>
        </p:nvSpPr>
        <p:spPr>
          <a:xfrm xmlns:a="http://schemas.openxmlformats.org/drawingml/2006/main">
            <a:off x="9953625" y="7677150"/>
            <a:ext cx="23812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부분 결과를 코드에 반환</a:t>
            </a:r>
          </a:p>
        </p:txBody>
      </p:sp>
      <p:sp>
        <p:nvSpPr>
          <p:cNvPr id="324" name="dp41-comparison / n257">
            <a:extLst xmlns:a="http://schemas.openxmlformats.org/drawingml/2006/main">
              <a:ext uri="{FF2B5EF4-FFF2-40B4-BE49-F238E27FC236}">
                <a16:creationId xmlns:a16="http://schemas.microsoft.com/office/drawing/2014/main" id="{166938BA-EA15-465A-983D-191E9AEBA085}"/>
              </a:ext>
            </a:extLst>
          </p:cNvPr>
          <p:cNvSpPr>
            <a:spLocks xmlns:a="http://schemas.openxmlformats.org/drawingml/2006/main" noGrp="1"/>
          </p:cNvSpPr>
          <p:nvPr/>
        </p:nvSpPr>
        <p:spPr>
          <a:xfrm xmlns:a="http://schemas.openxmlformats.org/drawingml/2006/main">
            <a:off x="14573250" y="7905750"/>
            <a:ext cx="51244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5" name="dp41-comparison / n258 / text 1">
            <a:extLst xmlns:a="http://schemas.openxmlformats.org/drawingml/2006/main">
              <a:ext uri="{FF2B5EF4-FFF2-40B4-BE49-F238E27FC236}">
                <a16:creationId xmlns:a16="http://schemas.microsoft.com/office/drawing/2014/main" id="{EFDC5FD8-B105-4E43-905D-7B7B8A13DEC3}"/>
              </a:ext>
            </a:extLst>
          </p:cNvPr>
          <p:cNvSpPr>
            <a:spLocks xmlns:a="http://schemas.openxmlformats.org/drawingml/2006/main" noGrp="1"/>
          </p:cNvSpPr>
          <p:nvPr/>
        </p:nvSpPr>
        <p:spPr>
          <a:xfrm xmlns:a="http://schemas.openxmlformats.org/drawingml/2006/main">
            <a:off x="14592300" y="7915275"/>
            <a:ext cx="685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완성/질문</a:t>
            </a:r>
          </a:p>
        </p:txBody>
      </p:sp>
    </p:spTree>
    <p:extLst>
      <p:ext uri="{BB962C8B-B14F-4D97-AF65-F5344CB8AC3E}">
        <p14:creationId xmlns:p14="http://schemas.microsoft.com/office/powerpoint/2010/main" val="164836371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1" name="dp42-comparison / n1">
            <a:extLst xmlns:a="http://schemas.openxmlformats.org/drawingml/2006/main">
              <a:ext uri="{FF2B5EF4-FFF2-40B4-BE49-F238E27FC236}">
                <a16:creationId xmlns:a16="http://schemas.microsoft.com/office/drawing/2014/main" id="{F78F2E0B-B649-4753-A44C-F37BE9B01BE6}"/>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2-comparison / n2 / text 1">
            <a:extLst xmlns:a="http://schemas.openxmlformats.org/drawingml/2006/main">
              <a:ext uri="{FF2B5EF4-FFF2-40B4-BE49-F238E27FC236}">
                <a16:creationId xmlns:a16="http://schemas.microsoft.com/office/drawing/2014/main" id="{930A0511-62E6-405A-9A1C-5C0DE49AB46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2-comparison / n3 / text 1">
            <a:extLst xmlns:a="http://schemas.openxmlformats.org/drawingml/2006/main">
              <a:ext uri="{FF2B5EF4-FFF2-40B4-BE49-F238E27FC236}">
                <a16:creationId xmlns:a16="http://schemas.microsoft.com/office/drawing/2014/main" id="{D758C834-015F-4FD9-ACEF-72908C724B39}"/>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2-comparison / n4 / text 1">
            <a:extLst xmlns:a="http://schemas.openxmlformats.org/drawingml/2006/main">
              <a:ext uri="{FF2B5EF4-FFF2-40B4-BE49-F238E27FC236}">
                <a16:creationId xmlns:a16="http://schemas.microsoft.com/office/drawing/2014/main" id="{2F593670-2004-4C26-9CB4-B079BDFAAF5A}"/>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04-42. 대화와 업무 상태의 소유 및 확정</a:t>
            </a:r>
          </a:p>
        </p:txBody>
      </p:sp>
      <p:sp>
        <p:nvSpPr>
          <p:cNvPr id="5" name="dp42-comparison / n5 / path">
            <a:extLst xmlns:a="http://schemas.openxmlformats.org/drawingml/2006/main">
              <a:ext uri="{FF2B5EF4-FFF2-40B4-BE49-F238E27FC236}">
                <a16:creationId xmlns:a16="http://schemas.microsoft.com/office/drawing/2014/main" id="{1175E79D-A777-47D5-A064-60DCBC755EAB}"/>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2-comparison / n6 / text 1">
            <a:extLst xmlns:a="http://schemas.openxmlformats.org/drawingml/2006/main">
              <a:ext uri="{FF2B5EF4-FFF2-40B4-BE49-F238E27FC236}">
                <a16:creationId xmlns:a16="http://schemas.microsoft.com/office/drawing/2014/main" id="{07053897-B7BE-4AAE-9B6D-16C9338E5C62}"/>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보고서 기간 질문을 실제 제시 → “응, 상반기로 해줘” → 내부 접수 / 외부 전달 확인</a:t>
            </a:r>
          </a:p>
        </p:txBody>
      </p:sp>
      <p:sp>
        <p:nvSpPr>
          <p:cNvPr id="7" name="dp42-comparison / n7 / text 1">
            <a:extLst xmlns:a="http://schemas.openxmlformats.org/drawingml/2006/main">
              <a:ext uri="{FF2B5EF4-FFF2-40B4-BE49-F238E27FC236}">
                <a16:creationId xmlns:a16="http://schemas.microsoft.com/office/drawing/2014/main" id="{411ADA72-4F20-4739-B81C-2E7B358C042F}"/>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별도 Conversation / Request / Task / Execution 수명 / 로컬 VAD와 지속 입력 / 클라우드 모델 / 같은 의미 판단</a:t>
            </a:r>
          </a:p>
        </p:txBody>
      </p:sp>
      <p:sp>
        <p:nvSpPr>
          <p:cNvPr id="8" name="dp42-comparison / n8">
            <a:extLst xmlns:a="http://schemas.openxmlformats.org/drawingml/2006/main">
              <a:ext uri="{FF2B5EF4-FFF2-40B4-BE49-F238E27FC236}">
                <a16:creationId xmlns:a16="http://schemas.microsoft.com/office/drawing/2014/main" id="{E7E59960-BF21-4B41-A085-41D339BDDE97}"/>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2-comparison / n9 / text 1">
            <a:extLst xmlns:a="http://schemas.openxmlformats.org/drawingml/2006/main">
              <a:ext uri="{FF2B5EF4-FFF2-40B4-BE49-F238E27FC236}">
                <a16:creationId xmlns:a16="http://schemas.microsoft.com/office/drawing/2014/main" id="{007FB45F-BC32-4627-93E2-EC49BEE285A4}"/>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모듈형 통합 Core / 공동 확정</a:t>
            </a:r>
          </a:p>
        </p:txBody>
      </p:sp>
      <p:sp>
        <p:nvSpPr>
          <p:cNvPr id="10" name="dp42-comparison / n10 / text 1">
            <a:extLst xmlns:a="http://schemas.openxmlformats.org/drawingml/2006/main">
              <a:ext uri="{FF2B5EF4-FFF2-40B4-BE49-F238E27FC236}">
                <a16:creationId xmlns:a16="http://schemas.microsoft.com/office/drawing/2014/main" id="{4085FEE7-76A7-478B-9671-F0FE7A29D18B}"/>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독립 대화 / 업무 서비스 / 별도 접수</a:t>
            </a:r>
          </a:p>
        </p:txBody>
      </p:sp>
      <p:sp>
        <p:nvSpPr>
          <p:cNvPr id="11" name="dp42-comparison / n11 / path">
            <a:extLst xmlns:a="http://schemas.openxmlformats.org/drawingml/2006/main">
              <a:ext uri="{FF2B5EF4-FFF2-40B4-BE49-F238E27FC236}">
                <a16:creationId xmlns:a16="http://schemas.microsoft.com/office/drawing/2014/main" id="{7F33D59C-4B82-460C-B8AA-CB5A12675DDB}"/>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2-comparison / n12 / path">
            <a:extLst xmlns:a="http://schemas.openxmlformats.org/drawingml/2006/main">
              <a:ext uri="{FF2B5EF4-FFF2-40B4-BE49-F238E27FC236}">
                <a16:creationId xmlns:a16="http://schemas.microsoft.com/office/drawing/2014/main" id="{BE97BA66-1201-4280-8221-1BE8BB6762BC}"/>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2-comparison / n13 / text 1">
            <a:extLst xmlns:a="http://schemas.openxmlformats.org/drawingml/2006/main">
              <a:ext uri="{FF2B5EF4-FFF2-40B4-BE49-F238E27FC236}">
                <a16:creationId xmlns:a16="http://schemas.microsoft.com/office/drawing/2014/main" id="{34ADF919-B30C-4C88-81BD-A4BB3C943128}"/>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의미 제안은 Request Interpreter, 채택은 Request Controller / 실제 전달 원장은 Response Manager / 모델 / 외부 통신은 transaction 밖</a:t>
            </a:r>
          </a:p>
        </p:txBody>
      </p:sp>
      <p:sp>
        <p:nvSpPr>
          <p:cNvPr id="14" name="dp42-comparison / n14 / text 1">
            <a:extLst xmlns:a="http://schemas.openxmlformats.org/drawingml/2006/main">
              <a:ext uri="{FF2B5EF4-FFF2-40B4-BE49-F238E27FC236}">
                <a16:creationId xmlns:a16="http://schemas.microsoft.com/office/drawing/2014/main" id="{474C70C3-9F27-41C3-9B36-415BB919F37B}"/>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B: hold 요청 시각과 업무 gate 적용 ACK 시각은 다름 / ACK 전 DISPATCHING은 UNKNOWN / 외부 확인으로 처리</a:t>
            </a:r>
          </a:p>
        </p:txBody>
      </p:sp>
      <p:sp>
        <p:nvSpPr>
          <p:cNvPr id="15" name="dp42-comparison / n15 / path">
            <a:extLst xmlns:a="http://schemas.openxmlformats.org/drawingml/2006/main">
              <a:ext uri="{FF2B5EF4-FFF2-40B4-BE49-F238E27FC236}">
                <a16:creationId xmlns:a16="http://schemas.microsoft.com/office/drawing/2014/main" id="{5D692D57-CBD2-4BA6-958F-755339D65876}"/>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2-comparison / n16 / text 1">
            <a:extLst xmlns:a="http://schemas.openxmlformats.org/drawingml/2006/main">
              <a:ext uri="{FF2B5EF4-FFF2-40B4-BE49-F238E27FC236}">
                <a16:creationId xmlns:a16="http://schemas.microsoft.com/office/drawing/2014/main" id="{EBADEF36-CF0A-4BFC-97AE-49597049D95C}"/>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 / 모델 비용</a:t>
            </a:r>
          </a:p>
        </p:txBody>
      </p:sp>
      <p:sp>
        <p:nvSpPr>
          <p:cNvPr id="17" name="dp42-comparison / n17 / text 1">
            <a:extLst xmlns:a="http://schemas.openxmlformats.org/drawingml/2006/main">
              <a:ext uri="{FF2B5EF4-FFF2-40B4-BE49-F238E27FC236}">
                <a16:creationId xmlns:a16="http://schemas.microsoft.com/office/drawing/2014/main" id="{8DC0DF5E-CF7C-4E4A-9FC9-1F80FF3DE78D}"/>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판단 / 공동 확정은 의미 정답 보증 아님</a:t>
            </a:r>
          </a:p>
        </p:txBody>
      </p:sp>
      <p:sp>
        <p:nvSpPr>
          <p:cNvPr id="18" name="dp42-comparison / n18 / text 1">
            <a:extLst xmlns:a="http://schemas.openxmlformats.org/drawingml/2006/main">
              <a:ext uri="{FF2B5EF4-FFF2-40B4-BE49-F238E27FC236}">
                <a16:creationId xmlns:a16="http://schemas.microsoft.com/office/drawing/2014/main" id="{6DA02579-A01E-4F2C-A67E-0467F4419AA1}"/>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 / 코드 인계 자체는 추가 모델 호출 아님</a:t>
            </a:r>
          </a:p>
        </p:txBody>
      </p:sp>
      <p:sp>
        <p:nvSpPr>
          <p:cNvPr id="19" name="dp42-comparison / n19 / path">
            <a:extLst xmlns:a="http://schemas.openxmlformats.org/drawingml/2006/main">
              <a:ext uri="{FF2B5EF4-FFF2-40B4-BE49-F238E27FC236}">
                <a16:creationId xmlns:a16="http://schemas.microsoft.com/office/drawing/2014/main" id="{DC80C6D1-7B01-4A19-BCDD-9FE8CCDFAE5F}"/>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2-comparison / n20 / text 1">
            <a:extLst xmlns:a="http://schemas.openxmlformats.org/drawingml/2006/main">
              <a:ext uri="{FF2B5EF4-FFF2-40B4-BE49-F238E27FC236}">
                <a16:creationId xmlns:a16="http://schemas.microsoft.com/office/drawing/2014/main" id="{5ED8CDBB-8DAF-4ACB-B5B7-7F1E64E5AE8D}"/>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2-comparison / n21 / text 1">
            <a:extLst xmlns:a="http://schemas.openxmlformats.org/drawingml/2006/main">
              <a:ext uri="{FF2B5EF4-FFF2-40B4-BE49-F238E27FC236}">
                <a16:creationId xmlns:a16="http://schemas.microsoft.com/office/drawing/2014/main" id="{58AA9E72-F7D0-4F3D-89F5-44DA53A57156}"/>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관련 변경 한 번 확정 / 같은 Core 실행 / 복원 경계</a:t>
            </a:r>
          </a:p>
        </p:txBody>
      </p:sp>
      <p:sp>
        <p:nvSpPr>
          <p:cNvPr id="22" name="dp42-comparison / n22 / text 1">
            <a:extLst xmlns:a="http://schemas.openxmlformats.org/drawingml/2006/main">
              <a:ext uri="{FF2B5EF4-FFF2-40B4-BE49-F238E27FC236}">
                <a16:creationId xmlns:a16="http://schemas.microsoft.com/office/drawing/2014/main" id="{C9592CA5-3DE1-4295-820D-35A85084DCE2}"/>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명령 / 접수 / 대화 반영 왕복과 재확인 비용</a:t>
            </a:r>
          </a:p>
        </p:txBody>
      </p:sp>
      <p:sp>
        <p:nvSpPr>
          <p:cNvPr id="23" name="dp42-comparison / n23 / path">
            <a:extLst xmlns:a="http://schemas.openxmlformats.org/drawingml/2006/main">
              <a:ext uri="{FF2B5EF4-FFF2-40B4-BE49-F238E27FC236}">
                <a16:creationId xmlns:a16="http://schemas.microsoft.com/office/drawing/2014/main" id="{35E6D1A0-32BB-413E-9E84-66EB55F2F9FD}"/>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2-comparison / n24 / text 1">
            <a:extLst xmlns:a="http://schemas.openxmlformats.org/drawingml/2006/main">
              <a:ext uri="{FF2B5EF4-FFF2-40B4-BE49-F238E27FC236}">
                <a16:creationId xmlns:a16="http://schemas.microsoft.com/office/drawing/2014/main" id="{2D9BCBDA-8B80-4AB3-B198-1C63CAF9A496}"/>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수명</a:t>
            </a:r>
          </a:p>
        </p:txBody>
      </p:sp>
      <p:sp>
        <p:nvSpPr>
          <p:cNvPr id="25" name="dp42-comparison / n25 / text 1">
            <a:extLst xmlns:a="http://schemas.openxmlformats.org/drawingml/2006/main">
              <a:ext uri="{FF2B5EF4-FFF2-40B4-BE49-F238E27FC236}">
                <a16:creationId xmlns:a16="http://schemas.microsoft.com/office/drawing/2014/main" id="{C3DD5951-34D9-452E-89E7-A7E679D6E485}"/>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모듈형 변경 가능 / 공통 확정 계약 변경 영향</a:t>
            </a:r>
          </a:p>
        </p:txBody>
      </p:sp>
      <p:sp>
        <p:nvSpPr>
          <p:cNvPr id="26" name="dp42-comparison / n26 / text 1">
            <a:extLst xmlns:a="http://schemas.openxmlformats.org/drawingml/2006/main">
              <a:ext uri="{FF2B5EF4-FFF2-40B4-BE49-F238E27FC236}">
                <a16:creationId xmlns:a16="http://schemas.microsoft.com/office/drawing/2014/main" id="{F1296505-FA24-494B-9019-E90E8E98997A}"/>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업무 저장 / 실행 수명 독립 / 서비스 계약 변경 비용</a:t>
            </a:r>
          </a:p>
        </p:txBody>
      </p:sp>
      <p:sp>
        <p:nvSpPr>
          <p:cNvPr id="27" name="dp42-comparison / n27 / path">
            <a:extLst xmlns:a="http://schemas.openxmlformats.org/drawingml/2006/main">
              <a:ext uri="{FF2B5EF4-FFF2-40B4-BE49-F238E27FC236}">
                <a16:creationId xmlns:a16="http://schemas.microsoft.com/office/drawing/2014/main" id="{22BDD5AE-35CF-45EA-9289-A80DA456041B}"/>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2-comparison / n28 / text 1">
            <a:extLst xmlns:a="http://schemas.openxmlformats.org/drawingml/2006/main">
              <a:ext uri="{FF2B5EF4-FFF2-40B4-BE49-F238E27FC236}">
                <a16:creationId xmlns:a16="http://schemas.microsoft.com/office/drawing/2014/main" id="{406B9AD7-105F-4236-B254-2619FE61EEFD}"/>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메모리 / 복원</a:t>
            </a:r>
          </a:p>
        </p:txBody>
      </p:sp>
      <p:sp>
        <p:nvSpPr>
          <p:cNvPr id="29" name="dp42-comparison / n29 / text 1">
            <a:extLst xmlns:a="http://schemas.openxmlformats.org/drawingml/2006/main">
              <a:ext uri="{FF2B5EF4-FFF2-40B4-BE49-F238E27FC236}">
                <a16:creationId xmlns:a16="http://schemas.microsoft.com/office/drawing/2014/main" id="{7B8C0CC6-3B33-46A7-95A0-35ECFBB9B0CF}"/>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process / 저장 scope / 실패 뒤 관련 owner 복원</a:t>
            </a:r>
          </a:p>
        </p:txBody>
      </p:sp>
      <p:sp>
        <p:nvSpPr>
          <p:cNvPr id="30" name="dp42-comparison / n30 / text 1">
            <a:extLst xmlns:a="http://schemas.openxmlformats.org/drawingml/2006/main">
              <a:ext uri="{FF2B5EF4-FFF2-40B4-BE49-F238E27FC236}">
                <a16:creationId xmlns:a16="http://schemas.microsoft.com/office/drawing/2014/main" id="{CD892F6A-CC78-423F-9BBE-97AF0CE9310E}"/>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별도 heap / queue / pending / 대화 없이 업무 사실 추적</a:t>
            </a:r>
          </a:p>
        </p:txBody>
      </p:sp>
      <p:sp>
        <p:nvSpPr>
          <p:cNvPr id="31" name="dp42-comparison / n31 / text 1">
            <a:extLst xmlns:a="http://schemas.openxmlformats.org/drawingml/2006/main">
              <a:ext uri="{FF2B5EF4-FFF2-40B4-BE49-F238E27FC236}">
                <a16:creationId xmlns:a16="http://schemas.microsoft.com/office/drawing/2014/main" id="{10CAB44C-A7E6-4316-862F-B68EE3DCF0B3}"/>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B의 별도 수명 이익은 조건부다. 일반 adapter 변경이나 정상 사용에서 자동 우위는 없다.</a:t>
            </a:r>
          </a:p>
        </p:txBody>
      </p:sp>
      <p:sp>
        <p:nvSpPr>
          <p:cNvPr id="32" name="dp42-comparison / n32 / text 1">
            <a:extLst xmlns:a="http://schemas.openxmlformats.org/drawingml/2006/main">
              <a:ext uri="{FF2B5EF4-FFF2-40B4-BE49-F238E27FC236}">
                <a16:creationId xmlns:a16="http://schemas.microsoft.com/office/drawing/2014/main" id="{C1087CDC-6B81-459F-AC3B-0473318C902A}"/>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상태 의미의 owner는 양안 동일 / B도 서비스 내부 transaction 사용 / 서비스 분리만으로 의미 정확성 / 비용 개선을 주장하지 않음</a:t>
            </a:r>
          </a:p>
        </p:txBody>
      </p:sp>
      <p:sp>
        <p:nvSpPr>
          <p:cNvPr id="33" name="dp42-comparison / legend42_0">
            <a:extLst xmlns:a="http://schemas.openxmlformats.org/drawingml/2006/main">
              <a:ext uri="{FF2B5EF4-FFF2-40B4-BE49-F238E27FC236}">
                <a16:creationId xmlns:a16="http://schemas.microsoft.com/office/drawing/2014/main" id="{FFC4A6DC-15B7-4E1C-B9F6-98E6D2DFE5F7}"/>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2-comparison / legend42_1 / text 1">
            <a:extLst xmlns:a="http://schemas.openxmlformats.org/drawingml/2006/main">
              <a:ext uri="{FF2B5EF4-FFF2-40B4-BE49-F238E27FC236}">
                <a16:creationId xmlns:a16="http://schemas.microsoft.com/office/drawing/2014/main" id="{2E327C2F-67F5-45ED-92B0-DF376A1AC9D1}"/>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2-comparison / legend42_2">
            <a:extLst xmlns:a="http://schemas.openxmlformats.org/drawingml/2006/main">
              <a:ext uri="{FF2B5EF4-FFF2-40B4-BE49-F238E27FC236}">
                <a16:creationId xmlns:a16="http://schemas.microsoft.com/office/drawing/2014/main" id="{5D51CC37-9D5A-495C-9457-621B8ABC6FE7}"/>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2-comparison / legend42_3 / text 1">
            <a:extLst xmlns:a="http://schemas.openxmlformats.org/drawingml/2006/main">
              <a:ext uri="{FF2B5EF4-FFF2-40B4-BE49-F238E27FC236}">
                <a16:creationId xmlns:a16="http://schemas.microsoft.com/office/drawing/2014/main" id="{683BFB0D-7866-4236-8EB4-CF9F7CBC17AA}"/>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2-comparison / legend42_4 / text 1">
            <a:extLst xmlns:a="http://schemas.openxmlformats.org/drawingml/2006/main">
              <a:ext uri="{FF2B5EF4-FFF2-40B4-BE49-F238E27FC236}">
                <a16:creationId xmlns:a16="http://schemas.microsoft.com/office/drawing/2014/main" id="{6CCF0F34-36F0-4A56-9886-6363FEA7D613}"/>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2-comparison / legend42_5">
            <a:extLst xmlns:a="http://schemas.openxmlformats.org/drawingml/2006/main">
              <a:ext uri="{FF2B5EF4-FFF2-40B4-BE49-F238E27FC236}">
                <a16:creationId xmlns:a16="http://schemas.microsoft.com/office/drawing/2014/main" id="{139F2E3E-849E-4333-8769-66E3F184698E}"/>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2-comparison / legend42_6 / text 1">
            <a:extLst xmlns:a="http://schemas.openxmlformats.org/drawingml/2006/main">
              <a:ext uri="{FF2B5EF4-FFF2-40B4-BE49-F238E27FC236}">
                <a16:creationId xmlns:a16="http://schemas.microsoft.com/office/drawing/2014/main" id="{2E28459E-FA7A-478D-9673-97906FE46540}"/>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2-comparison / legend42_7 / text 1">
            <a:extLst xmlns:a="http://schemas.openxmlformats.org/drawingml/2006/main">
              <a:ext uri="{FF2B5EF4-FFF2-40B4-BE49-F238E27FC236}">
                <a16:creationId xmlns:a16="http://schemas.microsoft.com/office/drawing/2014/main" id="{417DD01E-1F26-49A1-9E32-F68CA7CAD852}"/>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2-comparison / legend42_8">
            <a:extLst xmlns:a="http://schemas.openxmlformats.org/drawingml/2006/main">
              <a:ext uri="{FF2B5EF4-FFF2-40B4-BE49-F238E27FC236}">
                <a16:creationId xmlns:a16="http://schemas.microsoft.com/office/drawing/2014/main" id="{94856201-564D-4928-88FA-7519A4074E43}"/>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2-comparison / legend42_8 / fold">
            <a:extLst xmlns:a="http://schemas.openxmlformats.org/drawingml/2006/main">
              <a:ext uri="{FF2B5EF4-FFF2-40B4-BE49-F238E27FC236}">
                <a16:creationId xmlns:a16="http://schemas.microsoft.com/office/drawing/2014/main" id="{9FCC3836-0482-4610-AE09-AD910FB3435A}"/>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2-comparison / legend42_9 / text 1">
            <a:extLst xmlns:a="http://schemas.openxmlformats.org/drawingml/2006/main">
              <a:ext uri="{FF2B5EF4-FFF2-40B4-BE49-F238E27FC236}">
                <a16:creationId xmlns:a16="http://schemas.microsoft.com/office/drawing/2014/main" id="{27FB15E7-4772-44E9-AD91-BCA09630DF6B}"/>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2-comparison / legend42_10 / text 1">
            <a:extLst xmlns:a="http://schemas.openxmlformats.org/drawingml/2006/main">
              <a:ext uri="{FF2B5EF4-FFF2-40B4-BE49-F238E27FC236}">
                <a16:creationId xmlns:a16="http://schemas.microsoft.com/office/drawing/2014/main" id="{AF11DA70-946D-4EE9-B45E-22228D48AAD3}"/>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2-comparison / legend42_11">
            <a:extLst xmlns:a="http://schemas.openxmlformats.org/drawingml/2006/main">
              <a:ext uri="{FF2B5EF4-FFF2-40B4-BE49-F238E27FC236}">
                <a16:creationId xmlns:a16="http://schemas.microsoft.com/office/drawing/2014/main" id="{A61C5920-18AD-401C-862A-97726414D5D8}"/>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2-comparison / legend42_12 / text 1">
            <a:extLst xmlns:a="http://schemas.openxmlformats.org/drawingml/2006/main">
              <a:ext uri="{FF2B5EF4-FFF2-40B4-BE49-F238E27FC236}">
                <a16:creationId xmlns:a16="http://schemas.microsoft.com/office/drawing/2014/main" id="{F28821BF-FA29-4770-BD7D-45EAB4E7474A}"/>
              </a:ext>
            </a:extLst>
          </p:cNvPr>
          <p:cNvSpPr>
            <a:spLocks xmlns:a="http://schemas.openxmlformats.org/drawingml/2006/main" noGrp="1"/>
          </p:cNvSpPr>
          <p:nvPr/>
        </p:nvSpPr>
        <p:spPr>
          <a:xfrm xmlns:a="http://schemas.openxmlformats.org/drawingml/2006/main">
            <a:off x="590550" y="543877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2-comparison / legend42_13 / text 1">
            <a:extLst xmlns:a="http://schemas.openxmlformats.org/drawingml/2006/main">
              <a:ext uri="{FF2B5EF4-FFF2-40B4-BE49-F238E27FC236}">
                <a16:creationId xmlns:a16="http://schemas.microsoft.com/office/drawing/2014/main" id="{D1436F77-ED80-42A6-9D7F-7782F1820D44}"/>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2-comparison / legend42_14">
            <a:extLst xmlns:a="http://schemas.openxmlformats.org/drawingml/2006/main">
              <a:ext uri="{FF2B5EF4-FFF2-40B4-BE49-F238E27FC236}">
                <a16:creationId xmlns:a16="http://schemas.microsoft.com/office/drawing/2014/main" id="{DA4BFB15-19D7-45BA-8B29-93AC96AA75A8}"/>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2-comparison / legend42_15 / text 1">
            <a:extLst xmlns:a="http://schemas.openxmlformats.org/drawingml/2006/main">
              <a:ext uri="{FF2B5EF4-FFF2-40B4-BE49-F238E27FC236}">
                <a16:creationId xmlns:a16="http://schemas.microsoft.com/office/drawing/2014/main" id="{4D9EF291-CAF9-49BD-8DB8-CF2EE21894EA}"/>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2-comparison / legend42_16 / text 1">
            <a:extLst xmlns:a="http://schemas.openxmlformats.org/drawingml/2006/main">
              <a:ext uri="{FF2B5EF4-FFF2-40B4-BE49-F238E27FC236}">
                <a16:creationId xmlns:a16="http://schemas.microsoft.com/office/drawing/2014/main" id="{1D7D03DD-528E-424D-8284-C93EDCD546A7}"/>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2-comparison / legend42_17 / path">
            <a:extLst xmlns:a="http://schemas.openxmlformats.org/drawingml/2006/main">
              <a:ext uri="{FF2B5EF4-FFF2-40B4-BE49-F238E27FC236}">
                <a16:creationId xmlns:a16="http://schemas.microsoft.com/office/drawing/2014/main" id="{C254AA33-A082-47D2-A8AC-8FE013F5BCBA}"/>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2-comparison / legend42_17 / arrow">
            <a:extLst xmlns:a="http://schemas.openxmlformats.org/drawingml/2006/main">
              <a:ext uri="{FF2B5EF4-FFF2-40B4-BE49-F238E27FC236}">
                <a16:creationId xmlns:a16="http://schemas.microsoft.com/office/drawing/2014/main" id="{AF308228-F4BF-46AC-9CB1-417788E05CAE}"/>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2-comparison / legend42_18 / text 1">
            <a:extLst xmlns:a="http://schemas.openxmlformats.org/drawingml/2006/main">
              <a:ext uri="{FF2B5EF4-FFF2-40B4-BE49-F238E27FC236}">
                <a16:creationId xmlns:a16="http://schemas.microsoft.com/office/drawing/2014/main" id="{CC47BF8E-012E-41EB-91EE-CA5A6552E51D}"/>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2-comparison / legend42_19 / path">
            <a:extLst xmlns:a="http://schemas.openxmlformats.org/drawingml/2006/main">
              <a:ext uri="{FF2B5EF4-FFF2-40B4-BE49-F238E27FC236}">
                <a16:creationId xmlns:a16="http://schemas.microsoft.com/office/drawing/2014/main" id="{07E70D05-942E-418D-8DF1-C11D4E1EAD7F}"/>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2-comparison / legend42_19 / arrow">
            <a:extLst xmlns:a="http://schemas.openxmlformats.org/drawingml/2006/main">
              <a:ext uri="{FF2B5EF4-FFF2-40B4-BE49-F238E27FC236}">
                <a16:creationId xmlns:a16="http://schemas.microsoft.com/office/drawing/2014/main" id="{479B49DF-6FB3-4489-AD53-BEC0F9C93CA9}"/>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2-comparison / legend42_20 / text 1">
            <a:extLst xmlns:a="http://schemas.openxmlformats.org/drawingml/2006/main">
              <a:ext uri="{FF2B5EF4-FFF2-40B4-BE49-F238E27FC236}">
                <a16:creationId xmlns:a16="http://schemas.microsoft.com/office/drawing/2014/main" id="{9EE2301D-B728-4803-B3A0-8492CD6DA62E}"/>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2-comparison / legend42_21">
            <a:extLst xmlns:a="http://schemas.openxmlformats.org/drawingml/2006/main">
              <a:ext uri="{FF2B5EF4-FFF2-40B4-BE49-F238E27FC236}">
                <a16:creationId xmlns:a16="http://schemas.microsoft.com/office/drawing/2014/main" id="{818156A0-1D48-415E-970E-F1A82AED8AE1}"/>
              </a:ext>
            </a:extLst>
          </p:cNvPr>
          <p:cNvSpPr>
            <a:spLocks xmlns:a="http://schemas.openxmlformats.org/drawingml/2006/main" noGrp="1"/>
          </p:cNvSpPr>
          <p:nvPr/>
        </p:nvSpPr>
        <p:spPr>
          <a:xfrm xmlns:a="http://schemas.openxmlformats.org/drawingml/2006/main">
            <a:off x="514350" y="6924675"/>
            <a:ext cx="276225" cy="1714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58" name="dp42-comparison / legend42_22 / text 1">
            <a:extLst xmlns:a="http://schemas.openxmlformats.org/drawingml/2006/main">
              <a:ext uri="{FF2B5EF4-FFF2-40B4-BE49-F238E27FC236}">
                <a16:creationId xmlns:a16="http://schemas.microsoft.com/office/drawing/2014/main" id="{42660D09-42A0-4808-8D76-38281B815DEA}"/>
              </a:ext>
            </a:extLst>
          </p:cNvPr>
          <p:cNvSpPr>
            <a:spLocks xmlns:a="http://schemas.openxmlformats.org/drawingml/2006/main" noGrp="1"/>
          </p:cNvSpPr>
          <p:nvPr/>
        </p:nvSpPr>
        <p:spPr>
          <a:xfrm xmlns:a="http://schemas.openxmlformats.org/drawingml/2006/main">
            <a:off x="533400" y="6943725"/>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A</a:t>
            </a:r>
          </a:p>
        </p:txBody>
      </p:sp>
      <p:sp>
        <p:nvSpPr>
          <p:cNvPr id="59" name="dp42-comparison / legend42_23">
            <a:extLst xmlns:a="http://schemas.openxmlformats.org/drawingml/2006/main">
              <a:ext uri="{FF2B5EF4-FFF2-40B4-BE49-F238E27FC236}">
                <a16:creationId xmlns:a16="http://schemas.microsoft.com/office/drawing/2014/main" id="{C2A74E06-482A-448F-A0EE-392D98894F4E}"/>
              </a:ext>
            </a:extLst>
          </p:cNvPr>
          <p:cNvSpPr>
            <a:spLocks xmlns:a="http://schemas.openxmlformats.org/drawingml/2006/main" noGrp="1"/>
          </p:cNvSpPr>
          <p:nvPr/>
        </p:nvSpPr>
        <p:spPr>
          <a:xfrm xmlns:a="http://schemas.openxmlformats.org/drawingml/2006/main">
            <a:off x="885825" y="6924675"/>
            <a:ext cx="276225" cy="1714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60" name="dp42-comparison / legend42_24 / text 1">
            <a:extLst xmlns:a="http://schemas.openxmlformats.org/drawingml/2006/main">
              <a:ext uri="{FF2B5EF4-FFF2-40B4-BE49-F238E27FC236}">
                <a16:creationId xmlns:a16="http://schemas.microsoft.com/office/drawing/2014/main" id="{52A509E0-DC9E-4A17-928E-5101FFE0C246}"/>
              </a:ext>
            </a:extLst>
          </p:cNvPr>
          <p:cNvSpPr>
            <a:spLocks xmlns:a="http://schemas.openxmlformats.org/drawingml/2006/main" noGrp="1"/>
          </p:cNvSpPr>
          <p:nvPr/>
        </p:nvSpPr>
        <p:spPr>
          <a:xfrm xmlns:a="http://schemas.openxmlformats.org/drawingml/2006/main">
            <a:off x="904875" y="6943725"/>
            <a:ext cx="23812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B</a:t>
            </a:r>
          </a:p>
        </p:txBody>
      </p:sp>
      <p:sp>
        <p:nvSpPr>
          <p:cNvPr id="61" name="dp42-comparison / legend42_25 / text 1">
            <a:extLst xmlns:a="http://schemas.openxmlformats.org/drawingml/2006/main">
              <a:ext uri="{FF2B5EF4-FFF2-40B4-BE49-F238E27FC236}">
                <a16:creationId xmlns:a16="http://schemas.microsoft.com/office/drawing/2014/main" id="{AAC08B45-69BD-4462-B732-FD22E6F4739A}"/>
              </a:ext>
            </a:extLst>
          </p:cNvPr>
          <p:cNvSpPr>
            <a:spLocks xmlns:a="http://schemas.openxmlformats.org/drawingml/2006/main" noGrp="1"/>
          </p:cNvSpPr>
          <p:nvPr/>
        </p:nvSpPr>
        <p:spPr>
          <a:xfrm xmlns:a="http://schemas.openxmlformats.org/drawingml/2006/main">
            <a:off x="514350" y="71532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실행 / 저장</a:t>
            </a:r>
          </a:p>
        </p:txBody>
      </p:sp>
      <p:sp>
        <p:nvSpPr>
          <p:cNvPr id="62" name="dp42-comparison / legend42_25 / text 2">
            <a:extLst xmlns:a="http://schemas.openxmlformats.org/drawingml/2006/main">
              <a:ext uri="{FF2B5EF4-FFF2-40B4-BE49-F238E27FC236}">
                <a16:creationId xmlns:a16="http://schemas.microsoft.com/office/drawing/2014/main" id="{98EEFEDC-0792-4D50-AADF-77FDD5370367}"/>
              </a:ext>
            </a:extLst>
          </p:cNvPr>
          <p:cNvSpPr>
            <a:spLocks xmlns:a="http://schemas.openxmlformats.org/drawingml/2006/main" noGrp="1"/>
          </p:cNvSpPr>
          <p:nvPr/>
        </p:nvSpPr>
        <p:spPr>
          <a:xfrm xmlns:a="http://schemas.openxmlformats.org/drawingml/2006/main">
            <a:off x="514350" y="7267575"/>
            <a:ext cx="7239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확정 경계</a:t>
            </a:r>
          </a:p>
        </p:txBody>
      </p:sp>
      <p:sp>
        <p:nvSpPr>
          <p:cNvPr id="63" name="dp42-comparison / n59">
            <a:extLst xmlns:a="http://schemas.openxmlformats.org/drawingml/2006/main">
              <a:ext uri="{FF2B5EF4-FFF2-40B4-BE49-F238E27FC236}">
                <a16:creationId xmlns:a16="http://schemas.microsoft.com/office/drawing/2014/main" id="{D1355A83-5B1C-4456-9FD2-CFA5D6CD69D8}"/>
              </a:ext>
            </a:extLst>
          </p:cNvPr>
          <p:cNvSpPr>
            <a:spLocks xmlns:a="http://schemas.openxmlformats.org/drawingml/2006/main" noGrp="1"/>
          </p:cNvSpPr>
          <p:nvPr/>
        </p:nvSpPr>
        <p:spPr>
          <a:xfrm xmlns:a="http://schemas.openxmlformats.org/drawingml/2006/main">
            <a:off x="166687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2-comparison / n60 / text 1">
            <a:extLst xmlns:a="http://schemas.openxmlformats.org/drawingml/2006/main">
              <a:ext uri="{FF2B5EF4-FFF2-40B4-BE49-F238E27FC236}">
                <a16:creationId xmlns:a16="http://schemas.microsoft.com/office/drawing/2014/main" id="{73C605E0-AA3E-4616-A5E5-19A9929F5052}"/>
              </a:ext>
            </a:extLst>
          </p:cNvPr>
          <p:cNvSpPr>
            <a:spLocks xmlns:a="http://schemas.openxmlformats.org/drawingml/2006/main" noGrp="1"/>
          </p:cNvSpPr>
          <p:nvPr/>
        </p:nvSpPr>
        <p:spPr>
          <a:xfrm xmlns:a="http://schemas.openxmlformats.org/drawingml/2006/main">
            <a:off x="175260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5" name="dp42-comparison / n63 / path">
            <a:extLst xmlns:a="http://schemas.openxmlformats.org/drawingml/2006/main">
              <a:ext uri="{FF2B5EF4-FFF2-40B4-BE49-F238E27FC236}">
                <a16:creationId xmlns:a16="http://schemas.microsoft.com/office/drawing/2014/main" id="{7CC6F708-D79E-4002-86F1-669687E2BD57}"/>
              </a:ext>
            </a:extLst>
          </p:cNvPr>
          <p:cNvSpPr>
            <a:spLocks xmlns:a="http://schemas.openxmlformats.org/drawingml/2006/main" noGrp="1"/>
          </p:cNvSpPr>
          <p:nvPr/>
        </p:nvSpPr>
        <p:spPr>
          <a:xfrm xmlns:a="http://schemas.openxmlformats.org/drawingml/2006/main">
            <a:off x="423862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66" name="dp42-comparison / n63 / arrow">
            <a:extLst xmlns:a="http://schemas.openxmlformats.org/drawingml/2006/main">
              <a:ext uri="{FF2B5EF4-FFF2-40B4-BE49-F238E27FC236}">
                <a16:creationId xmlns:a16="http://schemas.microsoft.com/office/drawing/2014/main" id="{6A336258-49A6-4917-B363-D9FE31D2124B}"/>
              </a:ext>
            </a:extLst>
          </p:cNvPr>
          <p:cNvSpPr>
            <a:spLocks xmlns:a="http://schemas.openxmlformats.org/drawingml/2006/main" noGrp="1"/>
          </p:cNvSpPr>
          <p:nvPr/>
        </p:nvSpPr>
        <p:spPr>
          <a:xfrm xmlns:a="http://schemas.openxmlformats.org/drawingml/2006/main">
            <a:off x="450494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7" name="dp42-comparison / n68 / path">
            <a:extLst xmlns:a="http://schemas.openxmlformats.org/drawingml/2006/main">
              <a:ext uri="{FF2B5EF4-FFF2-40B4-BE49-F238E27FC236}">
                <a16:creationId xmlns:a16="http://schemas.microsoft.com/office/drawing/2014/main" id="{A68B1913-CF47-4E59-B11F-105DE7B22F82}"/>
              </a:ext>
            </a:extLst>
          </p:cNvPr>
          <p:cNvSpPr>
            <a:spLocks xmlns:a="http://schemas.openxmlformats.org/drawingml/2006/main" noGrp="1"/>
          </p:cNvSpPr>
          <p:nvPr/>
        </p:nvSpPr>
        <p:spPr>
          <a:xfrm xmlns:a="http://schemas.openxmlformats.org/drawingml/2006/main">
            <a:off x="3105150" y="31623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68" name="dp42-comparison / n73 / path">
            <a:extLst xmlns:a="http://schemas.openxmlformats.org/drawingml/2006/main">
              <a:ext uri="{FF2B5EF4-FFF2-40B4-BE49-F238E27FC236}">
                <a16:creationId xmlns:a16="http://schemas.microsoft.com/office/drawing/2014/main" id="{E53D2E79-D79F-46EE-8E76-DE55DA595A7E}"/>
              </a:ext>
            </a:extLst>
          </p:cNvPr>
          <p:cNvSpPr>
            <a:spLocks xmlns:a="http://schemas.openxmlformats.org/drawingml/2006/main" noGrp="1"/>
          </p:cNvSpPr>
          <p:nvPr/>
        </p:nvSpPr>
        <p:spPr>
          <a:xfrm xmlns:a="http://schemas.openxmlformats.org/drawingml/2006/main">
            <a:off x="3105150" y="3343275"/>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69" name="dp42-comparison / n78 / path">
            <a:extLst xmlns:a="http://schemas.openxmlformats.org/drawingml/2006/main">
              <a:ext uri="{FF2B5EF4-FFF2-40B4-BE49-F238E27FC236}">
                <a16:creationId xmlns:a16="http://schemas.microsoft.com/office/drawing/2014/main" id="{7F3292B3-91A8-49D7-921E-9577F8656394}"/>
              </a:ext>
            </a:extLst>
          </p:cNvPr>
          <p:cNvSpPr>
            <a:spLocks xmlns:a="http://schemas.openxmlformats.org/drawingml/2006/main" noGrp="1"/>
          </p:cNvSpPr>
          <p:nvPr/>
        </p:nvSpPr>
        <p:spPr>
          <a:xfrm xmlns:a="http://schemas.openxmlformats.org/drawingml/2006/main">
            <a:off x="3105150" y="35242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70" name="dp42-comparison / n81">
            <a:extLst xmlns:a="http://schemas.openxmlformats.org/drawingml/2006/main">
              <a:ext uri="{FF2B5EF4-FFF2-40B4-BE49-F238E27FC236}">
                <a16:creationId xmlns:a16="http://schemas.microsoft.com/office/drawing/2014/main" id="{C71C96E6-6249-4E40-8220-6DA8A9A85A26}"/>
              </a:ext>
            </a:extLst>
          </p:cNvPr>
          <p:cNvSpPr>
            <a:spLocks xmlns:a="http://schemas.openxmlformats.org/drawingml/2006/main" noGrp="1"/>
          </p:cNvSpPr>
          <p:nvPr/>
        </p:nvSpPr>
        <p:spPr>
          <a:xfrm xmlns:a="http://schemas.openxmlformats.org/drawingml/2006/main">
            <a:off x="1571625" y="3638550"/>
            <a:ext cx="771525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solid"/>
          </a:ln>
        </p:spPr>
      </p:sp>
      <p:sp>
        <p:nvSpPr>
          <p:cNvPr id="71" name="dp42-comparison / n82 / text 1">
            <a:extLst xmlns:a="http://schemas.openxmlformats.org/drawingml/2006/main">
              <a:ext uri="{FF2B5EF4-FFF2-40B4-BE49-F238E27FC236}">
                <a16:creationId xmlns:a16="http://schemas.microsoft.com/office/drawing/2014/main" id="{82B7AB86-7B9B-4941-9B5E-6F2D911467A8}"/>
              </a:ext>
            </a:extLst>
          </p:cNvPr>
          <p:cNvSpPr>
            <a:spLocks xmlns:a="http://schemas.openxmlformats.org/drawingml/2006/main" noGrp="1"/>
          </p:cNvSpPr>
          <p:nvPr/>
        </p:nvSpPr>
        <p:spPr>
          <a:xfrm xmlns:a="http://schemas.openxmlformats.org/drawingml/2006/main">
            <a:off x="1695450" y="37338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VIA Core</a:t>
            </a:r>
          </a:p>
        </p:txBody>
      </p:sp>
      <p:sp>
        <p:nvSpPr>
          <p:cNvPr id="72" name="dp42-comparison / n85">
            <a:extLst xmlns:a="http://schemas.openxmlformats.org/drawingml/2006/main">
              <a:ext uri="{FF2B5EF4-FFF2-40B4-BE49-F238E27FC236}">
                <a16:creationId xmlns:a16="http://schemas.microsoft.com/office/drawing/2014/main" id="{A5DA1D9E-DE2D-4ACC-A694-FC58CE5C49B4}"/>
              </a:ext>
            </a:extLst>
          </p:cNvPr>
          <p:cNvSpPr>
            <a:spLocks xmlns:a="http://schemas.openxmlformats.org/drawingml/2006/main" noGrp="1"/>
          </p:cNvSpPr>
          <p:nvPr/>
        </p:nvSpPr>
        <p:spPr>
          <a:xfrm xmlns:a="http://schemas.openxmlformats.org/drawingml/2006/main">
            <a:off x="171450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3" name="dp42-comparison / n86 / text 1">
            <a:extLst xmlns:a="http://schemas.openxmlformats.org/drawingml/2006/main">
              <a:ext uri="{FF2B5EF4-FFF2-40B4-BE49-F238E27FC236}">
                <a16:creationId xmlns:a16="http://schemas.microsoft.com/office/drawing/2014/main" id="{2A8F5069-BA15-420F-B6ED-799E8A1ED86C}"/>
              </a:ext>
            </a:extLst>
          </p:cNvPr>
          <p:cNvSpPr>
            <a:spLocks xmlns:a="http://schemas.openxmlformats.org/drawingml/2006/main" noGrp="1"/>
          </p:cNvSpPr>
          <p:nvPr/>
        </p:nvSpPr>
        <p:spPr>
          <a:xfrm xmlns:a="http://schemas.openxmlformats.org/drawingml/2006/main">
            <a:off x="183832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74" name="dp42-comparison / n87">
            <a:extLst xmlns:a="http://schemas.openxmlformats.org/drawingml/2006/main">
              <a:ext uri="{FF2B5EF4-FFF2-40B4-BE49-F238E27FC236}">
                <a16:creationId xmlns:a16="http://schemas.microsoft.com/office/drawing/2014/main" id="{F35190D0-9603-4A51-AFA3-4C1D9855A123}"/>
              </a:ext>
            </a:extLst>
          </p:cNvPr>
          <p:cNvSpPr>
            <a:spLocks xmlns:a="http://schemas.openxmlformats.org/drawingml/2006/main" noGrp="1"/>
          </p:cNvSpPr>
          <p:nvPr/>
        </p:nvSpPr>
        <p:spPr>
          <a:xfrm xmlns:a="http://schemas.openxmlformats.org/drawingml/2006/main">
            <a:off x="180975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5" name="dp42-comparison / n88 / text 1">
            <a:extLst xmlns:a="http://schemas.openxmlformats.org/drawingml/2006/main">
              <a:ext uri="{FF2B5EF4-FFF2-40B4-BE49-F238E27FC236}">
                <a16:creationId xmlns:a16="http://schemas.microsoft.com/office/drawing/2014/main" id="{E9CCCFF8-5098-4BDC-AB02-3585B584D084}"/>
              </a:ext>
            </a:extLst>
          </p:cNvPr>
          <p:cNvSpPr>
            <a:spLocks xmlns:a="http://schemas.openxmlformats.org/drawingml/2006/main" noGrp="1"/>
          </p:cNvSpPr>
          <p:nvPr/>
        </p:nvSpPr>
        <p:spPr>
          <a:xfrm xmlns:a="http://schemas.openxmlformats.org/drawingml/2006/main">
            <a:off x="189547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76" name="dp42-comparison / n89">
            <a:extLst xmlns:a="http://schemas.openxmlformats.org/drawingml/2006/main">
              <a:ext uri="{FF2B5EF4-FFF2-40B4-BE49-F238E27FC236}">
                <a16:creationId xmlns:a16="http://schemas.microsoft.com/office/drawing/2014/main" id="{DB94B61B-D27D-44F4-9D7A-CFEFB557F826}"/>
              </a:ext>
            </a:extLst>
          </p:cNvPr>
          <p:cNvSpPr>
            <a:spLocks xmlns:a="http://schemas.openxmlformats.org/drawingml/2006/main" noGrp="1"/>
          </p:cNvSpPr>
          <p:nvPr/>
        </p:nvSpPr>
        <p:spPr>
          <a:xfrm xmlns:a="http://schemas.openxmlformats.org/drawingml/2006/main">
            <a:off x="595312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7" name="dp42-comparison / n90 / text 1">
            <a:extLst xmlns:a="http://schemas.openxmlformats.org/drawingml/2006/main">
              <a:ext uri="{FF2B5EF4-FFF2-40B4-BE49-F238E27FC236}">
                <a16:creationId xmlns:a16="http://schemas.microsoft.com/office/drawing/2014/main" id="{153BE170-E7BE-4A5F-8597-E698DF519B5F}"/>
              </a:ext>
            </a:extLst>
          </p:cNvPr>
          <p:cNvSpPr>
            <a:spLocks xmlns:a="http://schemas.openxmlformats.org/drawingml/2006/main" noGrp="1"/>
          </p:cNvSpPr>
          <p:nvPr/>
        </p:nvSpPr>
        <p:spPr>
          <a:xfrm xmlns:a="http://schemas.openxmlformats.org/drawingml/2006/main">
            <a:off x="607695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78" name="dp42-comparison / n91">
            <a:extLst xmlns:a="http://schemas.openxmlformats.org/drawingml/2006/main">
              <a:ext uri="{FF2B5EF4-FFF2-40B4-BE49-F238E27FC236}">
                <a16:creationId xmlns:a16="http://schemas.microsoft.com/office/drawing/2014/main" id="{95CAFA70-D387-416E-BA7C-1BACC8D783B0}"/>
              </a:ext>
            </a:extLst>
          </p:cNvPr>
          <p:cNvSpPr>
            <a:spLocks xmlns:a="http://schemas.openxmlformats.org/drawingml/2006/main" noGrp="1"/>
          </p:cNvSpPr>
          <p:nvPr/>
        </p:nvSpPr>
        <p:spPr>
          <a:xfrm xmlns:a="http://schemas.openxmlformats.org/drawingml/2006/main">
            <a:off x="6096000" y="4400550"/>
            <a:ext cx="2905125" cy="209550"/>
          </a:xfrm>
          <a:prstGeom xmlns:a="http://schemas.openxmlformats.org/drawingml/2006/main" prst="roundRect">
            <a:avLst>
              <a:gd name="adj" fmla="val 36364"/>
            </a:avLst>
          </a:prstGeom>
          <a:solidFill xmlns:a="http://schemas.openxmlformats.org/drawingml/2006/main">
            <a:srgbClr val="FFFFFF"/>
          </a:solidFill>
          <a:ln xmlns:a="http://schemas.openxmlformats.org/drawingml/2006/main" w="9525">
            <a:solidFill>
              <a:srgbClr val="000000"/>
            </a:solidFill>
            <a:prstDash val="solid"/>
          </a:ln>
        </p:spPr>
      </p:sp>
      <p:sp>
        <p:nvSpPr>
          <p:cNvPr id="79" name="dp42-comparison / n92 / text 1">
            <a:extLst xmlns:a="http://schemas.openxmlformats.org/drawingml/2006/main">
              <a:ext uri="{FF2B5EF4-FFF2-40B4-BE49-F238E27FC236}">
                <a16:creationId xmlns:a16="http://schemas.microsoft.com/office/drawing/2014/main" id="{85395D9F-EE52-4984-B22B-9CE6DFDBD188}"/>
              </a:ext>
            </a:extLst>
          </p:cNvPr>
          <p:cNvSpPr>
            <a:spLocks xmlns:a="http://schemas.openxmlformats.org/drawingml/2006/main" noGrp="1"/>
          </p:cNvSpPr>
          <p:nvPr/>
        </p:nvSpPr>
        <p:spPr>
          <a:xfrm xmlns:a="http://schemas.openxmlformats.org/drawingml/2006/main">
            <a:off x="618172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80" name="dp42-comparison / n93">
            <a:extLst xmlns:a="http://schemas.openxmlformats.org/drawingml/2006/main">
              <a:ext uri="{FF2B5EF4-FFF2-40B4-BE49-F238E27FC236}">
                <a16:creationId xmlns:a16="http://schemas.microsoft.com/office/drawing/2014/main" id="{20FE566B-4859-4261-8727-EAFA216B23AC}"/>
              </a:ext>
            </a:extLst>
          </p:cNvPr>
          <p:cNvSpPr>
            <a:spLocks xmlns:a="http://schemas.openxmlformats.org/drawingml/2006/main" noGrp="1"/>
          </p:cNvSpPr>
          <p:nvPr/>
        </p:nvSpPr>
        <p:spPr>
          <a:xfrm xmlns:a="http://schemas.openxmlformats.org/drawingml/2006/main">
            <a:off x="604837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1" name="dp42-comparison / n94 / text 1">
            <a:extLst xmlns:a="http://schemas.openxmlformats.org/drawingml/2006/main">
              <a:ext uri="{FF2B5EF4-FFF2-40B4-BE49-F238E27FC236}">
                <a16:creationId xmlns:a16="http://schemas.microsoft.com/office/drawing/2014/main" id="{6DA15493-6E62-48F1-B9E4-FE79F65EB644}"/>
              </a:ext>
            </a:extLst>
          </p:cNvPr>
          <p:cNvSpPr>
            <a:spLocks xmlns:a="http://schemas.openxmlformats.org/drawingml/2006/main" noGrp="1"/>
          </p:cNvSpPr>
          <p:nvPr/>
        </p:nvSpPr>
        <p:spPr>
          <a:xfrm xmlns:a="http://schemas.openxmlformats.org/drawingml/2006/main">
            <a:off x="613410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82" name="dp42-comparison / n95">
            <a:extLst xmlns:a="http://schemas.openxmlformats.org/drawingml/2006/main">
              <a:ext uri="{FF2B5EF4-FFF2-40B4-BE49-F238E27FC236}">
                <a16:creationId xmlns:a16="http://schemas.microsoft.com/office/drawing/2014/main" id="{A09EE2DD-2220-45A5-ABB8-FE1939176758}"/>
              </a:ext>
            </a:extLst>
          </p:cNvPr>
          <p:cNvSpPr>
            <a:spLocks xmlns:a="http://schemas.openxmlformats.org/drawingml/2006/main" noGrp="1"/>
          </p:cNvSpPr>
          <p:nvPr/>
        </p:nvSpPr>
        <p:spPr>
          <a:xfrm xmlns:a="http://schemas.openxmlformats.org/drawingml/2006/main">
            <a:off x="171450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3" name="dp42-comparison / n96 / text 1">
            <a:extLst xmlns:a="http://schemas.openxmlformats.org/drawingml/2006/main">
              <a:ext uri="{FF2B5EF4-FFF2-40B4-BE49-F238E27FC236}">
                <a16:creationId xmlns:a16="http://schemas.microsoft.com/office/drawing/2014/main" id="{E3C9C128-0F9B-4875-8F10-329419CB2DE3}"/>
              </a:ext>
            </a:extLst>
          </p:cNvPr>
          <p:cNvSpPr>
            <a:spLocks xmlns:a="http://schemas.openxmlformats.org/drawingml/2006/main" noGrp="1"/>
          </p:cNvSpPr>
          <p:nvPr/>
        </p:nvSpPr>
        <p:spPr>
          <a:xfrm xmlns:a="http://schemas.openxmlformats.org/drawingml/2006/main">
            <a:off x="183832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4" name="dp42-comparison / n97">
            <a:extLst xmlns:a="http://schemas.openxmlformats.org/drawingml/2006/main">
              <a:ext uri="{FF2B5EF4-FFF2-40B4-BE49-F238E27FC236}">
                <a16:creationId xmlns:a16="http://schemas.microsoft.com/office/drawing/2014/main" id="{BB1A1FE1-AE73-4177-A09D-295861F95BCA}"/>
              </a:ext>
            </a:extLst>
          </p:cNvPr>
          <p:cNvSpPr>
            <a:spLocks xmlns:a="http://schemas.openxmlformats.org/drawingml/2006/main" noGrp="1"/>
          </p:cNvSpPr>
          <p:nvPr/>
        </p:nvSpPr>
        <p:spPr>
          <a:xfrm xmlns:a="http://schemas.openxmlformats.org/drawingml/2006/main">
            <a:off x="180975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85" name="dp42-comparison / n98 / text 1">
            <a:extLst xmlns:a="http://schemas.openxmlformats.org/drawingml/2006/main">
              <a:ext uri="{FF2B5EF4-FFF2-40B4-BE49-F238E27FC236}">
                <a16:creationId xmlns:a16="http://schemas.microsoft.com/office/drawing/2014/main" id="{E8F62ECC-720A-45BA-80FE-01F20312C8FF}"/>
              </a:ext>
            </a:extLst>
          </p:cNvPr>
          <p:cNvSpPr>
            <a:spLocks xmlns:a="http://schemas.openxmlformats.org/drawingml/2006/main" noGrp="1"/>
          </p:cNvSpPr>
          <p:nvPr/>
        </p:nvSpPr>
        <p:spPr>
          <a:xfrm xmlns:a="http://schemas.openxmlformats.org/drawingml/2006/main">
            <a:off x="189547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86" name="dp42-comparison / n99">
            <a:extLst xmlns:a="http://schemas.openxmlformats.org/drawingml/2006/main">
              <a:ext uri="{FF2B5EF4-FFF2-40B4-BE49-F238E27FC236}">
                <a16:creationId xmlns:a16="http://schemas.microsoft.com/office/drawing/2014/main" id="{A66B51C4-EDD8-4762-8A4F-9B0069C976A1}"/>
              </a:ext>
            </a:extLst>
          </p:cNvPr>
          <p:cNvSpPr>
            <a:spLocks xmlns:a="http://schemas.openxmlformats.org/drawingml/2006/main" noGrp="1"/>
          </p:cNvSpPr>
          <p:nvPr/>
        </p:nvSpPr>
        <p:spPr>
          <a:xfrm xmlns:a="http://schemas.openxmlformats.org/drawingml/2006/main">
            <a:off x="595312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7" name="dp42-comparison / n100 / text 1">
            <a:extLst xmlns:a="http://schemas.openxmlformats.org/drawingml/2006/main">
              <a:ext uri="{FF2B5EF4-FFF2-40B4-BE49-F238E27FC236}">
                <a16:creationId xmlns:a16="http://schemas.microsoft.com/office/drawing/2014/main" id="{6A750B10-08C9-4B14-A9E4-57056B57A308}"/>
              </a:ext>
            </a:extLst>
          </p:cNvPr>
          <p:cNvSpPr>
            <a:spLocks xmlns:a="http://schemas.openxmlformats.org/drawingml/2006/main" noGrp="1"/>
          </p:cNvSpPr>
          <p:nvPr/>
        </p:nvSpPr>
        <p:spPr>
          <a:xfrm xmlns:a="http://schemas.openxmlformats.org/drawingml/2006/main">
            <a:off x="603885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88" name="dp42-comparison / n103 / path">
            <a:extLst xmlns:a="http://schemas.openxmlformats.org/drawingml/2006/main">
              <a:ext uri="{FF2B5EF4-FFF2-40B4-BE49-F238E27FC236}">
                <a16:creationId xmlns:a16="http://schemas.microsoft.com/office/drawing/2014/main" id="{C80814D5-8514-445B-A7C4-6CBABCDD8EF0}"/>
              </a:ext>
            </a:extLst>
          </p:cNvPr>
          <p:cNvSpPr>
            <a:spLocks xmlns:a="http://schemas.openxmlformats.org/drawingml/2006/main" noGrp="1"/>
          </p:cNvSpPr>
          <p:nvPr/>
        </p:nvSpPr>
        <p:spPr>
          <a:xfrm xmlns:a="http://schemas.openxmlformats.org/drawingml/2006/main">
            <a:off x="157162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89" name="dp42-comparison / n103 / arrow">
            <a:extLst xmlns:a="http://schemas.openxmlformats.org/drawingml/2006/main">
              <a:ext uri="{FF2B5EF4-FFF2-40B4-BE49-F238E27FC236}">
                <a16:creationId xmlns:a16="http://schemas.microsoft.com/office/drawing/2014/main" id="{15A3771E-FCEE-41B0-9FFE-2DD91C030AF6}"/>
              </a:ext>
            </a:extLst>
          </p:cNvPr>
          <p:cNvSpPr>
            <a:spLocks xmlns:a="http://schemas.openxmlformats.org/drawingml/2006/main" noGrp="1"/>
          </p:cNvSpPr>
          <p:nvPr/>
        </p:nvSpPr>
        <p:spPr>
          <a:xfrm xmlns:a="http://schemas.openxmlformats.org/drawingml/2006/main">
            <a:off x="164744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0" name="dp42-comparison / n104">
            <a:extLst xmlns:a="http://schemas.openxmlformats.org/drawingml/2006/main">
              <a:ext uri="{FF2B5EF4-FFF2-40B4-BE49-F238E27FC236}">
                <a16:creationId xmlns:a16="http://schemas.microsoft.com/office/drawing/2014/main" id="{57D2AAFC-A19D-4B95-B14B-EB6780810C75}"/>
              </a:ext>
            </a:extLst>
          </p:cNvPr>
          <p:cNvSpPr>
            <a:spLocks xmlns:a="http://schemas.openxmlformats.org/drawingml/2006/main" noGrp="1"/>
          </p:cNvSpPr>
          <p:nvPr/>
        </p:nvSpPr>
        <p:spPr>
          <a:xfrm xmlns:a="http://schemas.openxmlformats.org/drawingml/2006/main">
            <a:off x="5000625" y="5629275"/>
            <a:ext cx="4048125" cy="352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1" name="dp42-comparison / n105 / text 1">
            <a:extLst xmlns:a="http://schemas.openxmlformats.org/drawingml/2006/main">
              <a:ext uri="{FF2B5EF4-FFF2-40B4-BE49-F238E27FC236}">
                <a16:creationId xmlns:a16="http://schemas.microsoft.com/office/drawing/2014/main" id="{3C0BB988-B6AB-4188-A32C-3D6CEACDA8AA}"/>
              </a:ext>
            </a:extLst>
          </p:cNvPr>
          <p:cNvSpPr>
            <a:spLocks xmlns:a="http://schemas.openxmlformats.org/drawingml/2006/main" noGrp="1"/>
          </p:cNvSpPr>
          <p:nvPr/>
        </p:nvSpPr>
        <p:spPr>
          <a:xfrm xmlns:a="http://schemas.openxmlformats.org/drawingml/2006/main">
            <a:off x="5124450" y="5724525"/>
            <a:ext cx="38004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State Store</a:t>
            </a:r>
          </a:p>
        </p:txBody>
      </p:sp>
      <p:sp>
        <p:nvSpPr>
          <p:cNvPr id="92" name="dp42-comparison / n106">
            <a:extLst xmlns:a="http://schemas.openxmlformats.org/drawingml/2006/main">
              <a:ext uri="{FF2B5EF4-FFF2-40B4-BE49-F238E27FC236}">
                <a16:creationId xmlns:a16="http://schemas.microsoft.com/office/drawing/2014/main" id="{41D5F78E-404F-407F-8BAC-F223FC5E8F5F}"/>
              </a:ext>
            </a:extLst>
          </p:cNvPr>
          <p:cNvSpPr>
            <a:spLocks xmlns:a="http://schemas.openxmlformats.org/drawingml/2006/main" noGrp="1"/>
          </p:cNvSpPr>
          <p:nvPr/>
        </p:nvSpPr>
        <p:spPr>
          <a:xfrm xmlns:a="http://schemas.openxmlformats.org/drawingml/2006/main">
            <a:off x="7096125" y="5676900"/>
            <a:ext cx="1809750" cy="238125"/>
          </a:xfrm>
          <a:prstGeom xmlns:a="http://schemas.openxmlformats.org/drawingml/2006/main" prst="roundRect">
            <a:avLst>
              <a:gd name="adj" fmla="val 32000"/>
            </a:avLst>
          </a:prstGeom>
          <a:solidFill xmlns:a="http://schemas.openxmlformats.org/drawingml/2006/main">
            <a:srgbClr val="FFF0DD"/>
          </a:solidFill>
          <a:ln xmlns:a="http://schemas.openxmlformats.org/drawingml/2006/main" w="17145">
            <a:solidFill>
              <a:srgbClr val="B8753F"/>
            </a:solidFill>
            <a:prstDash val="solid"/>
          </a:ln>
        </p:spPr>
      </p:sp>
      <p:sp>
        <p:nvSpPr>
          <p:cNvPr id="93" name="dp42-comparison / n107 / text 1">
            <a:extLst xmlns:a="http://schemas.openxmlformats.org/drawingml/2006/main">
              <a:ext uri="{FF2B5EF4-FFF2-40B4-BE49-F238E27FC236}">
                <a16:creationId xmlns:a16="http://schemas.microsoft.com/office/drawing/2014/main" id="{36EB75ED-CEF3-40B3-9202-FBDF64DAB0D9}"/>
              </a:ext>
            </a:extLst>
          </p:cNvPr>
          <p:cNvSpPr>
            <a:spLocks xmlns:a="http://schemas.openxmlformats.org/drawingml/2006/main" noGrp="1"/>
          </p:cNvSpPr>
          <p:nvPr/>
        </p:nvSpPr>
        <p:spPr>
          <a:xfrm xmlns:a="http://schemas.openxmlformats.org/drawingml/2006/main">
            <a:off x="7181850" y="5709285"/>
            <a:ext cx="16383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트랜잭션 관리자</a:t>
            </a:r>
          </a:p>
        </p:txBody>
      </p:sp>
      <p:sp>
        <p:nvSpPr>
          <p:cNvPr id="94" name="dp42-comparison / n108 / path">
            <a:extLst xmlns:a="http://schemas.openxmlformats.org/drawingml/2006/main">
              <a:ext uri="{FF2B5EF4-FFF2-40B4-BE49-F238E27FC236}">
                <a16:creationId xmlns:a16="http://schemas.microsoft.com/office/drawing/2014/main" id="{22448E29-7EF5-4A13-9893-ED73FAFB49C3}"/>
              </a:ext>
            </a:extLst>
          </p:cNvPr>
          <p:cNvSpPr>
            <a:spLocks xmlns:a="http://schemas.openxmlformats.org/drawingml/2006/main" noGrp="1"/>
          </p:cNvSpPr>
          <p:nvPr/>
        </p:nvSpPr>
        <p:spPr>
          <a:xfrm xmlns:a="http://schemas.openxmlformats.org/drawingml/2006/main">
            <a:off x="4667250" y="4371975"/>
            <a:ext cx="2952750" cy="1304925"/>
          </a:xfrm>
          <a:custGeom xmlns:a="http://schemas.openxmlformats.org/drawingml/2006/main">
            <a:pathLst>
              <a:path w="2952750" h="1304925">
                <a:moveTo>
                  <a:pt x="0" y="0"/>
                </a:moveTo>
                <a:lnTo>
                  <a:pt x="190500" y="0"/>
                </a:lnTo>
                <a:lnTo>
                  <a:pt x="190500" y="1219200"/>
                </a:lnTo>
                <a:lnTo>
                  <a:pt x="2952750" y="1219200"/>
                </a:lnTo>
                <a:lnTo>
                  <a:pt x="2952750" y="1304925"/>
                </a:lnTo>
              </a:path>
            </a:pathLst>
          </a:custGeom>
          <a:noFill xmlns:a="http://schemas.openxmlformats.org/drawingml/2006/main"/>
          <a:ln xmlns:a="http://schemas.openxmlformats.org/drawingml/2006/main" w="10478">
            <a:solidFill>
              <a:srgbClr val="000000"/>
            </a:solidFill>
            <a:prstDash val="solid"/>
          </a:ln>
        </p:spPr>
      </p:sp>
      <p:sp>
        <p:nvSpPr>
          <p:cNvPr id="95" name="dp42-comparison / n108 / arrow">
            <a:extLst xmlns:a="http://schemas.openxmlformats.org/drawingml/2006/main">
              <a:ext uri="{FF2B5EF4-FFF2-40B4-BE49-F238E27FC236}">
                <a16:creationId xmlns:a16="http://schemas.microsoft.com/office/drawing/2014/main" id="{2A0BFFE5-72E4-48EA-BFFA-462306B92DFB}"/>
              </a:ext>
            </a:extLst>
          </p:cNvPr>
          <p:cNvSpPr>
            <a:spLocks xmlns:a="http://schemas.openxmlformats.org/drawingml/2006/main" noGrp="1"/>
          </p:cNvSpPr>
          <p:nvPr/>
        </p:nvSpPr>
        <p:spPr>
          <a:xfrm xmlns:a="http://schemas.openxmlformats.org/drawingml/2006/main">
            <a:off x="7586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6" name="dp42-comparison / n109 / path">
            <a:extLst xmlns:a="http://schemas.openxmlformats.org/drawingml/2006/main">
              <a:ext uri="{FF2B5EF4-FFF2-40B4-BE49-F238E27FC236}">
                <a16:creationId xmlns:a16="http://schemas.microsoft.com/office/drawing/2014/main" id="{2DD7DCFA-4E4F-45D3-83FB-7DB3304AC8B9}"/>
              </a:ext>
            </a:extLst>
          </p:cNvPr>
          <p:cNvSpPr>
            <a:spLocks xmlns:a="http://schemas.openxmlformats.org/drawingml/2006/main" noGrp="1"/>
          </p:cNvSpPr>
          <p:nvPr/>
        </p:nvSpPr>
        <p:spPr>
          <a:xfrm xmlns:a="http://schemas.openxmlformats.org/drawingml/2006/main">
            <a:off x="5848350" y="4371975"/>
            <a:ext cx="2152650" cy="1304925"/>
          </a:xfrm>
          <a:custGeom xmlns:a="http://schemas.openxmlformats.org/drawingml/2006/main">
            <a:pathLst>
              <a:path w="2152650" h="1304925">
                <a:moveTo>
                  <a:pt x="104775" y="0"/>
                </a:moveTo>
                <a:lnTo>
                  <a:pt x="0" y="0"/>
                </a:lnTo>
                <a:lnTo>
                  <a:pt x="0" y="1190625"/>
                </a:lnTo>
                <a:lnTo>
                  <a:pt x="2152650" y="1190625"/>
                </a:lnTo>
                <a:lnTo>
                  <a:pt x="2152650" y="1304925"/>
                </a:lnTo>
              </a:path>
            </a:pathLst>
          </a:custGeom>
          <a:noFill xmlns:a="http://schemas.openxmlformats.org/drawingml/2006/main"/>
          <a:ln xmlns:a="http://schemas.openxmlformats.org/drawingml/2006/main" w="10478">
            <a:solidFill>
              <a:srgbClr val="000000"/>
            </a:solidFill>
            <a:prstDash val="solid"/>
          </a:ln>
        </p:spPr>
      </p:sp>
      <p:sp>
        <p:nvSpPr>
          <p:cNvPr id="97" name="dp42-comparison / n109 / arrow">
            <a:extLst xmlns:a="http://schemas.openxmlformats.org/drawingml/2006/main">
              <a:ext uri="{FF2B5EF4-FFF2-40B4-BE49-F238E27FC236}">
                <a16:creationId xmlns:a16="http://schemas.microsoft.com/office/drawing/2014/main" id="{2DC20368-EE80-47FF-86E4-3AC3140EF1FA}"/>
              </a:ext>
            </a:extLst>
          </p:cNvPr>
          <p:cNvSpPr>
            <a:spLocks xmlns:a="http://schemas.openxmlformats.org/drawingml/2006/main" noGrp="1"/>
          </p:cNvSpPr>
          <p:nvPr/>
        </p:nvSpPr>
        <p:spPr>
          <a:xfrm xmlns:a="http://schemas.openxmlformats.org/drawingml/2006/main">
            <a:off x="7967472" y="56098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8" name="dp42-comparison / n110 / path">
            <a:extLst xmlns:a="http://schemas.openxmlformats.org/drawingml/2006/main">
              <a:ext uri="{FF2B5EF4-FFF2-40B4-BE49-F238E27FC236}">
                <a16:creationId xmlns:a16="http://schemas.microsoft.com/office/drawing/2014/main" id="{C32CB2B3-6EA9-4CF4-9D69-F7AEC90A4FC9}"/>
              </a:ext>
            </a:extLst>
          </p:cNvPr>
          <p:cNvSpPr>
            <a:spLocks xmlns:a="http://schemas.openxmlformats.org/drawingml/2006/main" noGrp="1"/>
          </p:cNvSpPr>
          <p:nvPr/>
        </p:nvSpPr>
        <p:spPr>
          <a:xfrm xmlns:a="http://schemas.openxmlformats.org/drawingml/2006/main">
            <a:off x="4667250" y="4314825"/>
            <a:ext cx="2428875" cy="1704975"/>
          </a:xfrm>
          <a:custGeom xmlns:a="http://schemas.openxmlformats.org/drawingml/2006/main">
            <a:pathLst>
              <a:path w="2428875" h="1704975">
                <a:moveTo>
                  <a:pt x="2428875" y="1481138"/>
                </a:moveTo>
                <a:lnTo>
                  <a:pt x="2343150" y="1481138"/>
                </a:lnTo>
                <a:lnTo>
                  <a:pt x="2343150" y="1704975"/>
                </a:lnTo>
                <a:lnTo>
                  <a:pt x="228600" y="1704975"/>
                </a:lnTo>
                <a:lnTo>
                  <a:pt x="228600" y="0"/>
                </a:lnTo>
                <a:lnTo>
                  <a:pt x="0" y="0"/>
                </a:lnTo>
              </a:path>
            </a:pathLst>
          </a:custGeom>
          <a:noFill xmlns:a="http://schemas.openxmlformats.org/drawingml/2006/main"/>
          <a:ln xmlns:a="http://schemas.openxmlformats.org/drawingml/2006/main" w="10478">
            <a:solidFill>
              <a:srgbClr val="000000"/>
            </a:solidFill>
            <a:prstDash val="dash"/>
          </a:ln>
        </p:spPr>
      </p:sp>
      <p:sp>
        <p:nvSpPr>
          <p:cNvPr id="99" name="dp42-comparison / n110 / arrow">
            <a:extLst xmlns:a="http://schemas.openxmlformats.org/drawingml/2006/main">
              <a:ext uri="{FF2B5EF4-FFF2-40B4-BE49-F238E27FC236}">
                <a16:creationId xmlns:a16="http://schemas.microsoft.com/office/drawing/2014/main" id="{69443424-79BA-488C-B92F-77E1C7A3889E}"/>
              </a:ext>
            </a:extLst>
          </p:cNvPr>
          <p:cNvSpPr>
            <a:spLocks xmlns:a="http://schemas.openxmlformats.org/drawingml/2006/main" noGrp="1"/>
          </p:cNvSpPr>
          <p:nvPr/>
        </p:nvSpPr>
        <p:spPr>
          <a:xfrm xmlns:a="http://schemas.openxmlformats.org/drawingml/2006/main">
            <a:off x="466725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0" name="dp42-comparison / n111 / path">
            <a:extLst xmlns:a="http://schemas.openxmlformats.org/drawingml/2006/main">
              <a:ext uri="{FF2B5EF4-FFF2-40B4-BE49-F238E27FC236}">
                <a16:creationId xmlns:a16="http://schemas.microsoft.com/office/drawing/2014/main" id="{81F6B230-1B50-461D-B11B-EE8FA29E85FE}"/>
              </a:ext>
            </a:extLst>
          </p:cNvPr>
          <p:cNvSpPr>
            <a:spLocks xmlns:a="http://schemas.openxmlformats.org/drawingml/2006/main" noGrp="1"/>
          </p:cNvSpPr>
          <p:nvPr/>
        </p:nvSpPr>
        <p:spPr>
          <a:xfrm xmlns:a="http://schemas.openxmlformats.org/drawingml/2006/main">
            <a:off x="8905875" y="4314825"/>
            <a:ext cx="295275" cy="1481138"/>
          </a:xfrm>
          <a:custGeom xmlns:a="http://schemas.openxmlformats.org/drawingml/2006/main">
            <a:pathLst>
              <a:path w="295275" h="1481138">
                <a:moveTo>
                  <a:pt x="0" y="1481138"/>
                </a:moveTo>
                <a:lnTo>
                  <a:pt x="295275" y="1481138"/>
                </a:lnTo>
                <a:lnTo>
                  <a:pt x="295275" y="0"/>
                </a:lnTo>
                <a:lnTo>
                  <a:pt x="238125" y="0"/>
                </a:lnTo>
              </a:path>
            </a:pathLst>
          </a:custGeom>
          <a:noFill xmlns:a="http://schemas.openxmlformats.org/drawingml/2006/main"/>
          <a:ln xmlns:a="http://schemas.openxmlformats.org/drawingml/2006/main" w="10478">
            <a:solidFill>
              <a:srgbClr val="000000"/>
            </a:solidFill>
            <a:prstDash val="dash"/>
          </a:ln>
        </p:spPr>
      </p:sp>
      <p:sp>
        <p:nvSpPr>
          <p:cNvPr id="101" name="dp42-comparison / n111 / arrow">
            <a:extLst xmlns:a="http://schemas.openxmlformats.org/drawingml/2006/main">
              <a:ext uri="{FF2B5EF4-FFF2-40B4-BE49-F238E27FC236}">
                <a16:creationId xmlns:a16="http://schemas.microsoft.com/office/drawing/2014/main" id="{396734A1-45BE-4203-8134-A295787898E5}"/>
              </a:ext>
            </a:extLst>
          </p:cNvPr>
          <p:cNvSpPr>
            <a:spLocks xmlns:a="http://schemas.openxmlformats.org/drawingml/2006/main" noGrp="1"/>
          </p:cNvSpPr>
          <p:nvPr/>
        </p:nvSpPr>
        <p:spPr>
          <a:xfrm xmlns:a="http://schemas.openxmlformats.org/drawingml/2006/main">
            <a:off x="9144000" y="428129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2" name="dp42-comparison / n116 / path">
            <a:extLst xmlns:a="http://schemas.openxmlformats.org/drawingml/2006/main">
              <a:ext uri="{FF2B5EF4-FFF2-40B4-BE49-F238E27FC236}">
                <a16:creationId xmlns:a16="http://schemas.microsoft.com/office/drawing/2014/main" id="{56E8CD36-DD3E-4F99-BEB8-63E7EFAAD683}"/>
              </a:ext>
            </a:extLst>
          </p:cNvPr>
          <p:cNvSpPr>
            <a:spLocks xmlns:a="http://schemas.openxmlformats.org/drawingml/2006/main" noGrp="1"/>
          </p:cNvSpPr>
          <p:nvPr/>
        </p:nvSpPr>
        <p:spPr>
          <a:xfrm xmlns:a="http://schemas.openxmlformats.org/drawingml/2006/main">
            <a:off x="754856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03" name="dp42-comparison / n116 / arrow">
            <a:extLst xmlns:a="http://schemas.openxmlformats.org/drawingml/2006/main">
              <a:ext uri="{FF2B5EF4-FFF2-40B4-BE49-F238E27FC236}">
                <a16:creationId xmlns:a16="http://schemas.microsoft.com/office/drawing/2014/main" id="{59E9A60A-E7DA-4268-BC68-88D2012A32AB}"/>
              </a:ext>
            </a:extLst>
          </p:cNvPr>
          <p:cNvSpPr>
            <a:spLocks xmlns:a="http://schemas.openxmlformats.org/drawingml/2006/main" noGrp="1"/>
          </p:cNvSpPr>
          <p:nvPr/>
        </p:nvSpPr>
        <p:spPr>
          <a:xfrm xmlns:a="http://schemas.openxmlformats.org/drawingml/2006/main">
            <a:off x="751503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04" name="dp42-comparison / n119 / path">
            <a:extLst xmlns:a="http://schemas.openxmlformats.org/drawingml/2006/main">
              <a:ext uri="{FF2B5EF4-FFF2-40B4-BE49-F238E27FC236}">
                <a16:creationId xmlns:a16="http://schemas.microsoft.com/office/drawing/2014/main" id="{202D84B2-B16F-434D-A6CA-9ED35CDCC9CD}"/>
              </a:ext>
            </a:extLst>
          </p:cNvPr>
          <p:cNvSpPr>
            <a:spLocks xmlns:a="http://schemas.openxmlformats.org/drawingml/2006/main" noGrp="1"/>
          </p:cNvSpPr>
          <p:nvPr/>
        </p:nvSpPr>
        <p:spPr>
          <a:xfrm xmlns:a="http://schemas.openxmlformats.org/drawingml/2006/main">
            <a:off x="1571625" y="70389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05" name="dp42-comparison / n61">
            <a:extLst xmlns:a="http://schemas.openxmlformats.org/drawingml/2006/main">
              <a:ext uri="{FF2B5EF4-FFF2-40B4-BE49-F238E27FC236}">
                <a16:creationId xmlns:a16="http://schemas.microsoft.com/office/drawing/2014/main" id="{DD0AC064-F3D7-43B8-BAC4-E3D507BC74B1}"/>
              </a:ext>
            </a:extLst>
          </p:cNvPr>
          <p:cNvSpPr>
            <a:spLocks xmlns:a="http://schemas.openxmlformats.org/drawingml/2006/main" noGrp="1"/>
          </p:cNvSpPr>
          <p:nvPr/>
        </p:nvSpPr>
        <p:spPr>
          <a:xfrm xmlns:a="http://schemas.openxmlformats.org/drawingml/2006/main">
            <a:off x="457200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6" name="dp42-comparison / n61 / fold">
            <a:extLst xmlns:a="http://schemas.openxmlformats.org/drawingml/2006/main">
              <a:ext uri="{FF2B5EF4-FFF2-40B4-BE49-F238E27FC236}">
                <a16:creationId xmlns:a16="http://schemas.microsoft.com/office/drawing/2014/main" id="{2E8EB22F-2FBC-4A91-ABAE-1D4BD6EDC09B}"/>
              </a:ext>
            </a:extLst>
          </p:cNvPr>
          <p:cNvSpPr>
            <a:spLocks xmlns:a="http://schemas.openxmlformats.org/drawingml/2006/main" noGrp="1"/>
          </p:cNvSpPr>
          <p:nvPr/>
        </p:nvSpPr>
        <p:spPr>
          <a:xfrm xmlns:a="http://schemas.openxmlformats.org/drawingml/2006/main">
            <a:off x="906780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7" name="dp42-comparison / n62 / text 1">
            <a:extLst xmlns:a="http://schemas.openxmlformats.org/drawingml/2006/main">
              <a:ext uri="{FF2B5EF4-FFF2-40B4-BE49-F238E27FC236}">
                <a16:creationId xmlns:a16="http://schemas.microsoft.com/office/drawing/2014/main" id="{03145C7D-673D-4F36-A81C-B26B7F0936D6}"/>
              </a:ext>
            </a:extLst>
          </p:cNvPr>
          <p:cNvSpPr>
            <a:spLocks xmlns:a="http://schemas.openxmlformats.org/drawingml/2006/main" noGrp="1"/>
          </p:cNvSpPr>
          <p:nvPr/>
        </p:nvSpPr>
        <p:spPr>
          <a:xfrm xmlns:a="http://schemas.openxmlformats.org/drawingml/2006/main">
            <a:off x="466725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08" name="dp42-comparison / n64">
            <a:extLst xmlns:a="http://schemas.openxmlformats.org/drawingml/2006/main">
              <a:ext uri="{FF2B5EF4-FFF2-40B4-BE49-F238E27FC236}">
                <a16:creationId xmlns:a16="http://schemas.microsoft.com/office/drawing/2014/main" id="{504B11EE-C812-4918-A9AD-300CF28C4C60}"/>
              </a:ext>
            </a:extLst>
          </p:cNvPr>
          <p:cNvSpPr>
            <a:spLocks xmlns:a="http://schemas.openxmlformats.org/drawingml/2006/main" noGrp="1"/>
          </p:cNvSpPr>
          <p:nvPr/>
        </p:nvSpPr>
        <p:spPr>
          <a:xfrm xmlns:a="http://schemas.openxmlformats.org/drawingml/2006/main">
            <a:off x="1647825" y="2781300"/>
            <a:ext cx="466344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9" name="dp42-comparison / n65 / text 1">
            <a:extLst xmlns:a="http://schemas.openxmlformats.org/drawingml/2006/main">
              <a:ext uri="{FF2B5EF4-FFF2-40B4-BE49-F238E27FC236}">
                <a16:creationId xmlns:a16="http://schemas.microsoft.com/office/drawing/2014/main" id="{B2BA7EC2-7148-459D-B94C-BA8998DC7F2D}"/>
              </a:ext>
            </a:extLst>
          </p:cNvPr>
          <p:cNvSpPr>
            <a:spLocks xmlns:a="http://schemas.openxmlformats.org/drawingml/2006/main" noGrp="1"/>
          </p:cNvSpPr>
          <p:nvPr/>
        </p:nvSpPr>
        <p:spPr>
          <a:xfrm xmlns:a="http://schemas.openxmlformats.org/drawingml/2006/main">
            <a:off x="1666875" y="27908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공통 장면: 보고서 기간 질문 Question1을 Publication1로 실제 제시</a:t>
            </a:r>
          </a:p>
        </p:txBody>
      </p:sp>
      <p:sp>
        <p:nvSpPr>
          <p:cNvPr id="110" name="dp42-comparison / n66">
            <a:extLst xmlns:a="http://schemas.openxmlformats.org/drawingml/2006/main">
              <a:ext uri="{FF2B5EF4-FFF2-40B4-BE49-F238E27FC236}">
                <a16:creationId xmlns:a16="http://schemas.microsoft.com/office/drawing/2014/main" id="{8A88B329-0A09-42E6-92DC-4028A1E6F0D1}"/>
              </a:ext>
            </a:extLst>
          </p:cNvPr>
          <p:cNvSpPr>
            <a:spLocks xmlns:a="http://schemas.openxmlformats.org/drawingml/2006/main" noGrp="1"/>
          </p:cNvSpPr>
          <p:nvPr/>
        </p:nvSpPr>
        <p:spPr>
          <a:xfrm xmlns:a="http://schemas.openxmlformats.org/drawingml/2006/main">
            <a:off x="1647825" y="3019425"/>
            <a:ext cx="10098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1" name="dp42-comparison / n67 / text 1">
            <a:extLst xmlns:a="http://schemas.openxmlformats.org/drawingml/2006/main">
              <a:ext uri="{FF2B5EF4-FFF2-40B4-BE49-F238E27FC236}">
                <a16:creationId xmlns:a16="http://schemas.microsoft.com/office/drawing/2014/main" id="{D7E26FA2-390B-4ACC-8C0D-8300C5E6090A}"/>
              </a:ext>
            </a:extLst>
          </p:cNvPr>
          <p:cNvSpPr>
            <a:spLocks xmlns:a="http://schemas.openxmlformats.org/drawingml/2006/main" noGrp="1"/>
          </p:cNvSpPr>
          <p:nvPr/>
        </p:nvSpPr>
        <p:spPr>
          <a:xfrm xmlns:a="http://schemas.openxmlformats.org/drawingml/2006/main">
            <a:off x="1666875" y="302895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Conversation1</a:t>
            </a:r>
          </a:p>
        </p:txBody>
      </p:sp>
      <p:sp>
        <p:nvSpPr>
          <p:cNvPr id="112" name="dp42-comparison / n69">
            <a:extLst xmlns:a="http://schemas.openxmlformats.org/drawingml/2006/main">
              <a:ext uri="{FF2B5EF4-FFF2-40B4-BE49-F238E27FC236}">
                <a16:creationId xmlns:a16="http://schemas.microsoft.com/office/drawing/2014/main" id="{8636B155-C9A5-4EDF-8E07-0485C12F6615}"/>
              </a:ext>
            </a:extLst>
          </p:cNvPr>
          <p:cNvSpPr>
            <a:spLocks xmlns:a="http://schemas.openxmlformats.org/drawingml/2006/main" noGrp="1"/>
          </p:cNvSpPr>
          <p:nvPr/>
        </p:nvSpPr>
        <p:spPr>
          <a:xfrm xmlns:a="http://schemas.openxmlformats.org/drawingml/2006/main">
            <a:off x="3171825" y="3009900"/>
            <a:ext cx="89458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2-comparison / n70 / text 1">
            <a:extLst xmlns:a="http://schemas.openxmlformats.org/drawingml/2006/main">
              <a:ext uri="{FF2B5EF4-FFF2-40B4-BE49-F238E27FC236}">
                <a16:creationId xmlns:a16="http://schemas.microsoft.com/office/drawing/2014/main" id="{0E4A1D94-36CA-415F-8B02-1DFD4BE831B6}"/>
              </a:ext>
            </a:extLst>
          </p:cNvPr>
          <p:cNvSpPr>
            <a:spLocks xmlns:a="http://schemas.openxmlformats.org/drawingml/2006/main" noGrp="1"/>
          </p:cNvSpPr>
          <p:nvPr/>
        </p:nvSpPr>
        <p:spPr>
          <a:xfrm xmlns:a="http://schemas.openxmlformats.org/drawingml/2006/main">
            <a:off x="3190875" y="301942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연결 유지</a:t>
            </a:r>
          </a:p>
        </p:txBody>
      </p:sp>
      <p:sp>
        <p:nvSpPr>
          <p:cNvPr id="114" name="dp42-comparison / n71">
            <a:extLst xmlns:a="http://schemas.openxmlformats.org/drawingml/2006/main">
              <a:ext uri="{FF2B5EF4-FFF2-40B4-BE49-F238E27FC236}">
                <a16:creationId xmlns:a16="http://schemas.microsoft.com/office/drawing/2014/main" id="{EFD9F32C-ECA9-4211-B633-B77297DF2E1B}"/>
              </a:ext>
            </a:extLst>
          </p:cNvPr>
          <p:cNvSpPr>
            <a:spLocks xmlns:a="http://schemas.openxmlformats.org/drawingml/2006/main" noGrp="1"/>
          </p:cNvSpPr>
          <p:nvPr/>
        </p:nvSpPr>
        <p:spPr>
          <a:xfrm xmlns:a="http://schemas.openxmlformats.org/drawingml/2006/main">
            <a:off x="1647825" y="3200400"/>
            <a:ext cx="6507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2-comparison / n72 / text 1">
            <a:extLst xmlns:a="http://schemas.openxmlformats.org/drawingml/2006/main">
              <a:ext uri="{FF2B5EF4-FFF2-40B4-BE49-F238E27FC236}">
                <a16:creationId xmlns:a16="http://schemas.microsoft.com/office/drawing/2014/main" id="{1902D538-836B-42D5-84E4-19CB43B4D586}"/>
              </a:ext>
            </a:extLst>
          </p:cNvPr>
          <p:cNvSpPr>
            <a:spLocks xmlns:a="http://schemas.openxmlformats.org/drawingml/2006/main" noGrp="1"/>
          </p:cNvSpPr>
          <p:nvPr/>
        </p:nvSpPr>
        <p:spPr>
          <a:xfrm xmlns:a="http://schemas.openxmlformats.org/drawingml/2006/main">
            <a:off x="1666875" y="3209925"/>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Request1</a:t>
            </a:r>
          </a:p>
        </p:txBody>
      </p:sp>
      <p:sp>
        <p:nvSpPr>
          <p:cNvPr id="116" name="dp42-comparison / n74">
            <a:extLst xmlns:a="http://schemas.openxmlformats.org/drawingml/2006/main">
              <a:ext uri="{FF2B5EF4-FFF2-40B4-BE49-F238E27FC236}">
                <a16:creationId xmlns:a16="http://schemas.microsoft.com/office/drawing/2014/main" id="{3E2AF87F-B273-4334-9FB0-61258CC0681E}"/>
              </a:ext>
            </a:extLst>
          </p:cNvPr>
          <p:cNvSpPr>
            <a:spLocks xmlns:a="http://schemas.openxmlformats.org/drawingml/2006/main" noGrp="1"/>
          </p:cNvSpPr>
          <p:nvPr/>
        </p:nvSpPr>
        <p:spPr>
          <a:xfrm xmlns:a="http://schemas.openxmlformats.org/drawingml/2006/main">
            <a:off x="3171825" y="3190875"/>
            <a:ext cx="23576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7" name="dp42-comparison / n75 / text 1">
            <a:extLst xmlns:a="http://schemas.openxmlformats.org/drawingml/2006/main">
              <a:ext uri="{FF2B5EF4-FFF2-40B4-BE49-F238E27FC236}">
                <a16:creationId xmlns:a16="http://schemas.microsoft.com/office/drawing/2014/main" id="{18D3D245-D1D1-4EB5-A3C0-728719456E6D}"/>
              </a:ext>
            </a:extLst>
          </p:cNvPr>
          <p:cNvSpPr>
            <a:spLocks xmlns:a="http://schemas.openxmlformats.org/drawingml/2006/main" noGrp="1"/>
          </p:cNvSpPr>
          <p:nvPr/>
        </p:nvSpPr>
        <p:spPr>
          <a:xfrm xmlns:a="http://schemas.openxmlformats.org/drawingml/2006/main">
            <a:off x="3190875" y="3200400"/>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Agent 답변 접수 확인 뒤 요청 처리 종료</a:t>
            </a:r>
          </a:p>
        </p:txBody>
      </p:sp>
      <p:sp>
        <p:nvSpPr>
          <p:cNvPr id="118" name="dp42-comparison / n76">
            <a:extLst xmlns:a="http://schemas.openxmlformats.org/drawingml/2006/main">
              <a:ext uri="{FF2B5EF4-FFF2-40B4-BE49-F238E27FC236}">
                <a16:creationId xmlns:a16="http://schemas.microsoft.com/office/drawing/2014/main" id="{99A14007-163F-419D-AA0F-D351ED8DF20C}"/>
              </a:ext>
            </a:extLst>
          </p:cNvPr>
          <p:cNvSpPr>
            <a:spLocks xmlns:a="http://schemas.openxmlformats.org/drawingml/2006/main" noGrp="1"/>
          </p:cNvSpPr>
          <p:nvPr/>
        </p:nvSpPr>
        <p:spPr>
          <a:xfrm xmlns:a="http://schemas.openxmlformats.org/drawingml/2006/main">
            <a:off x="1647825" y="3381375"/>
            <a:ext cx="435292"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9" name="dp42-comparison / n77 / text 1">
            <a:extLst xmlns:a="http://schemas.openxmlformats.org/drawingml/2006/main">
              <a:ext uri="{FF2B5EF4-FFF2-40B4-BE49-F238E27FC236}">
                <a16:creationId xmlns:a16="http://schemas.microsoft.com/office/drawing/2014/main" id="{1329B63E-577F-48E2-9D5E-C9DBFF439E0A}"/>
              </a:ext>
            </a:extLst>
          </p:cNvPr>
          <p:cNvSpPr>
            <a:spLocks xmlns:a="http://schemas.openxmlformats.org/drawingml/2006/main" noGrp="1"/>
          </p:cNvSpPr>
          <p:nvPr/>
        </p:nvSpPr>
        <p:spPr>
          <a:xfrm xmlns:a="http://schemas.openxmlformats.org/drawingml/2006/main">
            <a:off x="1666875" y="339090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a:t>
            </a:r>
          </a:p>
        </p:txBody>
      </p:sp>
      <p:sp>
        <p:nvSpPr>
          <p:cNvPr id="120" name="dp42-comparison / n79">
            <a:extLst xmlns:a="http://schemas.openxmlformats.org/drawingml/2006/main">
              <a:ext uri="{FF2B5EF4-FFF2-40B4-BE49-F238E27FC236}">
                <a16:creationId xmlns:a16="http://schemas.microsoft.com/office/drawing/2014/main" id="{336B1D23-4396-4BDF-88BD-0817B2F800C3}"/>
              </a:ext>
            </a:extLst>
          </p:cNvPr>
          <p:cNvSpPr>
            <a:spLocks xmlns:a="http://schemas.openxmlformats.org/drawingml/2006/main" noGrp="1"/>
          </p:cNvSpPr>
          <p:nvPr/>
        </p:nvSpPr>
        <p:spPr>
          <a:xfrm xmlns:a="http://schemas.openxmlformats.org/drawingml/2006/main">
            <a:off x="3171825" y="3371850"/>
            <a:ext cx="18455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1" name="dp42-comparison / n80 / text 1">
            <a:extLst xmlns:a="http://schemas.openxmlformats.org/drawingml/2006/main">
              <a:ext uri="{FF2B5EF4-FFF2-40B4-BE49-F238E27FC236}">
                <a16:creationId xmlns:a16="http://schemas.microsoft.com/office/drawing/2014/main" id="{82219C63-8878-4697-A3C6-4958369CE26F}"/>
              </a:ext>
            </a:extLst>
          </p:cNvPr>
          <p:cNvSpPr>
            <a:spLocks xmlns:a="http://schemas.openxmlformats.org/drawingml/2006/main" noGrp="1"/>
          </p:cNvSpPr>
          <p:nvPr/>
        </p:nvSpPr>
        <p:spPr>
          <a:xfrm xmlns:a="http://schemas.openxmlformats.org/drawingml/2006/main">
            <a:off x="3190875" y="338137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업무 / 외부 실행은 계속</a:t>
            </a:r>
          </a:p>
        </p:txBody>
      </p:sp>
      <p:sp>
        <p:nvSpPr>
          <p:cNvPr id="122" name="dp42-comparison / n83">
            <a:extLst xmlns:a="http://schemas.openxmlformats.org/drawingml/2006/main">
              <a:ext uri="{FF2B5EF4-FFF2-40B4-BE49-F238E27FC236}">
                <a16:creationId xmlns:a16="http://schemas.microsoft.com/office/drawing/2014/main" id="{DAA87C8F-CE18-4A7D-8903-578351B6669E}"/>
              </a:ext>
            </a:extLst>
          </p:cNvPr>
          <p:cNvSpPr>
            <a:spLocks xmlns:a="http://schemas.openxmlformats.org/drawingml/2006/main" noGrp="1"/>
          </p:cNvSpPr>
          <p:nvPr/>
        </p:nvSpPr>
        <p:spPr>
          <a:xfrm xmlns:a="http://schemas.openxmlformats.org/drawingml/2006/main">
            <a:off x="5029200" y="3733800"/>
            <a:ext cx="239382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3" name="dp42-comparison / n84 / text 1">
            <a:extLst xmlns:a="http://schemas.openxmlformats.org/drawingml/2006/main">
              <a:ext uri="{FF2B5EF4-FFF2-40B4-BE49-F238E27FC236}">
                <a16:creationId xmlns:a16="http://schemas.microsoft.com/office/drawing/2014/main" id="{1E72A2D5-D534-44DA-8A8E-0DFE8736E4B5}"/>
              </a:ext>
            </a:extLst>
          </p:cNvPr>
          <p:cNvSpPr>
            <a:spLocks xmlns:a="http://schemas.openxmlformats.org/drawingml/2006/main" noGrp="1"/>
          </p:cNvSpPr>
          <p:nvPr/>
        </p:nvSpPr>
        <p:spPr>
          <a:xfrm xmlns:a="http://schemas.openxmlformats.org/drawingml/2006/main">
            <a:off x="5048250" y="3743325"/>
            <a:ext cx="40195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모듈형 Core / 관련 변경 공동 확정</a:t>
            </a:r>
          </a:p>
        </p:txBody>
      </p:sp>
      <p:sp>
        <p:nvSpPr>
          <p:cNvPr id="124" name="dp42-comparison / n101">
            <a:extLst xmlns:a="http://schemas.openxmlformats.org/drawingml/2006/main">
              <a:ext uri="{FF2B5EF4-FFF2-40B4-BE49-F238E27FC236}">
                <a16:creationId xmlns:a16="http://schemas.microsoft.com/office/drawing/2014/main" id="{2AEB51C8-7594-44F5-9F2F-CA154E586328}"/>
              </a:ext>
            </a:extLst>
          </p:cNvPr>
          <p:cNvSpPr>
            <a:spLocks xmlns:a="http://schemas.openxmlformats.org/drawingml/2006/main" noGrp="1"/>
          </p:cNvSpPr>
          <p:nvPr/>
        </p:nvSpPr>
        <p:spPr>
          <a:xfrm xmlns:a="http://schemas.openxmlformats.org/drawingml/2006/main">
            <a:off x="608647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5" name="dp42-comparison / n102 / text 1">
            <a:extLst xmlns:a="http://schemas.openxmlformats.org/drawingml/2006/main">
              <a:ext uri="{FF2B5EF4-FFF2-40B4-BE49-F238E27FC236}">
                <a16:creationId xmlns:a16="http://schemas.microsoft.com/office/drawing/2014/main" id="{818DA155-DEF7-479E-93FB-D5A996D91D4E}"/>
              </a:ext>
            </a:extLst>
          </p:cNvPr>
          <p:cNvSpPr>
            <a:spLocks xmlns:a="http://schemas.openxmlformats.org/drawingml/2006/main" noGrp="1"/>
          </p:cNvSpPr>
          <p:nvPr/>
        </p:nvSpPr>
        <p:spPr>
          <a:xfrm xmlns:a="http://schemas.openxmlformats.org/drawingml/2006/main">
            <a:off x="610552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126" name="dp42-comparison / n112">
            <a:extLst xmlns:a="http://schemas.openxmlformats.org/drawingml/2006/main">
              <a:ext uri="{FF2B5EF4-FFF2-40B4-BE49-F238E27FC236}">
                <a16:creationId xmlns:a16="http://schemas.microsoft.com/office/drawing/2014/main" id="{0E241D95-5894-4CF6-9FAD-2E359B3FC097}"/>
              </a:ext>
            </a:extLst>
          </p:cNvPr>
          <p:cNvSpPr>
            <a:spLocks xmlns:a="http://schemas.openxmlformats.org/drawingml/2006/main" noGrp="1"/>
          </p:cNvSpPr>
          <p:nvPr/>
        </p:nvSpPr>
        <p:spPr>
          <a:xfrm xmlns:a="http://schemas.openxmlformats.org/drawingml/2006/main">
            <a:off x="4838700" y="4381500"/>
            <a:ext cx="60769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7" name="dp42-comparison / n113 / text 1">
            <a:extLst xmlns:a="http://schemas.openxmlformats.org/drawingml/2006/main">
              <a:ext uri="{FF2B5EF4-FFF2-40B4-BE49-F238E27FC236}">
                <a16:creationId xmlns:a16="http://schemas.microsoft.com/office/drawing/2014/main" id="{F8D58D11-A16C-4ADE-B534-798A51BAF927}"/>
              </a:ext>
            </a:extLst>
          </p:cNvPr>
          <p:cNvSpPr>
            <a:spLocks xmlns:a="http://schemas.openxmlformats.org/drawingml/2006/main" noGrp="1"/>
          </p:cNvSpPr>
          <p:nvPr/>
        </p:nvSpPr>
        <p:spPr>
          <a:xfrm xmlns:a="http://schemas.openxmlformats.org/drawingml/2006/main">
            <a:off x="4857750" y="43910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검증한 변경</a:t>
            </a:r>
          </a:p>
        </p:txBody>
      </p:sp>
      <p:sp>
        <p:nvSpPr>
          <p:cNvPr id="128" name="dp42-comparison / n114">
            <a:extLst xmlns:a="http://schemas.openxmlformats.org/drawingml/2006/main">
              <a:ext uri="{FF2B5EF4-FFF2-40B4-BE49-F238E27FC236}">
                <a16:creationId xmlns:a16="http://schemas.microsoft.com/office/drawing/2014/main" id="{BFBC48D9-E298-40D9-B613-8297FB7E3BA1}"/>
              </a:ext>
            </a:extLst>
          </p:cNvPr>
          <p:cNvSpPr>
            <a:spLocks xmlns:a="http://schemas.openxmlformats.org/drawingml/2006/main" noGrp="1"/>
          </p:cNvSpPr>
          <p:nvPr/>
        </p:nvSpPr>
        <p:spPr>
          <a:xfrm xmlns:a="http://schemas.openxmlformats.org/drawingml/2006/main">
            <a:off x="4838700" y="4610100"/>
            <a:ext cx="65341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9" name="dp42-comparison / n115 / text 1">
            <a:extLst xmlns:a="http://schemas.openxmlformats.org/drawingml/2006/main">
              <a:ext uri="{FF2B5EF4-FFF2-40B4-BE49-F238E27FC236}">
                <a16:creationId xmlns:a16="http://schemas.microsoft.com/office/drawing/2014/main" id="{AB6AF967-3447-4F89-AE2D-750760C919B2}"/>
              </a:ext>
            </a:extLst>
          </p:cNvPr>
          <p:cNvSpPr>
            <a:spLocks xmlns:a="http://schemas.openxmlformats.org/drawingml/2006/main" noGrp="1"/>
          </p:cNvSpPr>
          <p:nvPr/>
        </p:nvSpPr>
        <p:spPr>
          <a:xfrm xmlns:a="http://schemas.openxmlformats.org/drawingml/2006/main">
            <a:off x="4857750" y="4619625"/>
            <a:ext cx="10287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같은 commit</a:t>
            </a:r>
          </a:p>
        </p:txBody>
      </p:sp>
      <p:sp>
        <p:nvSpPr>
          <p:cNvPr id="130" name="dp42-comparison / n117">
            <a:extLst xmlns:a="http://schemas.openxmlformats.org/drawingml/2006/main">
              <a:ext uri="{FF2B5EF4-FFF2-40B4-BE49-F238E27FC236}">
                <a16:creationId xmlns:a16="http://schemas.microsoft.com/office/drawing/2014/main" id="{94F48657-9F79-4402-A5D1-8D86987C7EB5}"/>
              </a:ext>
            </a:extLst>
          </p:cNvPr>
          <p:cNvSpPr>
            <a:spLocks xmlns:a="http://schemas.openxmlformats.org/drawingml/2006/main" noGrp="1"/>
          </p:cNvSpPr>
          <p:nvPr/>
        </p:nvSpPr>
        <p:spPr>
          <a:xfrm xmlns:a="http://schemas.openxmlformats.org/drawingml/2006/main">
            <a:off x="1666875" y="6191250"/>
            <a:ext cx="7524750" cy="762000"/>
          </a:xfrm>
          <a:custGeom xmlns:a="http://schemas.openxmlformats.org/drawingml/2006/main">
            <a:pathLst>
              <a:path w="7524750" h="762000">
                <a:moveTo>
                  <a:pt x="0" y="0"/>
                </a:moveTo>
                <a:lnTo>
                  <a:pt x="7353300" y="0"/>
                </a:lnTo>
                <a:lnTo>
                  <a:pt x="7524750" y="171450"/>
                </a:lnTo>
                <a:lnTo>
                  <a:pt x="7524750" y="762000"/>
                </a:lnTo>
                <a:lnTo>
                  <a:pt x="0" y="762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31" name="dp42-comparison / n117 / fold">
            <a:extLst xmlns:a="http://schemas.openxmlformats.org/drawingml/2006/main">
              <a:ext uri="{FF2B5EF4-FFF2-40B4-BE49-F238E27FC236}">
                <a16:creationId xmlns:a16="http://schemas.microsoft.com/office/drawing/2014/main" id="{01E7B05F-BF06-44BD-8BF9-235138E944DB}"/>
              </a:ext>
            </a:extLst>
          </p:cNvPr>
          <p:cNvSpPr>
            <a:spLocks xmlns:a="http://schemas.openxmlformats.org/drawingml/2006/main" noGrp="1"/>
          </p:cNvSpPr>
          <p:nvPr/>
        </p:nvSpPr>
        <p:spPr>
          <a:xfrm xmlns:a="http://schemas.openxmlformats.org/drawingml/2006/main">
            <a:off x="902017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32" name="dp42-comparison / n118 / text 1">
            <a:extLst xmlns:a="http://schemas.openxmlformats.org/drawingml/2006/main">
              <a:ext uri="{FF2B5EF4-FFF2-40B4-BE49-F238E27FC236}">
                <a16:creationId xmlns:a16="http://schemas.microsoft.com/office/drawing/2014/main" id="{A742DC4B-7A61-4FD7-A1E4-10DCEFAA2C82}"/>
              </a:ext>
            </a:extLst>
          </p:cNvPr>
          <p:cNvSpPr>
            <a:spLocks xmlns:a="http://schemas.openxmlformats.org/drawingml/2006/main" noGrp="1"/>
          </p:cNvSpPr>
          <p:nvPr/>
        </p:nvSpPr>
        <p:spPr>
          <a:xfrm xmlns:a="http://schemas.openxmlformats.org/drawingml/2006/main">
            <a:off x="1762125" y="624840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공동 변경 집합: Request1→Question1→Task1 답변 연결 + 질문 변경 + Command1 준비</a:t>
            </a:r>
          </a:p>
        </p:txBody>
      </p:sp>
      <p:sp>
        <p:nvSpPr>
          <p:cNvPr id="133" name="dp42-comparison / n118 / text 2">
            <a:extLst xmlns:a="http://schemas.openxmlformats.org/drawingml/2006/main">
              <a:ext uri="{FF2B5EF4-FFF2-40B4-BE49-F238E27FC236}">
                <a16:creationId xmlns:a16="http://schemas.microsoft.com/office/drawing/2014/main" id="{0BA42D20-02FF-41A0-A18C-7F575D44DC97}"/>
              </a:ext>
            </a:extLst>
          </p:cNvPr>
          <p:cNvSpPr>
            <a:spLocks xmlns:a="http://schemas.openxmlformats.org/drawingml/2006/main" noGrp="1"/>
          </p:cNvSpPr>
          <p:nvPr/>
        </p:nvSpPr>
        <p:spPr>
          <a:xfrm xmlns:a="http://schemas.openxmlformats.org/drawingml/2006/main">
            <a:off x="1762125" y="638556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Question1: OPEN → ANSWERED / Command1: PENDING</a:t>
            </a:r>
          </a:p>
        </p:txBody>
      </p:sp>
      <p:sp>
        <p:nvSpPr>
          <p:cNvPr id="134" name="dp42-comparison / n118 / text 3">
            <a:extLst xmlns:a="http://schemas.openxmlformats.org/drawingml/2006/main">
              <a:ext uri="{FF2B5EF4-FFF2-40B4-BE49-F238E27FC236}">
                <a16:creationId xmlns:a16="http://schemas.microsoft.com/office/drawing/2014/main" id="{C7F78AD1-7C94-4C40-910E-6D0ADC8ADDF1}"/>
              </a:ext>
            </a:extLst>
          </p:cNvPr>
          <p:cNvSpPr>
            <a:spLocks xmlns:a="http://schemas.openxmlformats.org/drawingml/2006/main" noGrp="1"/>
          </p:cNvSpPr>
          <p:nvPr/>
        </p:nvSpPr>
        <p:spPr>
          <a:xfrm xmlns:a="http://schemas.openxmlformats.org/drawingml/2006/main">
            <a:off x="1762125" y="652272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commit 성공: 관련 변경 모두 반영 / 충돌 / 실패: 모두 미반영</a:t>
            </a:r>
          </a:p>
        </p:txBody>
      </p:sp>
      <p:sp>
        <p:nvSpPr>
          <p:cNvPr id="135" name="dp42-comparison / n118 / text 4">
            <a:extLst xmlns:a="http://schemas.openxmlformats.org/drawingml/2006/main">
              <a:ext uri="{FF2B5EF4-FFF2-40B4-BE49-F238E27FC236}">
                <a16:creationId xmlns:a16="http://schemas.microsoft.com/office/drawing/2014/main" id="{4F6455E0-7FE2-4EF9-9166-9BADEE8F53EF}"/>
              </a:ext>
            </a:extLst>
          </p:cNvPr>
          <p:cNvSpPr>
            <a:spLocks xmlns:a="http://schemas.openxmlformats.org/drawingml/2006/main" noGrp="1"/>
          </p:cNvSpPr>
          <p:nvPr/>
        </p:nvSpPr>
        <p:spPr>
          <a:xfrm xmlns:a="http://schemas.openxmlformats.org/drawingml/2006/main">
            <a:off x="1762125" y="665988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그 뒤 Agent 전송 / 외부 접수 확인 / 실제 응답 전달은 별도 사건</a:t>
            </a:r>
          </a:p>
        </p:txBody>
      </p:sp>
      <p:sp>
        <p:nvSpPr>
          <p:cNvPr id="136" name="dp42-comparison / n120">
            <a:extLst xmlns:a="http://schemas.openxmlformats.org/drawingml/2006/main">
              <a:ext uri="{FF2B5EF4-FFF2-40B4-BE49-F238E27FC236}">
                <a16:creationId xmlns:a16="http://schemas.microsoft.com/office/drawing/2014/main" id="{84ACA40B-6BF4-43E6-9A99-A15A08F72A86}"/>
              </a:ext>
            </a:extLst>
          </p:cNvPr>
          <p:cNvSpPr>
            <a:spLocks xmlns:a="http://schemas.openxmlformats.org/drawingml/2006/main" noGrp="1"/>
          </p:cNvSpPr>
          <p:nvPr/>
        </p:nvSpPr>
        <p:spPr>
          <a:xfrm xmlns:a="http://schemas.openxmlformats.org/drawingml/2006/main">
            <a:off x="1647825" y="7086600"/>
            <a:ext cx="4093083"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2-comparison / n121 / text 1">
            <a:extLst xmlns:a="http://schemas.openxmlformats.org/drawingml/2006/main">
              <a:ext uri="{FF2B5EF4-FFF2-40B4-BE49-F238E27FC236}">
                <a16:creationId xmlns:a16="http://schemas.microsoft.com/office/drawing/2014/main" id="{3CADFA2D-AA56-41E1-B332-F2194ABD5E60}"/>
              </a:ext>
            </a:extLst>
          </p:cNvPr>
          <p:cNvSpPr>
            <a:spLocks xmlns:a="http://schemas.openxmlformats.org/drawingml/2006/main" noGrp="1"/>
          </p:cNvSpPr>
          <p:nvPr/>
        </p:nvSpPr>
        <p:spPr>
          <a:xfrm xmlns:a="http://schemas.openxmlformats.org/drawingml/2006/main">
            <a:off x="1666875" y="70961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보조 제어: hold와 전송 CAS의 선후를 같은 로컬 확정 순서로 판정</a:t>
            </a:r>
          </a:p>
        </p:txBody>
      </p:sp>
      <p:sp>
        <p:nvSpPr>
          <p:cNvPr id="138" name="dp42-comparison / n122">
            <a:extLst xmlns:a="http://schemas.openxmlformats.org/drawingml/2006/main">
              <a:ext uri="{FF2B5EF4-FFF2-40B4-BE49-F238E27FC236}">
                <a16:creationId xmlns:a16="http://schemas.microsoft.com/office/drawing/2014/main" id="{0158E424-A447-4328-A3D1-BDF3104B47F6}"/>
              </a:ext>
            </a:extLst>
          </p:cNvPr>
          <p:cNvSpPr>
            <a:spLocks xmlns:a="http://schemas.openxmlformats.org/drawingml/2006/main" noGrp="1"/>
          </p:cNvSpPr>
          <p:nvPr/>
        </p:nvSpPr>
        <p:spPr>
          <a:xfrm xmlns:a="http://schemas.openxmlformats.org/drawingml/2006/main">
            <a:off x="1647825" y="7305675"/>
            <a:ext cx="49042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2-comparison / n123 / text 1">
            <a:extLst xmlns:a="http://schemas.openxmlformats.org/drawingml/2006/main">
              <a:ext uri="{FF2B5EF4-FFF2-40B4-BE49-F238E27FC236}">
                <a16:creationId xmlns:a16="http://schemas.microsoft.com/office/drawing/2014/main" id="{DF4C29EF-47B7-4C44-A96E-B100E6213E6F}"/>
              </a:ext>
            </a:extLst>
          </p:cNvPr>
          <p:cNvSpPr>
            <a:spLocks xmlns:a="http://schemas.openxmlformats.org/drawingml/2006/main" noGrp="1"/>
          </p:cNvSpPr>
          <p:nvPr/>
        </p:nvSpPr>
        <p:spPr>
          <a:xfrm xmlns:a="http://schemas.openxmlformats.org/drawingml/2006/main">
            <a:off x="1666875" y="731520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DISPATCHING 뒤 정정: 실제 외부 상태 조회 / 제어 / 발화 시작만으로 취소 완료 아님</a:t>
            </a:r>
          </a:p>
        </p:txBody>
      </p:sp>
      <p:sp>
        <p:nvSpPr>
          <p:cNvPr id="140" name="dp42-comparison / n124">
            <a:extLst xmlns:a="http://schemas.openxmlformats.org/drawingml/2006/main">
              <a:ext uri="{FF2B5EF4-FFF2-40B4-BE49-F238E27FC236}">
                <a16:creationId xmlns:a16="http://schemas.microsoft.com/office/drawing/2014/main" id="{D425C327-5185-4816-8140-3BABBB65732B}"/>
              </a:ext>
            </a:extLst>
          </p:cNvPr>
          <p:cNvSpPr>
            <a:spLocks xmlns:a="http://schemas.openxmlformats.org/drawingml/2006/main" noGrp="1"/>
          </p:cNvSpPr>
          <p:nvPr/>
        </p:nvSpPr>
        <p:spPr>
          <a:xfrm xmlns:a="http://schemas.openxmlformats.org/drawingml/2006/main">
            <a:off x="9953625" y="2409825"/>
            <a:ext cx="2571750" cy="3048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2-comparison / n125 / text 1">
            <a:extLst xmlns:a="http://schemas.openxmlformats.org/drawingml/2006/main">
              <a:ext uri="{FF2B5EF4-FFF2-40B4-BE49-F238E27FC236}">
                <a16:creationId xmlns:a16="http://schemas.microsoft.com/office/drawing/2014/main" id="{2DD230C1-74DB-4788-A9BB-AA47CEE54C9D}"/>
              </a:ext>
            </a:extLst>
          </p:cNvPr>
          <p:cNvSpPr>
            <a:spLocks xmlns:a="http://schemas.openxmlformats.org/drawingml/2006/main" noGrp="1"/>
          </p:cNvSpPr>
          <p:nvPr/>
        </p:nvSpPr>
        <p:spPr>
          <a:xfrm xmlns:a="http://schemas.openxmlformats.org/drawingml/2006/main">
            <a:off x="10039350" y="2450783"/>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42" name="dp42-comparison / n128 / path">
            <a:extLst xmlns:a="http://schemas.openxmlformats.org/drawingml/2006/main">
              <a:ext uri="{FF2B5EF4-FFF2-40B4-BE49-F238E27FC236}">
                <a16:creationId xmlns:a16="http://schemas.microsoft.com/office/drawing/2014/main" id="{5AEACC3C-D70E-451C-80A7-CDEAF7D76EE3}"/>
              </a:ext>
            </a:extLst>
          </p:cNvPr>
          <p:cNvSpPr>
            <a:spLocks xmlns:a="http://schemas.openxmlformats.org/drawingml/2006/main" noGrp="1"/>
          </p:cNvSpPr>
          <p:nvPr/>
        </p:nvSpPr>
        <p:spPr>
          <a:xfrm xmlns:a="http://schemas.openxmlformats.org/drawingml/2006/main">
            <a:off x="12525375" y="2562225"/>
            <a:ext cx="333375" cy="953"/>
          </a:xfrm>
          <a:custGeom xmlns:a="http://schemas.openxmlformats.org/drawingml/2006/main">
            <a:pathLst>
              <a:path w="333375" h="953">
                <a:moveTo>
                  <a:pt x="0" y="0"/>
                </a:moveTo>
                <a:lnTo>
                  <a:pt x="333375" y="0"/>
                </a:lnTo>
              </a:path>
            </a:pathLst>
          </a:custGeom>
          <a:noFill xmlns:a="http://schemas.openxmlformats.org/drawingml/2006/main"/>
          <a:ln xmlns:a="http://schemas.openxmlformats.org/drawingml/2006/main" w="10478">
            <a:solidFill>
              <a:srgbClr val="000000"/>
            </a:solidFill>
            <a:prstDash val="solid"/>
          </a:ln>
        </p:spPr>
      </p:sp>
      <p:sp>
        <p:nvSpPr>
          <p:cNvPr id="143" name="dp42-comparison / n128 / arrow">
            <a:extLst xmlns:a="http://schemas.openxmlformats.org/drawingml/2006/main">
              <a:ext uri="{FF2B5EF4-FFF2-40B4-BE49-F238E27FC236}">
                <a16:creationId xmlns:a16="http://schemas.microsoft.com/office/drawing/2014/main" id="{19DFDA57-EDA1-46CF-9C0B-A01948833B19}"/>
              </a:ext>
            </a:extLst>
          </p:cNvPr>
          <p:cNvSpPr>
            <a:spLocks xmlns:a="http://schemas.openxmlformats.org/drawingml/2006/main" noGrp="1"/>
          </p:cNvSpPr>
          <p:nvPr/>
        </p:nvSpPr>
        <p:spPr>
          <a:xfrm xmlns:a="http://schemas.openxmlformats.org/drawingml/2006/main">
            <a:off x="12791694" y="25286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44" name="dp42-comparison / n133 / path">
            <a:extLst xmlns:a="http://schemas.openxmlformats.org/drawingml/2006/main">
              <a:ext uri="{FF2B5EF4-FFF2-40B4-BE49-F238E27FC236}">
                <a16:creationId xmlns:a16="http://schemas.microsoft.com/office/drawing/2014/main" id="{0A6544A6-6D4A-433F-9A3E-EE6A92598513}"/>
              </a:ext>
            </a:extLst>
          </p:cNvPr>
          <p:cNvSpPr>
            <a:spLocks xmlns:a="http://schemas.openxmlformats.org/drawingml/2006/main" noGrp="1"/>
          </p:cNvSpPr>
          <p:nvPr/>
        </p:nvSpPr>
        <p:spPr>
          <a:xfrm xmlns:a="http://schemas.openxmlformats.org/drawingml/2006/main">
            <a:off x="11391900" y="316230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45" name="dp42-comparison / n138 / path">
            <a:extLst xmlns:a="http://schemas.openxmlformats.org/drawingml/2006/main">
              <a:ext uri="{FF2B5EF4-FFF2-40B4-BE49-F238E27FC236}">
                <a16:creationId xmlns:a16="http://schemas.microsoft.com/office/drawing/2014/main" id="{FDEC1DA2-7837-48A0-945A-ACD27ECD1EDA}"/>
              </a:ext>
            </a:extLst>
          </p:cNvPr>
          <p:cNvSpPr>
            <a:spLocks xmlns:a="http://schemas.openxmlformats.org/drawingml/2006/main" noGrp="1"/>
          </p:cNvSpPr>
          <p:nvPr/>
        </p:nvSpPr>
        <p:spPr>
          <a:xfrm xmlns:a="http://schemas.openxmlformats.org/drawingml/2006/main">
            <a:off x="11391900" y="3343275"/>
            <a:ext cx="4038600" cy="953"/>
          </a:xfrm>
          <a:custGeom xmlns:a="http://schemas.openxmlformats.org/drawingml/2006/main">
            <a:pathLst>
              <a:path w="4038600" h="953">
                <a:moveTo>
                  <a:pt x="0" y="0"/>
                </a:moveTo>
                <a:lnTo>
                  <a:pt x="4038600" y="0"/>
                </a:lnTo>
              </a:path>
            </a:pathLst>
          </a:custGeom>
          <a:noFill xmlns:a="http://schemas.openxmlformats.org/drawingml/2006/main"/>
          <a:ln xmlns:a="http://schemas.openxmlformats.org/drawingml/2006/main" w="10478">
            <a:solidFill>
              <a:srgbClr val="000000"/>
            </a:solidFill>
            <a:prstDash val="solid"/>
          </a:ln>
        </p:spPr>
      </p:sp>
      <p:sp>
        <p:nvSpPr>
          <p:cNvPr id="146" name="dp42-comparison / n143 / path">
            <a:extLst xmlns:a="http://schemas.openxmlformats.org/drawingml/2006/main">
              <a:ext uri="{FF2B5EF4-FFF2-40B4-BE49-F238E27FC236}">
                <a16:creationId xmlns:a16="http://schemas.microsoft.com/office/drawing/2014/main" id="{7272FE78-ADAB-499F-BBE8-37989C92E4F2}"/>
              </a:ext>
            </a:extLst>
          </p:cNvPr>
          <p:cNvSpPr>
            <a:spLocks xmlns:a="http://schemas.openxmlformats.org/drawingml/2006/main" noGrp="1"/>
          </p:cNvSpPr>
          <p:nvPr/>
        </p:nvSpPr>
        <p:spPr>
          <a:xfrm xmlns:a="http://schemas.openxmlformats.org/drawingml/2006/main">
            <a:off x="11391900" y="3524250"/>
            <a:ext cx="6076950" cy="953"/>
          </a:xfrm>
          <a:custGeom xmlns:a="http://schemas.openxmlformats.org/drawingml/2006/main">
            <a:pathLst>
              <a:path w="6076950" h="953">
                <a:moveTo>
                  <a:pt x="0" y="0"/>
                </a:moveTo>
                <a:lnTo>
                  <a:pt x="6076950" y="0"/>
                </a:lnTo>
              </a:path>
            </a:pathLst>
          </a:custGeom>
          <a:noFill xmlns:a="http://schemas.openxmlformats.org/drawingml/2006/main"/>
          <a:ln xmlns:a="http://schemas.openxmlformats.org/drawingml/2006/main" w="10478">
            <a:solidFill>
              <a:srgbClr val="000000"/>
            </a:solidFill>
            <a:prstDash val="solid"/>
          </a:ln>
        </p:spPr>
      </p:sp>
      <p:sp>
        <p:nvSpPr>
          <p:cNvPr id="147" name="dp42-comparison / n146">
            <a:extLst xmlns:a="http://schemas.openxmlformats.org/drawingml/2006/main">
              <a:ext uri="{FF2B5EF4-FFF2-40B4-BE49-F238E27FC236}">
                <a16:creationId xmlns:a16="http://schemas.microsoft.com/office/drawing/2014/main" id="{56FBEC93-1672-44E4-8BF5-AEA0C97E08B4}"/>
              </a:ext>
            </a:extLst>
          </p:cNvPr>
          <p:cNvSpPr>
            <a:spLocks xmlns:a="http://schemas.openxmlformats.org/drawingml/2006/main" noGrp="1"/>
          </p:cNvSpPr>
          <p:nvPr/>
        </p:nvSpPr>
        <p:spPr>
          <a:xfrm xmlns:a="http://schemas.openxmlformats.org/drawingml/2006/main">
            <a:off x="9858375" y="3638550"/>
            <a:ext cx="3238500"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48" name="dp42-comparison / n147 / text 1">
            <a:extLst xmlns:a="http://schemas.openxmlformats.org/drawingml/2006/main">
              <a:ext uri="{FF2B5EF4-FFF2-40B4-BE49-F238E27FC236}">
                <a16:creationId xmlns:a16="http://schemas.microsoft.com/office/drawing/2014/main" id="{3D83772E-EFEF-4535-96CE-4C906300A5D1}"/>
              </a:ext>
            </a:extLst>
          </p:cNvPr>
          <p:cNvSpPr>
            <a:spLocks xmlns:a="http://schemas.openxmlformats.org/drawingml/2006/main" noGrp="1"/>
          </p:cNvSpPr>
          <p:nvPr/>
        </p:nvSpPr>
        <p:spPr>
          <a:xfrm xmlns:a="http://schemas.openxmlformats.org/drawingml/2006/main">
            <a:off x="9982200" y="3733800"/>
            <a:ext cx="2990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대화 서비스</a:t>
            </a:r>
          </a:p>
        </p:txBody>
      </p:sp>
      <p:sp>
        <p:nvSpPr>
          <p:cNvPr id="149" name="dp42-comparison / n148">
            <a:extLst xmlns:a="http://schemas.openxmlformats.org/drawingml/2006/main">
              <a:ext uri="{FF2B5EF4-FFF2-40B4-BE49-F238E27FC236}">
                <a16:creationId xmlns:a16="http://schemas.microsoft.com/office/drawing/2014/main" id="{15AE06B6-72E4-4F59-93C3-F91D1579617D}"/>
              </a:ext>
            </a:extLst>
          </p:cNvPr>
          <p:cNvSpPr>
            <a:spLocks xmlns:a="http://schemas.openxmlformats.org/drawingml/2006/main" noGrp="1"/>
          </p:cNvSpPr>
          <p:nvPr/>
        </p:nvSpPr>
        <p:spPr>
          <a:xfrm xmlns:a="http://schemas.openxmlformats.org/drawingml/2006/main">
            <a:off x="14097000" y="3638550"/>
            <a:ext cx="3476625" cy="2419350"/>
          </a:xfrm>
          <a:prstGeom xmlns:a="http://schemas.openxmlformats.org/drawingml/2006/main" prst="rect">
            <a:avLst/>
          </a:prstGeom>
          <a:solidFill xmlns:a="http://schemas.openxmlformats.org/drawingml/2006/main">
            <a:srgbClr val="FFFFFF"/>
          </a:solidFill>
          <a:ln xmlns:a="http://schemas.openxmlformats.org/drawingml/2006/main" w="24765">
            <a:solidFill>
              <a:srgbClr val="B8753F"/>
            </a:solidFill>
            <a:prstDash val="dash"/>
          </a:ln>
        </p:spPr>
      </p:sp>
      <p:sp>
        <p:nvSpPr>
          <p:cNvPr id="150" name="dp42-comparison / n149 / text 1">
            <a:extLst xmlns:a="http://schemas.openxmlformats.org/drawingml/2006/main">
              <a:ext uri="{FF2B5EF4-FFF2-40B4-BE49-F238E27FC236}">
                <a16:creationId xmlns:a16="http://schemas.microsoft.com/office/drawing/2014/main" id="{C78F8596-40D0-4E7D-8AE2-580371EE091B}"/>
              </a:ext>
            </a:extLst>
          </p:cNvPr>
          <p:cNvSpPr>
            <a:spLocks xmlns:a="http://schemas.openxmlformats.org/drawingml/2006/main" noGrp="1"/>
          </p:cNvSpPr>
          <p:nvPr/>
        </p:nvSpPr>
        <p:spPr>
          <a:xfrm xmlns:a="http://schemas.openxmlformats.org/drawingml/2006/main">
            <a:off x="14220825" y="3733800"/>
            <a:ext cx="32289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업무 서비스</a:t>
            </a:r>
          </a:p>
        </p:txBody>
      </p:sp>
      <p:sp>
        <p:nvSpPr>
          <p:cNvPr id="151" name="dp42-comparison / n150">
            <a:extLst xmlns:a="http://schemas.openxmlformats.org/drawingml/2006/main">
              <a:ext uri="{FF2B5EF4-FFF2-40B4-BE49-F238E27FC236}">
                <a16:creationId xmlns:a16="http://schemas.microsoft.com/office/drawing/2014/main" id="{D736811A-8E06-475F-8689-3B80E62C8C22}"/>
              </a:ext>
            </a:extLst>
          </p:cNvPr>
          <p:cNvSpPr>
            <a:spLocks xmlns:a="http://schemas.openxmlformats.org/drawingml/2006/main" noGrp="1"/>
          </p:cNvSpPr>
          <p:nvPr/>
        </p:nvSpPr>
        <p:spPr>
          <a:xfrm xmlns:a="http://schemas.openxmlformats.org/drawingml/2006/main">
            <a:off x="10001250" y="4048125"/>
            <a:ext cx="2952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2" name="dp42-comparison / n151 / text 1">
            <a:extLst xmlns:a="http://schemas.openxmlformats.org/drawingml/2006/main">
              <a:ext uri="{FF2B5EF4-FFF2-40B4-BE49-F238E27FC236}">
                <a16:creationId xmlns:a16="http://schemas.microsoft.com/office/drawing/2014/main" id="{0F01FF8C-2211-4E59-9540-53606A7B7F21}"/>
              </a:ext>
            </a:extLst>
          </p:cNvPr>
          <p:cNvSpPr>
            <a:spLocks xmlns:a="http://schemas.openxmlformats.org/drawingml/2006/main" noGrp="1"/>
          </p:cNvSpPr>
          <p:nvPr/>
        </p:nvSpPr>
        <p:spPr>
          <a:xfrm xmlns:a="http://schemas.openxmlformats.org/drawingml/2006/main">
            <a:off x="10125075" y="41433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53" name="dp42-comparison / n152">
            <a:extLst xmlns:a="http://schemas.openxmlformats.org/drawingml/2006/main">
              <a:ext uri="{FF2B5EF4-FFF2-40B4-BE49-F238E27FC236}">
                <a16:creationId xmlns:a16="http://schemas.microsoft.com/office/drawing/2014/main" id="{77EBFFB1-7E5E-448D-A680-031B3D2F51DB}"/>
              </a:ext>
            </a:extLst>
          </p:cNvPr>
          <p:cNvSpPr>
            <a:spLocks xmlns:a="http://schemas.openxmlformats.org/drawingml/2006/main" noGrp="1"/>
          </p:cNvSpPr>
          <p:nvPr/>
        </p:nvSpPr>
        <p:spPr>
          <a:xfrm xmlns:a="http://schemas.openxmlformats.org/drawingml/2006/main">
            <a:off x="10096500" y="4562475"/>
            <a:ext cx="2762250" cy="23812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54" name="dp42-comparison / n153 / text 1">
            <a:extLst xmlns:a="http://schemas.openxmlformats.org/drawingml/2006/main">
              <a:ext uri="{FF2B5EF4-FFF2-40B4-BE49-F238E27FC236}">
                <a16:creationId xmlns:a16="http://schemas.microsoft.com/office/drawing/2014/main" id="{7B01B192-2DEA-41C3-B52B-E3F4D494DC7D}"/>
              </a:ext>
            </a:extLst>
          </p:cNvPr>
          <p:cNvSpPr>
            <a:spLocks xmlns:a="http://schemas.openxmlformats.org/drawingml/2006/main" noGrp="1"/>
          </p:cNvSpPr>
          <p:nvPr/>
        </p:nvSpPr>
        <p:spPr>
          <a:xfrm xmlns:a="http://schemas.openxmlformats.org/drawingml/2006/main">
            <a:off x="10182225" y="4612958"/>
            <a:ext cx="25908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Request Graph State</a:t>
            </a:r>
          </a:p>
        </p:txBody>
      </p:sp>
      <p:sp>
        <p:nvSpPr>
          <p:cNvPr id="155" name="dp42-comparison / n154">
            <a:extLst xmlns:a="http://schemas.openxmlformats.org/drawingml/2006/main">
              <a:ext uri="{FF2B5EF4-FFF2-40B4-BE49-F238E27FC236}">
                <a16:creationId xmlns:a16="http://schemas.microsoft.com/office/drawing/2014/main" id="{30BE3957-B5FA-4311-999B-A22B832C69D3}"/>
              </a:ext>
            </a:extLst>
          </p:cNvPr>
          <p:cNvSpPr>
            <a:spLocks xmlns:a="http://schemas.openxmlformats.org/drawingml/2006/main" noGrp="1"/>
          </p:cNvSpPr>
          <p:nvPr/>
        </p:nvSpPr>
        <p:spPr>
          <a:xfrm xmlns:a="http://schemas.openxmlformats.org/drawingml/2006/main">
            <a:off x="14239875" y="4048125"/>
            <a:ext cx="3190875" cy="111442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6" name="dp42-comparison / n155 / text 1">
            <a:extLst xmlns:a="http://schemas.openxmlformats.org/drawingml/2006/main">
              <a:ext uri="{FF2B5EF4-FFF2-40B4-BE49-F238E27FC236}">
                <a16:creationId xmlns:a16="http://schemas.microsoft.com/office/drawing/2014/main" id="{3C53DD71-1CF0-4688-85DE-D4391E7B8FB8}"/>
              </a:ext>
            </a:extLst>
          </p:cNvPr>
          <p:cNvSpPr>
            <a:spLocks xmlns:a="http://schemas.openxmlformats.org/drawingml/2006/main" noGrp="1"/>
          </p:cNvSpPr>
          <p:nvPr/>
        </p:nvSpPr>
        <p:spPr>
          <a:xfrm xmlns:a="http://schemas.openxmlformats.org/drawingml/2006/main">
            <a:off x="14363700" y="4143375"/>
            <a:ext cx="294322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Task Manager</a:t>
            </a:r>
          </a:p>
        </p:txBody>
      </p:sp>
      <p:sp>
        <p:nvSpPr>
          <p:cNvPr id="157" name="dp42-comparison / n156">
            <a:extLst xmlns:a="http://schemas.openxmlformats.org/drawingml/2006/main">
              <a:ext uri="{FF2B5EF4-FFF2-40B4-BE49-F238E27FC236}">
                <a16:creationId xmlns:a16="http://schemas.microsoft.com/office/drawing/2014/main" id="{3906565E-1CBC-4F96-AEB1-F7447084E52A}"/>
              </a:ext>
            </a:extLst>
          </p:cNvPr>
          <p:cNvSpPr>
            <a:spLocks xmlns:a="http://schemas.openxmlformats.org/drawingml/2006/main" noGrp="1"/>
          </p:cNvSpPr>
          <p:nvPr/>
        </p:nvSpPr>
        <p:spPr>
          <a:xfrm xmlns:a="http://schemas.openxmlformats.org/drawingml/2006/main">
            <a:off x="14382750" y="4400550"/>
            <a:ext cx="2905125" cy="209550"/>
          </a:xfrm>
          <a:prstGeom xmlns:a="http://schemas.openxmlformats.org/drawingml/2006/main" prst="roundRect">
            <a:avLst>
              <a:gd name="adj" fmla="val 36364"/>
            </a:avLst>
          </a:prstGeom>
          <a:solidFill xmlns:a="http://schemas.openxmlformats.org/drawingml/2006/main">
            <a:srgbClr val="FFF0DD"/>
          </a:solidFill>
          <a:ln xmlns:a="http://schemas.openxmlformats.org/drawingml/2006/main" w="17145">
            <a:solidFill>
              <a:srgbClr val="B8753F"/>
            </a:solidFill>
            <a:prstDash val="solid"/>
          </a:ln>
        </p:spPr>
      </p:sp>
      <p:sp>
        <p:nvSpPr>
          <p:cNvPr id="158" name="dp42-comparison / n157 / text 1">
            <a:extLst xmlns:a="http://schemas.openxmlformats.org/drawingml/2006/main">
              <a:ext uri="{FF2B5EF4-FFF2-40B4-BE49-F238E27FC236}">
                <a16:creationId xmlns:a16="http://schemas.microsoft.com/office/drawing/2014/main" id="{193F6720-E864-4D99-A043-874778677E9B}"/>
              </a:ext>
            </a:extLst>
          </p:cNvPr>
          <p:cNvSpPr>
            <a:spLocks xmlns:a="http://schemas.openxmlformats.org/drawingml/2006/main" noGrp="1"/>
          </p:cNvSpPr>
          <p:nvPr/>
        </p:nvSpPr>
        <p:spPr>
          <a:xfrm xmlns:a="http://schemas.openxmlformats.org/drawingml/2006/main">
            <a:off x="14468475" y="4418648"/>
            <a:ext cx="27336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050" b="1">
                <a:solidFill>
                  <a:srgbClr val="000000"/>
                </a:solidFill>
                <a:latin typeface="Apple SD Gothic Neo"/>
                <a:ea typeface="Apple SD Gothic Neo"/>
                <a:cs typeface="Apple SD Gothic Neo"/>
              </a:defRPr>
            </a:pPr>
            <a:r>
              <a:rPr sz="1050" b="1">
                <a:solidFill>
                  <a:srgbClr val="000000"/>
                </a:solidFill>
                <a:latin typeface="Apple SD Gothic Neo"/>
                <a:ea typeface="Apple SD Gothic Neo"/>
                <a:cs typeface="Apple SD Gothic Neo"/>
              </a:rPr>
              <a:t>업무 접수·전송 게이트</a:t>
            </a:r>
          </a:p>
        </p:txBody>
      </p:sp>
      <p:sp>
        <p:nvSpPr>
          <p:cNvPr id="159" name="dp42-comparison / n158">
            <a:extLst xmlns:a="http://schemas.openxmlformats.org/drawingml/2006/main">
              <a:ext uri="{FF2B5EF4-FFF2-40B4-BE49-F238E27FC236}">
                <a16:creationId xmlns:a16="http://schemas.microsoft.com/office/drawing/2014/main" id="{44783766-9D19-487F-B856-44FACAE16B0E}"/>
              </a:ext>
            </a:extLst>
          </p:cNvPr>
          <p:cNvSpPr>
            <a:spLocks xmlns:a="http://schemas.openxmlformats.org/drawingml/2006/main" noGrp="1"/>
          </p:cNvSpPr>
          <p:nvPr/>
        </p:nvSpPr>
        <p:spPr>
          <a:xfrm xmlns:a="http://schemas.openxmlformats.org/drawingml/2006/main">
            <a:off x="14335125" y="4743450"/>
            <a:ext cx="3000375"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60" name="dp42-comparison / n159 / text 1">
            <a:extLst xmlns:a="http://schemas.openxmlformats.org/drawingml/2006/main">
              <a:ext uri="{FF2B5EF4-FFF2-40B4-BE49-F238E27FC236}">
                <a16:creationId xmlns:a16="http://schemas.microsoft.com/office/drawing/2014/main" id="{3468F200-CAE1-4C99-A293-C5E2A56F22F5}"/>
              </a:ext>
            </a:extLst>
          </p:cNvPr>
          <p:cNvSpPr>
            <a:spLocks xmlns:a="http://schemas.openxmlformats.org/drawingml/2006/main" noGrp="1"/>
          </p:cNvSpPr>
          <p:nvPr/>
        </p:nvSpPr>
        <p:spPr>
          <a:xfrm xmlns:a="http://schemas.openxmlformats.org/drawingml/2006/main">
            <a:off x="14420850" y="4803458"/>
            <a:ext cx="28289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00" b="0">
                <a:solidFill>
                  <a:srgbClr val="18232E"/>
                </a:solidFill>
                <a:latin typeface="Apple SD Gothic Neo"/>
                <a:ea typeface="Apple SD Gothic Neo"/>
                <a:cs typeface="Apple SD Gothic Neo"/>
              </a:defRPr>
            </a:pPr>
            <a:r>
              <a:rPr sz="900" b="0">
                <a:solidFill>
                  <a:srgbClr val="18232E"/>
                </a:solidFill>
                <a:latin typeface="Apple SD Gothic Neo"/>
                <a:ea typeface="Apple SD Gothic Neo"/>
                <a:cs typeface="Apple SD Gothic Neo"/>
              </a:rPr>
              <a:t>Task Command State</a:t>
            </a:r>
          </a:p>
        </p:txBody>
      </p:sp>
      <p:sp>
        <p:nvSpPr>
          <p:cNvPr id="161" name="dp42-comparison / n160">
            <a:extLst xmlns:a="http://schemas.openxmlformats.org/drawingml/2006/main">
              <a:ext uri="{FF2B5EF4-FFF2-40B4-BE49-F238E27FC236}">
                <a16:creationId xmlns:a16="http://schemas.microsoft.com/office/drawing/2014/main" id="{C050EB0C-4283-43A9-854C-7BD7DFFC931F}"/>
              </a:ext>
            </a:extLst>
          </p:cNvPr>
          <p:cNvSpPr>
            <a:spLocks xmlns:a="http://schemas.openxmlformats.org/drawingml/2006/main" noGrp="1"/>
          </p:cNvSpPr>
          <p:nvPr/>
        </p:nvSpPr>
        <p:spPr>
          <a:xfrm xmlns:a="http://schemas.openxmlformats.org/drawingml/2006/main">
            <a:off x="10001250" y="5038725"/>
            <a:ext cx="2952750" cy="5715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2" name="dp42-comparison / n161 / text 1">
            <a:extLst xmlns:a="http://schemas.openxmlformats.org/drawingml/2006/main">
              <a:ext uri="{FF2B5EF4-FFF2-40B4-BE49-F238E27FC236}">
                <a16:creationId xmlns:a16="http://schemas.microsoft.com/office/drawing/2014/main" id="{8C034A95-0165-4228-9842-80AA26771AA3}"/>
              </a:ext>
            </a:extLst>
          </p:cNvPr>
          <p:cNvSpPr>
            <a:spLocks xmlns:a="http://schemas.openxmlformats.org/drawingml/2006/main" noGrp="1"/>
          </p:cNvSpPr>
          <p:nvPr/>
        </p:nvSpPr>
        <p:spPr>
          <a:xfrm xmlns:a="http://schemas.openxmlformats.org/drawingml/2006/main">
            <a:off x="10125075" y="5133975"/>
            <a:ext cx="27051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63" name="dp42-comparison / n162">
            <a:extLst xmlns:a="http://schemas.openxmlformats.org/drawingml/2006/main">
              <a:ext uri="{FF2B5EF4-FFF2-40B4-BE49-F238E27FC236}">
                <a16:creationId xmlns:a16="http://schemas.microsoft.com/office/drawing/2014/main" id="{05691D78-4044-4EE1-8F3F-D58057A5E68D}"/>
              </a:ext>
            </a:extLst>
          </p:cNvPr>
          <p:cNvSpPr>
            <a:spLocks xmlns:a="http://schemas.openxmlformats.org/drawingml/2006/main" noGrp="1"/>
          </p:cNvSpPr>
          <p:nvPr/>
        </p:nvSpPr>
        <p:spPr>
          <a:xfrm xmlns:a="http://schemas.openxmlformats.org/drawingml/2006/main">
            <a:off x="10096500" y="5343525"/>
            <a:ext cx="2762250" cy="247650"/>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164" name="dp42-comparison / n163 / text 1">
            <a:extLst xmlns:a="http://schemas.openxmlformats.org/drawingml/2006/main">
              <a:ext uri="{FF2B5EF4-FFF2-40B4-BE49-F238E27FC236}">
                <a16:creationId xmlns:a16="http://schemas.microsoft.com/office/drawing/2014/main" id="{EB55E106-8FBA-4043-A752-A6434F08C9F1}"/>
              </a:ext>
            </a:extLst>
          </p:cNvPr>
          <p:cNvSpPr>
            <a:spLocks xmlns:a="http://schemas.openxmlformats.org/drawingml/2006/main" noGrp="1"/>
          </p:cNvSpPr>
          <p:nvPr/>
        </p:nvSpPr>
        <p:spPr>
          <a:xfrm xmlns:a="http://schemas.openxmlformats.org/drawingml/2006/main">
            <a:off x="10182225" y="5410200"/>
            <a:ext cx="25908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18232E"/>
                </a:solidFill>
                <a:latin typeface="Apple SD Gothic Neo"/>
                <a:ea typeface="Apple SD Gothic Neo"/>
                <a:cs typeface="Apple SD Gothic Neo"/>
              </a:defRPr>
            </a:pPr>
            <a:r>
              <a:rPr sz="750" b="0">
                <a:solidFill>
                  <a:srgbClr val="18232E"/>
                </a:solidFill>
                <a:latin typeface="Apple SD Gothic Neo"/>
                <a:ea typeface="Apple SD Gothic Neo"/>
                <a:cs typeface="Apple SD Gothic Neo"/>
              </a:rPr>
              <a:t>Publication Ledger</a:t>
            </a:r>
          </a:p>
        </p:txBody>
      </p:sp>
      <p:sp>
        <p:nvSpPr>
          <p:cNvPr id="165" name="dp42-comparison / n164">
            <a:extLst xmlns:a="http://schemas.openxmlformats.org/drawingml/2006/main">
              <a:ext uri="{FF2B5EF4-FFF2-40B4-BE49-F238E27FC236}">
                <a16:creationId xmlns:a16="http://schemas.microsoft.com/office/drawing/2014/main" id="{E0D45F72-40CA-42D3-B853-C7C09CFA60F2}"/>
              </a:ext>
            </a:extLst>
          </p:cNvPr>
          <p:cNvSpPr>
            <a:spLocks xmlns:a="http://schemas.openxmlformats.org/drawingml/2006/main" noGrp="1"/>
          </p:cNvSpPr>
          <p:nvPr/>
        </p:nvSpPr>
        <p:spPr>
          <a:xfrm xmlns:a="http://schemas.openxmlformats.org/drawingml/2006/main">
            <a:off x="14239875" y="5267325"/>
            <a:ext cx="3190875"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66" name="dp42-comparison / n165 / text 1">
            <a:extLst xmlns:a="http://schemas.openxmlformats.org/drawingml/2006/main">
              <a:ext uri="{FF2B5EF4-FFF2-40B4-BE49-F238E27FC236}">
                <a16:creationId xmlns:a16="http://schemas.microsoft.com/office/drawing/2014/main" id="{3F92D09C-33F9-4F8F-B85B-B5627EFB91C2}"/>
              </a:ext>
            </a:extLst>
          </p:cNvPr>
          <p:cNvSpPr>
            <a:spLocks xmlns:a="http://schemas.openxmlformats.org/drawingml/2006/main" noGrp="1"/>
          </p:cNvSpPr>
          <p:nvPr/>
        </p:nvSpPr>
        <p:spPr>
          <a:xfrm xmlns:a="http://schemas.openxmlformats.org/drawingml/2006/main">
            <a:off x="14325600" y="5298758"/>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Agent Gateway</a:t>
            </a:r>
          </a:p>
        </p:txBody>
      </p:sp>
      <p:sp>
        <p:nvSpPr>
          <p:cNvPr id="167" name="dp42-comparison / n168 / path">
            <a:extLst xmlns:a="http://schemas.openxmlformats.org/drawingml/2006/main">
              <a:ext uri="{FF2B5EF4-FFF2-40B4-BE49-F238E27FC236}">
                <a16:creationId xmlns:a16="http://schemas.microsoft.com/office/drawing/2014/main" id="{6DB7ADFB-A735-482E-9920-CC2923E34AEB}"/>
              </a:ext>
            </a:extLst>
          </p:cNvPr>
          <p:cNvSpPr>
            <a:spLocks xmlns:a="http://schemas.openxmlformats.org/drawingml/2006/main" noGrp="1"/>
          </p:cNvSpPr>
          <p:nvPr/>
        </p:nvSpPr>
        <p:spPr>
          <a:xfrm xmlns:a="http://schemas.openxmlformats.org/drawingml/2006/main">
            <a:off x="9858375" y="2562225"/>
            <a:ext cx="142875" cy="1638300"/>
          </a:xfrm>
          <a:custGeom xmlns:a="http://schemas.openxmlformats.org/drawingml/2006/main">
            <a:pathLst>
              <a:path w="142875" h="1638300">
                <a:moveTo>
                  <a:pt x="95250" y="0"/>
                </a:moveTo>
                <a:lnTo>
                  <a:pt x="0" y="0"/>
                </a:lnTo>
                <a:lnTo>
                  <a:pt x="0" y="1638300"/>
                </a:lnTo>
                <a:lnTo>
                  <a:pt x="142875" y="1638300"/>
                </a:lnTo>
              </a:path>
            </a:pathLst>
          </a:custGeom>
          <a:noFill xmlns:a="http://schemas.openxmlformats.org/drawingml/2006/main"/>
          <a:ln xmlns:a="http://schemas.openxmlformats.org/drawingml/2006/main" w="10478">
            <a:solidFill>
              <a:srgbClr val="000000"/>
            </a:solidFill>
            <a:prstDash val="solid"/>
          </a:ln>
        </p:spPr>
      </p:sp>
      <p:sp>
        <p:nvSpPr>
          <p:cNvPr id="168" name="dp42-comparison / n168 / arrow">
            <a:extLst xmlns:a="http://schemas.openxmlformats.org/drawingml/2006/main">
              <a:ext uri="{FF2B5EF4-FFF2-40B4-BE49-F238E27FC236}">
                <a16:creationId xmlns:a16="http://schemas.microsoft.com/office/drawing/2014/main" id="{A3846A32-5106-4A62-8A9D-A3959CA0A5A6}"/>
              </a:ext>
            </a:extLst>
          </p:cNvPr>
          <p:cNvSpPr>
            <a:spLocks xmlns:a="http://schemas.openxmlformats.org/drawingml/2006/main" noGrp="1"/>
          </p:cNvSpPr>
          <p:nvPr/>
        </p:nvSpPr>
        <p:spPr>
          <a:xfrm xmlns:a="http://schemas.openxmlformats.org/drawingml/2006/main">
            <a:off x="9934194"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9" name="dp42-comparison / n169">
            <a:extLst xmlns:a="http://schemas.openxmlformats.org/drawingml/2006/main">
              <a:ext uri="{FF2B5EF4-FFF2-40B4-BE49-F238E27FC236}">
                <a16:creationId xmlns:a16="http://schemas.microsoft.com/office/drawing/2014/main" id="{B04CB618-50E0-499C-BBA0-836B78B0DB91}"/>
              </a:ext>
            </a:extLst>
          </p:cNvPr>
          <p:cNvSpPr>
            <a:spLocks xmlns:a="http://schemas.openxmlformats.org/drawingml/2006/main" noGrp="1"/>
          </p:cNvSpPr>
          <p:nvPr/>
        </p:nvSpPr>
        <p:spPr>
          <a:xfrm xmlns:a="http://schemas.openxmlformats.org/drawingml/2006/main">
            <a:off x="10001250" y="5667375"/>
            <a:ext cx="29527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0" name="dp42-comparison / n170 / text 1">
            <a:extLst xmlns:a="http://schemas.openxmlformats.org/drawingml/2006/main">
              <a:ext uri="{FF2B5EF4-FFF2-40B4-BE49-F238E27FC236}">
                <a16:creationId xmlns:a16="http://schemas.microsoft.com/office/drawing/2014/main" id="{850C9DA7-8D13-4B64-B9EA-1D433495C7C3}"/>
              </a:ext>
            </a:extLst>
          </p:cNvPr>
          <p:cNvSpPr>
            <a:spLocks xmlns:a="http://schemas.openxmlformats.org/drawingml/2006/main" noGrp="1"/>
          </p:cNvSpPr>
          <p:nvPr/>
        </p:nvSpPr>
        <p:spPr>
          <a:xfrm xmlns:a="http://schemas.openxmlformats.org/drawingml/2006/main">
            <a:off x="10086975" y="5703570"/>
            <a:ext cx="2781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171" name="dp42-comparison / n171">
            <a:extLst xmlns:a="http://schemas.openxmlformats.org/drawingml/2006/main">
              <a:ext uri="{FF2B5EF4-FFF2-40B4-BE49-F238E27FC236}">
                <a16:creationId xmlns:a16="http://schemas.microsoft.com/office/drawing/2014/main" id="{83779381-32E2-49BF-A658-BB0FDB219235}"/>
              </a:ext>
            </a:extLst>
          </p:cNvPr>
          <p:cNvSpPr>
            <a:spLocks xmlns:a="http://schemas.openxmlformats.org/drawingml/2006/main" noGrp="1"/>
          </p:cNvSpPr>
          <p:nvPr/>
        </p:nvSpPr>
        <p:spPr>
          <a:xfrm xmlns:a="http://schemas.openxmlformats.org/drawingml/2006/main">
            <a:off x="14239875" y="5667375"/>
            <a:ext cx="3190875"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72" name="dp42-comparison / n172 / text 1">
            <a:extLst xmlns:a="http://schemas.openxmlformats.org/drawingml/2006/main">
              <a:ext uri="{FF2B5EF4-FFF2-40B4-BE49-F238E27FC236}">
                <a16:creationId xmlns:a16="http://schemas.microsoft.com/office/drawing/2014/main" id="{B429F682-9FD5-4352-84CD-D0EACA4B95FD}"/>
              </a:ext>
            </a:extLst>
          </p:cNvPr>
          <p:cNvSpPr>
            <a:spLocks xmlns:a="http://schemas.openxmlformats.org/drawingml/2006/main" noGrp="1"/>
          </p:cNvSpPr>
          <p:nvPr/>
        </p:nvSpPr>
        <p:spPr>
          <a:xfrm xmlns:a="http://schemas.openxmlformats.org/drawingml/2006/main">
            <a:off x="14325600" y="5703570"/>
            <a:ext cx="30194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State Store</a:t>
            </a:r>
          </a:p>
        </p:txBody>
      </p:sp>
      <p:sp>
        <p:nvSpPr>
          <p:cNvPr id="173" name="dp42-comparison / n173 / path">
            <a:extLst xmlns:a="http://schemas.openxmlformats.org/drawingml/2006/main">
              <a:ext uri="{FF2B5EF4-FFF2-40B4-BE49-F238E27FC236}">
                <a16:creationId xmlns:a16="http://schemas.microsoft.com/office/drawing/2014/main" id="{A8E1903B-9870-49B8-A5AE-59063FC83BDB}"/>
              </a:ext>
            </a:extLst>
          </p:cNvPr>
          <p:cNvSpPr>
            <a:spLocks xmlns:a="http://schemas.openxmlformats.org/drawingml/2006/main" noGrp="1"/>
          </p:cNvSpPr>
          <p:nvPr/>
        </p:nvSpPr>
        <p:spPr>
          <a:xfrm xmlns:a="http://schemas.openxmlformats.org/drawingml/2006/main">
            <a:off x="12954000" y="4200525"/>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174" name="dp42-comparison / n173 / arrow">
            <a:extLst xmlns:a="http://schemas.openxmlformats.org/drawingml/2006/main">
              <a:ext uri="{FF2B5EF4-FFF2-40B4-BE49-F238E27FC236}">
                <a16:creationId xmlns:a16="http://schemas.microsoft.com/office/drawing/2014/main" id="{79AE4391-C948-47C3-BB72-466E64384745}"/>
              </a:ext>
            </a:extLst>
          </p:cNvPr>
          <p:cNvSpPr>
            <a:spLocks xmlns:a="http://schemas.openxmlformats.org/drawingml/2006/main" noGrp="1"/>
          </p:cNvSpPr>
          <p:nvPr/>
        </p:nvSpPr>
        <p:spPr>
          <a:xfrm xmlns:a="http://schemas.openxmlformats.org/drawingml/2006/main">
            <a:off x="14172819" y="416699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5" name="dp42-comparison / n176 / path">
            <a:extLst xmlns:a="http://schemas.openxmlformats.org/drawingml/2006/main">
              <a:ext uri="{FF2B5EF4-FFF2-40B4-BE49-F238E27FC236}">
                <a16:creationId xmlns:a16="http://schemas.microsoft.com/office/drawing/2014/main" id="{73420C0F-A464-401A-AB47-01EAD7266377}"/>
              </a:ext>
            </a:extLst>
          </p:cNvPr>
          <p:cNvSpPr>
            <a:spLocks xmlns:a="http://schemas.openxmlformats.org/drawingml/2006/main" noGrp="1"/>
          </p:cNvSpPr>
          <p:nvPr/>
        </p:nvSpPr>
        <p:spPr>
          <a:xfrm xmlns:a="http://schemas.openxmlformats.org/drawingml/2006/main">
            <a:off x="12954000" y="4371975"/>
            <a:ext cx="1285875" cy="571500"/>
          </a:xfrm>
          <a:custGeom xmlns:a="http://schemas.openxmlformats.org/drawingml/2006/main">
            <a:pathLst>
              <a:path w="1285875" h="571500">
                <a:moveTo>
                  <a:pt x="1285875" y="0"/>
                </a:moveTo>
                <a:lnTo>
                  <a:pt x="1181100" y="0"/>
                </a:lnTo>
                <a:lnTo>
                  <a:pt x="1181100" y="571500"/>
                </a:lnTo>
                <a:lnTo>
                  <a:pt x="123825" y="571500"/>
                </a:lnTo>
                <a:lnTo>
                  <a:pt x="123825" y="0"/>
                </a:lnTo>
                <a:lnTo>
                  <a:pt x="0" y="0"/>
                </a:lnTo>
              </a:path>
            </a:pathLst>
          </a:custGeom>
          <a:noFill xmlns:a="http://schemas.openxmlformats.org/drawingml/2006/main"/>
          <a:ln xmlns:a="http://schemas.openxmlformats.org/drawingml/2006/main" w="10478">
            <a:solidFill>
              <a:srgbClr val="000000"/>
            </a:solidFill>
            <a:prstDash val="dash"/>
          </a:ln>
        </p:spPr>
      </p:sp>
      <p:sp>
        <p:nvSpPr>
          <p:cNvPr id="176" name="dp42-comparison / n176 / arrow">
            <a:extLst xmlns:a="http://schemas.openxmlformats.org/drawingml/2006/main">
              <a:ext uri="{FF2B5EF4-FFF2-40B4-BE49-F238E27FC236}">
                <a16:creationId xmlns:a16="http://schemas.microsoft.com/office/drawing/2014/main" id="{083E166B-17D4-44D3-AF49-5B6307276980}"/>
              </a:ext>
            </a:extLst>
          </p:cNvPr>
          <p:cNvSpPr>
            <a:spLocks xmlns:a="http://schemas.openxmlformats.org/drawingml/2006/main" noGrp="1"/>
          </p:cNvSpPr>
          <p:nvPr/>
        </p:nvSpPr>
        <p:spPr>
          <a:xfrm xmlns:a="http://schemas.openxmlformats.org/drawingml/2006/main">
            <a:off x="12954000" y="43384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7" name="dp42-comparison / n179 / path">
            <a:extLst xmlns:a="http://schemas.openxmlformats.org/drawingml/2006/main">
              <a:ext uri="{FF2B5EF4-FFF2-40B4-BE49-F238E27FC236}">
                <a16:creationId xmlns:a16="http://schemas.microsoft.com/office/drawing/2014/main" id="{775A2A83-FC8B-4D25-8CB5-33232A8A0120}"/>
              </a:ext>
            </a:extLst>
          </p:cNvPr>
          <p:cNvSpPr>
            <a:spLocks xmlns:a="http://schemas.openxmlformats.org/drawingml/2006/main" noGrp="1"/>
          </p:cNvSpPr>
          <p:nvPr/>
        </p:nvSpPr>
        <p:spPr>
          <a:xfrm xmlns:a="http://schemas.openxmlformats.org/drawingml/2006/main">
            <a:off x="11477625" y="4295775"/>
            <a:ext cx="1552575" cy="1371600"/>
          </a:xfrm>
          <a:custGeom xmlns:a="http://schemas.openxmlformats.org/drawingml/2006/main">
            <a:pathLst>
              <a:path w="1552575" h="1371600">
                <a:moveTo>
                  <a:pt x="1476375" y="0"/>
                </a:moveTo>
                <a:lnTo>
                  <a:pt x="1552575" y="0"/>
                </a:lnTo>
                <a:lnTo>
                  <a:pt x="1552575"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178" name="dp42-comparison / n179 / arrow">
            <a:extLst xmlns:a="http://schemas.openxmlformats.org/drawingml/2006/main">
              <a:ext uri="{FF2B5EF4-FFF2-40B4-BE49-F238E27FC236}">
                <a16:creationId xmlns:a16="http://schemas.microsoft.com/office/drawing/2014/main" id="{2233E10E-CCA6-436F-9760-9EABB312AD27}"/>
              </a:ext>
            </a:extLst>
          </p:cNvPr>
          <p:cNvSpPr>
            <a:spLocks xmlns:a="http://schemas.openxmlformats.org/drawingml/2006/main" noGrp="1"/>
          </p:cNvSpPr>
          <p:nvPr/>
        </p:nvSpPr>
        <p:spPr>
          <a:xfrm xmlns:a="http://schemas.openxmlformats.org/drawingml/2006/main">
            <a:off x="11444097"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79" name="dp42-comparison / n180 / path">
            <a:extLst xmlns:a="http://schemas.openxmlformats.org/drawingml/2006/main">
              <a:ext uri="{FF2B5EF4-FFF2-40B4-BE49-F238E27FC236}">
                <a16:creationId xmlns:a16="http://schemas.microsoft.com/office/drawing/2014/main" id="{1A4F3466-E5FA-42AA-ACEF-0A2CAC27878E}"/>
              </a:ext>
            </a:extLst>
          </p:cNvPr>
          <p:cNvSpPr>
            <a:spLocks xmlns:a="http://schemas.openxmlformats.org/drawingml/2006/main" noGrp="1"/>
          </p:cNvSpPr>
          <p:nvPr/>
        </p:nvSpPr>
        <p:spPr>
          <a:xfrm xmlns:a="http://schemas.openxmlformats.org/drawingml/2006/main">
            <a:off x="15835313" y="4295775"/>
            <a:ext cx="1652588" cy="1371600"/>
          </a:xfrm>
          <a:custGeom xmlns:a="http://schemas.openxmlformats.org/drawingml/2006/main">
            <a:pathLst>
              <a:path w="1652588" h="1371600">
                <a:moveTo>
                  <a:pt x="1595438" y="0"/>
                </a:moveTo>
                <a:lnTo>
                  <a:pt x="1652588" y="0"/>
                </a:lnTo>
                <a:lnTo>
                  <a:pt x="1652588" y="1314450"/>
                </a:lnTo>
                <a:lnTo>
                  <a:pt x="0" y="1314450"/>
                </a:lnTo>
                <a:lnTo>
                  <a:pt x="0" y="1371600"/>
                </a:lnTo>
              </a:path>
            </a:pathLst>
          </a:custGeom>
          <a:noFill xmlns:a="http://schemas.openxmlformats.org/drawingml/2006/main"/>
          <a:ln xmlns:a="http://schemas.openxmlformats.org/drawingml/2006/main" w="10478">
            <a:solidFill>
              <a:srgbClr val="000000"/>
            </a:solidFill>
            <a:prstDash val="solid"/>
          </a:ln>
        </p:spPr>
      </p:sp>
      <p:sp>
        <p:nvSpPr>
          <p:cNvPr id="180" name="dp42-comparison / n180 / arrow">
            <a:extLst xmlns:a="http://schemas.openxmlformats.org/drawingml/2006/main">
              <a:ext uri="{FF2B5EF4-FFF2-40B4-BE49-F238E27FC236}">
                <a16:creationId xmlns:a16="http://schemas.microsoft.com/office/drawing/2014/main" id="{771BF084-65D3-4F24-B1E4-2F8B38974830}"/>
              </a:ext>
            </a:extLst>
          </p:cNvPr>
          <p:cNvSpPr>
            <a:spLocks xmlns:a="http://schemas.openxmlformats.org/drawingml/2006/main" noGrp="1"/>
          </p:cNvSpPr>
          <p:nvPr/>
        </p:nvSpPr>
        <p:spPr>
          <a:xfrm xmlns:a="http://schemas.openxmlformats.org/drawingml/2006/main">
            <a:off x="15801785" y="56003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1" name="dp42-comparison / n185 / path">
            <a:extLst xmlns:a="http://schemas.openxmlformats.org/drawingml/2006/main">
              <a:ext uri="{FF2B5EF4-FFF2-40B4-BE49-F238E27FC236}">
                <a16:creationId xmlns:a16="http://schemas.microsoft.com/office/drawing/2014/main" id="{D3C1B044-7892-440F-B929-B87631EED72A}"/>
              </a:ext>
            </a:extLst>
          </p:cNvPr>
          <p:cNvSpPr>
            <a:spLocks xmlns:a="http://schemas.openxmlformats.org/drawingml/2006/main" noGrp="1"/>
          </p:cNvSpPr>
          <p:nvPr/>
        </p:nvSpPr>
        <p:spPr>
          <a:xfrm xmlns:a="http://schemas.openxmlformats.org/drawingml/2006/main">
            <a:off x="15835313" y="4505325"/>
            <a:ext cx="1538288" cy="762000"/>
          </a:xfrm>
          <a:custGeom xmlns:a="http://schemas.openxmlformats.org/drawingml/2006/main">
            <a:pathLst>
              <a:path w="1538288" h="762000">
                <a:moveTo>
                  <a:pt x="1452563" y="0"/>
                </a:moveTo>
                <a:lnTo>
                  <a:pt x="1538288" y="0"/>
                </a:lnTo>
                <a:lnTo>
                  <a:pt x="1538288" y="704850"/>
                </a:lnTo>
                <a:lnTo>
                  <a:pt x="0" y="704850"/>
                </a:lnTo>
                <a:lnTo>
                  <a:pt x="0" y="762000"/>
                </a:lnTo>
              </a:path>
            </a:pathLst>
          </a:custGeom>
          <a:noFill xmlns:a="http://schemas.openxmlformats.org/drawingml/2006/main"/>
          <a:ln xmlns:a="http://schemas.openxmlformats.org/drawingml/2006/main" w="10478">
            <a:solidFill>
              <a:srgbClr val="000000"/>
            </a:solidFill>
            <a:prstDash val="solid"/>
          </a:ln>
        </p:spPr>
      </p:sp>
      <p:sp>
        <p:nvSpPr>
          <p:cNvPr id="182" name="dp42-comparison / n185 / arrow">
            <a:extLst xmlns:a="http://schemas.openxmlformats.org/drawingml/2006/main">
              <a:ext uri="{FF2B5EF4-FFF2-40B4-BE49-F238E27FC236}">
                <a16:creationId xmlns:a16="http://schemas.microsoft.com/office/drawing/2014/main" id="{8888BC08-5D9C-4D6B-8450-A5C16F996C4F}"/>
              </a:ext>
            </a:extLst>
          </p:cNvPr>
          <p:cNvSpPr>
            <a:spLocks xmlns:a="http://schemas.openxmlformats.org/drawingml/2006/main" noGrp="1"/>
          </p:cNvSpPr>
          <p:nvPr/>
        </p:nvSpPr>
        <p:spPr>
          <a:xfrm xmlns:a="http://schemas.openxmlformats.org/drawingml/2006/main">
            <a:off x="15801785" y="52002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3" name="dp42-comparison / n188 / path">
            <a:extLst xmlns:a="http://schemas.openxmlformats.org/drawingml/2006/main">
              <a:ext uri="{FF2B5EF4-FFF2-40B4-BE49-F238E27FC236}">
                <a16:creationId xmlns:a16="http://schemas.microsoft.com/office/drawing/2014/main" id="{AFD72714-2B5D-4D9A-8D35-B39A27D8587B}"/>
              </a:ext>
            </a:extLst>
          </p:cNvPr>
          <p:cNvSpPr>
            <a:spLocks xmlns:a="http://schemas.openxmlformats.org/drawingml/2006/main" noGrp="1"/>
          </p:cNvSpPr>
          <p:nvPr/>
        </p:nvSpPr>
        <p:spPr>
          <a:xfrm xmlns:a="http://schemas.openxmlformats.org/drawingml/2006/main">
            <a:off x="9858375" y="7038975"/>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84" name="dp42-comparison / n126">
            <a:extLst xmlns:a="http://schemas.openxmlformats.org/drawingml/2006/main">
              <a:ext uri="{FF2B5EF4-FFF2-40B4-BE49-F238E27FC236}">
                <a16:creationId xmlns:a16="http://schemas.microsoft.com/office/drawing/2014/main" id="{A0DB4A80-D166-4760-80ED-76E24E9C057A}"/>
              </a:ext>
            </a:extLst>
          </p:cNvPr>
          <p:cNvSpPr>
            <a:spLocks xmlns:a="http://schemas.openxmlformats.org/drawingml/2006/main" noGrp="1"/>
          </p:cNvSpPr>
          <p:nvPr/>
        </p:nvSpPr>
        <p:spPr>
          <a:xfrm xmlns:a="http://schemas.openxmlformats.org/drawingml/2006/main">
            <a:off x="12858750" y="2409825"/>
            <a:ext cx="4667250" cy="304800"/>
          </a:xfrm>
          <a:custGeom xmlns:a="http://schemas.openxmlformats.org/drawingml/2006/main">
            <a:pathLst>
              <a:path w="4667250" h="304800">
                <a:moveTo>
                  <a:pt x="0" y="0"/>
                </a:moveTo>
                <a:lnTo>
                  <a:pt x="4495800" y="0"/>
                </a:lnTo>
                <a:lnTo>
                  <a:pt x="4667250" y="171450"/>
                </a:lnTo>
                <a:lnTo>
                  <a:pt x="4667250" y="304800"/>
                </a:lnTo>
                <a:lnTo>
                  <a:pt x="0" y="3048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5" name="dp42-comparison / n126 / fold">
            <a:extLst xmlns:a="http://schemas.openxmlformats.org/drawingml/2006/main">
              <a:ext uri="{FF2B5EF4-FFF2-40B4-BE49-F238E27FC236}">
                <a16:creationId xmlns:a16="http://schemas.microsoft.com/office/drawing/2014/main" id="{D2972DDE-B86F-41D1-A77F-53B5EE8319BD}"/>
              </a:ext>
            </a:extLst>
          </p:cNvPr>
          <p:cNvSpPr>
            <a:spLocks xmlns:a="http://schemas.openxmlformats.org/drawingml/2006/main" noGrp="1"/>
          </p:cNvSpPr>
          <p:nvPr/>
        </p:nvSpPr>
        <p:spPr>
          <a:xfrm xmlns:a="http://schemas.openxmlformats.org/drawingml/2006/main">
            <a:off x="17354550" y="2409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6" name="dp42-comparison / n127 / text 1">
            <a:extLst xmlns:a="http://schemas.openxmlformats.org/drawingml/2006/main">
              <a:ext uri="{FF2B5EF4-FFF2-40B4-BE49-F238E27FC236}">
                <a16:creationId xmlns:a16="http://schemas.microsoft.com/office/drawing/2014/main" id="{C9F5DFF7-8522-4958-83F4-DD20025C3A71}"/>
              </a:ext>
            </a:extLst>
          </p:cNvPr>
          <p:cNvSpPr>
            <a:spLocks xmlns:a="http://schemas.openxmlformats.org/drawingml/2006/main" noGrp="1"/>
          </p:cNvSpPr>
          <p:nvPr/>
        </p:nvSpPr>
        <p:spPr>
          <a:xfrm xmlns:a="http://schemas.openxmlformats.org/drawingml/2006/main">
            <a:off x="12954000" y="2466975"/>
            <a:ext cx="4400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“응, 상반기로 해줘”</a:t>
            </a:r>
          </a:p>
        </p:txBody>
      </p:sp>
      <p:sp>
        <p:nvSpPr>
          <p:cNvPr id="187" name="dp42-comparison / n129">
            <a:extLst xmlns:a="http://schemas.openxmlformats.org/drawingml/2006/main">
              <a:ext uri="{FF2B5EF4-FFF2-40B4-BE49-F238E27FC236}">
                <a16:creationId xmlns:a16="http://schemas.microsoft.com/office/drawing/2014/main" id="{BB03BF88-07EF-4241-99B1-92E88832F518}"/>
              </a:ext>
            </a:extLst>
          </p:cNvPr>
          <p:cNvSpPr>
            <a:spLocks xmlns:a="http://schemas.openxmlformats.org/drawingml/2006/main" noGrp="1"/>
          </p:cNvSpPr>
          <p:nvPr/>
        </p:nvSpPr>
        <p:spPr>
          <a:xfrm xmlns:a="http://schemas.openxmlformats.org/drawingml/2006/main">
            <a:off x="9934575" y="2781300"/>
            <a:ext cx="4663440"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2-comparison / n130 / text 1">
            <a:extLst xmlns:a="http://schemas.openxmlformats.org/drawingml/2006/main">
              <a:ext uri="{FF2B5EF4-FFF2-40B4-BE49-F238E27FC236}">
                <a16:creationId xmlns:a16="http://schemas.microsoft.com/office/drawing/2014/main" id="{89C8474A-9D60-49DA-AACB-4A907C2E8414}"/>
              </a:ext>
            </a:extLst>
          </p:cNvPr>
          <p:cNvSpPr>
            <a:spLocks xmlns:a="http://schemas.openxmlformats.org/drawingml/2006/main" noGrp="1"/>
          </p:cNvSpPr>
          <p:nvPr/>
        </p:nvSpPr>
        <p:spPr>
          <a:xfrm xmlns:a="http://schemas.openxmlformats.org/drawingml/2006/main">
            <a:off x="9953625" y="2790825"/>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공통 장면: 보고서 기간 질문 Question1을 Publication1로 실제 제시</a:t>
            </a:r>
          </a:p>
        </p:txBody>
      </p:sp>
      <p:sp>
        <p:nvSpPr>
          <p:cNvPr id="189" name="dp42-comparison / n131">
            <a:extLst xmlns:a="http://schemas.openxmlformats.org/drawingml/2006/main">
              <a:ext uri="{FF2B5EF4-FFF2-40B4-BE49-F238E27FC236}">
                <a16:creationId xmlns:a16="http://schemas.microsoft.com/office/drawing/2014/main" id="{133354BB-2C06-44AF-B4B9-B3F978A11E70}"/>
              </a:ext>
            </a:extLst>
          </p:cNvPr>
          <p:cNvSpPr>
            <a:spLocks xmlns:a="http://schemas.openxmlformats.org/drawingml/2006/main" noGrp="1"/>
          </p:cNvSpPr>
          <p:nvPr/>
        </p:nvSpPr>
        <p:spPr>
          <a:xfrm xmlns:a="http://schemas.openxmlformats.org/drawingml/2006/main">
            <a:off x="9934575" y="3019425"/>
            <a:ext cx="1009840"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0" name="dp42-comparison / n132 / text 1">
            <a:extLst xmlns:a="http://schemas.openxmlformats.org/drawingml/2006/main">
              <a:ext uri="{FF2B5EF4-FFF2-40B4-BE49-F238E27FC236}">
                <a16:creationId xmlns:a16="http://schemas.microsoft.com/office/drawing/2014/main" id="{E588F3F0-6BE0-4CB7-A177-1208547DEA61}"/>
              </a:ext>
            </a:extLst>
          </p:cNvPr>
          <p:cNvSpPr>
            <a:spLocks xmlns:a="http://schemas.openxmlformats.org/drawingml/2006/main" noGrp="1"/>
          </p:cNvSpPr>
          <p:nvPr/>
        </p:nvSpPr>
        <p:spPr>
          <a:xfrm xmlns:a="http://schemas.openxmlformats.org/drawingml/2006/main">
            <a:off x="9953625" y="302895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Conversation1</a:t>
            </a:r>
          </a:p>
        </p:txBody>
      </p:sp>
      <p:sp>
        <p:nvSpPr>
          <p:cNvPr id="191" name="dp42-comparison / n134">
            <a:extLst xmlns:a="http://schemas.openxmlformats.org/drawingml/2006/main">
              <a:ext uri="{FF2B5EF4-FFF2-40B4-BE49-F238E27FC236}">
                <a16:creationId xmlns:a16="http://schemas.microsoft.com/office/drawing/2014/main" id="{298416C3-CD9A-4C93-9E88-F9D70ACC3805}"/>
              </a:ext>
            </a:extLst>
          </p:cNvPr>
          <p:cNvSpPr>
            <a:spLocks xmlns:a="http://schemas.openxmlformats.org/drawingml/2006/main" noGrp="1"/>
          </p:cNvSpPr>
          <p:nvPr/>
        </p:nvSpPr>
        <p:spPr>
          <a:xfrm xmlns:a="http://schemas.openxmlformats.org/drawingml/2006/main">
            <a:off x="11458575" y="3009900"/>
            <a:ext cx="89458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2" name="dp42-comparison / n135 / text 1">
            <a:extLst xmlns:a="http://schemas.openxmlformats.org/drawingml/2006/main">
              <a:ext uri="{FF2B5EF4-FFF2-40B4-BE49-F238E27FC236}">
                <a16:creationId xmlns:a16="http://schemas.microsoft.com/office/drawing/2014/main" id="{C1D789BF-7DAC-45EE-B397-E1BD0D624DD8}"/>
              </a:ext>
            </a:extLst>
          </p:cNvPr>
          <p:cNvSpPr>
            <a:spLocks xmlns:a="http://schemas.openxmlformats.org/drawingml/2006/main" noGrp="1"/>
          </p:cNvSpPr>
          <p:nvPr/>
        </p:nvSpPr>
        <p:spPr>
          <a:xfrm xmlns:a="http://schemas.openxmlformats.org/drawingml/2006/main">
            <a:off x="11477625" y="301942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연결 유지</a:t>
            </a:r>
          </a:p>
        </p:txBody>
      </p:sp>
      <p:sp>
        <p:nvSpPr>
          <p:cNvPr id="193" name="dp42-comparison / n136">
            <a:extLst xmlns:a="http://schemas.openxmlformats.org/drawingml/2006/main">
              <a:ext uri="{FF2B5EF4-FFF2-40B4-BE49-F238E27FC236}">
                <a16:creationId xmlns:a16="http://schemas.microsoft.com/office/drawing/2014/main" id="{D6A52A2D-33C5-4844-8897-27F0B790A1EB}"/>
              </a:ext>
            </a:extLst>
          </p:cNvPr>
          <p:cNvSpPr>
            <a:spLocks xmlns:a="http://schemas.openxmlformats.org/drawingml/2006/main" noGrp="1"/>
          </p:cNvSpPr>
          <p:nvPr/>
        </p:nvSpPr>
        <p:spPr>
          <a:xfrm xmlns:a="http://schemas.openxmlformats.org/drawingml/2006/main">
            <a:off x="9934575" y="3200400"/>
            <a:ext cx="650748"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2-comparison / n137 / text 1">
            <a:extLst xmlns:a="http://schemas.openxmlformats.org/drawingml/2006/main">
              <a:ext uri="{FF2B5EF4-FFF2-40B4-BE49-F238E27FC236}">
                <a16:creationId xmlns:a16="http://schemas.microsoft.com/office/drawing/2014/main" id="{B5DFACD2-EB2C-458D-920C-C0488BA38971}"/>
              </a:ext>
            </a:extLst>
          </p:cNvPr>
          <p:cNvSpPr>
            <a:spLocks xmlns:a="http://schemas.openxmlformats.org/drawingml/2006/main" noGrp="1"/>
          </p:cNvSpPr>
          <p:nvPr/>
        </p:nvSpPr>
        <p:spPr>
          <a:xfrm xmlns:a="http://schemas.openxmlformats.org/drawingml/2006/main">
            <a:off x="9953625" y="3209925"/>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Request1</a:t>
            </a:r>
          </a:p>
        </p:txBody>
      </p:sp>
      <p:sp>
        <p:nvSpPr>
          <p:cNvPr id="195" name="dp42-comparison / n139">
            <a:extLst xmlns:a="http://schemas.openxmlformats.org/drawingml/2006/main">
              <a:ext uri="{FF2B5EF4-FFF2-40B4-BE49-F238E27FC236}">
                <a16:creationId xmlns:a16="http://schemas.microsoft.com/office/drawing/2014/main" id="{9DCD8CD3-7513-4A6F-B038-F9345381F244}"/>
              </a:ext>
            </a:extLst>
          </p:cNvPr>
          <p:cNvSpPr>
            <a:spLocks xmlns:a="http://schemas.openxmlformats.org/drawingml/2006/main" noGrp="1"/>
          </p:cNvSpPr>
          <p:nvPr/>
        </p:nvSpPr>
        <p:spPr>
          <a:xfrm xmlns:a="http://schemas.openxmlformats.org/drawingml/2006/main">
            <a:off x="11458575" y="3190875"/>
            <a:ext cx="235762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2-comparison / n140 / text 1">
            <a:extLst xmlns:a="http://schemas.openxmlformats.org/drawingml/2006/main">
              <a:ext uri="{FF2B5EF4-FFF2-40B4-BE49-F238E27FC236}">
                <a16:creationId xmlns:a16="http://schemas.microsoft.com/office/drawing/2014/main" id="{D4B20C01-2C4F-42D7-868D-5A3FE5E0AAE4}"/>
              </a:ext>
            </a:extLst>
          </p:cNvPr>
          <p:cNvSpPr>
            <a:spLocks xmlns:a="http://schemas.openxmlformats.org/drawingml/2006/main" noGrp="1"/>
          </p:cNvSpPr>
          <p:nvPr/>
        </p:nvSpPr>
        <p:spPr>
          <a:xfrm xmlns:a="http://schemas.openxmlformats.org/drawingml/2006/main">
            <a:off x="11477625" y="3200400"/>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Agent 답변 접수 확인 뒤 요청 처리 종료</a:t>
            </a:r>
          </a:p>
        </p:txBody>
      </p:sp>
      <p:sp>
        <p:nvSpPr>
          <p:cNvPr id="197" name="dp42-comparison / n141">
            <a:extLst xmlns:a="http://schemas.openxmlformats.org/drawingml/2006/main">
              <a:ext uri="{FF2B5EF4-FFF2-40B4-BE49-F238E27FC236}">
                <a16:creationId xmlns:a16="http://schemas.microsoft.com/office/drawing/2014/main" id="{59FF2562-6E44-402F-A79D-F63650FF0CE8}"/>
              </a:ext>
            </a:extLst>
          </p:cNvPr>
          <p:cNvSpPr>
            <a:spLocks xmlns:a="http://schemas.openxmlformats.org/drawingml/2006/main" noGrp="1"/>
          </p:cNvSpPr>
          <p:nvPr/>
        </p:nvSpPr>
        <p:spPr>
          <a:xfrm xmlns:a="http://schemas.openxmlformats.org/drawingml/2006/main">
            <a:off x="9934575" y="3381375"/>
            <a:ext cx="435292"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2-comparison / n142 / text 1">
            <a:extLst xmlns:a="http://schemas.openxmlformats.org/drawingml/2006/main">
              <a:ext uri="{FF2B5EF4-FFF2-40B4-BE49-F238E27FC236}">
                <a16:creationId xmlns:a16="http://schemas.microsoft.com/office/drawing/2014/main" id="{BFF2B3E1-9DFE-4E35-B7DE-1A86479EE3CC}"/>
              </a:ext>
            </a:extLst>
          </p:cNvPr>
          <p:cNvSpPr>
            <a:spLocks xmlns:a="http://schemas.openxmlformats.org/drawingml/2006/main" noGrp="1"/>
          </p:cNvSpPr>
          <p:nvPr/>
        </p:nvSpPr>
        <p:spPr>
          <a:xfrm xmlns:a="http://schemas.openxmlformats.org/drawingml/2006/main">
            <a:off x="9953625" y="3390900"/>
            <a:ext cx="138112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Task1</a:t>
            </a:r>
          </a:p>
        </p:txBody>
      </p:sp>
      <p:sp>
        <p:nvSpPr>
          <p:cNvPr id="199" name="dp42-comparison / n144">
            <a:extLst xmlns:a="http://schemas.openxmlformats.org/drawingml/2006/main">
              <a:ext uri="{FF2B5EF4-FFF2-40B4-BE49-F238E27FC236}">
                <a16:creationId xmlns:a16="http://schemas.microsoft.com/office/drawing/2014/main" id="{1D39DC39-AE4B-4908-8299-A8E169AF1823}"/>
              </a:ext>
            </a:extLst>
          </p:cNvPr>
          <p:cNvSpPr>
            <a:spLocks xmlns:a="http://schemas.openxmlformats.org/drawingml/2006/main" noGrp="1"/>
          </p:cNvSpPr>
          <p:nvPr/>
        </p:nvSpPr>
        <p:spPr>
          <a:xfrm xmlns:a="http://schemas.openxmlformats.org/drawingml/2006/main">
            <a:off x="11458575" y="3371850"/>
            <a:ext cx="184556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2-comparison / n145 / text 1">
            <a:extLst xmlns:a="http://schemas.openxmlformats.org/drawingml/2006/main">
              <a:ext uri="{FF2B5EF4-FFF2-40B4-BE49-F238E27FC236}">
                <a16:creationId xmlns:a16="http://schemas.microsoft.com/office/drawing/2014/main" id="{81D8509A-1A9C-457B-9DCC-F63C6CE0050D}"/>
              </a:ext>
            </a:extLst>
          </p:cNvPr>
          <p:cNvSpPr>
            <a:spLocks xmlns:a="http://schemas.openxmlformats.org/drawingml/2006/main" noGrp="1"/>
          </p:cNvSpPr>
          <p:nvPr/>
        </p:nvSpPr>
        <p:spPr>
          <a:xfrm xmlns:a="http://schemas.openxmlformats.org/drawingml/2006/main">
            <a:off x="11477625" y="3381375"/>
            <a:ext cx="5953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보고서 업무 / 외부 실행은 계속</a:t>
            </a:r>
          </a:p>
        </p:txBody>
      </p:sp>
      <p:sp>
        <p:nvSpPr>
          <p:cNvPr id="201" name="dp42-comparison / n166">
            <a:extLst xmlns:a="http://schemas.openxmlformats.org/drawingml/2006/main">
              <a:ext uri="{FF2B5EF4-FFF2-40B4-BE49-F238E27FC236}">
                <a16:creationId xmlns:a16="http://schemas.microsoft.com/office/drawing/2014/main" id="{87C58CCE-2E65-4F91-BBB7-FE5C098E5694}"/>
              </a:ext>
            </a:extLst>
          </p:cNvPr>
          <p:cNvSpPr>
            <a:spLocks xmlns:a="http://schemas.openxmlformats.org/drawingml/2006/main" noGrp="1"/>
          </p:cNvSpPr>
          <p:nvPr/>
        </p:nvSpPr>
        <p:spPr>
          <a:xfrm xmlns:a="http://schemas.openxmlformats.org/drawingml/2006/main">
            <a:off x="14373225" y="5029200"/>
            <a:ext cx="2190560"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2-comparison / n167 / text 1">
            <a:extLst xmlns:a="http://schemas.openxmlformats.org/drawingml/2006/main">
              <a:ext uri="{FF2B5EF4-FFF2-40B4-BE49-F238E27FC236}">
                <a16:creationId xmlns:a16="http://schemas.microsoft.com/office/drawing/2014/main" id="{CFBC2D39-D0CA-4F9B-BED8-689801A398A4}"/>
              </a:ext>
            </a:extLst>
          </p:cNvPr>
          <p:cNvSpPr>
            <a:spLocks xmlns:a="http://schemas.openxmlformats.org/drawingml/2006/main" noGrp="1"/>
          </p:cNvSpPr>
          <p:nvPr/>
        </p:nvSpPr>
        <p:spPr>
          <a:xfrm xmlns:a="http://schemas.openxmlformats.org/drawingml/2006/main">
            <a:off x="14392275" y="5038725"/>
            <a:ext cx="295275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Task1: 보고서 / Command1: 상반기 답변</a:t>
            </a:r>
          </a:p>
        </p:txBody>
      </p:sp>
      <p:sp>
        <p:nvSpPr>
          <p:cNvPr id="203" name="dp42-comparison / n174">
            <a:extLst xmlns:a="http://schemas.openxmlformats.org/drawingml/2006/main">
              <a:ext uri="{FF2B5EF4-FFF2-40B4-BE49-F238E27FC236}">
                <a16:creationId xmlns:a16="http://schemas.microsoft.com/office/drawing/2014/main" id="{C813A735-1307-4226-A8DF-D400DA59CCA6}"/>
              </a:ext>
            </a:extLst>
          </p:cNvPr>
          <p:cNvSpPr>
            <a:spLocks xmlns:a="http://schemas.openxmlformats.org/drawingml/2006/main" noGrp="1"/>
          </p:cNvSpPr>
          <p:nvPr/>
        </p:nvSpPr>
        <p:spPr>
          <a:xfrm xmlns:a="http://schemas.openxmlformats.org/drawingml/2006/main">
            <a:off x="13106400" y="4000500"/>
            <a:ext cx="62865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2-comparison / n175 / text 1">
            <a:extLst xmlns:a="http://schemas.openxmlformats.org/drawingml/2006/main">
              <a:ext uri="{FF2B5EF4-FFF2-40B4-BE49-F238E27FC236}">
                <a16:creationId xmlns:a16="http://schemas.microsoft.com/office/drawing/2014/main" id="{1FCAB6D1-0EBA-41F0-846D-A62714B0BD42}"/>
              </a:ext>
            </a:extLst>
          </p:cNvPr>
          <p:cNvSpPr>
            <a:spLocks xmlns:a="http://schemas.openxmlformats.org/drawingml/2006/main" noGrp="1"/>
          </p:cNvSpPr>
          <p:nvPr/>
        </p:nvSpPr>
        <p:spPr>
          <a:xfrm xmlns:a="http://schemas.openxmlformats.org/drawingml/2006/main">
            <a:off x="13125450" y="4010025"/>
            <a:ext cx="1047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Command1 →</a:t>
            </a:r>
          </a:p>
        </p:txBody>
      </p:sp>
      <p:sp>
        <p:nvSpPr>
          <p:cNvPr id="205" name="dp42-comparison / n177">
            <a:extLst xmlns:a="http://schemas.openxmlformats.org/drawingml/2006/main">
              <a:ext uri="{FF2B5EF4-FFF2-40B4-BE49-F238E27FC236}">
                <a16:creationId xmlns:a16="http://schemas.microsoft.com/office/drawing/2014/main" id="{A649C996-4186-4431-9BEB-ECD3E4E882D8}"/>
              </a:ext>
            </a:extLst>
          </p:cNvPr>
          <p:cNvSpPr>
            <a:spLocks xmlns:a="http://schemas.openxmlformats.org/drawingml/2006/main" noGrp="1"/>
          </p:cNvSpPr>
          <p:nvPr/>
        </p:nvSpPr>
        <p:spPr>
          <a:xfrm xmlns:a="http://schemas.openxmlformats.org/drawingml/2006/main">
            <a:off x="13115925" y="4581525"/>
            <a:ext cx="622935"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2-comparison / n178 / text 1">
            <a:extLst xmlns:a="http://schemas.openxmlformats.org/drawingml/2006/main">
              <a:ext uri="{FF2B5EF4-FFF2-40B4-BE49-F238E27FC236}">
                <a16:creationId xmlns:a16="http://schemas.microsoft.com/office/drawing/2014/main" id="{BCD83668-D62B-47DA-8176-99A4F7C75412}"/>
              </a:ext>
            </a:extLst>
          </p:cNvPr>
          <p:cNvSpPr>
            <a:spLocks xmlns:a="http://schemas.openxmlformats.org/drawingml/2006/main" noGrp="1"/>
          </p:cNvSpPr>
          <p:nvPr/>
        </p:nvSpPr>
        <p:spPr>
          <a:xfrm xmlns:a="http://schemas.openxmlformats.org/drawingml/2006/main">
            <a:off x="13134975" y="4591050"/>
            <a:ext cx="9715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 접수 결과</a:t>
            </a:r>
          </a:p>
        </p:txBody>
      </p:sp>
      <p:sp>
        <p:nvSpPr>
          <p:cNvPr id="207" name="dp42-comparison / n181">
            <a:extLst xmlns:a="http://schemas.openxmlformats.org/drawingml/2006/main">
              <a:ext uri="{FF2B5EF4-FFF2-40B4-BE49-F238E27FC236}">
                <a16:creationId xmlns:a16="http://schemas.microsoft.com/office/drawing/2014/main" id="{534D774A-5B15-4920-944E-4455F5502F4B}"/>
              </a:ext>
            </a:extLst>
          </p:cNvPr>
          <p:cNvSpPr>
            <a:spLocks xmlns:a="http://schemas.openxmlformats.org/drawingml/2006/main" noGrp="1"/>
          </p:cNvSpPr>
          <p:nvPr/>
        </p:nvSpPr>
        <p:spPr>
          <a:xfrm xmlns:a="http://schemas.openxmlformats.org/drawingml/2006/main">
            <a:off x="10039350"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2-comparison / n182 / text 1">
            <a:extLst xmlns:a="http://schemas.openxmlformats.org/drawingml/2006/main">
              <a:ext uri="{FF2B5EF4-FFF2-40B4-BE49-F238E27FC236}">
                <a16:creationId xmlns:a16="http://schemas.microsoft.com/office/drawing/2014/main" id="{5107FA90-EC67-495A-A422-861D6F37077C}"/>
              </a:ext>
            </a:extLst>
          </p:cNvPr>
          <p:cNvSpPr>
            <a:spLocks xmlns:a="http://schemas.openxmlformats.org/drawingml/2006/main" noGrp="1"/>
          </p:cNvSpPr>
          <p:nvPr/>
        </p:nvSpPr>
        <p:spPr>
          <a:xfrm xmlns:a="http://schemas.openxmlformats.org/drawingml/2006/main">
            <a:off x="10058400" y="5972175"/>
            <a:ext cx="28479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대화 원본 / 독립 local transaction</a:t>
            </a:r>
          </a:p>
        </p:txBody>
      </p:sp>
      <p:sp>
        <p:nvSpPr>
          <p:cNvPr id="209" name="dp42-comparison / n183">
            <a:extLst xmlns:a="http://schemas.openxmlformats.org/drawingml/2006/main">
              <a:ext uri="{FF2B5EF4-FFF2-40B4-BE49-F238E27FC236}">
                <a16:creationId xmlns:a16="http://schemas.microsoft.com/office/drawing/2014/main" id="{BCA77C77-5EB5-42DC-A093-D26E321E7F4C}"/>
              </a:ext>
            </a:extLst>
          </p:cNvPr>
          <p:cNvSpPr>
            <a:spLocks xmlns:a="http://schemas.openxmlformats.org/drawingml/2006/main" noGrp="1"/>
          </p:cNvSpPr>
          <p:nvPr/>
        </p:nvSpPr>
        <p:spPr>
          <a:xfrm xmlns:a="http://schemas.openxmlformats.org/drawingml/2006/main">
            <a:off x="14277975" y="5962650"/>
            <a:ext cx="1863090" cy="1333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2-comparison / n184 / text 1">
            <a:extLst xmlns:a="http://schemas.openxmlformats.org/drawingml/2006/main">
              <a:ext uri="{FF2B5EF4-FFF2-40B4-BE49-F238E27FC236}">
                <a16:creationId xmlns:a16="http://schemas.microsoft.com/office/drawing/2014/main" id="{5AD8A1E2-EEBA-40A7-AE66-B4274F679BBF}"/>
              </a:ext>
            </a:extLst>
          </p:cNvPr>
          <p:cNvSpPr>
            <a:spLocks xmlns:a="http://schemas.openxmlformats.org/drawingml/2006/main" noGrp="1"/>
          </p:cNvSpPr>
          <p:nvPr/>
        </p:nvSpPr>
        <p:spPr>
          <a:xfrm xmlns:a="http://schemas.openxmlformats.org/drawingml/2006/main">
            <a:off x="14297025" y="5972175"/>
            <a:ext cx="3114675"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업무 원본 / 독립 local transaction</a:t>
            </a:r>
          </a:p>
        </p:txBody>
      </p:sp>
      <p:sp>
        <p:nvSpPr>
          <p:cNvPr id="211" name="dp42-comparison / n186">
            <a:extLst xmlns:a="http://schemas.openxmlformats.org/drawingml/2006/main">
              <a:ext uri="{FF2B5EF4-FFF2-40B4-BE49-F238E27FC236}">
                <a16:creationId xmlns:a16="http://schemas.microsoft.com/office/drawing/2014/main" id="{F88B0F79-68DA-46E1-BC28-61F3D3B512B5}"/>
              </a:ext>
            </a:extLst>
          </p:cNvPr>
          <p:cNvSpPr>
            <a:spLocks xmlns:a="http://schemas.openxmlformats.org/drawingml/2006/main" noGrp="1"/>
          </p:cNvSpPr>
          <p:nvPr/>
        </p:nvSpPr>
        <p:spPr>
          <a:xfrm xmlns:a="http://schemas.openxmlformats.org/drawingml/2006/main">
            <a:off x="9953625" y="6191250"/>
            <a:ext cx="7524750" cy="762000"/>
          </a:xfrm>
          <a:custGeom xmlns:a="http://schemas.openxmlformats.org/drawingml/2006/main">
            <a:pathLst>
              <a:path w="7524750" h="762000">
                <a:moveTo>
                  <a:pt x="0" y="0"/>
                </a:moveTo>
                <a:lnTo>
                  <a:pt x="7353300" y="0"/>
                </a:lnTo>
                <a:lnTo>
                  <a:pt x="7524750" y="171450"/>
                </a:lnTo>
                <a:lnTo>
                  <a:pt x="7524750" y="762000"/>
                </a:lnTo>
                <a:lnTo>
                  <a:pt x="0" y="7620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12" name="dp42-comparison / n186 / fold">
            <a:extLst xmlns:a="http://schemas.openxmlformats.org/drawingml/2006/main">
              <a:ext uri="{FF2B5EF4-FFF2-40B4-BE49-F238E27FC236}">
                <a16:creationId xmlns:a16="http://schemas.microsoft.com/office/drawing/2014/main" id="{4173B96B-8CB3-449F-84DD-C24FABE5D066}"/>
              </a:ext>
            </a:extLst>
          </p:cNvPr>
          <p:cNvSpPr>
            <a:spLocks xmlns:a="http://schemas.openxmlformats.org/drawingml/2006/main" noGrp="1"/>
          </p:cNvSpPr>
          <p:nvPr/>
        </p:nvSpPr>
        <p:spPr>
          <a:xfrm xmlns:a="http://schemas.openxmlformats.org/drawingml/2006/main">
            <a:off x="17306925" y="619125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13" name="dp42-comparison / n187 / text 1">
            <a:extLst xmlns:a="http://schemas.openxmlformats.org/drawingml/2006/main">
              <a:ext uri="{FF2B5EF4-FFF2-40B4-BE49-F238E27FC236}">
                <a16:creationId xmlns:a16="http://schemas.microsoft.com/office/drawing/2014/main" id="{1803F52F-D028-4948-9DF7-B135C957A9D2}"/>
              </a:ext>
            </a:extLst>
          </p:cNvPr>
          <p:cNvSpPr>
            <a:spLocks xmlns:a="http://schemas.openxmlformats.org/drawingml/2006/main" noGrp="1"/>
          </p:cNvSpPr>
          <p:nvPr/>
        </p:nvSpPr>
        <p:spPr>
          <a:xfrm xmlns:a="http://schemas.openxmlformats.org/drawingml/2006/main">
            <a:off x="10048875" y="624840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대화 tx: Request1→Question1→Task1 / 접수 대기 / Command1 의도 저장</a:t>
            </a:r>
          </a:p>
        </p:txBody>
      </p:sp>
      <p:sp>
        <p:nvSpPr>
          <p:cNvPr id="214" name="dp42-comparison / n187 / text 2">
            <a:extLst xmlns:a="http://schemas.openxmlformats.org/drawingml/2006/main">
              <a:ext uri="{FF2B5EF4-FFF2-40B4-BE49-F238E27FC236}">
                <a16:creationId xmlns:a16="http://schemas.microsoft.com/office/drawing/2014/main" id="{5B2E5F5F-D18E-41AB-B515-D47EF14605A7}"/>
              </a:ext>
            </a:extLst>
          </p:cNvPr>
          <p:cNvSpPr>
            <a:spLocks xmlns:a="http://schemas.openxmlformats.org/drawingml/2006/main" noGrp="1"/>
          </p:cNvSpPr>
          <p:nvPr/>
        </p:nvSpPr>
        <p:spPr>
          <a:xfrm xmlns:a="http://schemas.openxmlformats.org/drawingml/2006/main">
            <a:off x="10048875" y="638556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업무 tx: Question1=ANSWERED / Command1=PENDING / 접수 결과 저장</a:t>
            </a:r>
          </a:p>
        </p:txBody>
      </p:sp>
      <p:sp>
        <p:nvSpPr>
          <p:cNvPr id="215" name="dp42-comparison / n187 / text 3">
            <a:extLst xmlns:a="http://schemas.openxmlformats.org/drawingml/2006/main">
              <a:ext uri="{FF2B5EF4-FFF2-40B4-BE49-F238E27FC236}">
                <a16:creationId xmlns:a16="http://schemas.microsoft.com/office/drawing/2014/main" id="{ED6F49A5-692B-47BE-9033-72CCEE83C1A7}"/>
              </a:ext>
            </a:extLst>
          </p:cNvPr>
          <p:cNvSpPr>
            <a:spLocks xmlns:a="http://schemas.openxmlformats.org/drawingml/2006/main" noGrp="1"/>
          </p:cNvSpPr>
          <p:nvPr/>
        </p:nvSpPr>
        <p:spPr>
          <a:xfrm xmlns:a="http://schemas.openxmlformats.org/drawingml/2006/main">
            <a:off x="10048875" y="652272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AcceptanceReceipt{command_id:Command1, acceptance_status:ACCEPTED} → 대화 반영</a:t>
            </a:r>
          </a:p>
        </p:txBody>
      </p:sp>
      <p:sp>
        <p:nvSpPr>
          <p:cNvPr id="216" name="dp42-comparison / n187 / text 4">
            <a:extLst xmlns:a="http://schemas.openxmlformats.org/drawingml/2006/main">
              <a:ext uri="{FF2B5EF4-FFF2-40B4-BE49-F238E27FC236}">
                <a16:creationId xmlns:a16="http://schemas.microsoft.com/office/drawing/2014/main" id="{6DEE77EB-9E51-4BB6-8E28-4725A9BC6F40}"/>
              </a:ext>
            </a:extLst>
          </p:cNvPr>
          <p:cNvSpPr>
            <a:spLocks xmlns:a="http://schemas.openxmlformats.org/drawingml/2006/main" noGrp="1"/>
          </p:cNvSpPr>
          <p:nvPr/>
        </p:nvSpPr>
        <p:spPr>
          <a:xfrm xmlns:a="http://schemas.openxmlformats.org/drawingml/2006/main">
            <a:off x="10048875" y="6659880"/>
            <a:ext cx="725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ACCEPTED는 VIA 내부 접수 / 외부 Agent 접수 / 실제 전달은 별도 확인</a:t>
            </a:r>
          </a:p>
        </p:txBody>
      </p:sp>
      <p:sp>
        <p:nvSpPr>
          <p:cNvPr id="217" name="dp42-comparison / n189">
            <a:extLst xmlns:a="http://schemas.openxmlformats.org/drawingml/2006/main">
              <a:ext uri="{FF2B5EF4-FFF2-40B4-BE49-F238E27FC236}">
                <a16:creationId xmlns:a16="http://schemas.microsoft.com/office/drawing/2014/main" id="{14668DF5-8983-466C-97F6-859C20EB992D}"/>
              </a:ext>
            </a:extLst>
          </p:cNvPr>
          <p:cNvSpPr>
            <a:spLocks xmlns:a="http://schemas.openxmlformats.org/drawingml/2006/main" noGrp="1"/>
          </p:cNvSpPr>
          <p:nvPr/>
        </p:nvSpPr>
        <p:spPr>
          <a:xfrm xmlns:a="http://schemas.openxmlformats.org/drawingml/2006/main">
            <a:off x="9934575" y="7086600"/>
            <a:ext cx="4806315"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2-comparison / n190 / text 1">
            <a:extLst xmlns:a="http://schemas.openxmlformats.org/drawingml/2006/main">
              <a:ext uri="{FF2B5EF4-FFF2-40B4-BE49-F238E27FC236}">
                <a16:creationId xmlns:a16="http://schemas.microsoft.com/office/drawing/2014/main" id="{01EBD8C7-BBBE-46C2-93CD-8DD4B4A3559B}"/>
              </a:ext>
            </a:extLst>
          </p:cNvPr>
          <p:cNvSpPr>
            <a:spLocks xmlns:a="http://schemas.openxmlformats.org/drawingml/2006/main" noGrp="1"/>
          </p:cNvSpPr>
          <p:nvPr/>
        </p:nvSpPr>
        <p:spPr>
          <a:xfrm xmlns:a="http://schemas.openxmlformats.org/drawingml/2006/main">
            <a:off x="9953625" y="7096125"/>
            <a:ext cx="7524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보조 제어: hold 요청 → 업무 gate 적용 ACK → 현재 의미로 reconciliation</a:t>
            </a:r>
          </a:p>
        </p:txBody>
      </p:sp>
      <p:sp>
        <p:nvSpPr>
          <p:cNvPr id="219" name="dp42-comparison / n191">
            <a:extLst xmlns:a="http://schemas.openxmlformats.org/drawingml/2006/main">
              <a:ext uri="{FF2B5EF4-FFF2-40B4-BE49-F238E27FC236}">
                <a16:creationId xmlns:a16="http://schemas.microsoft.com/office/drawing/2014/main" id="{F9FA0730-01DC-4911-8A63-D5955F6DD463}"/>
              </a:ext>
            </a:extLst>
          </p:cNvPr>
          <p:cNvSpPr>
            <a:spLocks xmlns:a="http://schemas.openxmlformats.org/drawingml/2006/main" noGrp="1"/>
          </p:cNvSpPr>
          <p:nvPr/>
        </p:nvSpPr>
        <p:spPr>
          <a:xfrm xmlns:a="http://schemas.openxmlformats.org/drawingml/2006/main">
            <a:off x="9934575" y="7305675"/>
            <a:ext cx="49042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2-comparison / n192 / text 1">
            <a:extLst xmlns:a="http://schemas.openxmlformats.org/drawingml/2006/main">
              <a:ext uri="{FF2B5EF4-FFF2-40B4-BE49-F238E27FC236}">
                <a16:creationId xmlns:a16="http://schemas.microsoft.com/office/drawing/2014/main" id="{6318BFA5-410B-447E-BB5E-4FBDD97DC57A}"/>
              </a:ext>
            </a:extLst>
          </p:cNvPr>
          <p:cNvSpPr>
            <a:spLocks xmlns:a="http://schemas.openxmlformats.org/drawingml/2006/main" noGrp="1"/>
          </p:cNvSpPr>
          <p:nvPr/>
        </p:nvSpPr>
        <p:spPr>
          <a:xfrm xmlns:a="http://schemas.openxmlformats.org/drawingml/2006/main">
            <a:off x="9953625" y="7315200"/>
            <a:ext cx="7524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DISPATCHING 뒤 정정: 실제 외부 상태 조회 / 제어 / 발화 시작만으로 취소 완료 아님</a:t>
            </a:r>
          </a:p>
        </p:txBody>
      </p:sp>
    </p:spTree>
    <p:extLst>
      <p:ext uri="{BB962C8B-B14F-4D97-AF65-F5344CB8AC3E}">
        <p14:creationId xmlns:p14="http://schemas.microsoft.com/office/powerpoint/2010/main" val="19150635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7" name="dp43-comparison / n1">
            <a:extLst xmlns:a="http://schemas.openxmlformats.org/drawingml/2006/main">
              <a:ext uri="{FF2B5EF4-FFF2-40B4-BE49-F238E27FC236}">
                <a16:creationId xmlns:a16="http://schemas.microsoft.com/office/drawing/2014/main" id="{0075C268-810D-4F27-A3CE-BDC31A047C14}"/>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3-comparison / n2 / text 1">
            <a:extLst xmlns:a="http://schemas.openxmlformats.org/drawingml/2006/main">
              <a:ext uri="{FF2B5EF4-FFF2-40B4-BE49-F238E27FC236}">
                <a16:creationId xmlns:a16="http://schemas.microsoft.com/office/drawing/2014/main" id="{91CA3B06-08D4-4740-BD44-EE082F4C19D3}"/>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3-comparison / n3 / text 1">
            <a:extLst xmlns:a="http://schemas.openxmlformats.org/drawingml/2006/main">
              <a:ext uri="{FF2B5EF4-FFF2-40B4-BE49-F238E27FC236}">
                <a16:creationId xmlns:a16="http://schemas.microsoft.com/office/drawing/2014/main" id="{88E64A05-E3EA-4ED5-A927-945BC3A9B5A1}"/>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3-comparison / n4 / text 1">
            <a:extLst xmlns:a="http://schemas.openxmlformats.org/drawingml/2006/main">
              <a:ext uri="{FF2B5EF4-FFF2-40B4-BE49-F238E27FC236}">
                <a16:creationId xmlns:a16="http://schemas.microsoft.com/office/drawing/2014/main" id="{5AEE1B36-EB5D-4FC1-948C-27699B0D9206}"/>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04-43. 기능 정확성을 위한 VIA Request 의미 판단 설계</a:t>
            </a:r>
          </a:p>
        </p:txBody>
      </p:sp>
      <p:sp>
        <p:nvSpPr>
          <p:cNvPr id="5" name="dp43-comparison / n5 / path">
            <a:extLst xmlns:a="http://schemas.openxmlformats.org/drawingml/2006/main">
              <a:ext uri="{FF2B5EF4-FFF2-40B4-BE49-F238E27FC236}">
                <a16:creationId xmlns:a16="http://schemas.microsoft.com/office/drawing/2014/main" id="{240370BE-5548-434A-9A52-B91D565A479C}"/>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3-comparison / n6 / text 1">
            <a:extLst xmlns:a="http://schemas.openxmlformats.org/drawingml/2006/main">
              <a:ext uri="{FF2B5EF4-FFF2-40B4-BE49-F238E27FC236}">
                <a16:creationId xmlns:a16="http://schemas.microsoft.com/office/drawing/2014/main" id="{E816DEE9-FBCD-4B0A-8E5A-12B10517628D}"/>
              </a:ext>
            </a:extLst>
          </p:cNvPr>
          <p:cNvSpPr>
            <a:spLocks xmlns:a="http://schemas.openxmlformats.org/drawingml/2006/main" noGrp="1"/>
          </p:cNvSpPr>
          <p:nvPr/>
        </p:nvSpPr>
        <p:spPr>
          <a:xfrm xmlns:a="http://schemas.openxmlformats.org/drawingml/2006/main">
            <a:off x="381000" y="1352550"/>
            <a:ext cx="145732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“보고서는 PDF로, 메일에는 결론을 넣어줘.” → “메일에는 결론 대신 표만 넣어줘.”</a:t>
            </a:r>
          </a:p>
        </p:txBody>
      </p:sp>
      <p:sp>
        <p:nvSpPr>
          <p:cNvPr id="7" name="dp43-comparison / n7 / text 1">
            <a:extLst xmlns:a="http://schemas.openxmlformats.org/drawingml/2006/main">
              <a:ext uri="{FF2B5EF4-FFF2-40B4-BE49-F238E27FC236}">
                <a16:creationId xmlns:a16="http://schemas.microsoft.com/office/drawing/2014/main" id="{39DD108A-76AC-4703-87EF-C74765BA9009}"/>
              </a:ext>
            </a:extLst>
          </p:cNvPr>
          <p:cNvSpPr>
            <a:spLocks xmlns:a="http://schemas.openxmlformats.org/drawingml/2006/main" noGrp="1"/>
          </p:cNvSpPr>
          <p:nvPr/>
        </p:nvSpPr>
        <p:spPr>
          <a:xfrm xmlns:a="http://schemas.openxmlformats.org/drawingml/2006/main">
            <a:off x="15144750" y="1381125"/>
            <a:ext cx="2762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1">
                <a:solidFill>
                  <a:srgbClr val="B63732"/>
                </a:solidFill>
                <a:latin typeface="Apple SD Gothic Neo"/>
                <a:ea typeface="Apple SD Gothic Neo"/>
                <a:cs typeface="Apple SD Gothic Neo"/>
              </a:defRPr>
            </a:pPr>
            <a:r>
              <a:rPr sz="1425" b="1">
                <a:solidFill>
                  <a:srgbClr val="B63732"/>
                </a:solidFill>
                <a:latin typeface="Apple SD Gothic Neo"/>
                <a:ea typeface="Apple SD Gothic Neo"/>
                <a:cs typeface="Apple SD Gothic Neo"/>
              </a:rPr>
              <a:t>수치와 점수 / 예상 예시</a:t>
            </a:r>
          </a:p>
        </p:txBody>
      </p:sp>
      <p:sp>
        <p:nvSpPr>
          <p:cNvPr id="8" name="dp43-comparison / n8">
            <a:extLst xmlns:a="http://schemas.openxmlformats.org/drawingml/2006/main">
              <a:ext uri="{FF2B5EF4-FFF2-40B4-BE49-F238E27FC236}">
                <a16:creationId xmlns:a16="http://schemas.microsoft.com/office/drawing/2014/main" id="{C32C25CC-4884-4DA1-8BE3-2DB5D67D4EF1}"/>
              </a:ext>
            </a:extLst>
          </p:cNvPr>
          <p:cNvSpPr>
            <a:spLocks xmlns:a="http://schemas.openxmlformats.org/drawingml/2006/main" noGrp="1"/>
          </p:cNvSpPr>
          <p:nvPr/>
        </p:nvSpPr>
        <p:spPr>
          <a:xfrm xmlns:a="http://schemas.openxmlformats.org/drawingml/2006/main">
            <a:off x="381000" y="1790700"/>
            <a:ext cx="17526000" cy="523875"/>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3-comparison / n9 / text 1">
            <a:extLst xmlns:a="http://schemas.openxmlformats.org/drawingml/2006/main">
              <a:ext uri="{FF2B5EF4-FFF2-40B4-BE49-F238E27FC236}">
                <a16:creationId xmlns:a16="http://schemas.microsoft.com/office/drawing/2014/main" id="{EF5798E8-70F3-4FE5-A19F-277380053F09}"/>
              </a:ext>
            </a:extLst>
          </p:cNvPr>
          <p:cNvSpPr>
            <a:spLocks xmlns:a="http://schemas.openxmlformats.org/drawingml/2006/main" noGrp="1"/>
          </p:cNvSpPr>
          <p:nvPr/>
        </p:nvSpPr>
        <p:spPr>
          <a:xfrm xmlns:a="http://schemas.openxmlformats.org/drawingml/2006/main">
            <a:off x="390525" y="1952625"/>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설계안</a:t>
            </a:r>
          </a:p>
        </p:txBody>
      </p:sp>
      <p:sp>
        <p:nvSpPr>
          <p:cNvPr id="10" name="dp43-comparison / n10">
            <a:extLst xmlns:a="http://schemas.openxmlformats.org/drawingml/2006/main">
              <a:ext uri="{FF2B5EF4-FFF2-40B4-BE49-F238E27FC236}">
                <a16:creationId xmlns:a16="http://schemas.microsoft.com/office/drawing/2014/main" id="{2B57F289-81A9-4CED-82D4-347CF1B83AE8}"/>
              </a:ext>
            </a:extLst>
          </p:cNvPr>
          <p:cNvSpPr>
            <a:spLocks xmlns:a="http://schemas.openxmlformats.org/drawingml/2006/main" noGrp="1"/>
          </p:cNvSpPr>
          <p:nvPr/>
        </p:nvSpPr>
        <p:spPr>
          <a:xfrm xmlns:a="http://schemas.openxmlformats.org/drawingml/2006/main">
            <a:off x="381000" y="2314575"/>
            <a:ext cx="17526000" cy="52578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1" name="dp43-comparison / n11 / text 1">
            <a:extLst xmlns:a="http://schemas.openxmlformats.org/drawingml/2006/main">
              <a:ext uri="{FF2B5EF4-FFF2-40B4-BE49-F238E27FC236}">
                <a16:creationId xmlns:a16="http://schemas.microsoft.com/office/drawing/2014/main" id="{292DA80D-A95A-4C46-876C-2C6A3BFC88E7}"/>
              </a:ext>
            </a:extLst>
          </p:cNvPr>
          <p:cNvSpPr>
            <a:spLocks xmlns:a="http://schemas.openxmlformats.org/drawingml/2006/main" noGrp="1"/>
          </p:cNvSpPr>
          <p:nvPr/>
        </p:nvSpPr>
        <p:spPr>
          <a:xfrm xmlns:a="http://schemas.openxmlformats.org/drawingml/2006/main">
            <a:off x="390525" y="24765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구조</a:t>
            </a:r>
          </a:p>
        </p:txBody>
      </p:sp>
      <p:sp>
        <p:nvSpPr>
          <p:cNvPr id="12" name="dp43-comparison / n12">
            <a:extLst xmlns:a="http://schemas.openxmlformats.org/drawingml/2006/main">
              <a:ext uri="{FF2B5EF4-FFF2-40B4-BE49-F238E27FC236}">
                <a16:creationId xmlns:a16="http://schemas.microsoft.com/office/drawing/2014/main" id="{FCF8F664-2F09-4DD1-B238-E6E1F53E35F2}"/>
              </a:ext>
            </a:extLst>
          </p:cNvPr>
          <p:cNvSpPr>
            <a:spLocks xmlns:a="http://schemas.openxmlformats.org/drawingml/2006/main" noGrp="1"/>
          </p:cNvSpPr>
          <p:nvPr/>
        </p:nvSpPr>
        <p:spPr>
          <a:xfrm xmlns:a="http://schemas.openxmlformats.org/drawingml/2006/main">
            <a:off x="381000" y="7572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3" name="dp43-comparison / n13 / text 1">
            <a:extLst xmlns:a="http://schemas.openxmlformats.org/drawingml/2006/main">
              <a:ext uri="{FF2B5EF4-FFF2-40B4-BE49-F238E27FC236}">
                <a16:creationId xmlns:a16="http://schemas.microsoft.com/office/drawing/2014/main" id="{E2D0359F-5AF4-4E77-B750-289561EA6824}"/>
              </a:ext>
            </a:extLst>
          </p:cNvPr>
          <p:cNvSpPr>
            <a:spLocks xmlns:a="http://schemas.openxmlformats.org/drawingml/2006/main" noGrp="1"/>
          </p:cNvSpPr>
          <p:nvPr/>
        </p:nvSpPr>
        <p:spPr>
          <a:xfrm xmlns:a="http://schemas.openxmlformats.org/drawingml/2006/main">
            <a:off x="390525" y="7734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장점</a:t>
            </a:r>
          </a:p>
        </p:txBody>
      </p:sp>
      <p:sp>
        <p:nvSpPr>
          <p:cNvPr id="14" name="dp43-comparison / n14">
            <a:extLst xmlns:a="http://schemas.openxmlformats.org/drawingml/2006/main">
              <a:ext uri="{FF2B5EF4-FFF2-40B4-BE49-F238E27FC236}">
                <a16:creationId xmlns:a16="http://schemas.microsoft.com/office/drawing/2014/main" id="{E5FC3BC8-7E88-44CB-8E35-0C0691E91725}"/>
              </a:ext>
            </a:extLst>
          </p:cNvPr>
          <p:cNvSpPr>
            <a:spLocks xmlns:a="http://schemas.openxmlformats.org/drawingml/2006/main" noGrp="1"/>
          </p:cNvSpPr>
          <p:nvPr/>
        </p:nvSpPr>
        <p:spPr>
          <a:xfrm xmlns:a="http://schemas.openxmlformats.org/drawingml/2006/main">
            <a:off x="381000" y="8334375"/>
            <a:ext cx="17526000" cy="762000"/>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5" name="dp43-comparison / n15 / text 1">
            <a:extLst xmlns:a="http://schemas.openxmlformats.org/drawingml/2006/main">
              <a:ext uri="{FF2B5EF4-FFF2-40B4-BE49-F238E27FC236}">
                <a16:creationId xmlns:a16="http://schemas.microsoft.com/office/drawing/2014/main" id="{F8C6AED6-6126-4CB5-B233-693020480982}"/>
              </a:ext>
            </a:extLst>
          </p:cNvPr>
          <p:cNvSpPr>
            <a:spLocks xmlns:a="http://schemas.openxmlformats.org/drawingml/2006/main" noGrp="1"/>
          </p:cNvSpPr>
          <p:nvPr/>
        </p:nvSpPr>
        <p:spPr>
          <a:xfrm xmlns:a="http://schemas.openxmlformats.org/drawingml/2006/main">
            <a:off x="390525" y="8496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단점</a:t>
            </a:r>
          </a:p>
        </p:txBody>
      </p:sp>
      <p:sp>
        <p:nvSpPr>
          <p:cNvPr id="16" name="dp43-comparison / n16">
            <a:extLst xmlns:a="http://schemas.openxmlformats.org/drawingml/2006/main">
              <a:ext uri="{FF2B5EF4-FFF2-40B4-BE49-F238E27FC236}">
                <a16:creationId xmlns:a16="http://schemas.microsoft.com/office/drawing/2014/main" id="{F57EEEDB-4660-4AAC-9D02-95C264202AD9}"/>
              </a:ext>
            </a:extLst>
          </p:cNvPr>
          <p:cNvSpPr>
            <a:spLocks xmlns:a="http://schemas.openxmlformats.org/drawingml/2006/main" noGrp="1"/>
          </p:cNvSpPr>
          <p:nvPr/>
        </p:nvSpPr>
        <p:spPr>
          <a:xfrm xmlns:a="http://schemas.openxmlformats.org/drawingml/2006/main">
            <a:off x="381000" y="9096375"/>
            <a:ext cx="17526000" cy="904875"/>
          </a:xfrm>
          <a:prstGeom xmlns:a="http://schemas.openxmlformats.org/drawingml/2006/main" prst="rect">
            <a:avLst/>
          </a:prstGeom>
          <a:solidFill xmlns:a="http://schemas.openxmlformats.org/drawingml/2006/main">
            <a:srgbClr val="FFFFFF"/>
          </a:solidFill>
          <a:ln xmlns:a="http://schemas.openxmlformats.org/drawingml/2006/main" w="16193">
            <a:solidFill>
              <a:srgbClr val="CDD6DE"/>
            </a:solidFill>
            <a:prstDash val="solid"/>
          </a:ln>
        </p:spPr>
      </p:sp>
      <p:sp>
        <p:nvSpPr>
          <p:cNvPr id="17" name="dp43-comparison / n17 / text 1">
            <a:extLst xmlns:a="http://schemas.openxmlformats.org/drawingml/2006/main">
              <a:ext uri="{FF2B5EF4-FFF2-40B4-BE49-F238E27FC236}">
                <a16:creationId xmlns:a16="http://schemas.microsoft.com/office/drawing/2014/main" id="{0B686EEB-BECB-4F3B-96E9-176D7D6F7538}"/>
              </a:ext>
            </a:extLst>
          </p:cNvPr>
          <p:cNvSpPr>
            <a:spLocks xmlns:a="http://schemas.openxmlformats.org/drawingml/2006/main" noGrp="1"/>
          </p:cNvSpPr>
          <p:nvPr/>
        </p:nvSpPr>
        <p:spPr>
          <a:xfrm xmlns:a="http://schemas.openxmlformats.org/drawingml/2006/main">
            <a:off x="390525" y="925830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QA</a:t>
            </a:r>
          </a:p>
        </p:txBody>
      </p:sp>
      <p:sp>
        <p:nvSpPr>
          <p:cNvPr id="18" name="dp43-comparison / n17 / text 2">
            <a:extLst xmlns:a="http://schemas.openxmlformats.org/drawingml/2006/main">
              <a:ext uri="{FF2B5EF4-FFF2-40B4-BE49-F238E27FC236}">
                <a16:creationId xmlns:a16="http://schemas.microsoft.com/office/drawing/2014/main" id="{CCC6A9DB-7DEB-401A-9B27-E60961168704}"/>
              </a:ext>
            </a:extLst>
          </p:cNvPr>
          <p:cNvSpPr>
            <a:spLocks xmlns:a="http://schemas.openxmlformats.org/drawingml/2006/main" noGrp="1"/>
          </p:cNvSpPr>
          <p:nvPr/>
        </p:nvSpPr>
        <p:spPr>
          <a:xfrm xmlns:a="http://schemas.openxmlformats.org/drawingml/2006/main">
            <a:off x="390525" y="9505950"/>
            <a:ext cx="9334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Trade-off</a:t>
            </a:r>
          </a:p>
        </p:txBody>
      </p:sp>
      <p:sp>
        <p:nvSpPr>
          <p:cNvPr id="19" name="dp43-comparison / n18 / path">
            <a:extLst xmlns:a="http://schemas.openxmlformats.org/drawingml/2006/main">
              <a:ext uri="{FF2B5EF4-FFF2-40B4-BE49-F238E27FC236}">
                <a16:creationId xmlns:a16="http://schemas.microsoft.com/office/drawing/2014/main" id="{C1F74FD7-D0FF-4878-8D4C-E7428C7286B4}"/>
              </a:ext>
            </a:extLst>
          </p:cNvPr>
          <p:cNvSpPr>
            <a:spLocks xmlns:a="http://schemas.openxmlformats.org/drawingml/2006/main" noGrp="1"/>
          </p:cNvSpPr>
          <p:nvPr/>
        </p:nvSpPr>
        <p:spPr>
          <a:xfrm xmlns:a="http://schemas.openxmlformats.org/drawingml/2006/main">
            <a:off x="133350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0" name="dp43-comparison / n19 / path">
            <a:extLst xmlns:a="http://schemas.openxmlformats.org/drawingml/2006/main">
              <a:ext uri="{FF2B5EF4-FFF2-40B4-BE49-F238E27FC236}">
                <a16:creationId xmlns:a16="http://schemas.microsoft.com/office/drawing/2014/main" id="{79F6D12A-B01F-4781-B19A-8D30DD9CBB4C}"/>
              </a:ext>
            </a:extLst>
          </p:cNvPr>
          <p:cNvSpPr>
            <a:spLocks xmlns:a="http://schemas.openxmlformats.org/drawingml/2006/main" noGrp="1"/>
          </p:cNvSpPr>
          <p:nvPr/>
        </p:nvSpPr>
        <p:spPr>
          <a:xfrm xmlns:a="http://schemas.openxmlformats.org/drawingml/2006/main">
            <a:off x="9620250" y="1790700"/>
            <a:ext cx="953" cy="8210550"/>
          </a:xfrm>
          <a:custGeom xmlns:a="http://schemas.openxmlformats.org/drawingml/2006/main">
            <a:pathLst>
              <a:path w="953" h="8210550">
                <a:moveTo>
                  <a:pt x="0" y="0"/>
                </a:moveTo>
                <a:lnTo>
                  <a:pt x="0" y="8210550"/>
                </a:lnTo>
              </a:path>
            </a:pathLst>
          </a:custGeom>
          <a:noFill xmlns:a="http://schemas.openxmlformats.org/drawingml/2006/main"/>
          <a:ln xmlns:a="http://schemas.openxmlformats.org/drawingml/2006/main" w="19050">
            <a:solidFill>
              <a:srgbClr val="CDD6DE"/>
            </a:solidFill>
            <a:prstDash val="solid"/>
          </a:ln>
        </p:spPr>
      </p:sp>
      <p:sp>
        <p:nvSpPr>
          <p:cNvPr id="21" name="dp43-comparison / n20 / text 1">
            <a:extLst xmlns:a="http://schemas.openxmlformats.org/drawingml/2006/main">
              <a:ext uri="{FF2B5EF4-FFF2-40B4-BE49-F238E27FC236}">
                <a16:creationId xmlns:a16="http://schemas.microsoft.com/office/drawing/2014/main" id="{8B537292-B858-4487-B4D0-31CB9E9532ED}"/>
              </a:ext>
            </a:extLst>
          </p:cNvPr>
          <p:cNvSpPr>
            <a:spLocks xmlns:a="http://schemas.openxmlformats.org/drawingml/2006/main" noGrp="1"/>
          </p:cNvSpPr>
          <p:nvPr/>
        </p:nvSpPr>
        <p:spPr>
          <a:xfrm xmlns:a="http://schemas.openxmlformats.org/drawingml/2006/main">
            <a:off x="148590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A 통합 의미 생산</a:t>
            </a:r>
          </a:p>
        </p:txBody>
      </p:sp>
      <p:sp>
        <p:nvSpPr>
          <p:cNvPr id="22" name="dp43-comparison / n21 / text 1">
            <a:extLst xmlns:a="http://schemas.openxmlformats.org/drawingml/2006/main">
              <a:ext uri="{FF2B5EF4-FFF2-40B4-BE49-F238E27FC236}">
                <a16:creationId xmlns:a16="http://schemas.microsoft.com/office/drawing/2014/main" id="{FF683370-F6AC-427E-8380-81458AFC2234}"/>
              </a:ext>
            </a:extLst>
          </p:cNvPr>
          <p:cNvSpPr>
            <a:spLocks xmlns:a="http://schemas.openxmlformats.org/drawingml/2006/main" noGrp="1"/>
          </p:cNvSpPr>
          <p:nvPr/>
        </p:nvSpPr>
        <p:spPr>
          <a:xfrm xmlns:a="http://schemas.openxmlformats.org/drawingml/2006/main">
            <a:off x="150495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관련 의미의 공동 판단으로 정확 처리율 94% (기능 정확성 ↑)</a:t>
            </a:r>
          </a:p>
        </p:txBody>
      </p:sp>
      <p:sp>
        <p:nvSpPr>
          <p:cNvPr id="23" name="dp43-comparison / n22 / text 1">
            <a:extLst xmlns:a="http://schemas.openxmlformats.org/drawingml/2006/main">
              <a:ext uri="{FF2B5EF4-FFF2-40B4-BE49-F238E27FC236}">
                <a16:creationId xmlns:a16="http://schemas.microsoft.com/office/drawing/2014/main" id="{5508BDB6-7076-4A05-B98B-EE02F0D16684}"/>
              </a:ext>
            </a:extLst>
          </p:cNvPr>
          <p:cNvSpPr>
            <a:spLocks xmlns:a="http://schemas.openxmlformats.org/drawingml/2006/main" noGrp="1"/>
          </p:cNvSpPr>
          <p:nvPr/>
        </p:nvSpPr>
        <p:spPr>
          <a:xfrm xmlns:a="http://schemas.openxmlformats.org/drawingml/2006/main">
            <a:off x="1504950" y="7972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제안 간 교환 축소로 평균 VIA 처리시간 5.5 s (요청 완료 신속성 ↑)</a:t>
            </a:r>
          </a:p>
        </p:txBody>
      </p:sp>
      <p:sp>
        <p:nvSpPr>
          <p:cNvPr id="24" name="dp43-comparison / n23 / text 1">
            <a:extLst xmlns:a="http://schemas.openxmlformats.org/drawingml/2006/main">
              <a:ext uri="{FF2B5EF4-FFF2-40B4-BE49-F238E27FC236}">
                <a16:creationId xmlns:a16="http://schemas.microsoft.com/office/drawing/2014/main" id="{D3A4836B-CD09-4DB1-8975-4042FD2700B8}"/>
              </a:ext>
            </a:extLst>
          </p:cNvPr>
          <p:cNvSpPr>
            <a:spLocks xmlns:a="http://schemas.openxmlformats.org/drawingml/2006/main" noGrp="1"/>
          </p:cNvSpPr>
          <p:nvPr/>
        </p:nvSpPr>
        <p:spPr>
          <a:xfrm xmlns:a="http://schemas.openxmlformats.org/drawingml/2006/main">
            <a:off x="150495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통합 의미 생산 계약의 변경 전파, 평균 4.0개 (변경 용이성 ↓)</a:t>
            </a:r>
          </a:p>
        </p:txBody>
      </p:sp>
      <p:sp>
        <p:nvSpPr>
          <p:cNvPr id="25" name="dp43-comparison / n24 / text 1">
            <a:extLst xmlns:a="http://schemas.openxmlformats.org/drawingml/2006/main">
              <a:ext uri="{FF2B5EF4-FFF2-40B4-BE49-F238E27FC236}">
                <a16:creationId xmlns:a16="http://schemas.microsoft.com/office/drawing/2014/main" id="{FBB3211D-E6AD-4B49-8B32-A2C984846FA4}"/>
              </a:ext>
            </a:extLst>
          </p:cNvPr>
          <p:cNvSpPr>
            <a:spLocks xmlns:a="http://schemas.openxmlformats.org/drawingml/2006/main" noGrp="1"/>
          </p:cNvSpPr>
          <p:nvPr/>
        </p:nvSpPr>
        <p:spPr>
          <a:xfrm xmlns:a="http://schemas.openxmlformats.org/drawingml/2006/main">
            <a:off x="150495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26" name="dp43-comparison / n25 / text 1">
            <a:extLst xmlns:a="http://schemas.openxmlformats.org/drawingml/2006/main">
              <a:ext uri="{FF2B5EF4-FFF2-40B4-BE49-F238E27FC236}">
                <a16:creationId xmlns:a16="http://schemas.microsoft.com/office/drawing/2014/main" id="{AD86E470-4838-48B4-8AE0-ED7567CDE385}"/>
              </a:ext>
            </a:extLst>
          </p:cNvPr>
          <p:cNvSpPr>
            <a:spLocks xmlns:a="http://schemas.openxmlformats.org/drawingml/2006/main" noGrp="1"/>
          </p:cNvSpPr>
          <p:nvPr/>
        </p:nvSpPr>
        <p:spPr>
          <a:xfrm xmlns:a="http://schemas.openxmlformats.org/drawingml/2006/main">
            <a:off x="490537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27" name="dp43-comparison / n26 / text 1">
            <a:extLst xmlns:a="http://schemas.openxmlformats.org/drawingml/2006/main">
              <a:ext uri="{FF2B5EF4-FFF2-40B4-BE49-F238E27FC236}">
                <a16:creationId xmlns:a16="http://schemas.microsoft.com/office/drawing/2014/main" id="{E9F529F0-1CB5-465F-B640-4ACBD90BBC9C}"/>
              </a:ext>
            </a:extLst>
          </p:cNvPr>
          <p:cNvSpPr>
            <a:spLocks xmlns:a="http://schemas.openxmlformats.org/drawingml/2006/main" noGrp="1"/>
          </p:cNvSpPr>
          <p:nvPr/>
        </p:nvSpPr>
        <p:spPr>
          <a:xfrm xmlns:a="http://schemas.openxmlformats.org/drawingml/2006/main">
            <a:off x="612457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94%</a:t>
            </a:r>
          </a:p>
        </p:txBody>
      </p:sp>
      <p:sp>
        <p:nvSpPr>
          <p:cNvPr id="28" name="dp43-comparison / n27 / text 1">
            <a:extLst xmlns:a="http://schemas.openxmlformats.org/drawingml/2006/main">
              <a:ext uri="{FF2B5EF4-FFF2-40B4-BE49-F238E27FC236}">
                <a16:creationId xmlns:a16="http://schemas.microsoft.com/office/drawing/2014/main" id="{6962E327-C4F9-4024-9539-0AE893FB3638}"/>
              </a:ext>
            </a:extLst>
          </p:cNvPr>
          <p:cNvSpPr>
            <a:spLocks xmlns:a="http://schemas.openxmlformats.org/drawingml/2006/main" noGrp="1"/>
          </p:cNvSpPr>
          <p:nvPr/>
        </p:nvSpPr>
        <p:spPr>
          <a:xfrm xmlns:a="http://schemas.openxmlformats.org/drawingml/2006/main">
            <a:off x="754380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29" name="dp43-comparison / n28 / text 1">
            <a:extLst xmlns:a="http://schemas.openxmlformats.org/drawingml/2006/main">
              <a:ext uri="{FF2B5EF4-FFF2-40B4-BE49-F238E27FC236}">
                <a16:creationId xmlns:a16="http://schemas.microsoft.com/office/drawing/2014/main" id="{D3B24DAD-A575-48CA-8AB7-86E7E4D5E3F2}"/>
              </a:ext>
            </a:extLst>
          </p:cNvPr>
          <p:cNvSpPr>
            <a:spLocks xmlns:a="http://schemas.openxmlformats.org/drawingml/2006/main" noGrp="1"/>
          </p:cNvSpPr>
          <p:nvPr/>
        </p:nvSpPr>
        <p:spPr>
          <a:xfrm xmlns:a="http://schemas.openxmlformats.org/drawingml/2006/main">
            <a:off x="150495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30" name="dp43-comparison / n29 / text 1">
            <a:extLst xmlns:a="http://schemas.openxmlformats.org/drawingml/2006/main">
              <a:ext uri="{FF2B5EF4-FFF2-40B4-BE49-F238E27FC236}">
                <a16:creationId xmlns:a16="http://schemas.microsoft.com/office/drawing/2014/main" id="{E84C7CF1-BA9D-4904-AEE5-412D53BA096A}"/>
              </a:ext>
            </a:extLst>
          </p:cNvPr>
          <p:cNvSpPr>
            <a:spLocks xmlns:a="http://schemas.openxmlformats.org/drawingml/2006/main" noGrp="1"/>
          </p:cNvSpPr>
          <p:nvPr/>
        </p:nvSpPr>
        <p:spPr>
          <a:xfrm xmlns:a="http://schemas.openxmlformats.org/drawingml/2006/main">
            <a:off x="490537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1" name="dp43-comparison / n30 / text 1">
            <a:extLst xmlns:a="http://schemas.openxmlformats.org/drawingml/2006/main">
              <a:ext uri="{FF2B5EF4-FFF2-40B4-BE49-F238E27FC236}">
                <a16:creationId xmlns:a16="http://schemas.microsoft.com/office/drawing/2014/main" id="{9D057175-04C8-4F7D-80F3-DD69ECE5C6C3}"/>
              </a:ext>
            </a:extLst>
          </p:cNvPr>
          <p:cNvSpPr>
            <a:spLocks xmlns:a="http://schemas.openxmlformats.org/drawingml/2006/main" noGrp="1"/>
          </p:cNvSpPr>
          <p:nvPr/>
        </p:nvSpPr>
        <p:spPr>
          <a:xfrm xmlns:a="http://schemas.openxmlformats.org/drawingml/2006/main">
            <a:off x="612457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5.5 s</a:t>
            </a:r>
          </a:p>
        </p:txBody>
      </p:sp>
      <p:sp>
        <p:nvSpPr>
          <p:cNvPr id="32" name="dp43-comparison / n31 / text 1">
            <a:extLst xmlns:a="http://schemas.openxmlformats.org/drawingml/2006/main">
              <a:ext uri="{FF2B5EF4-FFF2-40B4-BE49-F238E27FC236}">
                <a16:creationId xmlns:a16="http://schemas.microsoft.com/office/drawing/2014/main" id="{FF08159F-B5BE-4837-BF57-73AE45D59A3F}"/>
              </a:ext>
            </a:extLst>
          </p:cNvPr>
          <p:cNvSpPr>
            <a:spLocks xmlns:a="http://schemas.openxmlformats.org/drawingml/2006/main" noGrp="1"/>
          </p:cNvSpPr>
          <p:nvPr/>
        </p:nvSpPr>
        <p:spPr>
          <a:xfrm xmlns:a="http://schemas.openxmlformats.org/drawingml/2006/main">
            <a:off x="754380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33" name="dp43-comparison / n32 / text 1">
            <a:extLst xmlns:a="http://schemas.openxmlformats.org/drawingml/2006/main">
              <a:ext uri="{FF2B5EF4-FFF2-40B4-BE49-F238E27FC236}">
                <a16:creationId xmlns:a16="http://schemas.microsoft.com/office/drawing/2014/main" id="{58FD4385-D67A-410A-BC1C-E7B84A39FDEB}"/>
              </a:ext>
            </a:extLst>
          </p:cNvPr>
          <p:cNvSpPr>
            <a:spLocks xmlns:a="http://schemas.openxmlformats.org/drawingml/2006/main" noGrp="1"/>
          </p:cNvSpPr>
          <p:nvPr/>
        </p:nvSpPr>
        <p:spPr>
          <a:xfrm xmlns:a="http://schemas.openxmlformats.org/drawingml/2006/main">
            <a:off x="150495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34" name="dp43-comparison / n33 / text 1">
            <a:extLst xmlns:a="http://schemas.openxmlformats.org/drawingml/2006/main">
              <a:ext uri="{FF2B5EF4-FFF2-40B4-BE49-F238E27FC236}">
                <a16:creationId xmlns:a16="http://schemas.microsoft.com/office/drawing/2014/main" id="{CB30949B-C289-4FBF-9F32-B5CD7330D0B7}"/>
              </a:ext>
            </a:extLst>
          </p:cNvPr>
          <p:cNvSpPr>
            <a:spLocks xmlns:a="http://schemas.openxmlformats.org/drawingml/2006/main" noGrp="1"/>
          </p:cNvSpPr>
          <p:nvPr/>
        </p:nvSpPr>
        <p:spPr>
          <a:xfrm xmlns:a="http://schemas.openxmlformats.org/drawingml/2006/main">
            <a:off x="490537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35" name="dp43-comparison / n34 / text 1">
            <a:extLst xmlns:a="http://schemas.openxmlformats.org/drawingml/2006/main">
              <a:ext uri="{FF2B5EF4-FFF2-40B4-BE49-F238E27FC236}">
                <a16:creationId xmlns:a16="http://schemas.microsoft.com/office/drawing/2014/main" id="{CDB0035C-441D-47A2-AD36-91889992E8AF}"/>
              </a:ext>
            </a:extLst>
          </p:cNvPr>
          <p:cNvSpPr>
            <a:spLocks xmlns:a="http://schemas.openxmlformats.org/drawingml/2006/main" noGrp="1"/>
          </p:cNvSpPr>
          <p:nvPr/>
        </p:nvSpPr>
        <p:spPr>
          <a:xfrm xmlns:a="http://schemas.openxmlformats.org/drawingml/2006/main">
            <a:off x="612457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4.0개</a:t>
            </a:r>
          </a:p>
        </p:txBody>
      </p:sp>
      <p:sp>
        <p:nvSpPr>
          <p:cNvPr id="36" name="dp43-comparison / n35 / text 1">
            <a:extLst xmlns:a="http://schemas.openxmlformats.org/drawingml/2006/main">
              <a:ext uri="{FF2B5EF4-FFF2-40B4-BE49-F238E27FC236}">
                <a16:creationId xmlns:a16="http://schemas.microsoft.com/office/drawing/2014/main" id="{25E14D77-E172-4FE3-93C8-385BB6B5B211}"/>
              </a:ext>
            </a:extLst>
          </p:cNvPr>
          <p:cNvSpPr>
            <a:spLocks xmlns:a="http://schemas.openxmlformats.org/drawingml/2006/main" noGrp="1"/>
          </p:cNvSpPr>
          <p:nvPr/>
        </p:nvSpPr>
        <p:spPr>
          <a:xfrm xmlns:a="http://schemas.openxmlformats.org/drawingml/2006/main">
            <a:off x="754380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37" name="dp43-comparison / n36 / text 1">
            <a:extLst xmlns:a="http://schemas.openxmlformats.org/drawingml/2006/main">
              <a:ext uri="{FF2B5EF4-FFF2-40B4-BE49-F238E27FC236}">
                <a16:creationId xmlns:a16="http://schemas.microsoft.com/office/drawing/2014/main" id="{ADF054C0-872D-4F8C-A104-CC06881D6647}"/>
              </a:ext>
            </a:extLst>
          </p:cNvPr>
          <p:cNvSpPr>
            <a:spLocks xmlns:a="http://schemas.openxmlformats.org/drawingml/2006/main" noGrp="1"/>
          </p:cNvSpPr>
          <p:nvPr/>
        </p:nvSpPr>
        <p:spPr>
          <a:xfrm xmlns:a="http://schemas.openxmlformats.org/drawingml/2006/main">
            <a:off x="9772650" y="1933575"/>
            <a:ext cx="7981950" cy="38671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2100" b="1">
                <a:solidFill>
                  <a:srgbClr val="18232E"/>
                </a:solidFill>
                <a:latin typeface="Apple SD Gothic Neo"/>
                <a:ea typeface="Apple SD Gothic Neo"/>
                <a:cs typeface="Apple SD Gothic Neo"/>
              </a:defRPr>
            </a:pPr>
            <a:r>
              <a:rPr sz="2100" b="1">
                <a:solidFill>
                  <a:srgbClr val="18232E"/>
                </a:solidFill>
                <a:latin typeface="Apple SD Gothic Neo"/>
                <a:ea typeface="Apple SD Gothic Neo"/>
                <a:cs typeface="Apple SD Gothic Neo"/>
              </a:rPr>
              <a:t>C 기능별 의미 생산과 코드 조정</a:t>
            </a:r>
          </a:p>
        </p:txBody>
      </p:sp>
      <p:sp>
        <p:nvSpPr>
          <p:cNvPr id="38" name="dp43-comparison / n37 / text 1">
            <a:extLst xmlns:a="http://schemas.openxmlformats.org/drawingml/2006/main">
              <a:ext uri="{FF2B5EF4-FFF2-40B4-BE49-F238E27FC236}">
                <a16:creationId xmlns:a16="http://schemas.microsoft.com/office/drawing/2014/main" id="{F6CD0C19-B743-49CE-BC4B-D4069BD4DCC4}"/>
              </a:ext>
            </a:extLst>
          </p:cNvPr>
          <p:cNvSpPr>
            <a:spLocks xmlns:a="http://schemas.openxmlformats.org/drawingml/2006/main" noGrp="1"/>
          </p:cNvSpPr>
          <p:nvPr/>
        </p:nvSpPr>
        <p:spPr>
          <a:xfrm xmlns:a="http://schemas.openxmlformats.org/drawingml/2006/main">
            <a:off x="9791700" y="7696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특정 기능의 생산 책임 분리로 변경 평균 2.0개 (변경 용이성 ↑)</a:t>
            </a:r>
          </a:p>
        </p:txBody>
      </p:sp>
      <p:sp>
        <p:nvSpPr>
          <p:cNvPr id="39" name="dp43-comparison / n38 / text 1">
            <a:extLst xmlns:a="http://schemas.openxmlformats.org/drawingml/2006/main">
              <a:ext uri="{FF2B5EF4-FFF2-40B4-BE49-F238E27FC236}">
                <a16:creationId xmlns:a16="http://schemas.microsoft.com/office/drawing/2014/main" id="{BD9C6E5A-277C-46A4-8EF1-7C04DBFA1A67}"/>
              </a:ext>
            </a:extLst>
          </p:cNvPr>
          <p:cNvSpPr>
            <a:spLocks xmlns:a="http://schemas.openxmlformats.org/drawingml/2006/main" noGrp="1"/>
          </p:cNvSpPr>
          <p:nvPr/>
        </p:nvSpPr>
        <p:spPr>
          <a:xfrm xmlns:a="http://schemas.openxmlformats.org/drawingml/2006/main">
            <a:off x="9791700" y="8458200"/>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부분 의미 불일치와 오류 전파로 정확 처리율 91% (기능 정확성 ↓)</a:t>
            </a:r>
          </a:p>
        </p:txBody>
      </p:sp>
      <p:sp>
        <p:nvSpPr>
          <p:cNvPr id="40" name="dp43-comparison / n39 / text 1">
            <a:extLst xmlns:a="http://schemas.openxmlformats.org/drawingml/2006/main">
              <a:ext uri="{FF2B5EF4-FFF2-40B4-BE49-F238E27FC236}">
                <a16:creationId xmlns:a16="http://schemas.microsoft.com/office/drawing/2014/main" id="{4F6E9DBE-D298-4195-AC07-F5F3F73BE1BD}"/>
              </a:ext>
            </a:extLst>
          </p:cNvPr>
          <p:cNvSpPr>
            <a:spLocks xmlns:a="http://schemas.openxmlformats.org/drawingml/2006/main" noGrp="1"/>
          </p:cNvSpPr>
          <p:nvPr/>
        </p:nvSpPr>
        <p:spPr>
          <a:xfrm xmlns:a="http://schemas.openxmlformats.org/drawingml/2006/main">
            <a:off x="9791700" y="8734425"/>
            <a:ext cx="79629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 제안 교환과 재판단으로 평균 VIA 처리시간 7.2 s (요청 완료 신속성 ↓)</a:t>
            </a:r>
          </a:p>
        </p:txBody>
      </p:sp>
      <p:sp>
        <p:nvSpPr>
          <p:cNvPr id="41" name="dp43-comparison / n40 / text 1">
            <a:extLst xmlns:a="http://schemas.openxmlformats.org/drawingml/2006/main">
              <a:ext uri="{FF2B5EF4-FFF2-40B4-BE49-F238E27FC236}">
                <a16:creationId xmlns:a16="http://schemas.microsoft.com/office/drawing/2014/main" id="{BB1A22BB-1BDD-426A-95C1-C100B3DBED97}"/>
              </a:ext>
            </a:extLst>
          </p:cNvPr>
          <p:cNvSpPr>
            <a:spLocks xmlns:a="http://schemas.openxmlformats.org/drawingml/2006/main" noGrp="1"/>
          </p:cNvSpPr>
          <p:nvPr/>
        </p:nvSpPr>
        <p:spPr>
          <a:xfrm xmlns:a="http://schemas.openxmlformats.org/drawingml/2006/main">
            <a:off x="9791700" y="918210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V-01 기능 정확성</a:t>
            </a:r>
          </a:p>
        </p:txBody>
      </p:sp>
      <p:sp>
        <p:nvSpPr>
          <p:cNvPr id="42" name="dp43-comparison / n41 / text 1">
            <a:extLst xmlns:a="http://schemas.openxmlformats.org/drawingml/2006/main">
              <a:ext uri="{FF2B5EF4-FFF2-40B4-BE49-F238E27FC236}">
                <a16:creationId xmlns:a16="http://schemas.microsoft.com/office/drawing/2014/main" id="{F526641B-EC60-4162-93D1-B0BE2750D6FD}"/>
              </a:ext>
            </a:extLst>
          </p:cNvPr>
          <p:cNvSpPr>
            <a:spLocks xmlns:a="http://schemas.openxmlformats.org/drawingml/2006/main" noGrp="1"/>
          </p:cNvSpPr>
          <p:nvPr/>
        </p:nvSpPr>
        <p:spPr>
          <a:xfrm xmlns:a="http://schemas.openxmlformats.org/drawingml/2006/main">
            <a:off x="13192125" y="917257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3" name="dp43-comparison / n42 / text 1">
            <a:extLst xmlns:a="http://schemas.openxmlformats.org/drawingml/2006/main">
              <a:ext uri="{FF2B5EF4-FFF2-40B4-BE49-F238E27FC236}">
                <a16:creationId xmlns:a16="http://schemas.microsoft.com/office/drawing/2014/main" id="{DE865445-C919-4ADA-87EF-DE6CB4AEAA62}"/>
              </a:ext>
            </a:extLst>
          </p:cNvPr>
          <p:cNvSpPr>
            <a:spLocks xmlns:a="http://schemas.openxmlformats.org/drawingml/2006/main" noGrp="1"/>
          </p:cNvSpPr>
          <p:nvPr/>
        </p:nvSpPr>
        <p:spPr>
          <a:xfrm xmlns:a="http://schemas.openxmlformats.org/drawingml/2006/main">
            <a:off x="14411325" y="918210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91%</a:t>
            </a:r>
          </a:p>
        </p:txBody>
      </p:sp>
      <p:sp>
        <p:nvSpPr>
          <p:cNvPr id="44" name="dp43-comparison / n43 / text 1">
            <a:extLst xmlns:a="http://schemas.openxmlformats.org/drawingml/2006/main">
              <a:ext uri="{FF2B5EF4-FFF2-40B4-BE49-F238E27FC236}">
                <a16:creationId xmlns:a16="http://schemas.microsoft.com/office/drawing/2014/main" id="{95E09A1D-9041-478D-A5BC-FD60F33657DC}"/>
              </a:ext>
            </a:extLst>
          </p:cNvPr>
          <p:cNvSpPr>
            <a:spLocks xmlns:a="http://schemas.openxmlformats.org/drawingml/2006/main" noGrp="1"/>
          </p:cNvSpPr>
          <p:nvPr/>
        </p:nvSpPr>
        <p:spPr>
          <a:xfrm xmlns:a="http://schemas.openxmlformats.org/drawingml/2006/main">
            <a:off x="15830550" y="920115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정확 처리율 ↑</a:t>
            </a:r>
          </a:p>
        </p:txBody>
      </p:sp>
      <p:sp>
        <p:nvSpPr>
          <p:cNvPr id="45" name="dp43-comparison / n44 / text 1">
            <a:extLst xmlns:a="http://schemas.openxmlformats.org/drawingml/2006/main">
              <a:ext uri="{FF2B5EF4-FFF2-40B4-BE49-F238E27FC236}">
                <a16:creationId xmlns:a16="http://schemas.microsoft.com/office/drawing/2014/main" id="{22C3FC05-DFFD-406E-80E1-D8E5DE5609DE}"/>
              </a:ext>
            </a:extLst>
          </p:cNvPr>
          <p:cNvSpPr>
            <a:spLocks xmlns:a="http://schemas.openxmlformats.org/drawingml/2006/main" noGrp="1"/>
          </p:cNvSpPr>
          <p:nvPr/>
        </p:nvSpPr>
        <p:spPr>
          <a:xfrm xmlns:a="http://schemas.openxmlformats.org/drawingml/2006/main">
            <a:off x="9791700" y="9439275"/>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V-05 요청 완료 신속성</a:t>
            </a:r>
          </a:p>
        </p:txBody>
      </p:sp>
      <p:sp>
        <p:nvSpPr>
          <p:cNvPr id="46" name="dp43-comparison / n45 / text 1">
            <a:extLst xmlns:a="http://schemas.openxmlformats.org/drawingml/2006/main">
              <a:ext uri="{FF2B5EF4-FFF2-40B4-BE49-F238E27FC236}">
                <a16:creationId xmlns:a16="http://schemas.microsoft.com/office/drawing/2014/main" id="{DD7F858D-1BE8-416B-B84D-CF105683BB8E}"/>
              </a:ext>
            </a:extLst>
          </p:cNvPr>
          <p:cNvSpPr>
            <a:spLocks xmlns:a="http://schemas.openxmlformats.org/drawingml/2006/main" noGrp="1"/>
          </p:cNvSpPr>
          <p:nvPr/>
        </p:nvSpPr>
        <p:spPr>
          <a:xfrm xmlns:a="http://schemas.openxmlformats.org/drawingml/2006/main">
            <a:off x="13192125" y="9429750"/>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47" name="dp43-comparison / n46 / text 1">
            <a:extLst xmlns:a="http://schemas.openxmlformats.org/drawingml/2006/main">
              <a:ext uri="{FF2B5EF4-FFF2-40B4-BE49-F238E27FC236}">
                <a16:creationId xmlns:a16="http://schemas.microsoft.com/office/drawing/2014/main" id="{1E4399A6-7B81-4720-9A35-F22767D73CBF}"/>
              </a:ext>
            </a:extLst>
          </p:cNvPr>
          <p:cNvSpPr>
            <a:spLocks xmlns:a="http://schemas.openxmlformats.org/drawingml/2006/main" noGrp="1"/>
          </p:cNvSpPr>
          <p:nvPr/>
        </p:nvSpPr>
        <p:spPr>
          <a:xfrm xmlns:a="http://schemas.openxmlformats.org/drawingml/2006/main">
            <a:off x="14411325" y="9439275"/>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7.2 s</a:t>
            </a:r>
          </a:p>
        </p:txBody>
      </p:sp>
      <p:sp>
        <p:nvSpPr>
          <p:cNvPr id="48" name="dp43-comparison / n47 / text 1">
            <a:extLst xmlns:a="http://schemas.openxmlformats.org/drawingml/2006/main">
              <a:ext uri="{FF2B5EF4-FFF2-40B4-BE49-F238E27FC236}">
                <a16:creationId xmlns:a16="http://schemas.microsoft.com/office/drawing/2014/main" id="{5A5F511E-621F-4D0F-A04C-C4A517C94A75}"/>
              </a:ext>
            </a:extLst>
          </p:cNvPr>
          <p:cNvSpPr>
            <a:spLocks xmlns:a="http://schemas.openxmlformats.org/drawingml/2006/main" noGrp="1"/>
          </p:cNvSpPr>
          <p:nvPr/>
        </p:nvSpPr>
        <p:spPr>
          <a:xfrm xmlns:a="http://schemas.openxmlformats.org/drawingml/2006/main">
            <a:off x="15830550" y="9458325"/>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VIA 처리시간 ↓</a:t>
            </a:r>
          </a:p>
        </p:txBody>
      </p:sp>
      <p:sp>
        <p:nvSpPr>
          <p:cNvPr id="49" name="dp43-comparison / n48 / text 1">
            <a:extLst xmlns:a="http://schemas.openxmlformats.org/drawingml/2006/main">
              <a:ext uri="{FF2B5EF4-FFF2-40B4-BE49-F238E27FC236}">
                <a16:creationId xmlns:a16="http://schemas.microsoft.com/office/drawing/2014/main" id="{88C55308-3305-47E8-B6B7-A8965F66EBD1}"/>
              </a:ext>
            </a:extLst>
          </p:cNvPr>
          <p:cNvSpPr>
            <a:spLocks xmlns:a="http://schemas.openxmlformats.org/drawingml/2006/main" noGrp="1"/>
          </p:cNvSpPr>
          <p:nvPr/>
        </p:nvSpPr>
        <p:spPr>
          <a:xfrm xmlns:a="http://schemas.openxmlformats.org/drawingml/2006/main">
            <a:off x="9791700" y="9696450"/>
            <a:ext cx="3190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V-08 변경 용이성</a:t>
            </a:r>
          </a:p>
        </p:txBody>
      </p:sp>
      <p:sp>
        <p:nvSpPr>
          <p:cNvPr id="50" name="dp43-comparison / n49 / text 1">
            <a:extLst xmlns:a="http://schemas.openxmlformats.org/drawingml/2006/main">
              <a:ext uri="{FF2B5EF4-FFF2-40B4-BE49-F238E27FC236}">
                <a16:creationId xmlns:a16="http://schemas.microsoft.com/office/drawing/2014/main" id="{ABD6DF43-43DE-4C27-BD49-E6F0EF77AE85}"/>
              </a:ext>
            </a:extLst>
          </p:cNvPr>
          <p:cNvSpPr>
            <a:spLocks xmlns:a="http://schemas.openxmlformats.org/drawingml/2006/main" noGrp="1"/>
          </p:cNvSpPr>
          <p:nvPr/>
        </p:nvSpPr>
        <p:spPr>
          <a:xfrm xmlns:a="http://schemas.openxmlformats.org/drawingml/2006/main">
            <a:off x="13192125" y="9686925"/>
            <a:ext cx="106680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725" b="0">
                <a:solidFill>
                  <a:srgbClr val="18232E"/>
                </a:solidFill>
                <a:latin typeface="Apple SD Gothic Neo"/>
                <a:ea typeface="Apple SD Gothic Neo"/>
                <a:cs typeface="Apple SD Gothic Neo"/>
              </a:defRPr>
            </a:pPr>
            <a:r>
              <a:rPr sz="1725" b="0">
                <a:solidFill>
                  <a:srgbClr val="18232E"/>
                </a:solidFill>
                <a:latin typeface="Apple SD Gothic Neo"/>
                <a:ea typeface="Apple SD Gothic Neo"/>
                <a:cs typeface="Apple SD Gothic Neo"/>
              </a:rPr>
              <a:t>●●●</a:t>
            </a:r>
          </a:p>
        </p:txBody>
      </p:sp>
      <p:sp>
        <p:nvSpPr>
          <p:cNvPr id="51" name="dp43-comparison / n50 / text 1">
            <a:extLst xmlns:a="http://schemas.openxmlformats.org/drawingml/2006/main">
              <a:ext uri="{FF2B5EF4-FFF2-40B4-BE49-F238E27FC236}">
                <a16:creationId xmlns:a16="http://schemas.microsoft.com/office/drawing/2014/main" id="{724C1578-83EA-4463-882D-70BDED5FABAC}"/>
              </a:ext>
            </a:extLst>
          </p:cNvPr>
          <p:cNvSpPr>
            <a:spLocks xmlns:a="http://schemas.openxmlformats.org/drawingml/2006/main" noGrp="1"/>
          </p:cNvSpPr>
          <p:nvPr/>
        </p:nvSpPr>
        <p:spPr>
          <a:xfrm xmlns:a="http://schemas.openxmlformats.org/drawingml/2006/main">
            <a:off x="14411325" y="9696450"/>
            <a:ext cx="13335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18232E"/>
                </a:solidFill>
                <a:latin typeface="Apple SD Gothic Neo"/>
                <a:ea typeface="Apple SD Gothic Neo"/>
                <a:cs typeface="Apple SD Gothic Neo"/>
              </a:defRPr>
            </a:pPr>
            <a:r>
              <a:rPr sz="1575" b="1">
                <a:solidFill>
                  <a:srgbClr val="18232E"/>
                </a:solidFill>
                <a:latin typeface="Apple SD Gothic Neo"/>
                <a:ea typeface="Apple SD Gothic Neo"/>
                <a:cs typeface="Apple SD Gothic Neo"/>
              </a:rPr>
              <a:t>2.0개</a:t>
            </a:r>
          </a:p>
        </p:txBody>
      </p:sp>
      <p:sp>
        <p:nvSpPr>
          <p:cNvPr id="52" name="dp43-comparison / n51 / text 1">
            <a:extLst xmlns:a="http://schemas.openxmlformats.org/drawingml/2006/main">
              <a:ext uri="{FF2B5EF4-FFF2-40B4-BE49-F238E27FC236}">
                <a16:creationId xmlns:a16="http://schemas.microsoft.com/office/drawing/2014/main" id="{0DD24039-CAD3-4997-A81A-8630B9314FC8}"/>
              </a:ext>
            </a:extLst>
          </p:cNvPr>
          <p:cNvSpPr>
            <a:spLocks xmlns:a="http://schemas.openxmlformats.org/drawingml/2006/main" noGrp="1"/>
          </p:cNvSpPr>
          <p:nvPr/>
        </p:nvSpPr>
        <p:spPr>
          <a:xfrm xmlns:a="http://schemas.openxmlformats.org/drawingml/2006/main">
            <a:off x="15830550" y="9715500"/>
            <a:ext cx="19621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평균 변경 요소 수 ↓</a:t>
            </a:r>
          </a:p>
        </p:txBody>
      </p:sp>
      <p:sp>
        <p:nvSpPr>
          <p:cNvPr id="53" name="dp43-comparison / n52 / text 1">
            <a:extLst xmlns:a="http://schemas.openxmlformats.org/drawingml/2006/main">
              <a:ext uri="{FF2B5EF4-FFF2-40B4-BE49-F238E27FC236}">
                <a16:creationId xmlns:a16="http://schemas.microsoft.com/office/drawing/2014/main" id="{7F1ED933-24E1-4C6C-943B-FBB10D296FF3}"/>
              </a:ext>
            </a:extLst>
          </p:cNvPr>
          <p:cNvSpPr>
            <a:spLocks xmlns:a="http://schemas.openxmlformats.org/drawingml/2006/main" noGrp="1"/>
          </p:cNvSpPr>
          <p:nvPr/>
        </p:nvSpPr>
        <p:spPr>
          <a:xfrm xmlns:a="http://schemas.openxmlformats.org/drawingml/2006/main">
            <a:off x="381000" y="10067925"/>
            <a:ext cx="14478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비교 예시 조건: 교차 의미 정정 / 특정 지칭 기능의 독립 변경 / 동일한 공유 Omni</a:t>
            </a:r>
          </a:p>
        </p:txBody>
      </p:sp>
      <p:sp>
        <p:nvSpPr>
          <p:cNvPr id="54" name="dp43-comparison / n53 / text 1">
            <a:extLst xmlns:a="http://schemas.openxmlformats.org/drawingml/2006/main">
              <a:ext uri="{FF2B5EF4-FFF2-40B4-BE49-F238E27FC236}">
                <a16:creationId xmlns:a16="http://schemas.microsoft.com/office/drawing/2014/main" id="{CF8CA99C-B315-472E-87AB-652C9D258094}"/>
              </a:ext>
            </a:extLst>
          </p:cNvPr>
          <p:cNvSpPr>
            <a:spLocks xmlns:a="http://schemas.openxmlformats.org/drawingml/2006/main" noGrp="1"/>
          </p:cNvSpPr>
          <p:nvPr/>
        </p:nvSpPr>
        <p:spPr>
          <a:xfrm xmlns:a="http://schemas.openxmlformats.org/drawingml/2006/main">
            <a:off x="14906625" y="10067925"/>
            <a:ext cx="3000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 많을수록 우수 / 미측정</a:t>
            </a:r>
          </a:p>
        </p:txBody>
      </p:sp>
      <p:sp>
        <p:nvSpPr>
          <p:cNvPr id="55" name="dp43-comparison / n54">
            <a:extLst xmlns:a="http://schemas.openxmlformats.org/drawingml/2006/main">
              <a:ext uri="{FF2B5EF4-FFF2-40B4-BE49-F238E27FC236}">
                <a16:creationId xmlns:a16="http://schemas.microsoft.com/office/drawing/2014/main" id="{3C97794D-5620-401A-A9B8-ED2EB570CC59}"/>
              </a:ext>
            </a:extLst>
          </p:cNvPr>
          <p:cNvSpPr>
            <a:spLocks xmlns:a="http://schemas.openxmlformats.org/drawingml/2006/main" noGrp="1"/>
          </p:cNvSpPr>
          <p:nvPr/>
        </p:nvSpPr>
        <p:spPr>
          <a:xfrm xmlns:a="http://schemas.openxmlformats.org/drawingml/2006/main">
            <a:off x="157162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6" name="dp43-comparison / n55 / text 1">
            <a:extLst xmlns:a="http://schemas.openxmlformats.org/drawingml/2006/main">
              <a:ext uri="{FF2B5EF4-FFF2-40B4-BE49-F238E27FC236}">
                <a16:creationId xmlns:a16="http://schemas.microsoft.com/office/drawing/2014/main" id="{7F00A426-E09D-4B94-8ACF-42994BDC12CF}"/>
              </a:ext>
            </a:extLst>
          </p:cNvPr>
          <p:cNvSpPr>
            <a:spLocks xmlns:a="http://schemas.openxmlformats.org/drawingml/2006/main" noGrp="1"/>
          </p:cNvSpPr>
          <p:nvPr/>
        </p:nvSpPr>
        <p:spPr>
          <a:xfrm xmlns:a="http://schemas.openxmlformats.org/drawingml/2006/main">
            <a:off x="165735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57" name="dp43-comparison / n56">
            <a:extLst xmlns:a="http://schemas.openxmlformats.org/drawingml/2006/main">
              <a:ext uri="{FF2B5EF4-FFF2-40B4-BE49-F238E27FC236}">
                <a16:creationId xmlns:a16="http://schemas.microsoft.com/office/drawing/2014/main" id="{46982D15-BCFF-485F-85B8-767F350A2791}"/>
              </a:ext>
            </a:extLst>
          </p:cNvPr>
          <p:cNvSpPr>
            <a:spLocks xmlns:a="http://schemas.openxmlformats.org/drawingml/2006/main" noGrp="1"/>
          </p:cNvSpPr>
          <p:nvPr/>
        </p:nvSpPr>
        <p:spPr>
          <a:xfrm xmlns:a="http://schemas.openxmlformats.org/drawingml/2006/main">
            <a:off x="454342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58" name="dp43-comparison / n57 / text 1">
            <a:extLst xmlns:a="http://schemas.openxmlformats.org/drawingml/2006/main">
              <a:ext uri="{FF2B5EF4-FFF2-40B4-BE49-F238E27FC236}">
                <a16:creationId xmlns:a16="http://schemas.microsoft.com/office/drawing/2014/main" id="{2F6FE5D1-13D7-4B73-AAD7-F78C2FEB8339}"/>
              </a:ext>
            </a:extLst>
          </p:cNvPr>
          <p:cNvSpPr>
            <a:spLocks xmlns:a="http://schemas.openxmlformats.org/drawingml/2006/main" noGrp="1"/>
          </p:cNvSpPr>
          <p:nvPr/>
        </p:nvSpPr>
        <p:spPr>
          <a:xfrm xmlns:a="http://schemas.openxmlformats.org/drawingml/2006/main">
            <a:off x="462915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59" name="dp43-comparison / n58">
            <a:extLst xmlns:a="http://schemas.openxmlformats.org/drawingml/2006/main">
              <a:ext uri="{FF2B5EF4-FFF2-40B4-BE49-F238E27FC236}">
                <a16:creationId xmlns:a16="http://schemas.microsoft.com/office/drawing/2014/main" id="{A829B05B-353F-48A3-845D-111B6A9177BB}"/>
              </a:ext>
            </a:extLst>
          </p:cNvPr>
          <p:cNvSpPr>
            <a:spLocks xmlns:a="http://schemas.openxmlformats.org/drawingml/2006/main" noGrp="1"/>
          </p:cNvSpPr>
          <p:nvPr/>
        </p:nvSpPr>
        <p:spPr>
          <a:xfrm xmlns:a="http://schemas.openxmlformats.org/drawingml/2006/main">
            <a:off x="741997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60" name="dp43-comparison / n59 / text 1">
            <a:extLst xmlns:a="http://schemas.openxmlformats.org/drawingml/2006/main">
              <a:ext uri="{FF2B5EF4-FFF2-40B4-BE49-F238E27FC236}">
                <a16:creationId xmlns:a16="http://schemas.microsoft.com/office/drawing/2014/main" id="{54435350-D902-4E8D-9307-7E9D38476035}"/>
              </a:ext>
            </a:extLst>
          </p:cNvPr>
          <p:cNvSpPr>
            <a:spLocks xmlns:a="http://schemas.openxmlformats.org/drawingml/2006/main" noGrp="1"/>
          </p:cNvSpPr>
          <p:nvPr/>
        </p:nvSpPr>
        <p:spPr>
          <a:xfrm xmlns:a="http://schemas.openxmlformats.org/drawingml/2006/main">
            <a:off x="750570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61" name="dp43-comparison / n64 / path">
            <a:extLst xmlns:a="http://schemas.openxmlformats.org/drawingml/2006/main">
              <a:ext uri="{FF2B5EF4-FFF2-40B4-BE49-F238E27FC236}">
                <a16:creationId xmlns:a16="http://schemas.microsoft.com/office/drawing/2014/main" id="{000C6B6E-F630-47DA-8E39-5F817E883ECF}"/>
              </a:ext>
            </a:extLst>
          </p:cNvPr>
          <p:cNvSpPr>
            <a:spLocks xmlns:a="http://schemas.openxmlformats.org/drawingml/2006/main" noGrp="1"/>
          </p:cNvSpPr>
          <p:nvPr/>
        </p:nvSpPr>
        <p:spPr>
          <a:xfrm xmlns:a="http://schemas.openxmlformats.org/drawingml/2006/main">
            <a:off x="390525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2858A5"/>
            </a:solidFill>
            <a:prstDash val="solid"/>
          </a:ln>
        </p:spPr>
      </p:sp>
      <p:sp>
        <p:nvSpPr>
          <p:cNvPr id="62" name="dp43-comparison / n64 / arrow">
            <a:extLst xmlns:a="http://schemas.openxmlformats.org/drawingml/2006/main">
              <a:ext uri="{FF2B5EF4-FFF2-40B4-BE49-F238E27FC236}">
                <a16:creationId xmlns:a16="http://schemas.microsoft.com/office/drawing/2014/main" id="{2030E286-D796-402F-A98D-18AC99C260F5}"/>
              </a:ext>
            </a:extLst>
          </p:cNvPr>
          <p:cNvSpPr>
            <a:spLocks xmlns:a="http://schemas.openxmlformats.org/drawingml/2006/main" noGrp="1"/>
          </p:cNvSpPr>
          <p:nvPr/>
        </p:nvSpPr>
        <p:spPr>
          <a:xfrm xmlns:a="http://schemas.openxmlformats.org/drawingml/2006/main">
            <a:off x="442150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63" name="dp43-comparison / n69">
            <a:extLst xmlns:a="http://schemas.openxmlformats.org/drawingml/2006/main">
              <a:ext uri="{FF2B5EF4-FFF2-40B4-BE49-F238E27FC236}">
                <a16:creationId xmlns:a16="http://schemas.microsoft.com/office/drawing/2014/main" id="{644D1C6C-C1DB-4AEE-A851-1E2F7934AA99}"/>
              </a:ext>
            </a:extLst>
          </p:cNvPr>
          <p:cNvSpPr>
            <a:spLocks xmlns:a="http://schemas.openxmlformats.org/drawingml/2006/main" noGrp="1"/>
          </p:cNvSpPr>
          <p:nvPr/>
        </p:nvSpPr>
        <p:spPr>
          <a:xfrm xmlns:a="http://schemas.openxmlformats.org/drawingml/2006/main">
            <a:off x="156210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2858A5"/>
            </a:solidFill>
            <a:prstDash val="solid"/>
          </a:ln>
        </p:spPr>
      </p:sp>
      <p:sp>
        <p:nvSpPr>
          <p:cNvPr id="64" name="dp43-comparison / n70 / text 1">
            <a:extLst xmlns:a="http://schemas.openxmlformats.org/drawingml/2006/main">
              <a:ext uri="{FF2B5EF4-FFF2-40B4-BE49-F238E27FC236}">
                <a16:creationId xmlns:a16="http://schemas.microsoft.com/office/drawing/2014/main" id="{6B3F3CEB-8607-4131-A571-0CED5C39999D}"/>
              </a:ext>
            </a:extLst>
          </p:cNvPr>
          <p:cNvSpPr>
            <a:spLocks xmlns:a="http://schemas.openxmlformats.org/drawingml/2006/main" noGrp="1"/>
          </p:cNvSpPr>
          <p:nvPr/>
        </p:nvSpPr>
        <p:spPr>
          <a:xfrm xmlns:a="http://schemas.openxmlformats.org/drawingml/2006/main">
            <a:off x="168592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Request Interpreter</a:t>
            </a:r>
          </a:p>
        </p:txBody>
      </p:sp>
      <p:sp>
        <p:nvSpPr>
          <p:cNvPr id="65" name="dp43-comparison / n71">
            <a:extLst xmlns:a="http://schemas.openxmlformats.org/drawingml/2006/main">
              <a:ext uri="{FF2B5EF4-FFF2-40B4-BE49-F238E27FC236}">
                <a16:creationId xmlns:a16="http://schemas.microsoft.com/office/drawing/2014/main" id="{5264F868-F6DE-4439-B46F-DF1430043344}"/>
              </a:ext>
            </a:extLst>
          </p:cNvPr>
          <p:cNvSpPr>
            <a:spLocks xmlns:a="http://schemas.openxmlformats.org/drawingml/2006/main" noGrp="1"/>
          </p:cNvSpPr>
          <p:nvPr/>
        </p:nvSpPr>
        <p:spPr>
          <a:xfrm xmlns:a="http://schemas.openxmlformats.org/drawingml/2006/main">
            <a:off x="2819400" y="3914775"/>
            <a:ext cx="5276850" cy="457200"/>
          </a:xfrm>
          <a:prstGeom xmlns:a="http://schemas.openxmlformats.org/drawingml/2006/main" prst="rect">
            <a:avLst/>
          </a:prstGeom>
          <a:solidFill xmlns:a="http://schemas.openxmlformats.org/drawingml/2006/main">
            <a:srgbClr val="FFFFFF"/>
          </a:solidFill>
          <a:ln xmlns:a="http://schemas.openxmlformats.org/drawingml/2006/main" w="16193">
            <a:solidFill>
              <a:srgbClr val="2858A5"/>
            </a:solidFill>
            <a:prstDash val="solid"/>
          </a:ln>
        </p:spPr>
      </p:sp>
      <p:sp>
        <p:nvSpPr>
          <p:cNvPr id="66" name="dp43-comparison / n72 / text 1">
            <a:extLst xmlns:a="http://schemas.openxmlformats.org/drawingml/2006/main">
              <a:ext uri="{FF2B5EF4-FFF2-40B4-BE49-F238E27FC236}">
                <a16:creationId xmlns:a16="http://schemas.microsoft.com/office/drawing/2014/main" id="{103A3F80-24CA-45EB-8D24-7CBFA7D1A3D8}"/>
              </a:ext>
            </a:extLst>
          </p:cNvPr>
          <p:cNvSpPr>
            <a:spLocks xmlns:a="http://schemas.openxmlformats.org/drawingml/2006/main" noGrp="1"/>
          </p:cNvSpPr>
          <p:nvPr/>
        </p:nvSpPr>
        <p:spPr>
          <a:xfrm xmlns:a="http://schemas.openxmlformats.org/drawingml/2006/main">
            <a:off x="2905125" y="4013359"/>
            <a:ext cx="51054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75" b="1">
                <a:solidFill>
                  <a:srgbClr val="2858A5"/>
                </a:solidFill>
                <a:latin typeface="Apple SD Gothic Neo"/>
                <a:ea typeface="Apple SD Gothic Neo"/>
                <a:cs typeface="Apple SD Gothic Neo"/>
              </a:defRPr>
            </a:pPr>
            <a:r>
              <a:rPr sz="1575" b="1">
                <a:solidFill>
                  <a:srgbClr val="2858A5"/>
                </a:solidFill>
                <a:latin typeface="Apple SD Gothic Neo"/>
                <a:ea typeface="Apple SD Gothic Neo"/>
                <a:cs typeface="Apple SD Gothic Neo"/>
              </a:rPr>
              <a:t>Integrated Semantic Interpreter</a:t>
            </a:r>
          </a:p>
        </p:txBody>
      </p:sp>
      <p:sp>
        <p:nvSpPr>
          <p:cNvPr id="67" name="dp43-comparison / n73">
            <a:extLst xmlns:a="http://schemas.openxmlformats.org/drawingml/2006/main">
              <a:ext uri="{FF2B5EF4-FFF2-40B4-BE49-F238E27FC236}">
                <a16:creationId xmlns:a16="http://schemas.microsoft.com/office/drawing/2014/main" id="{3F0CEC2B-A3E1-4849-AC2A-BEA8BEBBBD38}"/>
              </a:ext>
            </a:extLst>
          </p:cNvPr>
          <p:cNvSpPr>
            <a:spLocks xmlns:a="http://schemas.openxmlformats.org/drawingml/2006/main" noGrp="1"/>
          </p:cNvSpPr>
          <p:nvPr/>
        </p:nvSpPr>
        <p:spPr>
          <a:xfrm xmlns:a="http://schemas.openxmlformats.org/drawingml/2006/main">
            <a:off x="3886200" y="5095875"/>
            <a:ext cx="3124200" cy="50482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68" name="dp43-comparison / n74 / text 1">
            <a:extLst xmlns:a="http://schemas.openxmlformats.org/drawingml/2006/main">
              <a:ext uri="{FF2B5EF4-FFF2-40B4-BE49-F238E27FC236}">
                <a16:creationId xmlns:a16="http://schemas.microsoft.com/office/drawing/2014/main" id="{7D22AD6E-1C4D-4030-9663-39FA2F4C9DEE}"/>
              </a:ext>
            </a:extLst>
          </p:cNvPr>
          <p:cNvSpPr>
            <a:spLocks xmlns:a="http://schemas.openxmlformats.org/drawingml/2006/main" noGrp="1"/>
          </p:cNvSpPr>
          <p:nvPr/>
        </p:nvSpPr>
        <p:spPr>
          <a:xfrm xmlns:a="http://schemas.openxmlformats.org/drawingml/2006/main">
            <a:off x="3971925" y="5257800"/>
            <a:ext cx="2952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Interpretation Attempt State</a:t>
            </a:r>
          </a:p>
        </p:txBody>
      </p:sp>
      <p:sp>
        <p:nvSpPr>
          <p:cNvPr id="69" name="dp43-comparison / n75 / path">
            <a:extLst xmlns:a="http://schemas.openxmlformats.org/drawingml/2006/main">
              <a:ext uri="{FF2B5EF4-FFF2-40B4-BE49-F238E27FC236}">
                <a16:creationId xmlns:a16="http://schemas.microsoft.com/office/drawing/2014/main" id="{1E934BDC-1231-4C17-A07C-251795BCC023}"/>
              </a:ext>
            </a:extLst>
          </p:cNvPr>
          <p:cNvSpPr>
            <a:spLocks xmlns:a="http://schemas.openxmlformats.org/drawingml/2006/main" noGrp="1"/>
          </p:cNvSpPr>
          <p:nvPr/>
        </p:nvSpPr>
        <p:spPr>
          <a:xfrm xmlns:a="http://schemas.openxmlformats.org/drawingml/2006/main">
            <a:off x="5457825" y="3038475"/>
            <a:ext cx="1133475" cy="876300"/>
          </a:xfrm>
          <a:custGeom xmlns:a="http://schemas.openxmlformats.org/drawingml/2006/main">
            <a:pathLst>
              <a:path w="1133475" h="876300">
                <a:moveTo>
                  <a:pt x="1133475" y="0"/>
                </a:moveTo>
                <a:lnTo>
                  <a:pt x="1133475" y="266700"/>
                </a:lnTo>
                <a:lnTo>
                  <a:pt x="0" y="266700"/>
                </a:lnTo>
                <a:lnTo>
                  <a:pt x="0" y="876300"/>
                </a:lnTo>
              </a:path>
            </a:pathLst>
          </a:custGeom>
          <a:noFill xmlns:a="http://schemas.openxmlformats.org/drawingml/2006/main"/>
          <a:ln xmlns:a="http://schemas.openxmlformats.org/drawingml/2006/main" w="19050">
            <a:solidFill>
              <a:srgbClr val="2858A5"/>
            </a:solidFill>
            <a:prstDash val="solid"/>
          </a:ln>
        </p:spPr>
      </p:sp>
      <p:sp>
        <p:nvSpPr>
          <p:cNvPr id="70" name="dp43-comparison / n75 / arrow">
            <a:extLst xmlns:a="http://schemas.openxmlformats.org/drawingml/2006/main">
              <a:ext uri="{FF2B5EF4-FFF2-40B4-BE49-F238E27FC236}">
                <a16:creationId xmlns:a16="http://schemas.microsoft.com/office/drawing/2014/main" id="{E1AEE415-0185-44FD-B945-BA9528A58468}"/>
              </a:ext>
            </a:extLst>
          </p:cNvPr>
          <p:cNvSpPr>
            <a:spLocks xmlns:a="http://schemas.openxmlformats.org/drawingml/2006/main" noGrp="1"/>
          </p:cNvSpPr>
          <p:nvPr/>
        </p:nvSpPr>
        <p:spPr>
          <a:xfrm xmlns:a="http://schemas.openxmlformats.org/drawingml/2006/main">
            <a:off x="5396865" y="37928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71" name="dp43-comparison / n80 / path">
            <a:extLst xmlns:a="http://schemas.openxmlformats.org/drawingml/2006/main">
              <a:ext uri="{FF2B5EF4-FFF2-40B4-BE49-F238E27FC236}">
                <a16:creationId xmlns:a16="http://schemas.microsoft.com/office/drawing/2014/main" id="{19B695F4-533D-4A50-AAA1-300D727CC424}"/>
              </a:ext>
            </a:extLst>
          </p:cNvPr>
          <p:cNvSpPr>
            <a:spLocks xmlns:a="http://schemas.openxmlformats.org/drawingml/2006/main" noGrp="1"/>
          </p:cNvSpPr>
          <p:nvPr/>
        </p:nvSpPr>
        <p:spPr>
          <a:xfrm xmlns:a="http://schemas.openxmlformats.org/drawingml/2006/main">
            <a:off x="5448300" y="4371975"/>
            <a:ext cx="9525" cy="723900"/>
          </a:xfrm>
          <a:custGeom xmlns:a="http://schemas.openxmlformats.org/drawingml/2006/main">
            <a:pathLst>
              <a:path w="9525" h="723900">
                <a:moveTo>
                  <a:pt x="9525" y="0"/>
                </a:moveTo>
                <a:lnTo>
                  <a:pt x="0" y="723900"/>
                </a:lnTo>
              </a:path>
            </a:pathLst>
          </a:custGeom>
          <a:noFill xmlns:a="http://schemas.openxmlformats.org/drawingml/2006/main"/>
          <a:ln xmlns:a="http://schemas.openxmlformats.org/drawingml/2006/main" w="19050">
            <a:solidFill>
              <a:srgbClr val="2858A5"/>
            </a:solidFill>
            <a:prstDash val="solid"/>
          </a:ln>
        </p:spPr>
      </p:sp>
      <p:sp>
        <p:nvSpPr>
          <p:cNvPr id="72" name="dp43-comparison / n80 / arrow">
            <a:extLst xmlns:a="http://schemas.openxmlformats.org/drawingml/2006/main">
              <a:ext uri="{FF2B5EF4-FFF2-40B4-BE49-F238E27FC236}">
                <a16:creationId xmlns:a16="http://schemas.microsoft.com/office/drawing/2014/main" id="{82E0378C-3425-4D9A-B391-ECA363551902}"/>
              </a:ext>
            </a:extLst>
          </p:cNvPr>
          <p:cNvSpPr>
            <a:spLocks xmlns:a="http://schemas.openxmlformats.org/drawingml/2006/main" noGrp="1"/>
          </p:cNvSpPr>
          <p:nvPr/>
        </p:nvSpPr>
        <p:spPr>
          <a:xfrm xmlns:a="http://schemas.openxmlformats.org/drawingml/2006/main">
            <a:off x="5388949" y="4973164"/>
            <a:ext cx="121909" cy="122711"/>
          </a:xfrm>
          <a:custGeom xmlns:a="http://schemas.openxmlformats.org/drawingml/2006/main">
            <a:pathLst>
              <a:path w="121909" h="122711">
                <a:moveTo>
                  <a:pt x="0" y="0"/>
                </a:moveTo>
                <a:lnTo>
                  <a:pt x="59351" y="122711"/>
                </a:lnTo>
                <a:lnTo>
                  <a:pt x="121909" y="1604"/>
                </a:lnTo>
              </a:path>
            </a:pathLst>
          </a:custGeom>
          <a:noFill xmlns:a="http://schemas.openxmlformats.org/drawingml/2006/main"/>
          <a:ln xmlns:a="http://schemas.openxmlformats.org/drawingml/2006/main" w="24384">
            <a:solidFill>
              <a:srgbClr val="2858A5"/>
            </a:solidFill>
            <a:prstDash val="solid"/>
          </a:ln>
        </p:spPr>
      </p:sp>
      <p:sp>
        <p:nvSpPr>
          <p:cNvPr id="73" name="dp43-comparison / n81 / path">
            <a:extLst xmlns:a="http://schemas.openxmlformats.org/drawingml/2006/main">
              <a:ext uri="{FF2B5EF4-FFF2-40B4-BE49-F238E27FC236}">
                <a16:creationId xmlns:a16="http://schemas.microsoft.com/office/drawing/2014/main" id="{2A4AC90E-26C0-497F-BE84-4B9C8A5DD85D}"/>
              </a:ext>
            </a:extLst>
          </p:cNvPr>
          <p:cNvSpPr>
            <a:spLocks xmlns:a="http://schemas.openxmlformats.org/drawingml/2006/main" noGrp="1"/>
          </p:cNvSpPr>
          <p:nvPr/>
        </p:nvSpPr>
        <p:spPr>
          <a:xfrm xmlns:a="http://schemas.openxmlformats.org/drawingml/2006/main">
            <a:off x="2619375" y="4143375"/>
            <a:ext cx="1266825" cy="1209675"/>
          </a:xfrm>
          <a:custGeom xmlns:a="http://schemas.openxmlformats.org/drawingml/2006/main">
            <a:pathLst>
              <a:path w="1266825" h="1209675">
                <a:moveTo>
                  <a:pt x="1266825" y="1204913"/>
                </a:moveTo>
                <a:lnTo>
                  <a:pt x="0" y="1209675"/>
                </a:lnTo>
                <a:lnTo>
                  <a:pt x="0" y="0"/>
                </a:lnTo>
                <a:lnTo>
                  <a:pt x="200025" y="0"/>
                </a:lnTo>
              </a:path>
            </a:pathLst>
          </a:custGeom>
          <a:noFill xmlns:a="http://schemas.openxmlformats.org/drawingml/2006/main"/>
          <a:ln xmlns:a="http://schemas.openxmlformats.org/drawingml/2006/main" w="19050">
            <a:solidFill>
              <a:srgbClr val="2858A5"/>
            </a:solidFill>
            <a:prstDash val="dash"/>
          </a:ln>
        </p:spPr>
      </p:sp>
      <p:sp>
        <p:nvSpPr>
          <p:cNvPr id="74" name="dp43-comparison / n81 / arrow">
            <a:extLst xmlns:a="http://schemas.openxmlformats.org/drawingml/2006/main">
              <a:ext uri="{FF2B5EF4-FFF2-40B4-BE49-F238E27FC236}">
                <a16:creationId xmlns:a16="http://schemas.microsoft.com/office/drawing/2014/main" id="{8CA130CC-22FA-45EF-A05C-CBBA67E660C6}"/>
              </a:ext>
            </a:extLst>
          </p:cNvPr>
          <p:cNvSpPr>
            <a:spLocks xmlns:a="http://schemas.openxmlformats.org/drawingml/2006/main" noGrp="1"/>
          </p:cNvSpPr>
          <p:nvPr/>
        </p:nvSpPr>
        <p:spPr>
          <a:xfrm xmlns:a="http://schemas.openxmlformats.org/drawingml/2006/main">
            <a:off x="2697480" y="4082415"/>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75" name="dp43-comparison / n84 / path">
            <a:extLst xmlns:a="http://schemas.openxmlformats.org/drawingml/2006/main">
              <a:ext uri="{FF2B5EF4-FFF2-40B4-BE49-F238E27FC236}">
                <a16:creationId xmlns:a16="http://schemas.microsoft.com/office/drawing/2014/main" id="{1F72D3A5-1397-4FDE-A46E-4080034D0565}"/>
              </a:ext>
            </a:extLst>
          </p:cNvPr>
          <p:cNvSpPr>
            <a:spLocks xmlns:a="http://schemas.openxmlformats.org/drawingml/2006/main" noGrp="1"/>
          </p:cNvSpPr>
          <p:nvPr/>
        </p:nvSpPr>
        <p:spPr>
          <a:xfrm xmlns:a="http://schemas.openxmlformats.org/drawingml/2006/main">
            <a:off x="8096250" y="3038475"/>
            <a:ext cx="1114425" cy="1104900"/>
          </a:xfrm>
          <a:custGeom xmlns:a="http://schemas.openxmlformats.org/drawingml/2006/main">
            <a:pathLst>
              <a:path w="1114425" h="1104900">
                <a:moveTo>
                  <a:pt x="0" y="1104900"/>
                </a:moveTo>
                <a:lnTo>
                  <a:pt x="1114425" y="1104900"/>
                </a:lnTo>
                <a:lnTo>
                  <a:pt x="1114425" y="266700"/>
                </a:lnTo>
                <a:lnTo>
                  <a:pt x="304800" y="266700"/>
                </a:lnTo>
                <a:lnTo>
                  <a:pt x="304800" y="0"/>
                </a:lnTo>
              </a:path>
            </a:pathLst>
          </a:custGeom>
          <a:noFill xmlns:a="http://schemas.openxmlformats.org/drawingml/2006/main"/>
          <a:ln xmlns:a="http://schemas.openxmlformats.org/drawingml/2006/main" w="19050">
            <a:solidFill>
              <a:srgbClr val="5F6B77"/>
            </a:solidFill>
            <a:prstDash val="dash"/>
          </a:ln>
        </p:spPr>
      </p:sp>
      <p:sp>
        <p:nvSpPr>
          <p:cNvPr id="76" name="dp43-comparison / n84 / arrow">
            <a:extLst xmlns:a="http://schemas.openxmlformats.org/drawingml/2006/main">
              <a:ext uri="{FF2B5EF4-FFF2-40B4-BE49-F238E27FC236}">
                <a16:creationId xmlns:a16="http://schemas.microsoft.com/office/drawing/2014/main" id="{5AB307BF-73B9-4E3C-88B3-56BE91964B1B}"/>
              </a:ext>
            </a:extLst>
          </p:cNvPr>
          <p:cNvSpPr>
            <a:spLocks xmlns:a="http://schemas.openxmlformats.org/drawingml/2006/main" noGrp="1"/>
          </p:cNvSpPr>
          <p:nvPr/>
        </p:nvSpPr>
        <p:spPr>
          <a:xfrm xmlns:a="http://schemas.openxmlformats.org/drawingml/2006/main">
            <a:off x="834009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77" name="dp43-comparison / n87">
            <a:extLst xmlns:a="http://schemas.openxmlformats.org/drawingml/2006/main">
              <a:ext uri="{FF2B5EF4-FFF2-40B4-BE49-F238E27FC236}">
                <a16:creationId xmlns:a16="http://schemas.microsoft.com/office/drawing/2014/main" id="{EE49C49F-E53C-440E-9748-F5704FA97679}"/>
              </a:ext>
            </a:extLst>
          </p:cNvPr>
          <p:cNvSpPr>
            <a:spLocks xmlns:a="http://schemas.openxmlformats.org/drawingml/2006/main" noGrp="1"/>
          </p:cNvSpPr>
          <p:nvPr/>
        </p:nvSpPr>
        <p:spPr>
          <a:xfrm xmlns:a="http://schemas.openxmlformats.org/drawingml/2006/main">
            <a:off x="161925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78" name="dp43-comparison / n88 / text 1">
            <a:extLst xmlns:a="http://schemas.openxmlformats.org/drawingml/2006/main">
              <a:ext uri="{FF2B5EF4-FFF2-40B4-BE49-F238E27FC236}">
                <a16:creationId xmlns:a16="http://schemas.microsoft.com/office/drawing/2014/main" id="{536559CE-3676-49F5-BDEA-0BA01D5AEDB6}"/>
              </a:ext>
            </a:extLst>
          </p:cNvPr>
          <p:cNvSpPr>
            <a:spLocks xmlns:a="http://schemas.openxmlformats.org/drawingml/2006/main" noGrp="1"/>
          </p:cNvSpPr>
          <p:nvPr/>
        </p:nvSpPr>
        <p:spPr>
          <a:xfrm xmlns:a="http://schemas.openxmlformats.org/drawingml/2006/main">
            <a:off x="170497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79" name="dp43-comparison / n89">
            <a:extLst xmlns:a="http://schemas.openxmlformats.org/drawingml/2006/main">
              <a:ext uri="{FF2B5EF4-FFF2-40B4-BE49-F238E27FC236}">
                <a16:creationId xmlns:a16="http://schemas.microsoft.com/office/drawing/2014/main" id="{5BC538E5-267A-4930-B26F-1B744F069E4B}"/>
              </a:ext>
            </a:extLst>
          </p:cNvPr>
          <p:cNvSpPr>
            <a:spLocks xmlns:a="http://schemas.openxmlformats.org/drawingml/2006/main" noGrp="1"/>
          </p:cNvSpPr>
          <p:nvPr/>
        </p:nvSpPr>
        <p:spPr>
          <a:xfrm xmlns:a="http://schemas.openxmlformats.org/drawingml/2006/main">
            <a:off x="461962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80" name="dp43-comparison / n90 / text 1">
            <a:extLst xmlns:a="http://schemas.openxmlformats.org/drawingml/2006/main">
              <a:ext uri="{FF2B5EF4-FFF2-40B4-BE49-F238E27FC236}">
                <a16:creationId xmlns:a16="http://schemas.microsoft.com/office/drawing/2014/main" id="{D28EF46A-5D65-4D58-95A6-6AD1D225434D}"/>
              </a:ext>
            </a:extLst>
          </p:cNvPr>
          <p:cNvSpPr>
            <a:spLocks xmlns:a="http://schemas.openxmlformats.org/drawingml/2006/main" noGrp="1"/>
          </p:cNvSpPr>
          <p:nvPr/>
        </p:nvSpPr>
        <p:spPr>
          <a:xfrm xmlns:a="http://schemas.openxmlformats.org/drawingml/2006/main">
            <a:off x="470535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81" name="dp43-comparison / n91">
            <a:extLst xmlns:a="http://schemas.openxmlformats.org/drawingml/2006/main">
              <a:ext uri="{FF2B5EF4-FFF2-40B4-BE49-F238E27FC236}">
                <a16:creationId xmlns:a16="http://schemas.microsoft.com/office/drawing/2014/main" id="{34BB9D74-BAA4-4198-B691-99CEA4A4BF11}"/>
              </a:ext>
            </a:extLst>
          </p:cNvPr>
          <p:cNvSpPr>
            <a:spLocks xmlns:a="http://schemas.openxmlformats.org/drawingml/2006/main" noGrp="1"/>
          </p:cNvSpPr>
          <p:nvPr/>
        </p:nvSpPr>
        <p:spPr>
          <a:xfrm xmlns:a="http://schemas.openxmlformats.org/drawingml/2006/main">
            <a:off x="738187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82" name="dp43-comparison / n92 / text 1">
            <a:extLst xmlns:a="http://schemas.openxmlformats.org/drawingml/2006/main">
              <a:ext uri="{FF2B5EF4-FFF2-40B4-BE49-F238E27FC236}">
                <a16:creationId xmlns:a16="http://schemas.microsoft.com/office/drawing/2014/main" id="{B1E747F9-C2B6-4CFB-A648-21D1864A315A}"/>
              </a:ext>
            </a:extLst>
          </p:cNvPr>
          <p:cNvSpPr>
            <a:spLocks xmlns:a="http://schemas.openxmlformats.org/drawingml/2006/main" noGrp="1"/>
          </p:cNvSpPr>
          <p:nvPr/>
        </p:nvSpPr>
        <p:spPr>
          <a:xfrm xmlns:a="http://schemas.openxmlformats.org/drawingml/2006/main">
            <a:off x="746760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83" name="dp43-comparison / n93 / path">
            <a:extLst xmlns:a="http://schemas.openxmlformats.org/drawingml/2006/main">
              <a:ext uri="{FF2B5EF4-FFF2-40B4-BE49-F238E27FC236}">
                <a16:creationId xmlns:a16="http://schemas.microsoft.com/office/drawing/2014/main" id="{1AB4ACCF-EEDA-426F-A575-2DAA42AE6A24}"/>
              </a:ext>
            </a:extLst>
          </p:cNvPr>
          <p:cNvSpPr>
            <a:spLocks xmlns:a="http://schemas.openxmlformats.org/drawingml/2006/main" noGrp="1"/>
          </p:cNvSpPr>
          <p:nvPr/>
        </p:nvSpPr>
        <p:spPr>
          <a:xfrm xmlns:a="http://schemas.openxmlformats.org/drawingml/2006/main">
            <a:off x="2809875" y="5600700"/>
            <a:ext cx="2638425" cy="923925"/>
          </a:xfrm>
          <a:custGeom xmlns:a="http://schemas.openxmlformats.org/drawingml/2006/main">
            <a:pathLst>
              <a:path w="2638425" h="923925">
                <a:moveTo>
                  <a:pt x="2638425" y="0"/>
                </a:moveTo>
                <a:lnTo>
                  <a:pt x="2638425" y="857250"/>
                </a:lnTo>
                <a:lnTo>
                  <a:pt x="0" y="857250"/>
                </a:lnTo>
                <a:lnTo>
                  <a:pt x="0" y="923925"/>
                </a:lnTo>
              </a:path>
            </a:pathLst>
          </a:custGeom>
          <a:noFill xmlns:a="http://schemas.openxmlformats.org/drawingml/2006/main"/>
          <a:ln xmlns:a="http://schemas.openxmlformats.org/drawingml/2006/main" w="19050">
            <a:solidFill>
              <a:srgbClr val="2858A5"/>
            </a:solidFill>
            <a:prstDash val="solid"/>
          </a:ln>
        </p:spPr>
      </p:sp>
      <p:sp>
        <p:nvSpPr>
          <p:cNvPr id="84" name="dp43-comparison / n93 / arrow">
            <a:extLst xmlns:a="http://schemas.openxmlformats.org/drawingml/2006/main">
              <a:ext uri="{FF2B5EF4-FFF2-40B4-BE49-F238E27FC236}">
                <a16:creationId xmlns:a16="http://schemas.microsoft.com/office/drawing/2014/main" id="{35BB5314-B9A6-48AA-841A-40B2822B0867}"/>
              </a:ext>
            </a:extLst>
          </p:cNvPr>
          <p:cNvSpPr>
            <a:spLocks xmlns:a="http://schemas.openxmlformats.org/drawingml/2006/main" noGrp="1"/>
          </p:cNvSpPr>
          <p:nvPr/>
        </p:nvSpPr>
        <p:spPr>
          <a:xfrm xmlns:a="http://schemas.openxmlformats.org/drawingml/2006/main">
            <a:off x="274891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2858A5"/>
            </a:solidFill>
            <a:prstDash val="solid"/>
          </a:ln>
        </p:spPr>
      </p:sp>
      <p:sp>
        <p:nvSpPr>
          <p:cNvPr id="85" name="dp43-comparison / n94 / path">
            <a:extLst xmlns:a="http://schemas.openxmlformats.org/drawingml/2006/main">
              <a:ext uri="{FF2B5EF4-FFF2-40B4-BE49-F238E27FC236}">
                <a16:creationId xmlns:a16="http://schemas.microsoft.com/office/drawing/2014/main" id="{21D90D00-089D-448F-A735-C20C5C8C8FF6}"/>
              </a:ext>
            </a:extLst>
          </p:cNvPr>
          <p:cNvSpPr>
            <a:spLocks xmlns:a="http://schemas.openxmlformats.org/drawingml/2006/main" noGrp="1"/>
          </p:cNvSpPr>
          <p:nvPr/>
        </p:nvSpPr>
        <p:spPr>
          <a:xfrm xmlns:a="http://schemas.openxmlformats.org/drawingml/2006/main">
            <a:off x="400050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86" name="dp43-comparison / n94 / arrow">
            <a:extLst xmlns:a="http://schemas.openxmlformats.org/drawingml/2006/main">
              <a:ext uri="{FF2B5EF4-FFF2-40B4-BE49-F238E27FC236}">
                <a16:creationId xmlns:a16="http://schemas.microsoft.com/office/drawing/2014/main" id="{470A4922-7423-4FB9-8989-198E50B34851}"/>
              </a:ext>
            </a:extLst>
          </p:cNvPr>
          <p:cNvSpPr>
            <a:spLocks xmlns:a="http://schemas.openxmlformats.org/drawingml/2006/main" noGrp="1"/>
          </p:cNvSpPr>
          <p:nvPr/>
        </p:nvSpPr>
        <p:spPr>
          <a:xfrm xmlns:a="http://schemas.openxmlformats.org/drawingml/2006/main">
            <a:off x="400050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87" name="dp43-comparison / n95 / path">
            <a:extLst xmlns:a="http://schemas.openxmlformats.org/drawingml/2006/main">
              <a:ext uri="{FF2B5EF4-FFF2-40B4-BE49-F238E27FC236}">
                <a16:creationId xmlns:a16="http://schemas.microsoft.com/office/drawing/2014/main" id="{A75C4D7D-EE13-46E7-A903-BFD9B15AADA9}"/>
              </a:ext>
            </a:extLst>
          </p:cNvPr>
          <p:cNvSpPr>
            <a:spLocks xmlns:a="http://schemas.openxmlformats.org/drawingml/2006/main" noGrp="1"/>
          </p:cNvSpPr>
          <p:nvPr/>
        </p:nvSpPr>
        <p:spPr>
          <a:xfrm xmlns:a="http://schemas.openxmlformats.org/drawingml/2006/main">
            <a:off x="400050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2858A5"/>
            </a:solidFill>
            <a:prstDash val="solid"/>
          </a:ln>
        </p:spPr>
      </p:sp>
      <p:sp>
        <p:nvSpPr>
          <p:cNvPr id="88" name="dp43-comparison / n95 / arrow">
            <a:extLst xmlns:a="http://schemas.openxmlformats.org/drawingml/2006/main">
              <a:ext uri="{FF2B5EF4-FFF2-40B4-BE49-F238E27FC236}">
                <a16:creationId xmlns:a16="http://schemas.microsoft.com/office/drawing/2014/main" id="{CCAA76D0-C628-4ECB-821D-B76717EFA22C}"/>
              </a:ext>
            </a:extLst>
          </p:cNvPr>
          <p:cNvSpPr>
            <a:spLocks xmlns:a="http://schemas.openxmlformats.org/drawingml/2006/main" noGrp="1"/>
          </p:cNvSpPr>
          <p:nvPr/>
        </p:nvSpPr>
        <p:spPr>
          <a:xfrm xmlns:a="http://schemas.openxmlformats.org/drawingml/2006/main">
            <a:off x="449770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2858A5"/>
            </a:solidFill>
            <a:prstDash val="solid"/>
          </a:ln>
        </p:spPr>
      </p:sp>
      <p:sp>
        <p:nvSpPr>
          <p:cNvPr id="89" name="dp43-comparison / n60">
            <a:extLst xmlns:a="http://schemas.openxmlformats.org/drawingml/2006/main">
              <a:ext uri="{FF2B5EF4-FFF2-40B4-BE49-F238E27FC236}">
                <a16:creationId xmlns:a16="http://schemas.microsoft.com/office/drawing/2014/main" id="{7E4A9164-723E-4210-B19B-47F82D596AEA}"/>
              </a:ext>
            </a:extLst>
          </p:cNvPr>
          <p:cNvSpPr>
            <a:spLocks xmlns:a="http://schemas.openxmlformats.org/drawingml/2006/main" noGrp="1"/>
          </p:cNvSpPr>
          <p:nvPr/>
        </p:nvSpPr>
        <p:spPr>
          <a:xfrm xmlns:a="http://schemas.openxmlformats.org/drawingml/2006/main">
            <a:off x="158115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0" name="dp43-comparison / n61 / text 1">
            <a:extLst xmlns:a="http://schemas.openxmlformats.org/drawingml/2006/main">
              <a:ext uri="{FF2B5EF4-FFF2-40B4-BE49-F238E27FC236}">
                <a16:creationId xmlns:a16="http://schemas.microsoft.com/office/drawing/2014/main" id="{4ABF81C3-6608-4252-A36B-5D827C66A569}"/>
              </a:ext>
            </a:extLst>
          </p:cNvPr>
          <p:cNvSpPr>
            <a:spLocks xmlns:a="http://schemas.openxmlformats.org/drawingml/2006/main" noGrp="1"/>
          </p:cNvSpPr>
          <p:nvPr/>
        </p:nvSpPr>
        <p:spPr>
          <a:xfrm xmlns:a="http://schemas.openxmlformats.org/drawingml/2006/main">
            <a:off x="160020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91" name="dp43-comparison / n62">
            <a:extLst xmlns:a="http://schemas.openxmlformats.org/drawingml/2006/main">
              <a:ext uri="{FF2B5EF4-FFF2-40B4-BE49-F238E27FC236}">
                <a16:creationId xmlns:a16="http://schemas.microsoft.com/office/drawing/2014/main" id="{7B11CC2B-520C-4AE4-88B0-3FE3E004A147}"/>
              </a:ext>
            </a:extLst>
          </p:cNvPr>
          <p:cNvSpPr>
            <a:spLocks xmlns:a="http://schemas.openxmlformats.org/drawingml/2006/main" noGrp="1"/>
          </p:cNvSpPr>
          <p:nvPr/>
        </p:nvSpPr>
        <p:spPr>
          <a:xfrm xmlns:a="http://schemas.openxmlformats.org/drawingml/2006/main">
            <a:off x="739140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2" name="dp43-comparison / n63 / text 1">
            <a:extLst xmlns:a="http://schemas.openxmlformats.org/drawingml/2006/main">
              <a:ext uri="{FF2B5EF4-FFF2-40B4-BE49-F238E27FC236}">
                <a16:creationId xmlns:a16="http://schemas.microsoft.com/office/drawing/2014/main" id="{12748C44-CF77-4B18-9090-A82A2213C728}"/>
              </a:ext>
            </a:extLst>
          </p:cNvPr>
          <p:cNvSpPr>
            <a:spLocks xmlns:a="http://schemas.openxmlformats.org/drawingml/2006/main" noGrp="1"/>
          </p:cNvSpPr>
          <p:nvPr/>
        </p:nvSpPr>
        <p:spPr>
          <a:xfrm xmlns:a="http://schemas.openxmlformats.org/drawingml/2006/main">
            <a:off x="741045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93" name="dp43-comparison / n65">
            <a:extLst xmlns:a="http://schemas.openxmlformats.org/drawingml/2006/main">
              <a:ext uri="{FF2B5EF4-FFF2-40B4-BE49-F238E27FC236}">
                <a16:creationId xmlns:a16="http://schemas.microsoft.com/office/drawing/2014/main" id="{B895C96A-8036-4329-B8E5-0264976A02CE}"/>
              </a:ext>
            </a:extLst>
          </p:cNvPr>
          <p:cNvSpPr>
            <a:spLocks xmlns:a="http://schemas.openxmlformats.org/drawingml/2006/main" noGrp="1"/>
          </p:cNvSpPr>
          <p:nvPr/>
        </p:nvSpPr>
        <p:spPr>
          <a:xfrm xmlns:a="http://schemas.openxmlformats.org/drawingml/2006/main">
            <a:off x="395287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4" name="dp43-comparison / n66 / text 1">
            <a:extLst xmlns:a="http://schemas.openxmlformats.org/drawingml/2006/main">
              <a:ext uri="{FF2B5EF4-FFF2-40B4-BE49-F238E27FC236}">
                <a16:creationId xmlns:a16="http://schemas.microsoft.com/office/drawing/2014/main" id="{1E1FE5E0-D7F6-483D-B81A-1FA8F25CE6FA}"/>
              </a:ext>
            </a:extLst>
          </p:cNvPr>
          <p:cNvSpPr>
            <a:spLocks xmlns:a="http://schemas.openxmlformats.org/drawingml/2006/main" noGrp="1"/>
          </p:cNvSpPr>
          <p:nvPr/>
        </p:nvSpPr>
        <p:spPr>
          <a:xfrm xmlns:a="http://schemas.openxmlformats.org/drawingml/2006/main">
            <a:off x="397192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95" name="dp43-comparison / n67">
            <a:extLst xmlns:a="http://schemas.openxmlformats.org/drawingml/2006/main">
              <a:ext uri="{FF2B5EF4-FFF2-40B4-BE49-F238E27FC236}">
                <a16:creationId xmlns:a16="http://schemas.microsoft.com/office/drawing/2014/main" id="{17396DE5-3696-4B5D-AC10-C496F7D71200}"/>
              </a:ext>
            </a:extLst>
          </p:cNvPr>
          <p:cNvSpPr>
            <a:spLocks xmlns:a="http://schemas.openxmlformats.org/drawingml/2006/main" noGrp="1"/>
          </p:cNvSpPr>
          <p:nvPr/>
        </p:nvSpPr>
        <p:spPr>
          <a:xfrm xmlns:a="http://schemas.openxmlformats.org/drawingml/2006/main">
            <a:off x="155257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6" name="dp43-comparison / n68 / text 1">
            <a:extLst xmlns:a="http://schemas.openxmlformats.org/drawingml/2006/main">
              <a:ext uri="{FF2B5EF4-FFF2-40B4-BE49-F238E27FC236}">
                <a16:creationId xmlns:a16="http://schemas.microsoft.com/office/drawing/2014/main" id="{C86564E5-1DFB-4FCA-8130-452B889B8DBD}"/>
              </a:ext>
            </a:extLst>
          </p:cNvPr>
          <p:cNvSpPr>
            <a:spLocks xmlns:a="http://schemas.openxmlformats.org/drawingml/2006/main" noGrp="1"/>
          </p:cNvSpPr>
          <p:nvPr/>
        </p:nvSpPr>
        <p:spPr>
          <a:xfrm xmlns:a="http://schemas.openxmlformats.org/drawingml/2006/main">
            <a:off x="157162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97" name="dp43-comparison / n76">
            <a:extLst xmlns:a="http://schemas.openxmlformats.org/drawingml/2006/main">
              <a:ext uri="{FF2B5EF4-FFF2-40B4-BE49-F238E27FC236}">
                <a16:creationId xmlns:a16="http://schemas.microsoft.com/office/drawing/2014/main" id="{9F3371B5-3BC1-416C-B22A-C84BF856CF32}"/>
              </a:ext>
            </a:extLst>
          </p:cNvPr>
          <p:cNvSpPr>
            <a:spLocks xmlns:a="http://schemas.openxmlformats.org/drawingml/2006/main" noGrp="1"/>
          </p:cNvSpPr>
          <p:nvPr/>
        </p:nvSpPr>
        <p:spPr>
          <a:xfrm xmlns:a="http://schemas.openxmlformats.org/drawingml/2006/main">
            <a:off x="1781175" y="4467225"/>
            <a:ext cx="4531805"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8" name="dp43-comparison / n77 / text 1">
            <a:extLst xmlns:a="http://schemas.openxmlformats.org/drawingml/2006/main">
              <a:ext uri="{FF2B5EF4-FFF2-40B4-BE49-F238E27FC236}">
                <a16:creationId xmlns:a16="http://schemas.microsoft.com/office/drawing/2014/main" id="{5FDE1A81-4412-4C82-AE30-C3A7AC5DFFE9}"/>
              </a:ext>
            </a:extLst>
          </p:cNvPr>
          <p:cNvSpPr>
            <a:spLocks xmlns:a="http://schemas.openxmlformats.org/drawingml/2006/main" noGrp="1"/>
          </p:cNvSpPr>
          <p:nvPr/>
        </p:nvSpPr>
        <p:spPr>
          <a:xfrm xmlns:a="http://schemas.openxmlformats.org/drawingml/2006/main">
            <a:off x="1800225" y="4476750"/>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F1 의도 / F2 Referent / F3 Task Association</a:t>
            </a:r>
          </a:p>
        </p:txBody>
      </p:sp>
      <p:sp>
        <p:nvSpPr>
          <p:cNvPr id="99" name="dp43-comparison / n78">
            <a:extLst xmlns:a="http://schemas.openxmlformats.org/drawingml/2006/main">
              <a:ext uri="{FF2B5EF4-FFF2-40B4-BE49-F238E27FC236}">
                <a16:creationId xmlns:a16="http://schemas.microsoft.com/office/drawing/2014/main" id="{A9003EEF-FA5A-488F-80E9-561795E6F417}"/>
              </a:ext>
            </a:extLst>
          </p:cNvPr>
          <p:cNvSpPr>
            <a:spLocks xmlns:a="http://schemas.openxmlformats.org/drawingml/2006/main" noGrp="1"/>
          </p:cNvSpPr>
          <p:nvPr/>
        </p:nvSpPr>
        <p:spPr>
          <a:xfrm xmlns:a="http://schemas.openxmlformats.org/drawingml/2006/main">
            <a:off x="1781175" y="4724400"/>
            <a:ext cx="4510088" cy="23622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0" name="dp43-comparison / n79 / text 1">
            <a:extLst xmlns:a="http://schemas.openxmlformats.org/drawingml/2006/main">
              <a:ext uri="{FF2B5EF4-FFF2-40B4-BE49-F238E27FC236}">
                <a16:creationId xmlns:a16="http://schemas.microsoft.com/office/drawing/2014/main" id="{71A9C78E-F945-4609-AA19-A61ED8CD960F}"/>
              </a:ext>
            </a:extLst>
          </p:cNvPr>
          <p:cNvSpPr>
            <a:spLocks xmlns:a="http://schemas.openxmlformats.org/drawingml/2006/main" noGrp="1"/>
          </p:cNvSpPr>
          <p:nvPr/>
        </p:nvSpPr>
        <p:spPr>
          <a:xfrm xmlns:a="http://schemas.openxmlformats.org/drawingml/2006/main">
            <a:off x="1800225" y="4733925"/>
            <a:ext cx="71532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0">
                <a:solidFill>
                  <a:srgbClr val="2858A5"/>
                </a:solidFill>
                <a:latin typeface="Apple SD Gothic Neo"/>
                <a:ea typeface="Apple SD Gothic Neo"/>
                <a:cs typeface="Apple SD Gothic Neo"/>
              </a:defRPr>
            </a:pPr>
            <a:r>
              <a:rPr sz="1425" b="0">
                <a:solidFill>
                  <a:srgbClr val="2858A5"/>
                </a:solidFill>
                <a:latin typeface="Apple SD Gothic Neo"/>
                <a:ea typeface="Apple SD Gothic Neo"/>
                <a:cs typeface="Apple SD Gothic Neo"/>
              </a:rPr>
              <a:t>F4 Request 관계 / F5 정정 범위 / F6 처리 방향</a:t>
            </a:r>
          </a:p>
        </p:txBody>
      </p:sp>
      <p:sp>
        <p:nvSpPr>
          <p:cNvPr id="101" name="dp43-comparison / n82">
            <a:extLst xmlns:a="http://schemas.openxmlformats.org/drawingml/2006/main">
              <a:ext uri="{FF2B5EF4-FFF2-40B4-BE49-F238E27FC236}">
                <a16:creationId xmlns:a16="http://schemas.microsoft.com/office/drawing/2014/main" id="{D26DA344-90F4-48D3-8E7D-2F5E1B0BD5F1}"/>
              </a:ext>
            </a:extLst>
          </p:cNvPr>
          <p:cNvSpPr>
            <a:spLocks xmlns:a="http://schemas.openxmlformats.org/drawingml/2006/main" noGrp="1"/>
          </p:cNvSpPr>
          <p:nvPr/>
        </p:nvSpPr>
        <p:spPr>
          <a:xfrm xmlns:a="http://schemas.openxmlformats.org/drawingml/2006/main">
            <a:off x="1743075" y="5676900"/>
            <a:ext cx="4253865"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2" name="dp43-comparison / n83 / text 1">
            <a:extLst xmlns:a="http://schemas.openxmlformats.org/drawingml/2006/main">
              <a:ext uri="{FF2B5EF4-FFF2-40B4-BE49-F238E27FC236}">
                <a16:creationId xmlns:a16="http://schemas.microsoft.com/office/drawing/2014/main" id="{8D38FB3F-0239-4561-B64F-C2FB40DEBCFE}"/>
              </a:ext>
            </a:extLst>
          </p:cNvPr>
          <p:cNvSpPr>
            <a:spLocks xmlns:a="http://schemas.openxmlformats.org/drawingml/2006/main" noGrp="1"/>
          </p:cNvSpPr>
          <p:nvPr/>
        </p:nvSpPr>
        <p:spPr>
          <a:xfrm xmlns:a="http://schemas.openxmlformats.org/drawingml/2006/main">
            <a:off x="1762125" y="5686425"/>
            <a:ext cx="7410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이전 조건 유지와 부분 갱신 / 검색과 전문 보조 허용</a:t>
            </a:r>
          </a:p>
        </p:txBody>
      </p:sp>
      <p:sp>
        <p:nvSpPr>
          <p:cNvPr id="103" name="dp43-comparison / n85">
            <a:extLst xmlns:a="http://schemas.openxmlformats.org/drawingml/2006/main">
              <a:ext uri="{FF2B5EF4-FFF2-40B4-BE49-F238E27FC236}">
                <a16:creationId xmlns:a16="http://schemas.microsoft.com/office/drawing/2014/main" id="{EA38C8FE-76C2-4040-805E-5B50CB303354}"/>
              </a:ext>
            </a:extLst>
          </p:cNvPr>
          <p:cNvSpPr>
            <a:spLocks xmlns:a="http://schemas.openxmlformats.org/drawingml/2006/main" noGrp="1"/>
          </p:cNvSpPr>
          <p:nvPr/>
        </p:nvSpPr>
        <p:spPr>
          <a:xfrm xmlns:a="http://schemas.openxmlformats.org/drawingml/2006/main">
            <a:off x="160972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4" name="dp43-comparison / n86 / text 1">
            <a:extLst xmlns:a="http://schemas.openxmlformats.org/drawingml/2006/main">
              <a:ext uri="{FF2B5EF4-FFF2-40B4-BE49-F238E27FC236}">
                <a16:creationId xmlns:a16="http://schemas.microsoft.com/office/drawing/2014/main" id="{56D58781-EADF-47AF-A05F-1BF307660A02}"/>
              </a:ext>
            </a:extLst>
          </p:cNvPr>
          <p:cNvSpPr>
            <a:spLocks xmlns:a="http://schemas.openxmlformats.org/drawingml/2006/main" noGrp="1"/>
          </p:cNvSpPr>
          <p:nvPr/>
        </p:nvSpPr>
        <p:spPr>
          <a:xfrm xmlns:a="http://schemas.openxmlformats.org/drawingml/2006/main">
            <a:off x="162877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2858A5"/>
                </a:solidFill>
                <a:latin typeface="Apple SD Gothic Neo"/>
                <a:ea typeface="Apple SD Gothic Neo"/>
                <a:cs typeface="Apple SD Gothic Neo"/>
              </a:defRPr>
            </a:pPr>
            <a:r>
              <a:rPr sz="1275" b="0">
                <a:solidFill>
                  <a:srgbClr val="2858A5"/>
                </a:solidFill>
                <a:latin typeface="Apple SD Gothic Neo"/>
                <a:ea typeface="Apple SD Gothic Neo"/>
                <a:cs typeface="Apple SD Gothic Neo"/>
              </a:rPr>
              <a:t>정정: F2와 F5 재판단 → F4 갱신 / Task Association은 입력 전제가 아닌 결과</a:t>
            </a:r>
          </a:p>
        </p:txBody>
      </p:sp>
      <p:sp>
        <p:nvSpPr>
          <p:cNvPr id="105" name="dp43-comparison / n96">
            <a:extLst xmlns:a="http://schemas.openxmlformats.org/drawingml/2006/main">
              <a:ext uri="{FF2B5EF4-FFF2-40B4-BE49-F238E27FC236}">
                <a16:creationId xmlns:a16="http://schemas.microsoft.com/office/drawing/2014/main" id="{22F9563D-ACBB-405A-B7D0-8D494AEF186D}"/>
              </a:ext>
            </a:extLst>
          </p:cNvPr>
          <p:cNvSpPr>
            <a:spLocks xmlns:a="http://schemas.openxmlformats.org/drawingml/2006/main" noGrp="1"/>
          </p:cNvSpPr>
          <p:nvPr/>
        </p:nvSpPr>
        <p:spPr>
          <a:xfrm xmlns:a="http://schemas.openxmlformats.org/drawingml/2006/main">
            <a:off x="421957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6" name="dp43-comparison / n97 / text 1">
            <a:extLst xmlns:a="http://schemas.openxmlformats.org/drawingml/2006/main">
              <a:ext uri="{FF2B5EF4-FFF2-40B4-BE49-F238E27FC236}">
                <a16:creationId xmlns:a16="http://schemas.microsoft.com/office/drawing/2014/main" id="{C7956736-42CF-498F-ACE9-E69E48981BCC}"/>
              </a:ext>
            </a:extLst>
          </p:cNvPr>
          <p:cNvSpPr>
            <a:spLocks xmlns:a="http://schemas.openxmlformats.org/drawingml/2006/main" noGrp="1"/>
          </p:cNvSpPr>
          <p:nvPr/>
        </p:nvSpPr>
        <p:spPr>
          <a:xfrm xmlns:a="http://schemas.openxmlformats.org/drawingml/2006/main">
            <a:off x="423862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107" name="dp43-comparison / n98">
            <a:extLst xmlns:a="http://schemas.openxmlformats.org/drawingml/2006/main">
              <a:ext uri="{FF2B5EF4-FFF2-40B4-BE49-F238E27FC236}">
                <a16:creationId xmlns:a16="http://schemas.microsoft.com/office/drawing/2014/main" id="{1AF457BC-3967-49CF-B269-79631C028146}"/>
              </a:ext>
            </a:extLst>
          </p:cNvPr>
          <p:cNvSpPr>
            <a:spLocks xmlns:a="http://schemas.openxmlformats.org/drawingml/2006/main" noGrp="1"/>
          </p:cNvSpPr>
          <p:nvPr/>
        </p:nvSpPr>
        <p:spPr>
          <a:xfrm xmlns:a="http://schemas.openxmlformats.org/drawingml/2006/main">
            <a:off x="469582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8" name="dp43-comparison / n99 / text 1">
            <a:extLst xmlns:a="http://schemas.openxmlformats.org/drawingml/2006/main">
              <a:ext uri="{FF2B5EF4-FFF2-40B4-BE49-F238E27FC236}">
                <a16:creationId xmlns:a16="http://schemas.microsoft.com/office/drawing/2014/main" id="{BB63BBCD-BB2B-43AC-8EC1-1028D2302C69}"/>
              </a:ext>
            </a:extLst>
          </p:cNvPr>
          <p:cNvSpPr>
            <a:spLocks xmlns:a="http://schemas.openxmlformats.org/drawingml/2006/main" noGrp="1"/>
          </p:cNvSpPr>
          <p:nvPr/>
        </p:nvSpPr>
        <p:spPr>
          <a:xfrm xmlns:a="http://schemas.openxmlformats.org/drawingml/2006/main">
            <a:off x="471487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109" name="dp43-comparison / n100">
            <a:extLst xmlns:a="http://schemas.openxmlformats.org/drawingml/2006/main">
              <a:ext uri="{FF2B5EF4-FFF2-40B4-BE49-F238E27FC236}">
                <a16:creationId xmlns:a16="http://schemas.microsoft.com/office/drawing/2014/main" id="{0C0D80EB-03C2-44D0-A7BB-FED50B956965}"/>
              </a:ext>
            </a:extLst>
          </p:cNvPr>
          <p:cNvSpPr>
            <a:spLocks xmlns:a="http://schemas.openxmlformats.org/drawingml/2006/main" noGrp="1"/>
          </p:cNvSpPr>
          <p:nvPr/>
        </p:nvSpPr>
        <p:spPr>
          <a:xfrm xmlns:a="http://schemas.openxmlformats.org/drawingml/2006/main">
            <a:off x="160020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0" name="dp43-comparison / n101 / text 1">
            <a:extLst xmlns:a="http://schemas.openxmlformats.org/drawingml/2006/main">
              <a:ext uri="{FF2B5EF4-FFF2-40B4-BE49-F238E27FC236}">
                <a16:creationId xmlns:a16="http://schemas.microsoft.com/office/drawing/2014/main" id="{8BB02F71-773D-4F69-AB67-026940B036A8}"/>
              </a:ext>
            </a:extLst>
          </p:cNvPr>
          <p:cNvSpPr>
            <a:spLocks xmlns:a="http://schemas.openxmlformats.org/drawingml/2006/main" noGrp="1"/>
          </p:cNvSpPr>
          <p:nvPr/>
        </p:nvSpPr>
        <p:spPr>
          <a:xfrm xmlns:a="http://schemas.openxmlformats.org/drawingml/2006/main">
            <a:off x="161925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111" name="dp43-comparison / n102">
            <a:extLst xmlns:a="http://schemas.openxmlformats.org/drawingml/2006/main">
              <a:ext uri="{FF2B5EF4-FFF2-40B4-BE49-F238E27FC236}">
                <a16:creationId xmlns:a16="http://schemas.microsoft.com/office/drawing/2014/main" id="{1FD4BB5A-3DD7-41A0-8408-8DF675F3DDC0}"/>
              </a:ext>
            </a:extLst>
          </p:cNvPr>
          <p:cNvSpPr>
            <a:spLocks xmlns:a="http://schemas.openxmlformats.org/drawingml/2006/main" noGrp="1"/>
          </p:cNvSpPr>
          <p:nvPr/>
        </p:nvSpPr>
        <p:spPr>
          <a:xfrm xmlns:a="http://schemas.openxmlformats.org/drawingml/2006/main">
            <a:off x="160020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2" name="dp43-comparison / n103 / text 1">
            <a:extLst xmlns:a="http://schemas.openxmlformats.org/drawingml/2006/main">
              <a:ext uri="{FF2B5EF4-FFF2-40B4-BE49-F238E27FC236}">
                <a16:creationId xmlns:a16="http://schemas.microsoft.com/office/drawing/2014/main" id="{D7F8AFF6-30F3-43BB-9220-5DEC139406A9}"/>
              </a:ext>
            </a:extLst>
          </p:cNvPr>
          <p:cNvSpPr>
            <a:spLocks xmlns:a="http://schemas.openxmlformats.org/drawingml/2006/main" noGrp="1"/>
          </p:cNvSpPr>
          <p:nvPr/>
        </p:nvSpPr>
        <p:spPr>
          <a:xfrm xmlns:a="http://schemas.openxmlformats.org/drawingml/2006/main">
            <a:off x="161925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
        <p:nvSpPr>
          <p:cNvPr id="113" name="dp43-comparison / n104">
            <a:extLst xmlns:a="http://schemas.openxmlformats.org/drawingml/2006/main">
              <a:ext uri="{FF2B5EF4-FFF2-40B4-BE49-F238E27FC236}">
                <a16:creationId xmlns:a16="http://schemas.microsoft.com/office/drawing/2014/main" id="{215A8B3B-40DB-43FA-8B44-E35125E043ED}"/>
              </a:ext>
            </a:extLst>
          </p:cNvPr>
          <p:cNvSpPr>
            <a:spLocks xmlns:a="http://schemas.openxmlformats.org/drawingml/2006/main" noGrp="1"/>
          </p:cNvSpPr>
          <p:nvPr/>
        </p:nvSpPr>
        <p:spPr>
          <a:xfrm xmlns:a="http://schemas.openxmlformats.org/drawingml/2006/main">
            <a:off x="9858375" y="2676525"/>
            <a:ext cx="2333625"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4" name="dp43-comparison / n105 / text 1">
            <a:extLst xmlns:a="http://schemas.openxmlformats.org/drawingml/2006/main">
              <a:ext uri="{FF2B5EF4-FFF2-40B4-BE49-F238E27FC236}">
                <a16:creationId xmlns:a16="http://schemas.microsoft.com/office/drawing/2014/main" id="{06DB9877-2ED7-4F88-B778-1A4263587C42}"/>
              </a:ext>
            </a:extLst>
          </p:cNvPr>
          <p:cNvSpPr>
            <a:spLocks xmlns:a="http://schemas.openxmlformats.org/drawingml/2006/main" noGrp="1"/>
          </p:cNvSpPr>
          <p:nvPr/>
        </p:nvSpPr>
        <p:spPr>
          <a:xfrm xmlns:a="http://schemas.openxmlformats.org/drawingml/2006/main">
            <a:off x="9944100" y="2746058"/>
            <a:ext cx="2162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Interaction Manager</a:t>
            </a:r>
          </a:p>
        </p:txBody>
      </p:sp>
      <p:sp>
        <p:nvSpPr>
          <p:cNvPr id="115" name="dp43-comparison / n106">
            <a:extLst xmlns:a="http://schemas.openxmlformats.org/drawingml/2006/main">
              <a:ext uri="{FF2B5EF4-FFF2-40B4-BE49-F238E27FC236}">
                <a16:creationId xmlns:a16="http://schemas.microsoft.com/office/drawing/2014/main" id="{2DC8EFDD-EB76-4245-BB7C-E23A0C92B4CC}"/>
              </a:ext>
            </a:extLst>
          </p:cNvPr>
          <p:cNvSpPr>
            <a:spLocks xmlns:a="http://schemas.openxmlformats.org/drawingml/2006/main" noGrp="1"/>
          </p:cNvSpPr>
          <p:nvPr/>
        </p:nvSpPr>
        <p:spPr>
          <a:xfrm xmlns:a="http://schemas.openxmlformats.org/drawingml/2006/main">
            <a:off x="12830175" y="2676525"/>
            <a:ext cx="21907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6" name="dp43-comparison / n107 / text 1">
            <a:extLst xmlns:a="http://schemas.openxmlformats.org/drawingml/2006/main">
              <a:ext uri="{FF2B5EF4-FFF2-40B4-BE49-F238E27FC236}">
                <a16:creationId xmlns:a16="http://schemas.microsoft.com/office/drawing/2014/main" id="{F25DC276-1D73-4009-98C1-8143CD3F6BB5}"/>
              </a:ext>
            </a:extLst>
          </p:cNvPr>
          <p:cNvSpPr>
            <a:spLocks xmlns:a="http://schemas.openxmlformats.org/drawingml/2006/main" noGrp="1"/>
          </p:cNvSpPr>
          <p:nvPr/>
        </p:nvSpPr>
        <p:spPr>
          <a:xfrm xmlns:a="http://schemas.openxmlformats.org/drawingml/2006/main">
            <a:off x="12915900" y="2746058"/>
            <a:ext cx="2019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17" name="dp43-comparison / n108">
            <a:extLst xmlns:a="http://schemas.openxmlformats.org/drawingml/2006/main">
              <a:ext uri="{FF2B5EF4-FFF2-40B4-BE49-F238E27FC236}">
                <a16:creationId xmlns:a16="http://schemas.microsoft.com/office/drawing/2014/main" id="{169EB823-AEC7-42A8-8364-127A5F9FA0EC}"/>
              </a:ext>
            </a:extLst>
          </p:cNvPr>
          <p:cNvSpPr>
            <a:spLocks xmlns:a="http://schemas.openxmlformats.org/drawingml/2006/main" noGrp="1"/>
          </p:cNvSpPr>
          <p:nvPr/>
        </p:nvSpPr>
        <p:spPr>
          <a:xfrm xmlns:a="http://schemas.openxmlformats.org/drawingml/2006/main">
            <a:off x="15706725" y="2676525"/>
            <a:ext cx="1962150" cy="361950"/>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18" name="dp43-comparison / n109 / text 1">
            <a:extLst xmlns:a="http://schemas.openxmlformats.org/drawingml/2006/main">
              <a:ext uri="{FF2B5EF4-FFF2-40B4-BE49-F238E27FC236}">
                <a16:creationId xmlns:a16="http://schemas.microsoft.com/office/drawing/2014/main" id="{A8324F08-C715-40B4-B581-5C4E5F17C8E4}"/>
              </a:ext>
            </a:extLst>
          </p:cNvPr>
          <p:cNvSpPr>
            <a:spLocks xmlns:a="http://schemas.openxmlformats.org/drawingml/2006/main" noGrp="1"/>
          </p:cNvSpPr>
          <p:nvPr/>
        </p:nvSpPr>
        <p:spPr>
          <a:xfrm xmlns:a="http://schemas.openxmlformats.org/drawingml/2006/main">
            <a:off x="15792450" y="2746058"/>
            <a:ext cx="17907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Model Access</a:t>
            </a:r>
          </a:p>
        </p:txBody>
      </p:sp>
      <p:sp>
        <p:nvSpPr>
          <p:cNvPr id="119" name="dp43-comparison / n114 / path">
            <a:extLst xmlns:a="http://schemas.openxmlformats.org/drawingml/2006/main">
              <a:ext uri="{FF2B5EF4-FFF2-40B4-BE49-F238E27FC236}">
                <a16:creationId xmlns:a16="http://schemas.microsoft.com/office/drawing/2014/main" id="{66F2E119-6512-42BF-A164-7454E6BEAD71}"/>
              </a:ext>
            </a:extLst>
          </p:cNvPr>
          <p:cNvSpPr>
            <a:spLocks xmlns:a="http://schemas.openxmlformats.org/drawingml/2006/main" noGrp="1"/>
          </p:cNvSpPr>
          <p:nvPr/>
        </p:nvSpPr>
        <p:spPr>
          <a:xfrm xmlns:a="http://schemas.openxmlformats.org/drawingml/2006/main">
            <a:off x="12192000" y="2857500"/>
            <a:ext cx="638175" cy="953"/>
          </a:xfrm>
          <a:custGeom xmlns:a="http://schemas.openxmlformats.org/drawingml/2006/main">
            <a:pathLst>
              <a:path w="638175" h="953">
                <a:moveTo>
                  <a:pt x="0" y="0"/>
                </a:moveTo>
                <a:lnTo>
                  <a:pt x="638175" y="0"/>
                </a:lnTo>
              </a:path>
            </a:pathLst>
          </a:custGeom>
          <a:noFill xmlns:a="http://schemas.openxmlformats.org/drawingml/2006/main"/>
          <a:ln xmlns:a="http://schemas.openxmlformats.org/drawingml/2006/main" w="19050">
            <a:solidFill>
              <a:srgbClr val="7155A4"/>
            </a:solidFill>
            <a:prstDash val="solid"/>
          </a:ln>
        </p:spPr>
      </p:sp>
      <p:sp>
        <p:nvSpPr>
          <p:cNvPr id="120" name="dp43-comparison / n114 / arrow">
            <a:extLst xmlns:a="http://schemas.openxmlformats.org/drawingml/2006/main">
              <a:ext uri="{FF2B5EF4-FFF2-40B4-BE49-F238E27FC236}">
                <a16:creationId xmlns:a16="http://schemas.microsoft.com/office/drawing/2014/main" id="{76AD0B05-1C19-41DA-A5F7-83F47C862E0E}"/>
              </a:ext>
            </a:extLst>
          </p:cNvPr>
          <p:cNvSpPr>
            <a:spLocks xmlns:a="http://schemas.openxmlformats.org/drawingml/2006/main" noGrp="1"/>
          </p:cNvSpPr>
          <p:nvPr/>
        </p:nvSpPr>
        <p:spPr>
          <a:xfrm xmlns:a="http://schemas.openxmlformats.org/drawingml/2006/main">
            <a:off x="12708255" y="2796540"/>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21" name="dp43-comparison / n119">
            <a:extLst xmlns:a="http://schemas.openxmlformats.org/drawingml/2006/main">
              <a:ext uri="{FF2B5EF4-FFF2-40B4-BE49-F238E27FC236}">
                <a16:creationId xmlns:a16="http://schemas.microsoft.com/office/drawing/2014/main" id="{DD2E403A-3FD8-4B7F-A752-7356D0DC7A8B}"/>
              </a:ext>
            </a:extLst>
          </p:cNvPr>
          <p:cNvSpPr>
            <a:spLocks xmlns:a="http://schemas.openxmlformats.org/drawingml/2006/main" noGrp="1"/>
          </p:cNvSpPr>
          <p:nvPr/>
        </p:nvSpPr>
        <p:spPr>
          <a:xfrm xmlns:a="http://schemas.openxmlformats.org/drawingml/2006/main">
            <a:off x="9848850" y="3409950"/>
            <a:ext cx="7820025" cy="2533650"/>
          </a:xfrm>
          <a:prstGeom xmlns:a="http://schemas.openxmlformats.org/drawingml/2006/main" prst="rect">
            <a:avLst/>
          </a:prstGeom>
          <a:solidFill xmlns:a="http://schemas.openxmlformats.org/drawingml/2006/main">
            <a:srgbClr val="FAFBFC"/>
          </a:solidFill>
          <a:ln xmlns:a="http://schemas.openxmlformats.org/drawingml/2006/main" w="16193">
            <a:solidFill>
              <a:srgbClr val="7155A4"/>
            </a:solidFill>
            <a:prstDash val="solid"/>
          </a:ln>
        </p:spPr>
      </p:sp>
      <p:sp>
        <p:nvSpPr>
          <p:cNvPr id="122" name="dp43-comparison / n120 / text 1">
            <a:extLst xmlns:a="http://schemas.openxmlformats.org/drawingml/2006/main">
              <a:ext uri="{FF2B5EF4-FFF2-40B4-BE49-F238E27FC236}">
                <a16:creationId xmlns:a16="http://schemas.microsoft.com/office/drawing/2014/main" id="{329974EB-3515-4E95-AF2F-C83B16150523}"/>
              </a:ext>
            </a:extLst>
          </p:cNvPr>
          <p:cNvSpPr>
            <a:spLocks xmlns:a="http://schemas.openxmlformats.org/drawingml/2006/main" noGrp="1"/>
          </p:cNvSpPr>
          <p:nvPr/>
        </p:nvSpPr>
        <p:spPr>
          <a:xfrm xmlns:a="http://schemas.openxmlformats.org/drawingml/2006/main">
            <a:off x="9972675" y="3505200"/>
            <a:ext cx="7572375"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7155A4"/>
                </a:solidFill>
                <a:latin typeface="Apple SD Gothic Neo"/>
                <a:ea typeface="Apple SD Gothic Neo"/>
                <a:cs typeface="Apple SD Gothic Neo"/>
              </a:defRPr>
            </a:pPr>
            <a:r>
              <a:rPr sz="1575" b="1">
                <a:solidFill>
                  <a:srgbClr val="7155A4"/>
                </a:solidFill>
                <a:latin typeface="Apple SD Gothic Neo"/>
                <a:ea typeface="Apple SD Gothic Neo"/>
                <a:cs typeface="Apple SD Gothic Neo"/>
              </a:rPr>
              <a:t>Request Interpreter</a:t>
            </a:r>
          </a:p>
        </p:txBody>
      </p:sp>
      <p:sp>
        <p:nvSpPr>
          <p:cNvPr id="123" name="dp43-comparison / n121">
            <a:extLst xmlns:a="http://schemas.openxmlformats.org/drawingml/2006/main">
              <a:ext uri="{FF2B5EF4-FFF2-40B4-BE49-F238E27FC236}">
                <a16:creationId xmlns:a16="http://schemas.microsoft.com/office/drawing/2014/main" id="{A8332914-BB48-49C4-9E28-98608B2FD1EB}"/>
              </a:ext>
            </a:extLst>
          </p:cNvPr>
          <p:cNvSpPr>
            <a:spLocks xmlns:a="http://schemas.openxmlformats.org/drawingml/2006/main" noGrp="1"/>
          </p:cNvSpPr>
          <p:nvPr/>
        </p:nvSpPr>
        <p:spPr>
          <a:xfrm xmlns:a="http://schemas.openxmlformats.org/drawingml/2006/main">
            <a:off x="12630150" y="3867150"/>
            <a:ext cx="2286000" cy="141922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24" name="dp43-comparison / n122 / text 1">
            <a:extLst xmlns:a="http://schemas.openxmlformats.org/drawingml/2006/main">
              <a:ext uri="{FF2B5EF4-FFF2-40B4-BE49-F238E27FC236}">
                <a16:creationId xmlns:a16="http://schemas.microsoft.com/office/drawing/2014/main" id="{D2E970DE-2B98-4DA4-BA02-9443F6E4EF53}"/>
              </a:ext>
            </a:extLst>
          </p:cNvPr>
          <p:cNvSpPr>
            <a:spLocks xmlns:a="http://schemas.openxmlformats.org/drawingml/2006/main" noGrp="1"/>
          </p:cNvSpPr>
          <p:nvPr/>
        </p:nvSpPr>
        <p:spPr>
          <a:xfrm xmlns:a="http://schemas.openxmlformats.org/drawingml/2006/main">
            <a:off x="12715875" y="432911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Interpretation</a:t>
            </a:r>
          </a:p>
        </p:txBody>
      </p:sp>
      <p:sp>
        <p:nvSpPr>
          <p:cNvPr id="125" name="dp43-comparison / n122 / text 2">
            <a:extLst xmlns:a="http://schemas.openxmlformats.org/drawingml/2006/main">
              <a:ext uri="{FF2B5EF4-FFF2-40B4-BE49-F238E27FC236}">
                <a16:creationId xmlns:a16="http://schemas.microsoft.com/office/drawing/2014/main" id="{C4D26135-6B41-40FE-96B2-7FD5074CD6CD}"/>
              </a:ext>
            </a:extLst>
          </p:cNvPr>
          <p:cNvSpPr>
            <a:spLocks xmlns:a="http://schemas.openxmlformats.org/drawingml/2006/main" noGrp="1"/>
          </p:cNvSpPr>
          <p:nvPr/>
        </p:nvSpPr>
        <p:spPr>
          <a:xfrm xmlns:a="http://schemas.openxmlformats.org/drawingml/2006/main">
            <a:off x="12715875" y="4576763"/>
            <a:ext cx="2114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500" b="1">
                <a:solidFill>
                  <a:srgbClr val="18232E"/>
                </a:solidFill>
                <a:latin typeface="Apple SD Gothic Neo"/>
                <a:ea typeface="Apple SD Gothic Neo"/>
                <a:cs typeface="Apple SD Gothic Neo"/>
              </a:defRPr>
            </a:pPr>
            <a:r>
              <a:rPr sz="1500" b="1">
                <a:solidFill>
                  <a:srgbClr val="18232E"/>
                </a:solidFill>
                <a:latin typeface="Apple SD Gothic Neo"/>
                <a:ea typeface="Apple SD Gothic Neo"/>
                <a:cs typeface="Apple SD Gothic Neo"/>
              </a:rPr>
              <a:t>Coordinator</a:t>
            </a:r>
          </a:p>
        </p:txBody>
      </p:sp>
      <p:sp>
        <p:nvSpPr>
          <p:cNvPr id="126" name="dp43-comparison / n123">
            <a:extLst xmlns:a="http://schemas.openxmlformats.org/drawingml/2006/main">
              <a:ext uri="{FF2B5EF4-FFF2-40B4-BE49-F238E27FC236}">
                <a16:creationId xmlns:a16="http://schemas.microsoft.com/office/drawing/2014/main" id="{EAFAA26C-3B45-4BC2-8986-4A0690A16C54}"/>
              </a:ext>
            </a:extLst>
          </p:cNvPr>
          <p:cNvSpPr>
            <a:spLocks xmlns:a="http://schemas.openxmlformats.org/drawingml/2006/main" noGrp="1"/>
          </p:cNvSpPr>
          <p:nvPr/>
        </p:nvSpPr>
        <p:spPr>
          <a:xfrm xmlns:a="http://schemas.openxmlformats.org/drawingml/2006/main">
            <a:off x="12630150" y="5400675"/>
            <a:ext cx="228600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27" name="dp43-comparison / n124 / text 1">
            <a:extLst xmlns:a="http://schemas.openxmlformats.org/drawingml/2006/main">
              <a:ext uri="{FF2B5EF4-FFF2-40B4-BE49-F238E27FC236}">
                <a16:creationId xmlns:a16="http://schemas.microsoft.com/office/drawing/2014/main" id="{F473E544-B287-47FE-98DB-DC1EE1E6C2A3}"/>
              </a:ext>
            </a:extLst>
          </p:cNvPr>
          <p:cNvSpPr>
            <a:spLocks xmlns:a="http://schemas.openxmlformats.org/drawingml/2006/main" noGrp="1"/>
          </p:cNvSpPr>
          <p:nvPr/>
        </p:nvSpPr>
        <p:spPr>
          <a:xfrm xmlns:a="http://schemas.openxmlformats.org/drawingml/2006/main">
            <a:off x="12715875" y="5562600"/>
            <a:ext cx="21145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Partial Interpretation Ledger</a:t>
            </a:r>
          </a:p>
        </p:txBody>
      </p:sp>
      <p:sp>
        <p:nvSpPr>
          <p:cNvPr id="128" name="dp43-comparison / n125">
            <a:extLst xmlns:a="http://schemas.openxmlformats.org/drawingml/2006/main">
              <a:ext uri="{FF2B5EF4-FFF2-40B4-BE49-F238E27FC236}">
                <a16:creationId xmlns:a16="http://schemas.microsoft.com/office/drawing/2014/main" id="{2C913E5D-92E8-4E19-A681-0908B1047DC1}"/>
              </a:ext>
            </a:extLst>
          </p:cNvPr>
          <p:cNvSpPr>
            <a:spLocks xmlns:a="http://schemas.openxmlformats.org/drawingml/2006/main" noGrp="1"/>
          </p:cNvSpPr>
          <p:nvPr/>
        </p:nvSpPr>
        <p:spPr>
          <a:xfrm xmlns:a="http://schemas.openxmlformats.org/drawingml/2006/main">
            <a:off x="1003935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29" name="dp43-comparison / n126 / text 1">
            <a:extLst xmlns:a="http://schemas.openxmlformats.org/drawingml/2006/main">
              <a:ext uri="{FF2B5EF4-FFF2-40B4-BE49-F238E27FC236}">
                <a16:creationId xmlns:a16="http://schemas.microsoft.com/office/drawing/2014/main" id="{E82E9CBE-B7C7-4446-A052-3DAE61FAC17A}"/>
              </a:ext>
            </a:extLst>
          </p:cNvPr>
          <p:cNvSpPr>
            <a:spLocks xmlns:a="http://schemas.openxmlformats.org/drawingml/2006/main" noGrp="1"/>
          </p:cNvSpPr>
          <p:nvPr/>
        </p:nvSpPr>
        <p:spPr>
          <a:xfrm xmlns:a="http://schemas.openxmlformats.org/drawingml/2006/main">
            <a:off x="1012507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Intent</a:t>
            </a:r>
          </a:p>
        </p:txBody>
      </p:sp>
      <p:sp>
        <p:nvSpPr>
          <p:cNvPr id="130" name="dp43-comparison / n126 / text 2">
            <a:extLst xmlns:a="http://schemas.openxmlformats.org/drawingml/2006/main">
              <a:ext uri="{FF2B5EF4-FFF2-40B4-BE49-F238E27FC236}">
                <a16:creationId xmlns:a16="http://schemas.microsoft.com/office/drawing/2014/main" id="{6483C610-3D0C-46F3-9C01-946DC037CE84}"/>
              </a:ext>
            </a:extLst>
          </p:cNvPr>
          <p:cNvSpPr>
            <a:spLocks xmlns:a="http://schemas.openxmlformats.org/drawingml/2006/main" noGrp="1"/>
          </p:cNvSpPr>
          <p:nvPr/>
        </p:nvSpPr>
        <p:spPr>
          <a:xfrm xmlns:a="http://schemas.openxmlformats.org/drawingml/2006/main">
            <a:off x="1012507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31" name="dp43-comparison / n129 / path">
            <a:extLst xmlns:a="http://schemas.openxmlformats.org/drawingml/2006/main">
              <a:ext uri="{FF2B5EF4-FFF2-40B4-BE49-F238E27FC236}">
                <a16:creationId xmlns:a16="http://schemas.microsoft.com/office/drawing/2014/main" id="{E0A6BAE6-B8BC-46E4-A557-CFC1ABF1E1FC}"/>
              </a:ext>
            </a:extLst>
          </p:cNvPr>
          <p:cNvSpPr>
            <a:spLocks xmlns:a="http://schemas.openxmlformats.org/drawingml/2006/main" noGrp="1"/>
          </p:cNvSpPr>
          <p:nvPr/>
        </p:nvSpPr>
        <p:spPr>
          <a:xfrm xmlns:a="http://schemas.openxmlformats.org/drawingml/2006/main">
            <a:off x="12287250" y="3986213"/>
            <a:ext cx="342900" cy="19050"/>
          </a:xfrm>
          <a:custGeom xmlns:a="http://schemas.openxmlformats.org/drawingml/2006/main">
            <a:pathLst>
              <a:path w="342900" h="19050">
                <a:moveTo>
                  <a:pt x="0" y="0"/>
                </a:moveTo>
                <a:lnTo>
                  <a:pt x="342900" y="19050"/>
                </a:lnTo>
              </a:path>
            </a:pathLst>
          </a:custGeom>
          <a:noFill xmlns:a="http://schemas.openxmlformats.org/drawingml/2006/main"/>
          <a:ln xmlns:a="http://schemas.openxmlformats.org/drawingml/2006/main" w="19050">
            <a:solidFill>
              <a:srgbClr val="7155A4"/>
            </a:solidFill>
            <a:prstDash val="solid"/>
          </a:ln>
        </p:spPr>
      </p:sp>
      <p:sp>
        <p:nvSpPr>
          <p:cNvPr id="132" name="dp43-comparison / n129 / arrow">
            <a:extLst xmlns:a="http://schemas.openxmlformats.org/drawingml/2006/main">
              <a:ext uri="{FF2B5EF4-FFF2-40B4-BE49-F238E27FC236}">
                <a16:creationId xmlns:a16="http://schemas.microsoft.com/office/drawing/2014/main" id="{45202B50-CF6B-443F-89AD-E1544A3D2899}"/>
              </a:ext>
            </a:extLst>
          </p:cNvPr>
          <p:cNvSpPr>
            <a:spLocks xmlns:a="http://schemas.openxmlformats.org/drawingml/2006/main" noGrp="1"/>
          </p:cNvSpPr>
          <p:nvPr/>
        </p:nvSpPr>
        <p:spPr>
          <a:xfrm xmlns:a="http://schemas.openxmlformats.org/drawingml/2006/main">
            <a:off x="12505036" y="3937633"/>
            <a:ext cx="125114" cy="121732"/>
          </a:xfrm>
          <a:custGeom xmlns:a="http://schemas.openxmlformats.org/drawingml/2006/main">
            <a:pathLst>
              <a:path w="125114" h="121732">
                <a:moveTo>
                  <a:pt x="0" y="121732"/>
                </a:moveTo>
                <a:lnTo>
                  <a:pt x="125114" y="67629"/>
                </a:lnTo>
                <a:lnTo>
                  <a:pt x="6763" y="0"/>
                </a:lnTo>
              </a:path>
            </a:pathLst>
          </a:custGeom>
          <a:noFill xmlns:a="http://schemas.openxmlformats.org/drawingml/2006/main"/>
          <a:ln xmlns:a="http://schemas.openxmlformats.org/drawingml/2006/main" w="24384">
            <a:solidFill>
              <a:srgbClr val="7155A4"/>
            </a:solidFill>
            <a:prstDash val="solid"/>
          </a:ln>
        </p:spPr>
      </p:sp>
      <p:sp>
        <p:nvSpPr>
          <p:cNvPr id="133" name="dp43-comparison / n130 / path">
            <a:extLst xmlns:a="http://schemas.openxmlformats.org/drawingml/2006/main">
              <a:ext uri="{FF2B5EF4-FFF2-40B4-BE49-F238E27FC236}">
                <a16:creationId xmlns:a16="http://schemas.microsoft.com/office/drawing/2014/main" id="{B83BD571-D57D-4B7E-B281-607B85763A49}"/>
              </a:ext>
            </a:extLst>
          </p:cNvPr>
          <p:cNvSpPr>
            <a:spLocks xmlns:a="http://schemas.openxmlformats.org/drawingml/2006/main" noGrp="1"/>
          </p:cNvSpPr>
          <p:nvPr/>
        </p:nvSpPr>
        <p:spPr>
          <a:xfrm xmlns:a="http://schemas.openxmlformats.org/drawingml/2006/main">
            <a:off x="12287250" y="4157663"/>
            <a:ext cx="342900" cy="19050"/>
          </a:xfrm>
          <a:custGeom xmlns:a="http://schemas.openxmlformats.org/drawingml/2006/main">
            <a:pathLst>
              <a:path w="342900" h="19050">
                <a:moveTo>
                  <a:pt x="342900" y="19050"/>
                </a:moveTo>
                <a:lnTo>
                  <a:pt x="0" y="0"/>
                </a:lnTo>
              </a:path>
            </a:pathLst>
          </a:custGeom>
          <a:noFill xmlns:a="http://schemas.openxmlformats.org/drawingml/2006/main"/>
          <a:ln xmlns:a="http://schemas.openxmlformats.org/drawingml/2006/main" w="19050">
            <a:solidFill>
              <a:srgbClr val="7155A4"/>
            </a:solidFill>
            <a:prstDash val="dash"/>
          </a:ln>
        </p:spPr>
      </p:sp>
      <p:sp>
        <p:nvSpPr>
          <p:cNvPr id="134" name="dp43-comparison / n130 / arrow">
            <a:extLst xmlns:a="http://schemas.openxmlformats.org/drawingml/2006/main">
              <a:ext uri="{FF2B5EF4-FFF2-40B4-BE49-F238E27FC236}">
                <a16:creationId xmlns:a16="http://schemas.microsoft.com/office/drawing/2014/main" id="{56905014-F918-4482-857F-67AB2E889C44}"/>
              </a:ext>
            </a:extLst>
          </p:cNvPr>
          <p:cNvSpPr>
            <a:spLocks xmlns:a="http://schemas.openxmlformats.org/drawingml/2006/main" noGrp="1"/>
          </p:cNvSpPr>
          <p:nvPr/>
        </p:nvSpPr>
        <p:spPr>
          <a:xfrm xmlns:a="http://schemas.openxmlformats.org/drawingml/2006/main">
            <a:off x="12287250" y="4103559"/>
            <a:ext cx="125114" cy="121732"/>
          </a:xfrm>
          <a:custGeom xmlns:a="http://schemas.openxmlformats.org/drawingml/2006/main">
            <a:pathLst>
              <a:path w="125114" h="121732">
                <a:moveTo>
                  <a:pt x="125114" y="0"/>
                </a:moveTo>
                <a:lnTo>
                  <a:pt x="0" y="54103"/>
                </a:lnTo>
                <a:lnTo>
                  <a:pt x="118351" y="121732"/>
                </a:lnTo>
              </a:path>
            </a:pathLst>
          </a:custGeom>
          <a:noFill xmlns:a="http://schemas.openxmlformats.org/drawingml/2006/main"/>
          <a:ln xmlns:a="http://schemas.openxmlformats.org/drawingml/2006/main" w="24384">
            <a:solidFill>
              <a:srgbClr val="7155A4"/>
            </a:solidFill>
            <a:prstDash val="solid"/>
          </a:ln>
        </p:spPr>
      </p:sp>
      <p:sp>
        <p:nvSpPr>
          <p:cNvPr id="135" name="dp43-comparison / n131">
            <a:extLst xmlns:a="http://schemas.openxmlformats.org/drawingml/2006/main">
              <a:ext uri="{FF2B5EF4-FFF2-40B4-BE49-F238E27FC236}">
                <a16:creationId xmlns:a16="http://schemas.microsoft.com/office/drawing/2014/main" id="{17E662B1-53C7-42C4-9BCE-7599A24D29C7}"/>
              </a:ext>
            </a:extLst>
          </p:cNvPr>
          <p:cNvSpPr>
            <a:spLocks xmlns:a="http://schemas.openxmlformats.org/drawingml/2006/main" noGrp="1"/>
          </p:cNvSpPr>
          <p:nvPr/>
        </p:nvSpPr>
        <p:spPr>
          <a:xfrm xmlns:a="http://schemas.openxmlformats.org/drawingml/2006/main">
            <a:off x="1003935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36" name="dp43-comparison / n132 / text 1">
            <a:extLst xmlns:a="http://schemas.openxmlformats.org/drawingml/2006/main">
              <a:ext uri="{FF2B5EF4-FFF2-40B4-BE49-F238E27FC236}">
                <a16:creationId xmlns:a16="http://schemas.microsoft.com/office/drawing/2014/main" id="{953929E6-D12E-4F92-AD74-17D11CA3065E}"/>
              </a:ext>
            </a:extLst>
          </p:cNvPr>
          <p:cNvSpPr>
            <a:spLocks xmlns:a="http://schemas.openxmlformats.org/drawingml/2006/main" noGrp="1"/>
          </p:cNvSpPr>
          <p:nvPr/>
        </p:nvSpPr>
        <p:spPr>
          <a:xfrm xmlns:a="http://schemas.openxmlformats.org/drawingml/2006/main">
            <a:off x="10125075" y="4623911"/>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Referent Resolver</a:t>
            </a:r>
          </a:p>
        </p:txBody>
      </p:sp>
      <p:sp>
        <p:nvSpPr>
          <p:cNvPr id="137" name="dp43-comparison / n135 / path">
            <a:extLst xmlns:a="http://schemas.openxmlformats.org/drawingml/2006/main">
              <a:ext uri="{FF2B5EF4-FFF2-40B4-BE49-F238E27FC236}">
                <a16:creationId xmlns:a16="http://schemas.microsoft.com/office/drawing/2014/main" id="{CA9445B1-FCC0-4CCD-9B6C-82546654946D}"/>
              </a:ext>
            </a:extLst>
          </p:cNvPr>
          <p:cNvSpPr>
            <a:spLocks xmlns:a="http://schemas.openxmlformats.org/drawingml/2006/main" noGrp="1"/>
          </p:cNvSpPr>
          <p:nvPr/>
        </p:nvSpPr>
        <p:spPr>
          <a:xfrm xmlns:a="http://schemas.openxmlformats.org/drawingml/2006/main">
            <a:off x="12287250" y="4491038"/>
            <a:ext cx="342900" cy="152400"/>
          </a:xfrm>
          <a:custGeom xmlns:a="http://schemas.openxmlformats.org/drawingml/2006/main">
            <a:pathLst>
              <a:path w="342900" h="152400">
                <a:moveTo>
                  <a:pt x="0" y="15240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38" name="dp43-comparison / n135 / arrow">
            <a:extLst xmlns:a="http://schemas.openxmlformats.org/drawingml/2006/main">
              <a:ext uri="{FF2B5EF4-FFF2-40B4-BE49-F238E27FC236}">
                <a16:creationId xmlns:a16="http://schemas.microsoft.com/office/drawing/2014/main" id="{999934D8-3846-4B3B-B21C-8F2382F92F15}"/>
              </a:ext>
            </a:extLst>
          </p:cNvPr>
          <p:cNvSpPr>
            <a:spLocks xmlns:a="http://schemas.openxmlformats.org/drawingml/2006/main" noGrp="1"/>
          </p:cNvSpPr>
          <p:nvPr/>
        </p:nvSpPr>
        <p:spPr>
          <a:xfrm xmlns:a="http://schemas.openxmlformats.org/drawingml/2006/main">
            <a:off x="12493980" y="4484848"/>
            <a:ext cx="136170" cy="111412"/>
          </a:xfrm>
          <a:custGeom xmlns:a="http://schemas.openxmlformats.org/drawingml/2006/main">
            <a:pathLst>
              <a:path w="136170" h="111412">
                <a:moveTo>
                  <a:pt x="49516" y="111412"/>
                </a:moveTo>
                <a:lnTo>
                  <a:pt x="136170" y="6190"/>
                </a:lnTo>
                <a:lnTo>
                  <a:pt x="0" y="0"/>
                </a:lnTo>
              </a:path>
            </a:pathLst>
          </a:custGeom>
          <a:noFill xmlns:a="http://schemas.openxmlformats.org/drawingml/2006/main"/>
          <a:ln xmlns:a="http://schemas.openxmlformats.org/drawingml/2006/main" w="24384">
            <a:solidFill>
              <a:srgbClr val="7155A4"/>
            </a:solidFill>
            <a:prstDash val="solid"/>
          </a:ln>
        </p:spPr>
      </p:sp>
      <p:sp>
        <p:nvSpPr>
          <p:cNvPr id="139" name="dp43-comparison / n136 / path">
            <a:extLst xmlns:a="http://schemas.openxmlformats.org/drawingml/2006/main">
              <a:ext uri="{FF2B5EF4-FFF2-40B4-BE49-F238E27FC236}">
                <a16:creationId xmlns:a16="http://schemas.microsoft.com/office/drawing/2014/main" id="{ED5972CE-4481-4A0B-85EC-F6E6C73BCD7F}"/>
              </a:ext>
            </a:extLst>
          </p:cNvPr>
          <p:cNvSpPr>
            <a:spLocks xmlns:a="http://schemas.openxmlformats.org/drawingml/2006/main" noGrp="1"/>
          </p:cNvSpPr>
          <p:nvPr/>
        </p:nvSpPr>
        <p:spPr>
          <a:xfrm xmlns:a="http://schemas.openxmlformats.org/drawingml/2006/main">
            <a:off x="12287250" y="4662488"/>
            <a:ext cx="342900" cy="152400"/>
          </a:xfrm>
          <a:custGeom xmlns:a="http://schemas.openxmlformats.org/drawingml/2006/main">
            <a:pathLst>
              <a:path w="342900" h="152400">
                <a:moveTo>
                  <a:pt x="342900" y="0"/>
                </a:moveTo>
                <a:lnTo>
                  <a:pt x="0" y="152400"/>
                </a:lnTo>
              </a:path>
            </a:pathLst>
          </a:custGeom>
          <a:noFill xmlns:a="http://schemas.openxmlformats.org/drawingml/2006/main"/>
          <a:ln xmlns:a="http://schemas.openxmlformats.org/drawingml/2006/main" w="19050">
            <a:solidFill>
              <a:srgbClr val="7155A4"/>
            </a:solidFill>
            <a:prstDash val="dash"/>
          </a:ln>
        </p:spPr>
      </p:sp>
      <p:sp>
        <p:nvSpPr>
          <p:cNvPr id="140" name="dp43-comparison / n136 / arrow">
            <a:extLst xmlns:a="http://schemas.openxmlformats.org/drawingml/2006/main">
              <a:ext uri="{FF2B5EF4-FFF2-40B4-BE49-F238E27FC236}">
                <a16:creationId xmlns:a16="http://schemas.microsoft.com/office/drawing/2014/main" id="{13DAE296-E8ED-493C-BA40-CA7B8F22FC4C}"/>
              </a:ext>
            </a:extLst>
          </p:cNvPr>
          <p:cNvSpPr>
            <a:spLocks xmlns:a="http://schemas.openxmlformats.org/drawingml/2006/main" noGrp="1"/>
          </p:cNvSpPr>
          <p:nvPr/>
        </p:nvSpPr>
        <p:spPr>
          <a:xfrm xmlns:a="http://schemas.openxmlformats.org/drawingml/2006/main">
            <a:off x="12287250" y="4709665"/>
            <a:ext cx="136170" cy="111412"/>
          </a:xfrm>
          <a:custGeom xmlns:a="http://schemas.openxmlformats.org/drawingml/2006/main">
            <a:pathLst>
              <a:path w="136170" h="111412">
                <a:moveTo>
                  <a:pt x="86654" y="0"/>
                </a:moveTo>
                <a:lnTo>
                  <a:pt x="0" y="105222"/>
                </a:lnTo>
                <a:lnTo>
                  <a:pt x="136170" y="111412"/>
                </a:lnTo>
              </a:path>
            </a:pathLst>
          </a:custGeom>
          <a:noFill xmlns:a="http://schemas.openxmlformats.org/drawingml/2006/main"/>
          <a:ln xmlns:a="http://schemas.openxmlformats.org/drawingml/2006/main" w="24384">
            <a:solidFill>
              <a:srgbClr val="7155A4"/>
            </a:solidFill>
            <a:prstDash val="solid"/>
          </a:ln>
        </p:spPr>
      </p:sp>
      <p:sp>
        <p:nvSpPr>
          <p:cNvPr id="141" name="dp43-comparison / n137">
            <a:extLst xmlns:a="http://schemas.openxmlformats.org/drawingml/2006/main">
              <a:ext uri="{FF2B5EF4-FFF2-40B4-BE49-F238E27FC236}">
                <a16:creationId xmlns:a16="http://schemas.microsoft.com/office/drawing/2014/main" id="{E0F5E4FA-9C3A-447F-97C4-55CF3D3CEE34}"/>
              </a:ext>
            </a:extLst>
          </p:cNvPr>
          <p:cNvSpPr>
            <a:spLocks xmlns:a="http://schemas.openxmlformats.org/drawingml/2006/main" noGrp="1"/>
          </p:cNvSpPr>
          <p:nvPr/>
        </p:nvSpPr>
        <p:spPr>
          <a:xfrm xmlns:a="http://schemas.openxmlformats.org/drawingml/2006/main">
            <a:off x="1003935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2" name="dp43-comparison / n138 / text 1">
            <a:extLst xmlns:a="http://schemas.openxmlformats.org/drawingml/2006/main">
              <a:ext uri="{FF2B5EF4-FFF2-40B4-BE49-F238E27FC236}">
                <a16:creationId xmlns:a16="http://schemas.microsoft.com/office/drawing/2014/main" id="{2B6C306D-E2FF-4B85-9289-6E9EF6544EC7}"/>
              </a:ext>
            </a:extLst>
          </p:cNvPr>
          <p:cNvSpPr>
            <a:spLocks xmlns:a="http://schemas.openxmlformats.org/drawingml/2006/main" noGrp="1"/>
          </p:cNvSpPr>
          <p:nvPr/>
        </p:nvSpPr>
        <p:spPr>
          <a:xfrm xmlns:a="http://schemas.openxmlformats.org/drawingml/2006/main">
            <a:off x="1012507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Association</a:t>
            </a:r>
          </a:p>
        </p:txBody>
      </p:sp>
      <p:sp>
        <p:nvSpPr>
          <p:cNvPr id="143" name="dp43-comparison / n138 / text 2">
            <a:extLst xmlns:a="http://schemas.openxmlformats.org/drawingml/2006/main">
              <a:ext uri="{FF2B5EF4-FFF2-40B4-BE49-F238E27FC236}">
                <a16:creationId xmlns:a16="http://schemas.microsoft.com/office/drawing/2014/main" id="{0399E2FD-D5DE-4CC2-882A-0228B1EC789A}"/>
              </a:ext>
            </a:extLst>
          </p:cNvPr>
          <p:cNvSpPr>
            <a:spLocks xmlns:a="http://schemas.openxmlformats.org/drawingml/2006/main" noGrp="1"/>
          </p:cNvSpPr>
          <p:nvPr/>
        </p:nvSpPr>
        <p:spPr>
          <a:xfrm xmlns:a="http://schemas.openxmlformats.org/drawingml/2006/main">
            <a:off x="1012507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Resolver</a:t>
            </a:r>
          </a:p>
        </p:txBody>
      </p:sp>
      <p:sp>
        <p:nvSpPr>
          <p:cNvPr id="144" name="dp43-comparison / n141 / path">
            <a:extLst xmlns:a="http://schemas.openxmlformats.org/drawingml/2006/main">
              <a:ext uri="{FF2B5EF4-FFF2-40B4-BE49-F238E27FC236}">
                <a16:creationId xmlns:a16="http://schemas.microsoft.com/office/drawing/2014/main" id="{492A2DE0-522D-41B3-AF4A-117923B64A78}"/>
              </a:ext>
            </a:extLst>
          </p:cNvPr>
          <p:cNvSpPr>
            <a:spLocks xmlns:a="http://schemas.openxmlformats.org/drawingml/2006/main" noGrp="1"/>
          </p:cNvSpPr>
          <p:nvPr/>
        </p:nvSpPr>
        <p:spPr>
          <a:xfrm xmlns:a="http://schemas.openxmlformats.org/drawingml/2006/main">
            <a:off x="12287250" y="4976813"/>
            <a:ext cx="342900" cy="323850"/>
          </a:xfrm>
          <a:custGeom xmlns:a="http://schemas.openxmlformats.org/drawingml/2006/main">
            <a:pathLst>
              <a:path w="342900" h="323850">
                <a:moveTo>
                  <a:pt x="0" y="323850"/>
                </a:moveTo>
                <a:lnTo>
                  <a:pt x="342900" y="0"/>
                </a:lnTo>
              </a:path>
            </a:pathLst>
          </a:custGeom>
          <a:noFill xmlns:a="http://schemas.openxmlformats.org/drawingml/2006/main"/>
          <a:ln xmlns:a="http://schemas.openxmlformats.org/drawingml/2006/main" w="19050">
            <a:solidFill>
              <a:srgbClr val="7155A4"/>
            </a:solidFill>
            <a:prstDash val="solid"/>
          </a:ln>
        </p:spPr>
      </p:sp>
      <p:sp>
        <p:nvSpPr>
          <p:cNvPr id="145" name="dp43-comparison / n141 / arrow">
            <a:extLst xmlns:a="http://schemas.openxmlformats.org/drawingml/2006/main">
              <a:ext uri="{FF2B5EF4-FFF2-40B4-BE49-F238E27FC236}">
                <a16:creationId xmlns:a16="http://schemas.microsoft.com/office/drawing/2014/main" id="{EDD51943-EA90-4EF9-ACAD-100733EF75CF}"/>
              </a:ext>
            </a:extLst>
          </p:cNvPr>
          <p:cNvSpPr>
            <a:spLocks xmlns:a="http://schemas.openxmlformats.org/drawingml/2006/main" noGrp="1"/>
          </p:cNvSpPr>
          <p:nvPr/>
        </p:nvSpPr>
        <p:spPr>
          <a:xfrm xmlns:a="http://schemas.openxmlformats.org/drawingml/2006/main">
            <a:off x="12499656" y="4976813"/>
            <a:ext cx="130494" cy="128032"/>
          </a:xfrm>
          <a:custGeom xmlns:a="http://schemas.openxmlformats.org/drawingml/2006/main">
            <a:pathLst>
              <a:path w="130494" h="128032">
                <a:moveTo>
                  <a:pt x="83713" y="128032"/>
                </a:moveTo>
                <a:lnTo>
                  <a:pt x="130494" y="0"/>
                </a:lnTo>
                <a:lnTo>
                  <a:pt x="0" y="39394"/>
                </a:lnTo>
              </a:path>
            </a:pathLst>
          </a:custGeom>
          <a:noFill xmlns:a="http://schemas.openxmlformats.org/drawingml/2006/main"/>
          <a:ln xmlns:a="http://schemas.openxmlformats.org/drawingml/2006/main" w="24384">
            <a:solidFill>
              <a:srgbClr val="7155A4"/>
            </a:solidFill>
            <a:prstDash val="solid"/>
          </a:ln>
        </p:spPr>
      </p:sp>
      <p:sp>
        <p:nvSpPr>
          <p:cNvPr id="146" name="dp43-comparison / n142 / path">
            <a:extLst xmlns:a="http://schemas.openxmlformats.org/drawingml/2006/main">
              <a:ext uri="{FF2B5EF4-FFF2-40B4-BE49-F238E27FC236}">
                <a16:creationId xmlns:a16="http://schemas.microsoft.com/office/drawing/2014/main" id="{6FBCFB45-2771-4A10-9898-583E37F0D731}"/>
              </a:ext>
            </a:extLst>
          </p:cNvPr>
          <p:cNvSpPr>
            <a:spLocks xmlns:a="http://schemas.openxmlformats.org/drawingml/2006/main" noGrp="1"/>
          </p:cNvSpPr>
          <p:nvPr/>
        </p:nvSpPr>
        <p:spPr>
          <a:xfrm xmlns:a="http://schemas.openxmlformats.org/drawingml/2006/main">
            <a:off x="12287250" y="5148263"/>
            <a:ext cx="342900" cy="323850"/>
          </a:xfrm>
          <a:custGeom xmlns:a="http://schemas.openxmlformats.org/drawingml/2006/main">
            <a:pathLst>
              <a:path w="342900" h="323850">
                <a:moveTo>
                  <a:pt x="342900" y="0"/>
                </a:moveTo>
                <a:lnTo>
                  <a:pt x="0" y="323850"/>
                </a:lnTo>
              </a:path>
            </a:pathLst>
          </a:custGeom>
          <a:noFill xmlns:a="http://schemas.openxmlformats.org/drawingml/2006/main"/>
          <a:ln xmlns:a="http://schemas.openxmlformats.org/drawingml/2006/main" w="19050">
            <a:solidFill>
              <a:srgbClr val="7155A4"/>
            </a:solidFill>
            <a:prstDash val="dash"/>
          </a:ln>
        </p:spPr>
      </p:sp>
      <p:sp>
        <p:nvSpPr>
          <p:cNvPr id="147" name="dp43-comparison / n142 / arrow">
            <a:extLst xmlns:a="http://schemas.openxmlformats.org/drawingml/2006/main">
              <a:ext uri="{FF2B5EF4-FFF2-40B4-BE49-F238E27FC236}">
                <a16:creationId xmlns:a16="http://schemas.microsoft.com/office/drawing/2014/main" id="{154F2166-4BAE-4951-8839-86C83619B4C6}"/>
              </a:ext>
            </a:extLst>
          </p:cNvPr>
          <p:cNvSpPr>
            <a:spLocks xmlns:a="http://schemas.openxmlformats.org/drawingml/2006/main" noGrp="1"/>
          </p:cNvSpPr>
          <p:nvPr/>
        </p:nvSpPr>
        <p:spPr>
          <a:xfrm xmlns:a="http://schemas.openxmlformats.org/drawingml/2006/main">
            <a:off x="12287250" y="5344081"/>
            <a:ext cx="130494" cy="128032"/>
          </a:xfrm>
          <a:custGeom xmlns:a="http://schemas.openxmlformats.org/drawingml/2006/main">
            <a:pathLst>
              <a:path w="130494" h="128032">
                <a:moveTo>
                  <a:pt x="46781" y="0"/>
                </a:moveTo>
                <a:lnTo>
                  <a:pt x="0" y="128032"/>
                </a:lnTo>
                <a:lnTo>
                  <a:pt x="130494" y="88637"/>
                </a:lnTo>
              </a:path>
            </a:pathLst>
          </a:custGeom>
          <a:noFill xmlns:a="http://schemas.openxmlformats.org/drawingml/2006/main"/>
          <a:ln xmlns:a="http://schemas.openxmlformats.org/drawingml/2006/main" w="24384">
            <a:solidFill>
              <a:srgbClr val="7155A4"/>
            </a:solidFill>
            <a:prstDash val="solid"/>
          </a:ln>
        </p:spPr>
      </p:sp>
      <p:sp>
        <p:nvSpPr>
          <p:cNvPr id="148" name="dp43-comparison / n143">
            <a:extLst xmlns:a="http://schemas.openxmlformats.org/drawingml/2006/main">
              <a:ext uri="{FF2B5EF4-FFF2-40B4-BE49-F238E27FC236}">
                <a16:creationId xmlns:a16="http://schemas.microsoft.com/office/drawing/2014/main" id="{84235983-5D9F-42DE-AFC5-6A7A70F014CB}"/>
              </a:ext>
            </a:extLst>
          </p:cNvPr>
          <p:cNvSpPr>
            <a:spLocks xmlns:a="http://schemas.openxmlformats.org/drawingml/2006/main" noGrp="1"/>
          </p:cNvSpPr>
          <p:nvPr/>
        </p:nvSpPr>
        <p:spPr>
          <a:xfrm xmlns:a="http://schemas.openxmlformats.org/drawingml/2006/main">
            <a:off x="15240000" y="386715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49" name="dp43-comparison / n144 / text 1">
            <a:extLst xmlns:a="http://schemas.openxmlformats.org/drawingml/2006/main">
              <a:ext uri="{FF2B5EF4-FFF2-40B4-BE49-F238E27FC236}">
                <a16:creationId xmlns:a16="http://schemas.microsoft.com/office/drawing/2014/main" id="{11C81CC0-5348-44D2-9E7C-26A61678F843}"/>
              </a:ext>
            </a:extLst>
          </p:cNvPr>
          <p:cNvSpPr>
            <a:spLocks xmlns:a="http://schemas.openxmlformats.org/drawingml/2006/main" noGrp="1"/>
          </p:cNvSpPr>
          <p:nvPr/>
        </p:nvSpPr>
        <p:spPr>
          <a:xfrm xmlns:a="http://schemas.openxmlformats.org/drawingml/2006/main">
            <a:off x="15325725" y="386143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Relation</a:t>
            </a:r>
          </a:p>
        </p:txBody>
      </p:sp>
      <p:sp>
        <p:nvSpPr>
          <p:cNvPr id="150" name="dp43-comparison / n144 / text 2">
            <a:extLst xmlns:a="http://schemas.openxmlformats.org/drawingml/2006/main">
              <a:ext uri="{FF2B5EF4-FFF2-40B4-BE49-F238E27FC236}">
                <a16:creationId xmlns:a16="http://schemas.microsoft.com/office/drawing/2014/main" id="{6F94EAA9-3FA0-42CA-A26F-77E51EAC1A52}"/>
              </a:ext>
            </a:extLst>
          </p:cNvPr>
          <p:cNvSpPr>
            <a:spLocks xmlns:a="http://schemas.openxmlformats.org/drawingml/2006/main" noGrp="1"/>
          </p:cNvSpPr>
          <p:nvPr/>
        </p:nvSpPr>
        <p:spPr>
          <a:xfrm xmlns:a="http://schemas.openxmlformats.org/drawingml/2006/main">
            <a:off x="15325725" y="407193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1" name="dp43-comparison / n147 / path">
            <a:extLst xmlns:a="http://schemas.openxmlformats.org/drawingml/2006/main">
              <a:ext uri="{FF2B5EF4-FFF2-40B4-BE49-F238E27FC236}">
                <a16:creationId xmlns:a16="http://schemas.microsoft.com/office/drawing/2014/main" id="{6FE777BB-8531-4D1A-8EDC-1113D5B606F7}"/>
              </a:ext>
            </a:extLst>
          </p:cNvPr>
          <p:cNvSpPr>
            <a:spLocks xmlns:a="http://schemas.openxmlformats.org/drawingml/2006/main" noGrp="1"/>
          </p:cNvSpPr>
          <p:nvPr/>
        </p:nvSpPr>
        <p:spPr>
          <a:xfrm xmlns:a="http://schemas.openxmlformats.org/drawingml/2006/main">
            <a:off x="14916150" y="3986213"/>
            <a:ext cx="323850" cy="19050"/>
          </a:xfrm>
          <a:custGeom xmlns:a="http://schemas.openxmlformats.org/drawingml/2006/main">
            <a:pathLst>
              <a:path w="323850" h="19050">
                <a:moveTo>
                  <a:pt x="323850" y="0"/>
                </a:moveTo>
                <a:lnTo>
                  <a:pt x="0" y="19050"/>
                </a:lnTo>
              </a:path>
            </a:pathLst>
          </a:custGeom>
          <a:noFill xmlns:a="http://schemas.openxmlformats.org/drawingml/2006/main"/>
          <a:ln xmlns:a="http://schemas.openxmlformats.org/drawingml/2006/main" w="19050">
            <a:solidFill>
              <a:srgbClr val="7155A4"/>
            </a:solidFill>
            <a:prstDash val="solid"/>
          </a:ln>
        </p:spPr>
      </p:sp>
      <p:sp>
        <p:nvSpPr>
          <p:cNvPr id="152" name="dp43-comparison / n147 / arrow">
            <a:extLst xmlns:a="http://schemas.openxmlformats.org/drawingml/2006/main">
              <a:ext uri="{FF2B5EF4-FFF2-40B4-BE49-F238E27FC236}">
                <a16:creationId xmlns:a16="http://schemas.microsoft.com/office/drawing/2014/main" id="{B23877C4-DE2F-4918-9F79-6C826F7E4EE1}"/>
              </a:ext>
            </a:extLst>
          </p:cNvPr>
          <p:cNvSpPr>
            <a:spLocks xmlns:a="http://schemas.openxmlformats.org/drawingml/2006/main" noGrp="1"/>
          </p:cNvSpPr>
          <p:nvPr/>
        </p:nvSpPr>
        <p:spPr>
          <a:xfrm xmlns:a="http://schemas.openxmlformats.org/drawingml/2006/main">
            <a:off x="14916150" y="3937248"/>
            <a:ext cx="125289" cy="121710"/>
          </a:xfrm>
          <a:custGeom xmlns:a="http://schemas.openxmlformats.org/drawingml/2006/main">
            <a:pathLst>
              <a:path w="125289" h="121710">
                <a:moveTo>
                  <a:pt x="118130" y="0"/>
                </a:moveTo>
                <a:lnTo>
                  <a:pt x="0" y="68014"/>
                </a:lnTo>
                <a:lnTo>
                  <a:pt x="125289" y="121710"/>
                </a:lnTo>
              </a:path>
            </a:pathLst>
          </a:custGeom>
          <a:noFill xmlns:a="http://schemas.openxmlformats.org/drawingml/2006/main"/>
          <a:ln xmlns:a="http://schemas.openxmlformats.org/drawingml/2006/main" w="24384">
            <a:solidFill>
              <a:srgbClr val="7155A4"/>
            </a:solidFill>
            <a:prstDash val="solid"/>
          </a:ln>
        </p:spPr>
      </p:sp>
      <p:sp>
        <p:nvSpPr>
          <p:cNvPr id="153" name="dp43-comparison / n148 / path">
            <a:extLst xmlns:a="http://schemas.openxmlformats.org/drawingml/2006/main">
              <a:ext uri="{FF2B5EF4-FFF2-40B4-BE49-F238E27FC236}">
                <a16:creationId xmlns:a16="http://schemas.microsoft.com/office/drawing/2014/main" id="{314F83E9-CB6E-4A0C-B6D7-48BFB9226181}"/>
              </a:ext>
            </a:extLst>
          </p:cNvPr>
          <p:cNvSpPr>
            <a:spLocks xmlns:a="http://schemas.openxmlformats.org/drawingml/2006/main" noGrp="1"/>
          </p:cNvSpPr>
          <p:nvPr/>
        </p:nvSpPr>
        <p:spPr>
          <a:xfrm xmlns:a="http://schemas.openxmlformats.org/drawingml/2006/main">
            <a:off x="14916150" y="4157663"/>
            <a:ext cx="323850" cy="19050"/>
          </a:xfrm>
          <a:custGeom xmlns:a="http://schemas.openxmlformats.org/drawingml/2006/main">
            <a:pathLst>
              <a:path w="323850" h="19050">
                <a:moveTo>
                  <a:pt x="0" y="19050"/>
                </a:moveTo>
                <a:lnTo>
                  <a:pt x="323850" y="0"/>
                </a:lnTo>
              </a:path>
            </a:pathLst>
          </a:custGeom>
          <a:noFill xmlns:a="http://schemas.openxmlformats.org/drawingml/2006/main"/>
          <a:ln xmlns:a="http://schemas.openxmlformats.org/drawingml/2006/main" w="19050">
            <a:solidFill>
              <a:srgbClr val="7155A4"/>
            </a:solidFill>
            <a:prstDash val="dash"/>
          </a:ln>
        </p:spPr>
      </p:sp>
      <p:sp>
        <p:nvSpPr>
          <p:cNvPr id="154" name="dp43-comparison / n148 / arrow">
            <a:extLst xmlns:a="http://schemas.openxmlformats.org/drawingml/2006/main">
              <a:ext uri="{FF2B5EF4-FFF2-40B4-BE49-F238E27FC236}">
                <a16:creationId xmlns:a16="http://schemas.microsoft.com/office/drawing/2014/main" id="{4B3580C8-876B-4272-B9E9-EA57D9A4F779}"/>
              </a:ext>
            </a:extLst>
          </p:cNvPr>
          <p:cNvSpPr>
            <a:spLocks xmlns:a="http://schemas.openxmlformats.org/drawingml/2006/main" noGrp="1"/>
          </p:cNvSpPr>
          <p:nvPr/>
        </p:nvSpPr>
        <p:spPr>
          <a:xfrm xmlns:a="http://schemas.openxmlformats.org/drawingml/2006/main">
            <a:off x="15114711" y="4103967"/>
            <a:ext cx="125289" cy="121710"/>
          </a:xfrm>
          <a:custGeom xmlns:a="http://schemas.openxmlformats.org/drawingml/2006/main">
            <a:pathLst>
              <a:path w="125289" h="121710">
                <a:moveTo>
                  <a:pt x="7159" y="121710"/>
                </a:moveTo>
                <a:lnTo>
                  <a:pt x="125289" y="53695"/>
                </a:lnTo>
                <a:lnTo>
                  <a:pt x="0" y="0"/>
                </a:lnTo>
              </a:path>
            </a:pathLst>
          </a:custGeom>
          <a:noFill xmlns:a="http://schemas.openxmlformats.org/drawingml/2006/main"/>
          <a:ln xmlns:a="http://schemas.openxmlformats.org/drawingml/2006/main" w="24384">
            <a:solidFill>
              <a:srgbClr val="7155A4"/>
            </a:solidFill>
            <a:prstDash val="solid"/>
          </a:ln>
        </p:spPr>
      </p:sp>
      <p:sp>
        <p:nvSpPr>
          <p:cNvPr id="155" name="dp43-comparison / n149">
            <a:extLst xmlns:a="http://schemas.openxmlformats.org/drawingml/2006/main">
              <a:ext uri="{FF2B5EF4-FFF2-40B4-BE49-F238E27FC236}">
                <a16:creationId xmlns:a16="http://schemas.microsoft.com/office/drawing/2014/main" id="{A3AAFD48-2911-4B42-9989-49C0A0AAC464}"/>
              </a:ext>
            </a:extLst>
          </p:cNvPr>
          <p:cNvSpPr>
            <a:spLocks xmlns:a="http://schemas.openxmlformats.org/drawingml/2006/main" noGrp="1"/>
          </p:cNvSpPr>
          <p:nvPr/>
        </p:nvSpPr>
        <p:spPr>
          <a:xfrm xmlns:a="http://schemas.openxmlformats.org/drawingml/2006/main">
            <a:off x="15240000" y="4524375"/>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56" name="dp43-comparison / n150 / text 1">
            <a:extLst xmlns:a="http://schemas.openxmlformats.org/drawingml/2006/main">
              <a:ext uri="{FF2B5EF4-FFF2-40B4-BE49-F238E27FC236}">
                <a16:creationId xmlns:a16="http://schemas.microsoft.com/office/drawing/2014/main" id="{CF627577-D441-4DE3-99B1-D5CE1EAC720E}"/>
              </a:ext>
            </a:extLst>
          </p:cNvPr>
          <p:cNvSpPr>
            <a:spLocks xmlns:a="http://schemas.openxmlformats.org/drawingml/2006/main" noGrp="1"/>
          </p:cNvSpPr>
          <p:nvPr/>
        </p:nvSpPr>
        <p:spPr>
          <a:xfrm xmlns:a="http://schemas.openxmlformats.org/drawingml/2006/main">
            <a:off x="15325725" y="4518660"/>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Revision</a:t>
            </a:r>
          </a:p>
        </p:txBody>
      </p:sp>
      <p:sp>
        <p:nvSpPr>
          <p:cNvPr id="157" name="dp43-comparison / n150 / text 2">
            <a:extLst xmlns:a="http://schemas.openxmlformats.org/drawingml/2006/main">
              <a:ext uri="{FF2B5EF4-FFF2-40B4-BE49-F238E27FC236}">
                <a16:creationId xmlns:a16="http://schemas.microsoft.com/office/drawing/2014/main" id="{AD0FD768-8DEC-42E5-9520-8B358D21A693}"/>
              </a:ext>
            </a:extLst>
          </p:cNvPr>
          <p:cNvSpPr>
            <a:spLocks xmlns:a="http://schemas.openxmlformats.org/drawingml/2006/main" noGrp="1"/>
          </p:cNvSpPr>
          <p:nvPr/>
        </p:nvSpPr>
        <p:spPr>
          <a:xfrm xmlns:a="http://schemas.openxmlformats.org/drawingml/2006/main">
            <a:off x="15325725" y="4729163"/>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58" name="dp43-comparison / n153 / path">
            <a:extLst xmlns:a="http://schemas.openxmlformats.org/drawingml/2006/main">
              <a:ext uri="{FF2B5EF4-FFF2-40B4-BE49-F238E27FC236}">
                <a16:creationId xmlns:a16="http://schemas.microsoft.com/office/drawing/2014/main" id="{8DA43258-4CFE-47A0-930C-36B3A4DF1DB2}"/>
              </a:ext>
            </a:extLst>
          </p:cNvPr>
          <p:cNvSpPr>
            <a:spLocks xmlns:a="http://schemas.openxmlformats.org/drawingml/2006/main" noGrp="1"/>
          </p:cNvSpPr>
          <p:nvPr/>
        </p:nvSpPr>
        <p:spPr>
          <a:xfrm xmlns:a="http://schemas.openxmlformats.org/drawingml/2006/main">
            <a:off x="14916150" y="4491038"/>
            <a:ext cx="323850" cy="152400"/>
          </a:xfrm>
          <a:custGeom xmlns:a="http://schemas.openxmlformats.org/drawingml/2006/main">
            <a:pathLst>
              <a:path w="323850" h="152400">
                <a:moveTo>
                  <a:pt x="323850" y="152400"/>
                </a:moveTo>
                <a:lnTo>
                  <a:pt x="0" y="0"/>
                </a:lnTo>
              </a:path>
            </a:pathLst>
          </a:custGeom>
          <a:noFill xmlns:a="http://schemas.openxmlformats.org/drawingml/2006/main"/>
          <a:ln xmlns:a="http://schemas.openxmlformats.org/drawingml/2006/main" w="19050">
            <a:solidFill>
              <a:srgbClr val="7155A4"/>
            </a:solidFill>
            <a:prstDash val="solid"/>
          </a:ln>
        </p:spPr>
      </p:sp>
      <p:sp>
        <p:nvSpPr>
          <p:cNvPr id="159" name="dp43-comparison / n153 / arrow">
            <a:extLst xmlns:a="http://schemas.openxmlformats.org/drawingml/2006/main">
              <a:ext uri="{FF2B5EF4-FFF2-40B4-BE49-F238E27FC236}">
                <a16:creationId xmlns:a16="http://schemas.microsoft.com/office/drawing/2014/main" id="{2D2C9E76-6D53-4A48-BA7F-2B57B1EE5017}"/>
              </a:ext>
            </a:extLst>
          </p:cNvPr>
          <p:cNvSpPr>
            <a:spLocks xmlns:a="http://schemas.openxmlformats.org/drawingml/2006/main" noGrp="1"/>
          </p:cNvSpPr>
          <p:nvPr/>
        </p:nvSpPr>
        <p:spPr>
          <a:xfrm xmlns:a="http://schemas.openxmlformats.org/drawingml/2006/main">
            <a:off x="14916150" y="4487793"/>
            <a:ext cx="136272" cy="110315"/>
          </a:xfrm>
          <a:custGeom xmlns:a="http://schemas.openxmlformats.org/drawingml/2006/main">
            <a:pathLst>
              <a:path w="136272" h="110315">
                <a:moveTo>
                  <a:pt x="136272" y="0"/>
                </a:moveTo>
                <a:lnTo>
                  <a:pt x="0" y="3245"/>
                </a:lnTo>
                <a:lnTo>
                  <a:pt x="84359" y="110315"/>
                </a:lnTo>
              </a:path>
            </a:pathLst>
          </a:custGeom>
          <a:noFill xmlns:a="http://schemas.openxmlformats.org/drawingml/2006/main"/>
          <a:ln xmlns:a="http://schemas.openxmlformats.org/drawingml/2006/main" w="24384">
            <a:solidFill>
              <a:srgbClr val="7155A4"/>
            </a:solidFill>
            <a:prstDash val="solid"/>
          </a:ln>
        </p:spPr>
      </p:sp>
      <p:sp>
        <p:nvSpPr>
          <p:cNvPr id="160" name="dp43-comparison / n154 / path">
            <a:extLst xmlns:a="http://schemas.openxmlformats.org/drawingml/2006/main">
              <a:ext uri="{FF2B5EF4-FFF2-40B4-BE49-F238E27FC236}">
                <a16:creationId xmlns:a16="http://schemas.microsoft.com/office/drawing/2014/main" id="{46FDEF72-0CCD-4D98-981E-BFC43999C9D8}"/>
              </a:ext>
            </a:extLst>
          </p:cNvPr>
          <p:cNvSpPr>
            <a:spLocks xmlns:a="http://schemas.openxmlformats.org/drawingml/2006/main" noGrp="1"/>
          </p:cNvSpPr>
          <p:nvPr/>
        </p:nvSpPr>
        <p:spPr>
          <a:xfrm xmlns:a="http://schemas.openxmlformats.org/drawingml/2006/main">
            <a:off x="14916150" y="4662488"/>
            <a:ext cx="323850" cy="152400"/>
          </a:xfrm>
          <a:custGeom xmlns:a="http://schemas.openxmlformats.org/drawingml/2006/main">
            <a:pathLst>
              <a:path w="323850" h="152400">
                <a:moveTo>
                  <a:pt x="0" y="0"/>
                </a:moveTo>
                <a:lnTo>
                  <a:pt x="323850" y="152400"/>
                </a:lnTo>
              </a:path>
            </a:pathLst>
          </a:custGeom>
          <a:noFill xmlns:a="http://schemas.openxmlformats.org/drawingml/2006/main"/>
          <a:ln xmlns:a="http://schemas.openxmlformats.org/drawingml/2006/main" w="19050">
            <a:solidFill>
              <a:srgbClr val="7155A4"/>
            </a:solidFill>
            <a:prstDash val="dash"/>
          </a:ln>
        </p:spPr>
      </p:sp>
      <p:sp>
        <p:nvSpPr>
          <p:cNvPr id="161" name="dp43-comparison / n154 / arrow">
            <a:extLst xmlns:a="http://schemas.openxmlformats.org/drawingml/2006/main">
              <a:ext uri="{FF2B5EF4-FFF2-40B4-BE49-F238E27FC236}">
                <a16:creationId xmlns:a16="http://schemas.microsoft.com/office/drawing/2014/main" id="{526A6EB2-317A-4C28-81C0-59B0A35180FF}"/>
              </a:ext>
            </a:extLst>
          </p:cNvPr>
          <p:cNvSpPr>
            <a:spLocks xmlns:a="http://schemas.openxmlformats.org/drawingml/2006/main" noGrp="1"/>
          </p:cNvSpPr>
          <p:nvPr/>
        </p:nvSpPr>
        <p:spPr>
          <a:xfrm xmlns:a="http://schemas.openxmlformats.org/drawingml/2006/main">
            <a:off x="15103728" y="4707817"/>
            <a:ext cx="136272" cy="110315"/>
          </a:xfrm>
          <a:custGeom xmlns:a="http://schemas.openxmlformats.org/drawingml/2006/main">
            <a:pathLst>
              <a:path w="136272" h="110315">
                <a:moveTo>
                  <a:pt x="0" y="110315"/>
                </a:moveTo>
                <a:lnTo>
                  <a:pt x="136272" y="107071"/>
                </a:lnTo>
                <a:lnTo>
                  <a:pt x="51913" y="0"/>
                </a:lnTo>
              </a:path>
            </a:pathLst>
          </a:custGeom>
          <a:noFill xmlns:a="http://schemas.openxmlformats.org/drawingml/2006/main"/>
          <a:ln xmlns:a="http://schemas.openxmlformats.org/drawingml/2006/main" w="24384">
            <a:solidFill>
              <a:srgbClr val="7155A4"/>
            </a:solidFill>
            <a:prstDash val="solid"/>
          </a:ln>
        </p:spPr>
      </p:sp>
      <p:sp>
        <p:nvSpPr>
          <p:cNvPr id="162" name="dp43-comparison / n155">
            <a:extLst xmlns:a="http://schemas.openxmlformats.org/drawingml/2006/main">
              <a:ext uri="{FF2B5EF4-FFF2-40B4-BE49-F238E27FC236}">
                <a16:creationId xmlns:a16="http://schemas.microsoft.com/office/drawing/2014/main" id="{C31BBDF9-24E4-4858-870A-7833EAE7FAD3}"/>
              </a:ext>
            </a:extLst>
          </p:cNvPr>
          <p:cNvSpPr>
            <a:spLocks xmlns:a="http://schemas.openxmlformats.org/drawingml/2006/main" noGrp="1"/>
          </p:cNvSpPr>
          <p:nvPr/>
        </p:nvSpPr>
        <p:spPr>
          <a:xfrm xmlns:a="http://schemas.openxmlformats.org/drawingml/2006/main">
            <a:off x="15240000" y="5181600"/>
            <a:ext cx="2247900" cy="409575"/>
          </a:xfrm>
          <a:prstGeom xmlns:a="http://schemas.openxmlformats.org/drawingml/2006/main" prst="rect">
            <a:avLst/>
          </a:prstGeom>
          <a:solidFill xmlns:a="http://schemas.openxmlformats.org/drawingml/2006/main">
            <a:srgbClr val="FFFFFF"/>
          </a:solidFill>
          <a:ln xmlns:a="http://schemas.openxmlformats.org/drawingml/2006/main" w="16193">
            <a:solidFill>
              <a:srgbClr val="7155A4"/>
            </a:solidFill>
            <a:prstDash val="solid"/>
          </a:ln>
        </p:spPr>
      </p:sp>
      <p:sp>
        <p:nvSpPr>
          <p:cNvPr id="163" name="dp43-comparison / n156 / text 1">
            <a:extLst xmlns:a="http://schemas.openxmlformats.org/drawingml/2006/main">
              <a:ext uri="{FF2B5EF4-FFF2-40B4-BE49-F238E27FC236}">
                <a16:creationId xmlns:a16="http://schemas.microsoft.com/office/drawing/2014/main" id="{ACFC4796-7308-40C5-BE8E-687FFD9CA5F3}"/>
              </a:ext>
            </a:extLst>
          </p:cNvPr>
          <p:cNvSpPr>
            <a:spLocks xmlns:a="http://schemas.openxmlformats.org/drawingml/2006/main" noGrp="1"/>
          </p:cNvSpPr>
          <p:nvPr/>
        </p:nvSpPr>
        <p:spPr>
          <a:xfrm xmlns:a="http://schemas.openxmlformats.org/drawingml/2006/main">
            <a:off x="15325725" y="5175885"/>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Request Handling</a:t>
            </a:r>
          </a:p>
        </p:txBody>
      </p:sp>
      <p:sp>
        <p:nvSpPr>
          <p:cNvPr id="164" name="dp43-comparison / n156 / text 2">
            <a:extLst xmlns:a="http://schemas.openxmlformats.org/drawingml/2006/main">
              <a:ext uri="{FF2B5EF4-FFF2-40B4-BE49-F238E27FC236}">
                <a16:creationId xmlns:a16="http://schemas.microsoft.com/office/drawing/2014/main" id="{4EC18EB6-9CDD-4219-9440-D96840B5FFF1}"/>
              </a:ext>
            </a:extLst>
          </p:cNvPr>
          <p:cNvSpPr>
            <a:spLocks xmlns:a="http://schemas.openxmlformats.org/drawingml/2006/main" noGrp="1"/>
          </p:cNvSpPr>
          <p:nvPr/>
        </p:nvSpPr>
        <p:spPr>
          <a:xfrm xmlns:a="http://schemas.openxmlformats.org/drawingml/2006/main">
            <a:off x="15325725" y="5386388"/>
            <a:ext cx="20764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7155A4"/>
                </a:solidFill>
                <a:latin typeface="Apple SD Gothic Neo"/>
                <a:ea typeface="Apple SD Gothic Neo"/>
                <a:cs typeface="Apple SD Gothic Neo"/>
              </a:defRPr>
            </a:pPr>
            <a:r>
              <a:rPr sz="1275" b="1">
                <a:solidFill>
                  <a:srgbClr val="7155A4"/>
                </a:solidFill>
                <a:latin typeface="Apple SD Gothic Neo"/>
                <a:ea typeface="Apple SD Gothic Neo"/>
                <a:cs typeface="Apple SD Gothic Neo"/>
              </a:rPr>
              <a:t>Interpreter</a:t>
            </a:r>
          </a:p>
        </p:txBody>
      </p:sp>
      <p:sp>
        <p:nvSpPr>
          <p:cNvPr id="165" name="dp43-comparison / n159 / path">
            <a:extLst xmlns:a="http://schemas.openxmlformats.org/drawingml/2006/main">
              <a:ext uri="{FF2B5EF4-FFF2-40B4-BE49-F238E27FC236}">
                <a16:creationId xmlns:a16="http://schemas.microsoft.com/office/drawing/2014/main" id="{1F3A913D-2B38-4578-B0FF-98940C7CBD7D}"/>
              </a:ext>
            </a:extLst>
          </p:cNvPr>
          <p:cNvSpPr>
            <a:spLocks xmlns:a="http://schemas.openxmlformats.org/drawingml/2006/main" noGrp="1"/>
          </p:cNvSpPr>
          <p:nvPr/>
        </p:nvSpPr>
        <p:spPr>
          <a:xfrm xmlns:a="http://schemas.openxmlformats.org/drawingml/2006/main">
            <a:off x="14916150" y="4976813"/>
            <a:ext cx="323850" cy="323850"/>
          </a:xfrm>
          <a:custGeom xmlns:a="http://schemas.openxmlformats.org/drawingml/2006/main">
            <a:pathLst>
              <a:path w="323850" h="323850">
                <a:moveTo>
                  <a:pt x="323850" y="323850"/>
                </a:moveTo>
                <a:lnTo>
                  <a:pt x="0" y="0"/>
                </a:lnTo>
              </a:path>
            </a:pathLst>
          </a:custGeom>
          <a:noFill xmlns:a="http://schemas.openxmlformats.org/drawingml/2006/main"/>
          <a:ln xmlns:a="http://schemas.openxmlformats.org/drawingml/2006/main" w="19050">
            <a:solidFill>
              <a:srgbClr val="7155A4"/>
            </a:solidFill>
            <a:prstDash val="solid"/>
          </a:ln>
        </p:spPr>
      </p:sp>
      <p:sp>
        <p:nvSpPr>
          <p:cNvPr id="166" name="dp43-comparison / n159 / arrow">
            <a:extLst xmlns:a="http://schemas.openxmlformats.org/drawingml/2006/main">
              <a:ext uri="{FF2B5EF4-FFF2-40B4-BE49-F238E27FC236}">
                <a16:creationId xmlns:a16="http://schemas.microsoft.com/office/drawing/2014/main" id="{9454ECD9-5429-4787-B11E-0D1FBB1BC268}"/>
              </a:ext>
            </a:extLst>
          </p:cNvPr>
          <p:cNvSpPr>
            <a:spLocks xmlns:a="http://schemas.openxmlformats.org/drawingml/2006/main" noGrp="1"/>
          </p:cNvSpPr>
          <p:nvPr/>
        </p:nvSpPr>
        <p:spPr>
          <a:xfrm xmlns:a="http://schemas.openxmlformats.org/drawingml/2006/main">
            <a:off x="14916150" y="4976813"/>
            <a:ext cx="129316" cy="129316"/>
          </a:xfrm>
          <a:custGeom xmlns:a="http://schemas.openxmlformats.org/drawingml/2006/main">
            <a:pathLst>
              <a:path w="129316" h="129316">
                <a:moveTo>
                  <a:pt x="129316" y="43105"/>
                </a:moveTo>
                <a:lnTo>
                  <a:pt x="0" y="0"/>
                </a:lnTo>
                <a:lnTo>
                  <a:pt x="43105" y="129316"/>
                </a:lnTo>
              </a:path>
            </a:pathLst>
          </a:custGeom>
          <a:noFill xmlns:a="http://schemas.openxmlformats.org/drawingml/2006/main"/>
          <a:ln xmlns:a="http://schemas.openxmlformats.org/drawingml/2006/main" w="24384">
            <a:solidFill>
              <a:srgbClr val="7155A4"/>
            </a:solidFill>
            <a:prstDash val="solid"/>
          </a:ln>
        </p:spPr>
      </p:sp>
      <p:sp>
        <p:nvSpPr>
          <p:cNvPr id="167" name="dp43-comparison / n160 / path">
            <a:extLst xmlns:a="http://schemas.openxmlformats.org/drawingml/2006/main">
              <a:ext uri="{FF2B5EF4-FFF2-40B4-BE49-F238E27FC236}">
                <a16:creationId xmlns:a16="http://schemas.microsoft.com/office/drawing/2014/main" id="{532F0AD1-053E-403D-8CC7-054108F56CB9}"/>
              </a:ext>
            </a:extLst>
          </p:cNvPr>
          <p:cNvSpPr>
            <a:spLocks xmlns:a="http://schemas.openxmlformats.org/drawingml/2006/main" noGrp="1"/>
          </p:cNvSpPr>
          <p:nvPr/>
        </p:nvSpPr>
        <p:spPr>
          <a:xfrm xmlns:a="http://schemas.openxmlformats.org/drawingml/2006/main">
            <a:off x="14916150" y="5148263"/>
            <a:ext cx="323850" cy="323850"/>
          </a:xfrm>
          <a:custGeom xmlns:a="http://schemas.openxmlformats.org/drawingml/2006/main">
            <a:pathLst>
              <a:path w="323850" h="323850">
                <a:moveTo>
                  <a:pt x="0" y="0"/>
                </a:moveTo>
                <a:lnTo>
                  <a:pt x="323850" y="323850"/>
                </a:lnTo>
              </a:path>
            </a:pathLst>
          </a:custGeom>
          <a:noFill xmlns:a="http://schemas.openxmlformats.org/drawingml/2006/main"/>
          <a:ln xmlns:a="http://schemas.openxmlformats.org/drawingml/2006/main" w="19050">
            <a:solidFill>
              <a:srgbClr val="7155A4"/>
            </a:solidFill>
            <a:prstDash val="dash"/>
          </a:ln>
        </p:spPr>
      </p:sp>
      <p:sp>
        <p:nvSpPr>
          <p:cNvPr id="168" name="dp43-comparison / n160 / arrow">
            <a:extLst xmlns:a="http://schemas.openxmlformats.org/drawingml/2006/main">
              <a:ext uri="{FF2B5EF4-FFF2-40B4-BE49-F238E27FC236}">
                <a16:creationId xmlns:a16="http://schemas.microsoft.com/office/drawing/2014/main" id="{1C7E9FA0-176E-4AA3-9821-B45861360006}"/>
              </a:ext>
            </a:extLst>
          </p:cNvPr>
          <p:cNvSpPr>
            <a:spLocks xmlns:a="http://schemas.openxmlformats.org/drawingml/2006/main" noGrp="1"/>
          </p:cNvSpPr>
          <p:nvPr/>
        </p:nvSpPr>
        <p:spPr>
          <a:xfrm xmlns:a="http://schemas.openxmlformats.org/drawingml/2006/main">
            <a:off x="15110684" y="5342797"/>
            <a:ext cx="129316" cy="129316"/>
          </a:xfrm>
          <a:custGeom xmlns:a="http://schemas.openxmlformats.org/drawingml/2006/main">
            <a:pathLst>
              <a:path w="129316" h="129316">
                <a:moveTo>
                  <a:pt x="0" y="86210"/>
                </a:moveTo>
                <a:lnTo>
                  <a:pt x="129316" y="129316"/>
                </a:lnTo>
                <a:lnTo>
                  <a:pt x="86210" y="0"/>
                </a:lnTo>
              </a:path>
            </a:pathLst>
          </a:custGeom>
          <a:noFill xmlns:a="http://schemas.openxmlformats.org/drawingml/2006/main"/>
          <a:ln xmlns:a="http://schemas.openxmlformats.org/drawingml/2006/main" w="24384">
            <a:solidFill>
              <a:srgbClr val="7155A4"/>
            </a:solidFill>
            <a:prstDash val="solid"/>
          </a:ln>
        </p:spPr>
      </p:sp>
      <p:sp>
        <p:nvSpPr>
          <p:cNvPr id="169" name="dp43-comparison / n161 / path">
            <a:extLst xmlns:a="http://schemas.openxmlformats.org/drawingml/2006/main">
              <a:ext uri="{FF2B5EF4-FFF2-40B4-BE49-F238E27FC236}">
                <a16:creationId xmlns:a16="http://schemas.microsoft.com/office/drawing/2014/main" id="{11832A7D-B16C-4CA7-BBFE-5F7461130723}"/>
              </a:ext>
            </a:extLst>
          </p:cNvPr>
          <p:cNvSpPr>
            <a:spLocks xmlns:a="http://schemas.openxmlformats.org/drawingml/2006/main" noGrp="1"/>
          </p:cNvSpPr>
          <p:nvPr/>
        </p:nvSpPr>
        <p:spPr>
          <a:xfrm xmlns:a="http://schemas.openxmlformats.org/drawingml/2006/main">
            <a:off x="13773150" y="3038475"/>
            <a:ext cx="1247775" cy="828675"/>
          </a:xfrm>
          <a:custGeom xmlns:a="http://schemas.openxmlformats.org/drawingml/2006/main">
            <a:pathLst>
              <a:path w="1247775" h="828675">
                <a:moveTo>
                  <a:pt x="1104900" y="0"/>
                </a:moveTo>
                <a:lnTo>
                  <a:pt x="1104900" y="266700"/>
                </a:lnTo>
                <a:lnTo>
                  <a:pt x="1247775" y="266700"/>
                </a:lnTo>
                <a:lnTo>
                  <a:pt x="1247775" y="781050"/>
                </a:lnTo>
                <a:lnTo>
                  <a:pt x="0" y="781050"/>
                </a:lnTo>
                <a:lnTo>
                  <a:pt x="0" y="828675"/>
                </a:lnTo>
              </a:path>
            </a:pathLst>
          </a:custGeom>
          <a:noFill xmlns:a="http://schemas.openxmlformats.org/drawingml/2006/main"/>
          <a:ln xmlns:a="http://schemas.openxmlformats.org/drawingml/2006/main" w="19050">
            <a:solidFill>
              <a:srgbClr val="7155A4"/>
            </a:solidFill>
            <a:prstDash val="solid"/>
          </a:ln>
        </p:spPr>
      </p:sp>
      <p:sp>
        <p:nvSpPr>
          <p:cNvPr id="170" name="dp43-comparison / n161 / arrow">
            <a:extLst xmlns:a="http://schemas.openxmlformats.org/drawingml/2006/main">
              <a:ext uri="{FF2B5EF4-FFF2-40B4-BE49-F238E27FC236}">
                <a16:creationId xmlns:a16="http://schemas.microsoft.com/office/drawing/2014/main" id="{BB394956-EA8B-4C59-80DE-4A36ABF02826}"/>
              </a:ext>
            </a:extLst>
          </p:cNvPr>
          <p:cNvSpPr>
            <a:spLocks xmlns:a="http://schemas.openxmlformats.org/drawingml/2006/main" noGrp="1"/>
          </p:cNvSpPr>
          <p:nvPr/>
        </p:nvSpPr>
        <p:spPr>
          <a:xfrm xmlns:a="http://schemas.openxmlformats.org/drawingml/2006/main">
            <a:off x="13712190" y="3745230"/>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1" name="dp43-comparison / n162 / path">
            <a:extLst xmlns:a="http://schemas.openxmlformats.org/drawingml/2006/main">
              <a:ext uri="{FF2B5EF4-FFF2-40B4-BE49-F238E27FC236}">
                <a16:creationId xmlns:a16="http://schemas.microsoft.com/office/drawing/2014/main" id="{35CC6DA9-A9AF-46E2-9F47-F70C5A14B70C}"/>
              </a:ext>
            </a:extLst>
          </p:cNvPr>
          <p:cNvSpPr>
            <a:spLocks xmlns:a="http://schemas.openxmlformats.org/drawingml/2006/main" noGrp="1"/>
          </p:cNvSpPr>
          <p:nvPr/>
        </p:nvSpPr>
        <p:spPr>
          <a:xfrm xmlns:a="http://schemas.openxmlformats.org/drawingml/2006/main">
            <a:off x="13773150" y="5286375"/>
            <a:ext cx="953" cy="114300"/>
          </a:xfrm>
          <a:custGeom xmlns:a="http://schemas.openxmlformats.org/drawingml/2006/main">
            <a:pathLst>
              <a:path w="953" h="114300">
                <a:moveTo>
                  <a:pt x="0" y="0"/>
                </a:moveTo>
                <a:lnTo>
                  <a:pt x="0" y="114300"/>
                </a:lnTo>
              </a:path>
            </a:pathLst>
          </a:custGeom>
          <a:noFill xmlns:a="http://schemas.openxmlformats.org/drawingml/2006/main"/>
          <a:ln xmlns:a="http://schemas.openxmlformats.org/drawingml/2006/main" w="19050">
            <a:solidFill>
              <a:srgbClr val="7155A4"/>
            </a:solidFill>
            <a:prstDash val="solid"/>
          </a:ln>
        </p:spPr>
      </p:sp>
      <p:sp>
        <p:nvSpPr>
          <p:cNvPr id="172" name="dp43-comparison / n162 / arrow">
            <a:extLst xmlns:a="http://schemas.openxmlformats.org/drawingml/2006/main">
              <a:ext uri="{FF2B5EF4-FFF2-40B4-BE49-F238E27FC236}">
                <a16:creationId xmlns:a16="http://schemas.microsoft.com/office/drawing/2014/main" id="{46A6F153-F5A2-4583-899B-AADCD09D363E}"/>
              </a:ext>
            </a:extLst>
          </p:cNvPr>
          <p:cNvSpPr>
            <a:spLocks xmlns:a="http://schemas.openxmlformats.org/drawingml/2006/main" noGrp="1"/>
          </p:cNvSpPr>
          <p:nvPr/>
        </p:nvSpPr>
        <p:spPr>
          <a:xfrm xmlns:a="http://schemas.openxmlformats.org/drawingml/2006/main">
            <a:off x="13712190" y="527875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73" name="dp43-comparison / n163 / path">
            <a:extLst xmlns:a="http://schemas.openxmlformats.org/drawingml/2006/main">
              <a:ext uri="{FF2B5EF4-FFF2-40B4-BE49-F238E27FC236}">
                <a16:creationId xmlns:a16="http://schemas.microsoft.com/office/drawing/2014/main" id="{FF8E0F4B-EE69-4E97-8DCB-D347C5497191}"/>
              </a:ext>
            </a:extLst>
          </p:cNvPr>
          <p:cNvSpPr>
            <a:spLocks xmlns:a="http://schemas.openxmlformats.org/drawingml/2006/main" noGrp="1"/>
          </p:cNvSpPr>
          <p:nvPr/>
        </p:nvSpPr>
        <p:spPr>
          <a:xfrm xmlns:a="http://schemas.openxmlformats.org/drawingml/2006/main">
            <a:off x="9944100" y="3038475"/>
            <a:ext cx="7791450" cy="742950"/>
          </a:xfrm>
          <a:custGeom xmlns:a="http://schemas.openxmlformats.org/drawingml/2006/main">
            <a:pathLst>
              <a:path w="7791450" h="742950">
                <a:moveTo>
                  <a:pt x="0" y="742950"/>
                </a:moveTo>
                <a:lnTo>
                  <a:pt x="7791450" y="742950"/>
                </a:lnTo>
                <a:lnTo>
                  <a:pt x="7791450" y="266700"/>
                </a:lnTo>
                <a:lnTo>
                  <a:pt x="6743700" y="266700"/>
                </a:lnTo>
                <a:lnTo>
                  <a:pt x="6743700" y="0"/>
                </a:lnTo>
              </a:path>
            </a:pathLst>
          </a:custGeom>
          <a:noFill xmlns:a="http://schemas.openxmlformats.org/drawingml/2006/main"/>
          <a:ln xmlns:a="http://schemas.openxmlformats.org/drawingml/2006/main" w="19050">
            <a:solidFill>
              <a:srgbClr val="5F6B77"/>
            </a:solidFill>
            <a:prstDash val="dash"/>
          </a:ln>
        </p:spPr>
      </p:sp>
      <p:sp>
        <p:nvSpPr>
          <p:cNvPr id="174" name="dp43-comparison / n163 / arrow">
            <a:extLst xmlns:a="http://schemas.openxmlformats.org/drawingml/2006/main">
              <a:ext uri="{FF2B5EF4-FFF2-40B4-BE49-F238E27FC236}">
                <a16:creationId xmlns:a16="http://schemas.microsoft.com/office/drawing/2014/main" id="{4E38E536-2F6C-46AB-921F-9BE270CD2BDD}"/>
              </a:ext>
            </a:extLst>
          </p:cNvPr>
          <p:cNvSpPr>
            <a:spLocks xmlns:a="http://schemas.openxmlformats.org/drawingml/2006/main" noGrp="1"/>
          </p:cNvSpPr>
          <p:nvPr/>
        </p:nvSpPr>
        <p:spPr>
          <a:xfrm xmlns:a="http://schemas.openxmlformats.org/drawingml/2006/main">
            <a:off x="16626840" y="3038475"/>
            <a:ext cx="121920" cy="121920"/>
          </a:xfrm>
          <a:custGeom xmlns:a="http://schemas.openxmlformats.org/drawingml/2006/main">
            <a:pathLst>
              <a:path w="121920" h="121920">
                <a:moveTo>
                  <a:pt x="121920" y="121920"/>
                </a:moveTo>
                <a:lnTo>
                  <a:pt x="60960" y="0"/>
                </a:lnTo>
                <a:lnTo>
                  <a:pt x="0" y="121920"/>
                </a:lnTo>
              </a:path>
            </a:pathLst>
          </a:custGeom>
          <a:noFill xmlns:a="http://schemas.openxmlformats.org/drawingml/2006/main"/>
          <a:ln xmlns:a="http://schemas.openxmlformats.org/drawingml/2006/main" w="24384">
            <a:solidFill>
              <a:srgbClr val="5F6B77"/>
            </a:solidFill>
            <a:prstDash val="solid"/>
          </a:ln>
        </p:spPr>
      </p:sp>
      <p:sp>
        <p:nvSpPr>
          <p:cNvPr id="175" name="dp43-comparison / n164 / path">
            <a:extLst xmlns:a="http://schemas.openxmlformats.org/drawingml/2006/main">
              <a:ext uri="{FF2B5EF4-FFF2-40B4-BE49-F238E27FC236}">
                <a16:creationId xmlns:a16="http://schemas.microsoft.com/office/drawing/2014/main" id="{D8F89FFC-2A95-4D82-8CA9-0967A01A9C1F}"/>
              </a:ext>
            </a:extLst>
          </p:cNvPr>
          <p:cNvSpPr>
            <a:spLocks xmlns:a="http://schemas.openxmlformats.org/drawingml/2006/main" noGrp="1"/>
          </p:cNvSpPr>
          <p:nvPr/>
        </p:nvSpPr>
        <p:spPr>
          <a:xfrm xmlns:a="http://schemas.openxmlformats.org/drawingml/2006/main">
            <a:off x="9944100" y="3781425"/>
            <a:ext cx="95250" cy="290513"/>
          </a:xfrm>
          <a:custGeom xmlns:a="http://schemas.openxmlformats.org/drawingml/2006/main">
            <a:pathLst>
              <a:path w="95250" h="290513">
                <a:moveTo>
                  <a:pt x="95250" y="290513"/>
                </a:moveTo>
                <a:lnTo>
                  <a:pt x="0" y="290513"/>
                </a:lnTo>
                <a:lnTo>
                  <a:pt x="0" y="0"/>
                </a:lnTo>
              </a:path>
            </a:pathLst>
          </a:custGeom>
          <a:noFill xmlns:a="http://schemas.openxmlformats.org/drawingml/2006/main"/>
          <a:ln xmlns:a="http://schemas.openxmlformats.org/drawingml/2006/main" w="19050">
            <a:solidFill>
              <a:srgbClr val="5F6B77"/>
            </a:solidFill>
            <a:prstDash val="dash"/>
          </a:ln>
        </p:spPr>
      </p:sp>
      <p:sp>
        <p:nvSpPr>
          <p:cNvPr id="176" name="dp43-comparison / n165 / path">
            <a:extLst xmlns:a="http://schemas.openxmlformats.org/drawingml/2006/main">
              <a:ext uri="{FF2B5EF4-FFF2-40B4-BE49-F238E27FC236}">
                <a16:creationId xmlns:a16="http://schemas.microsoft.com/office/drawing/2014/main" id="{DD8140C1-B48E-43FF-A552-1DA30502B245}"/>
              </a:ext>
            </a:extLst>
          </p:cNvPr>
          <p:cNvSpPr>
            <a:spLocks xmlns:a="http://schemas.openxmlformats.org/drawingml/2006/main" noGrp="1"/>
          </p:cNvSpPr>
          <p:nvPr/>
        </p:nvSpPr>
        <p:spPr>
          <a:xfrm xmlns:a="http://schemas.openxmlformats.org/drawingml/2006/main">
            <a:off x="9944100" y="3781425"/>
            <a:ext cx="95250" cy="947738"/>
          </a:xfrm>
          <a:custGeom xmlns:a="http://schemas.openxmlformats.org/drawingml/2006/main">
            <a:pathLst>
              <a:path w="95250" h="947738">
                <a:moveTo>
                  <a:pt x="95250" y="947738"/>
                </a:moveTo>
                <a:lnTo>
                  <a:pt x="0" y="947738"/>
                </a:lnTo>
                <a:lnTo>
                  <a:pt x="0" y="0"/>
                </a:lnTo>
              </a:path>
            </a:pathLst>
          </a:custGeom>
          <a:noFill xmlns:a="http://schemas.openxmlformats.org/drawingml/2006/main"/>
          <a:ln xmlns:a="http://schemas.openxmlformats.org/drawingml/2006/main" w="19050">
            <a:solidFill>
              <a:srgbClr val="5F6B77"/>
            </a:solidFill>
            <a:prstDash val="dash"/>
          </a:ln>
        </p:spPr>
      </p:sp>
      <p:sp>
        <p:nvSpPr>
          <p:cNvPr id="177" name="dp43-comparison / n166 / path">
            <a:extLst xmlns:a="http://schemas.openxmlformats.org/drawingml/2006/main">
              <a:ext uri="{FF2B5EF4-FFF2-40B4-BE49-F238E27FC236}">
                <a16:creationId xmlns:a16="http://schemas.microsoft.com/office/drawing/2014/main" id="{F4CEE623-C57E-4AF1-85A7-2930CF9C889F}"/>
              </a:ext>
            </a:extLst>
          </p:cNvPr>
          <p:cNvSpPr>
            <a:spLocks xmlns:a="http://schemas.openxmlformats.org/drawingml/2006/main" noGrp="1"/>
          </p:cNvSpPr>
          <p:nvPr/>
        </p:nvSpPr>
        <p:spPr>
          <a:xfrm xmlns:a="http://schemas.openxmlformats.org/drawingml/2006/main">
            <a:off x="9944100" y="3781425"/>
            <a:ext cx="95250" cy="1604963"/>
          </a:xfrm>
          <a:custGeom xmlns:a="http://schemas.openxmlformats.org/drawingml/2006/main">
            <a:pathLst>
              <a:path w="95250" h="1604963">
                <a:moveTo>
                  <a:pt x="95250" y="1604963"/>
                </a:moveTo>
                <a:lnTo>
                  <a:pt x="0" y="1604963"/>
                </a:lnTo>
                <a:lnTo>
                  <a:pt x="0" y="0"/>
                </a:lnTo>
              </a:path>
            </a:pathLst>
          </a:custGeom>
          <a:noFill xmlns:a="http://schemas.openxmlformats.org/drawingml/2006/main"/>
          <a:ln xmlns:a="http://schemas.openxmlformats.org/drawingml/2006/main" w="19050">
            <a:solidFill>
              <a:srgbClr val="5F6B77"/>
            </a:solidFill>
            <a:prstDash val="dash"/>
          </a:ln>
        </p:spPr>
      </p:sp>
      <p:sp>
        <p:nvSpPr>
          <p:cNvPr id="178" name="dp43-comparison / n167 / path">
            <a:extLst xmlns:a="http://schemas.openxmlformats.org/drawingml/2006/main">
              <a:ext uri="{FF2B5EF4-FFF2-40B4-BE49-F238E27FC236}">
                <a16:creationId xmlns:a16="http://schemas.microsoft.com/office/drawing/2014/main" id="{EC65135F-7E7B-4CAD-97A9-2705C9110C31}"/>
              </a:ext>
            </a:extLst>
          </p:cNvPr>
          <p:cNvSpPr>
            <a:spLocks xmlns:a="http://schemas.openxmlformats.org/drawingml/2006/main" noGrp="1"/>
          </p:cNvSpPr>
          <p:nvPr/>
        </p:nvSpPr>
        <p:spPr>
          <a:xfrm xmlns:a="http://schemas.openxmlformats.org/drawingml/2006/main">
            <a:off x="17487900" y="3781425"/>
            <a:ext cx="247650" cy="290513"/>
          </a:xfrm>
          <a:custGeom xmlns:a="http://schemas.openxmlformats.org/drawingml/2006/main">
            <a:pathLst>
              <a:path w="247650" h="290513">
                <a:moveTo>
                  <a:pt x="0" y="290513"/>
                </a:moveTo>
                <a:lnTo>
                  <a:pt x="247650" y="290513"/>
                </a:lnTo>
                <a:lnTo>
                  <a:pt x="247650" y="0"/>
                </a:lnTo>
              </a:path>
            </a:pathLst>
          </a:custGeom>
          <a:noFill xmlns:a="http://schemas.openxmlformats.org/drawingml/2006/main"/>
          <a:ln xmlns:a="http://schemas.openxmlformats.org/drawingml/2006/main" w="19050">
            <a:solidFill>
              <a:srgbClr val="5F6B77"/>
            </a:solidFill>
            <a:prstDash val="dash"/>
          </a:ln>
        </p:spPr>
      </p:sp>
      <p:sp>
        <p:nvSpPr>
          <p:cNvPr id="179" name="dp43-comparison / n168 / path">
            <a:extLst xmlns:a="http://schemas.openxmlformats.org/drawingml/2006/main">
              <a:ext uri="{FF2B5EF4-FFF2-40B4-BE49-F238E27FC236}">
                <a16:creationId xmlns:a16="http://schemas.microsoft.com/office/drawing/2014/main" id="{66D238D6-71A8-42B3-B24B-15377B1BB705}"/>
              </a:ext>
            </a:extLst>
          </p:cNvPr>
          <p:cNvSpPr>
            <a:spLocks xmlns:a="http://schemas.openxmlformats.org/drawingml/2006/main" noGrp="1"/>
          </p:cNvSpPr>
          <p:nvPr/>
        </p:nvSpPr>
        <p:spPr>
          <a:xfrm xmlns:a="http://schemas.openxmlformats.org/drawingml/2006/main">
            <a:off x="17487900" y="3781425"/>
            <a:ext cx="247650" cy="947738"/>
          </a:xfrm>
          <a:custGeom xmlns:a="http://schemas.openxmlformats.org/drawingml/2006/main">
            <a:pathLst>
              <a:path w="247650" h="947738">
                <a:moveTo>
                  <a:pt x="0" y="947738"/>
                </a:moveTo>
                <a:lnTo>
                  <a:pt x="247650" y="947738"/>
                </a:lnTo>
                <a:lnTo>
                  <a:pt x="247650" y="0"/>
                </a:lnTo>
              </a:path>
            </a:pathLst>
          </a:custGeom>
          <a:noFill xmlns:a="http://schemas.openxmlformats.org/drawingml/2006/main"/>
          <a:ln xmlns:a="http://schemas.openxmlformats.org/drawingml/2006/main" w="19050">
            <a:solidFill>
              <a:srgbClr val="5F6B77"/>
            </a:solidFill>
            <a:prstDash val="dash"/>
          </a:ln>
        </p:spPr>
      </p:sp>
      <p:sp>
        <p:nvSpPr>
          <p:cNvPr id="180" name="dp43-comparison / n169 / path">
            <a:extLst xmlns:a="http://schemas.openxmlformats.org/drawingml/2006/main">
              <a:ext uri="{FF2B5EF4-FFF2-40B4-BE49-F238E27FC236}">
                <a16:creationId xmlns:a16="http://schemas.microsoft.com/office/drawing/2014/main" id="{DF716265-7603-4D47-9892-897E682347FE}"/>
              </a:ext>
            </a:extLst>
          </p:cNvPr>
          <p:cNvSpPr>
            <a:spLocks xmlns:a="http://schemas.openxmlformats.org/drawingml/2006/main" noGrp="1"/>
          </p:cNvSpPr>
          <p:nvPr/>
        </p:nvSpPr>
        <p:spPr>
          <a:xfrm xmlns:a="http://schemas.openxmlformats.org/drawingml/2006/main">
            <a:off x="17487900" y="3781425"/>
            <a:ext cx="247650" cy="1604963"/>
          </a:xfrm>
          <a:custGeom xmlns:a="http://schemas.openxmlformats.org/drawingml/2006/main">
            <a:pathLst>
              <a:path w="247650" h="1604963">
                <a:moveTo>
                  <a:pt x="0" y="1604963"/>
                </a:moveTo>
                <a:lnTo>
                  <a:pt x="247650" y="1604963"/>
                </a:lnTo>
                <a:lnTo>
                  <a:pt x="247650" y="0"/>
                </a:lnTo>
              </a:path>
            </a:pathLst>
          </a:custGeom>
          <a:noFill xmlns:a="http://schemas.openxmlformats.org/drawingml/2006/main"/>
          <a:ln xmlns:a="http://schemas.openxmlformats.org/drawingml/2006/main" w="19050">
            <a:solidFill>
              <a:srgbClr val="5F6B77"/>
            </a:solidFill>
            <a:prstDash val="dash"/>
          </a:ln>
        </p:spPr>
      </p:sp>
      <p:sp>
        <p:nvSpPr>
          <p:cNvPr id="181" name="dp43-comparison / n176">
            <a:extLst xmlns:a="http://schemas.openxmlformats.org/drawingml/2006/main">
              <a:ext uri="{FF2B5EF4-FFF2-40B4-BE49-F238E27FC236}">
                <a16:creationId xmlns:a16="http://schemas.microsoft.com/office/drawing/2014/main" id="{EC9D7430-69A4-4329-BCFB-C90F0667AB0D}"/>
              </a:ext>
            </a:extLst>
          </p:cNvPr>
          <p:cNvSpPr>
            <a:spLocks xmlns:a="http://schemas.openxmlformats.org/drawingml/2006/main" noGrp="1"/>
          </p:cNvSpPr>
          <p:nvPr/>
        </p:nvSpPr>
        <p:spPr>
          <a:xfrm xmlns:a="http://schemas.openxmlformats.org/drawingml/2006/main">
            <a:off x="9906000" y="6524625"/>
            <a:ext cx="238125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2" name="dp43-comparison / n177 / text 1">
            <a:extLst xmlns:a="http://schemas.openxmlformats.org/drawingml/2006/main">
              <a:ext uri="{FF2B5EF4-FFF2-40B4-BE49-F238E27FC236}">
                <a16:creationId xmlns:a16="http://schemas.microsoft.com/office/drawing/2014/main" id="{E84B7F46-1C71-463E-8520-B544E8BB5A5A}"/>
              </a:ext>
            </a:extLst>
          </p:cNvPr>
          <p:cNvSpPr>
            <a:spLocks xmlns:a="http://schemas.openxmlformats.org/drawingml/2006/main" noGrp="1"/>
          </p:cNvSpPr>
          <p:nvPr/>
        </p:nvSpPr>
        <p:spPr>
          <a:xfrm xmlns:a="http://schemas.openxmlformats.org/drawingml/2006/main">
            <a:off x="9991725" y="6598920"/>
            <a:ext cx="2209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Request Controller</a:t>
            </a:r>
          </a:p>
        </p:txBody>
      </p:sp>
      <p:sp>
        <p:nvSpPr>
          <p:cNvPr id="183" name="dp43-comparison / n178">
            <a:extLst xmlns:a="http://schemas.openxmlformats.org/drawingml/2006/main">
              <a:ext uri="{FF2B5EF4-FFF2-40B4-BE49-F238E27FC236}">
                <a16:creationId xmlns:a16="http://schemas.microsoft.com/office/drawing/2014/main" id="{ADFA0084-9562-4C8B-BD10-A2C4F545F464}"/>
              </a:ext>
            </a:extLst>
          </p:cNvPr>
          <p:cNvSpPr>
            <a:spLocks xmlns:a="http://schemas.openxmlformats.org/drawingml/2006/main" noGrp="1"/>
          </p:cNvSpPr>
          <p:nvPr/>
        </p:nvSpPr>
        <p:spPr>
          <a:xfrm xmlns:a="http://schemas.openxmlformats.org/drawingml/2006/main">
            <a:off x="12906375" y="6505575"/>
            <a:ext cx="2190750" cy="409575"/>
          </a:xfrm>
          <a:prstGeom xmlns:a="http://schemas.openxmlformats.org/drawingml/2006/main" prst="can">
            <a:avLst>
              <a:gd name="adj" fmla="val 20000"/>
            </a:avLst>
          </a:prstGeom>
          <a:solidFill xmlns:a="http://schemas.openxmlformats.org/drawingml/2006/main">
            <a:srgbClr val="FFF7DE"/>
          </a:solidFill>
          <a:ln xmlns:a="http://schemas.openxmlformats.org/drawingml/2006/main" w="16193">
            <a:solidFill>
              <a:srgbClr val="5F6B77"/>
            </a:solidFill>
            <a:prstDash val="solid"/>
          </a:ln>
        </p:spPr>
      </p:sp>
      <p:sp>
        <p:nvSpPr>
          <p:cNvPr id="184" name="dp43-comparison / n179 / text 1">
            <a:extLst xmlns:a="http://schemas.openxmlformats.org/drawingml/2006/main">
              <a:ext uri="{FF2B5EF4-FFF2-40B4-BE49-F238E27FC236}">
                <a16:creationId xmlns:a16="http://schemas.microsoft.com/office/drawing/2014/main" id="{B7C94E47-186B-4CA6-9F89-F5EBA3DB11B8}"/>
              </a:ext>
            </a:extLst>
          </p:cNvPr>
          <p:cNvSpPr>
            <a:spLocks xmlns:a="http://schemas.openxmlformats.org/drawingml/2006/main" noGrp="1"/>
          </p:cNvSpPr>
          <p:nvPr/>
        </p:nvSpPr>
        <p:spPr>
          <a:xfrm xmlns:a="http://schemas.openxmlformats.org/drawingml/2006/main">
            <a:off x="12992100" y="6667500"/>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State Store</a:t>
            </a:r>
          </a:p>
        </p:txBody>
      </p:sp>
      <p:sp>
        <p:nvSpPr>
          <p:cNvPr id="185" name="dp43-comparison / n180">
            <a:extLst xmlns:a="http://schemas.openxmlformats.org/drawingml/2006/main">
              <a:ext uri="{FF2B5EF4-FFF2-40B4-BE49-F238E27FC236}">
                <a16:creationId xmlns:a16="http://schemas.microsoft.com/office/drawing/2014/main" id="{3586183D-34A0-4034-9394-BB7E79CEF0FC}"/>
              </a:ext>
            </a:extLst>
          </p:cNvPr>
          <p:cNvSpPr>
            <a:spLocks xmlns:a="http://schemas.openxmlformats.org/drawingml/2006/main" noGrp="1"/>
          </p:cNvSpPr>
          <p:nvPr/>
        </p:nvSpPr>
        <p:spPr>
          <a:xfrm xmlns:a="http://schemas.openxmlformats.org/drawingml/2006/main">
            <a:off x="15668625" y="6524625"/>
            <a:ext cx="1981200" cy="371475"/>
          </a:xfrm>
          <a:prstGeom xmlns:a="http://schemas.openxmlformats.org/drawingml/2006/main" prst="rect">
            <a:avLst/>
          </a:prstGeom>
          <a:solidFill xmlns:a="http://schemas.openxmlformats.org/drawingml/2006/main">
            <a:srgbClr val="FFFFFF"/>
          </a:solidFill>
          <a:ln xmlns:a="http://schemas.openxmlformats.org/drawingml/2006/main" w="16193">
            <a:solidFill>
              <a:srgbClr val="18232E"/>
            </a:solidFill>
            <a:prstDash val="solid"/>
          </a:ln>
        </p:spPr>
      </p:sp>
      <p:sp>
        <p:nvSpPr>
          <p:cNvPr id="186" name="dp43-comparison / n181 / text 1">
            <a:extLst xmlns:a="http://schemas.openxmlformats.org/drawingml/2006/main">
              <a:ext uri="{FF2B5EF4-FFF2-40B4-BE49-F238E27FC236}">
                <a16:creationId xmlns:a16="http://schemas.microsoft.com/office/drawing/2014/main" id="{258DBB81-A3B2-4749-8E29-3C8D6448F252}"/>
              </a:ext>
            </a:extLst>
          </p:cNvPr>
          <p:cNvSpPr>
            <a:spLocks xmlns:a="http://schemas.openxmlformats.org/drawingml/2006/main" noGrp="1"/>
          </p:cNvSpPr>
          <p:nvPr/>
        </p:nvSpPr>
        <p:spPr>
          <a:xfrm xmlns:a="http://schemas.openxmlformats.org/drawingml/2006/main">
            <a:off x="15754350" y="6598920"/>
            <a:ext cx="18097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Policy Manager</a:t>
            </a:r>
          </a:p>
        </p:txBody>
      </p:sp>
      <p:sp>
        <p:nvSpPr>
          <p:cNvPr id="187" name="dp43-comparison / n182 / path">
            <a:extLst xmlns:a="http://schemas.openxmlformats.org/drawingml/2006/main">
              <a:ext uri="{FF2B5EF4-FFF2-40B4-BE49-F238E27FC236}">
                <a16:creationId xmlns:a16="http://schemas.microsoft.com/office/drawing/2014/main" id="{38369DCC-FCBE-4208-9C5E-E47DECABF961}"/>
              </a:ext>
            </a:extLst>
          </p:cNvPr>
          <p:cNvSpPr>
            <a:spLocks xmlns:a="http://schemas.openxmlformats.org/drawingml/2006/main" noGrp="1"/>
          </p:cNvSpPr>
          <p:nvPr/>
        </p:nvSpPr>
        <p:spPr>
          <a:xfrm xmlns:a="http://schemas.openxmlformats.org/drawingml/2006/main">
            <a:off x="11096625" y="5810250"/>
            <a:ext cx="2676525" cy="714375"/>
          </a:xfrm>
          <a:custGeom xmlns:a="http://schemas.openxmlformats.org/drawingml/2006/main">
            <a:pathLst>
              <a:path w="2676525" h="714375">
                <a:moveTo>
                  <a:pt x="2676525" y="0"/>
                </a:moveTo>
                <a:lnTo>
                  <a:pt x="2676525" y="647700"/>
                </a:lnTo>
                <a:lnTo>
                  <a:pt x="0" y="647700"/>
                </a:lnTo>
                <a:lnTo>
                  <a:pt x="0" y="714375"/>
                </a:lnTo>
              </a:path>
            </a:pathLst>
          </a:custGeom>
          <a:noFill xmlns:a="http://schemas.openxmlformats.org/drawingml/2006/main"/>
          <a:ln xmlns:a="http://schemas.openxmlformats.org/drawingml/2006/main" w="19050">
            <a:solidFill>
              <a:srgbClr val="7155A4"/>
            </a:solidFill>
            <a:prstDash val="solid"/>
          </a:ln>
        </p:spPr>
      </p:sp>
      <p:sp>
        <p:nvSpPr>
          <p:cNvPr id="188" name="dp43-comparison / n182 / arrow">
            <a:extLst xmlns:a="http://schemas.openxmlformats.org/drawingml/2006/main">
              <a:ext uri="{FF2B5EF4-FFF2-40B4-BE49-F238E27FC236}">
                <a16:creationId xmlns:a16="http://schemas.microsoft.com/office/drawing/2014/main" id="{A2140425-C394-45E7-9511-29D57771758D}"/>
              </a:ext>
            </a:extLst>
          </p:cNvPr>
          <p:cNvSpPr>
            <a:spLocks xmlns:a="http://schemas.openxmlformats.org/drawingml/2006/main" noGrp="1"/>
          </p:cNvSpPr>
          <p:nvPr/>
        </p:nvSpPr>
        <p:spPr>
          <a:xfrm xmlns:a="http://schemas.openxmlformats.org/drawingml/2006/main">
            <a:off x="11035665" y="6402705"/>
            <a:ext cx="121920" cy="121920"/>
          </a:xfrm>
          <a:custGeom xmlns:a="http://schemas.openxmlformats.org/drawingml/2006/main">
            <a:pathLst>
              <a:path w="121920" h="121920">
                <a:moveTo>
                  <a:pt x="0" y="0"/>
                </a:moveTo>
                <a:lnTo>
                  <a:pt x="60960" y="121920"/>
                </a:lnTo>
                <a:lnTo>
                  <a:pt x="121920" y="0"/>
                </a:lnTo>
              </a:path>
            </a:pathLst>
          </a:custGeom>
          <a:noFill xmlns:a="http://schemas.openxmlformats.org/drawingml/2006/main"/>
          <a:ln xmlns:a="http://schemas.openxmlformats.org/drawingml/2006/main" w="24384">
            <a:solidFill>
              <a:srgbClr val="7155A4"/>
            </a:solidFill>
            <a:prstDash val="solid"/>
          </a:ln>
        </p:spPr>
      </p:sp>
      <p:sp>
        <p:nvSpPr>
          <p:cNvPr id="189" name="dp43-comparison / n183 / path">
            <a:extLst xmlns:a="http://schemas.openxmlformats.org/drawingml/2006/main">
              <a:ext uri="{FF2B5EF4-FFF2-40B4-BE49-F238E27FC236}">
                <a16:creationId xmlns:a16="http://schemas.microsoft.com/office/drawing/2014/main" id="{AAB31991-86FC-42EA-8420-761CCC441FA6}"/>
              </a:ext>
            </a:extLst>
          </p:cNvPr>
          <p:cNvSpPr>
            <a:spLocks xmlns:a="http://schemas.openxmlformats.org/drawingml/2006/main" noGrp="1"/>
          </p:cNvSpPr>
          <p:nvPr/>
        </p:nvSpPr>
        <p:spPr>
          <a:xfrm xmlns:a="http://schemas.openxmlformats.org/drawingml/2006/main">
            <a:off x="12287250" y="6448425"/>
            <a:ext cx="3381375" cy="261938"/>
          </a:xfrm>
          <a:custGeom xmlns:a="http://schemas.openxmlformats.org/drawingml/2006/main">
            <a:pathLst>
              <a:path w="3381375" h="261938">
                <a:moveTo>
                  <a:pt x="3381375" y="261938"/>
                </a:moveTo>
                <a:lnTo>
                  <a:pt x="3181350" y="257175"/>
                </a:lnTo>
                <a:lnTo>
                  <a:pt x="3181350" y="0"/>
                </a:lnTo>
                <a:lnTo>
                  <a:pt x="180975" y="0"/>
                </a:lnTo>
                <a:lnTo>
                  <a:pt x="180975" y="257175"/>
                </a:lnTo>
                <a:lnTo>
                  <a:pt x="0" y="261938"/>
                </a:lnTo>
              </a:path>
            </a:pathLst>
          </a:custGeom>
          <a:noFill xmlns:a="http://schemas.openxmlformats.org/drawingml/2006/main"/>
          <a:ln xmlns:a="http://schemas.openxmlformats.org/drawingml/2006/main" w="19050">
            <a:solidFill>
              <a:srgbClr val="5F6B77"/>
            </a:solidFill>
            <a:prstDash val="dash"/>
          </a:ln>
        </p:spPr>
      </p:sp>
      <p:sp>
        <p:nvSpPr>
          <p:cNvPr id="190" name="dp43-comparison / n183 / arrow">
            <a:extLst xmlns:a="http://schemas.openxmlformats.org/drawingml/2006/main">
              <a:ext uri="{FF2B5EF4-FFF2-40B4-BE49-F238E27FC236}">
                <a16:creationId xmlns:a16="http://schemas.microsoft.com/office/drawing/2014/main" id="{3F9E69EB-2E8F-40DE-A6BB-EA5CFC00EAEC}"/>
              </a:ext>
            </a:extLst>
          </p:cNvPr>
          <p:cNvSpPr>
            <a:spLocks xmlns:a="http://schemas.openxmlformats.org/drawingml/2006/main" noGrp="1"/>
          </p:cNvSpPr>
          <p:nvPr/>
        </p:nvSpPr>
        <p:spPr>
          <a:xfrm xmlns:a="http://schemas.openxmlformats.org/drawingml/2006/main">
            <a:off x="12287250" y="6646216"/>
            <a:ext cx="123481" cy="121878"/>
          </a:xfrm>
          <a:custGeom xmlns:a="http://schemas.openxmlformats.org/drawingml/2006/main">
            <a:pathLst>
              <a:path w="123481" h="121878">
                <a:moveTo>
                  <a:pt x="120274" y="0"/>
                </a:moveTo>
                <a:lnTo>
                  <a:pt x="0" y="64146"/>
                </a:lnTo>
                <a:lnTo>
                  <a:pt x="123481" y="121878"/>
                </a:lnTo>
              </a:path>
            </a:pathLst>
          </a:custGeom>
          <a:noFill xmlns:a="http://schemas.openxmlformats.org/drawingml/2006/main"/>
          <a:ln xmlns:a="http://schemas.openxmlformats.org/drawingml/2006/main" w="24384">
            <a:solidFill>
              <a:srgbClr val="5F6B77"/>
            </a:solidFill>
            <a:prstDash val="solid"/>
          </a:ln>
        </p:spPr>
      </p:sp>
      <p:sp>
        <p:nvSpPr>
          <p:cNvPr id="191" name="dp43-comparison / n184 / path">
            <a:extLst xmlns:a="http://schemas.openxmlformats.org/drawingml/2006/main">
              <a:ext uri="{FF2B5EF4-FFF2-40B4-BE49-F238E27FC236}">
                <a16:creationId xmlns:a16="http://schemas.microsoft.com/office/drawing/2014/main" id="{CB0F4FFF-5222-4E6D-A1D4-7BD64F41AEDC}"/>
              </a:ext>
            </a:extLst>
          </p:cNvPr>
          <p:cNvSpPr>
            <a:spLocks xmlns:a="http://schemas.openxmlformats.org/drawingml/2006/main" noGrp="1"/>
          </p:cNvSpPr>
          <p:nvPr/>
        </p:nvSpPr>
        <p:spPr>
          <a:xfrm xmlns:a="http://schemas.openxmlformats.org/drawingml/2006/main">
            <a:off x="12287250" y="6710363"/>
            <a:ext cx="619125" cy="953"/>
          </a:xfrm>
          <a:custGeom xmlns:a="http://schemas.openxmlformats.org/drawingml/2006/main">
            <a:pathLst>
              <a:path w="619125" h="953">
                <a:moveTo>
                  <a:pt x="0" y="0"/>
                </a:moveTo>
                <a:lnTo>
                  <a:pt x="619125" y="0"/>
                </a:lnTo>
              </a:path>
            </a:pathLst>
          </a:custGeom>
          <a:noFill xmlns:a="http://schemas.openxmlformats.org/drawingml/2006/main"/>
          <a:ln xmlns:a="http://schemas.openxmlformats.org/drawingml/2006/main" w="19050">
            <a:solidFill>
              <a:srgbClr val="7155A4"/>
            </a:solidFill>
            <a:prstDash val="solid"/>
          </a:ln>
        </p:spPr>
      </p:sp>
      <p:sp>
        <p:nvSpPr>
          <p:cNvPr id="192" name="dp43-comparison / n184 / arrow">
            <a:extLst xmlns:a="http://schemas.openxmlformats.org/drawingml/2006/main">
              <a:ext uri="{FF2B5EF4-FFF2-40B4-BE49-F238E27FC236}">
                <a16:creationId xmlns:a16="http://schemas.microsoft.com/office/drawing/2014/main" id="{A3AEEAD9-ADC0-4F66-B92F-87840BA21BF5}"/>
              </a:ext>
            </a:extLst>
          </p:cNvPr>
          <p:cNvSpPr>
            <a:spLocks xmlns:a="http://schemas.openxmlformats.org/drawingml/2006/main" noGrp="1"/>
          </p:cNvSpPr>
          <p:nvPr/>
        </p:nvSpPr>
        <p:spPr>
          <a:xfrm xmlns:a="http://schemas.openxmlformats.org/drawingml/2006/main">
            <a:off x="12784455" y="6649403"/>
            <a:ext cx="121920" cy="121920"/>
          </a:xfrm>
          <a:custGeom xmlns:a="http://schemas.openxmlformats.org/drawingml/2006/main">
            <a:pathLst>
              <a:path w="121920" h="121920">
                <a:moveTo>
                  <a:pt x="0" y="121920"/>
                </a:moveTo>
                <a:lnTo>
                  <a:pt x="121920" y="60960"/>
                </a:lnTo>
                <a:lnTo>
                  <a:pt x="0" y="0"/>
                </a:lnTo>
              </a:path>
            </a:pathLst>
          </a:custGeom>
          <a:noFill xmlns:a="http://schemas.openxmlformats.org/drawingml/2006/main"/>
          <a:ln xmlns:a="http://schemas.openxmlformats.org/drawingml/2006/main" w="24384">
            <a:solidFill>
              <a:srgbClr val="7155A4"/>
            </a:solidFill>
            <a:prstDash val="solid"/>
          </a:ln>
        </p:spPr>
      </p:sp>
      <p:sp>
        <p:nvSpPr>
          <p:cNvPr id="193" name="dp43-comparison / n110">
            <a:extLst xmlns:a="http://schemas.openxmlformats.org/drawingml/2006/main">
              <a:ext uri="{FF2B5EF4-FFF2-40B4-BE49-F238E27FC236}">
                <a16:creationId xmlns:a16="http://schemas.microsoft.com/office/drawing/2014/main" id="{5BF7B637-95D8-42F2-8FC0-86AECCBFFF11}"/>
              </a:ext>
            </a:extLst>
          </p:cNvPr>
          <p:cNvSpPr>
            <a:spLocks xmlns:a="http://schemas.openxmlformats.org/drawingml/2006/main" noGrp="1"/>
          </p:cNvSpPr>
          <p:nvPr/>
        </p:nvSpPr>
        <p:spPr>
          <a:xfrm xmlns:a="http://schemas.openxmlformats.org/drawingml/2006/main">
            <a:off x="9867900" y="2400300"/>
            <a:ext cx="2534222"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4" name="dp43-comparison / n111 / text 1">
            <a:extLst xmlns:a="http://schemas.openxmlformats.org/drawingml/2006/main">
              <a:ext uri="{FF2B5EF4-FFF2-40B4-BE49-F238E27FC236}">
                <a16:creationId xmlns:a16="http://schemas.microsoft.com/office/drawing/2014/main" id="{6179AFB0-002D-48BE-9B4A-01FC8A8C793A}"/>
              </a:ext>
            </a:extLst>
          </p:cNvPr>
          <p:cNvSpPr>
            <a:spLocks xmlns:a="http://schemas.openxmlformats.org/drawingml/2006/main" noGrp="1"/>
          </p:cNvSpPr>
          <p:nvPr/>
        </p:nvSpPr>
        <p:spPr>
          <a:xfrm xmlns:a="http://schemas.openxmlformats.org/drawingml/2006/main">
            <a:off x="9886950" y="2409825"/>
            <a:ext cx="2667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확정 User Turn / 새 Request</a:t>
            </a:r>
          </a:p>
        </p:txBody>
      </p:sp>
      <p:sp>
        <p:nvSpPr>
          <p:cNvPr id="195" name="dp43-comparison / n112">
            <a:extLst xmlns:a="http://schemas.openxmlformats.org/drawingml/2006/main">
              <a:ext uri="{FF2B5EF4-FFF2-40B4-BE49-F238E27FC236}">
                <a16:creationId xmlns:a16="http://schemas.microsoft.com/office/drawing/2014/main" id="{C57F2B19-AD0D-48A8-A6B5-EFE442CBE710}"/>
              </a:ext>
            </a:extLst>
          </p:cNvPr>
          <p:cNvSpPr>
            <a:spLocks xmlns:a="http://schemas.openxmlformats.org/drawingml/2006/main" noGrp="1"/>
          </p:cNvSpPr>
          <p:nvPr/>
        </p:nvSpPr>
        <p:spPr>
          <a:xfrm xmlns:a="http://schemas.openxmlformats.org/drawingml/2006/main">
            <a:off x="15678150" y="3076575"/>
            <a:ext cx="203835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6" name="dp43-comparison / n113 / text 1">
            <a:extLst xmlns:a="http://schemas.openxmlformats.org/drawingml/2006/main">
              <a:ext uri="{FF2B5EF4-FFF2-40B4-BE49-F238E27FC236}">
                <a16:creationId xmlns:a16="http://schemas.microsoft.com/office/drawing/2014/main" id="{BA9E2D10-AC9C-44CB-A7CC-1208AC9E4931}"/>
              </a:ext>
            </a:extLst>
          </p:cNvPr>
          <p:cNvSpPr>
            <a:spLocks xmlns:a="http://schemas.openxmlformats.org/drawingml/2006/main" noGrp="1"/>
          </p:cNvSpPr>
          <p:nvPr/>
        </p:nvSpPr>
        <p:spPr>
          <a:xfrm xmlns:a="http://schemas.openxmlformats.org/drawingml/2006/main">
            <a:off x="15697200" y="3086100"/>
            <a:ext cx="2000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공유 Omni 1벌 / 역할별 KV</a:t>
            </a:r>
          </a:p>
        </p:txBody>
      </p:sp>
      <p:sp>
        <p:nvSpPr>
          <p:cNvPr id="197" name="dp43-comparison / n115">
            <a:extLst xmlns:a="http://schemas.openxmlformats.org/drawingml/2006/main">
              <a:ext uri="{FF2B5EF4-FFF2-40B4-BE49-F238E27FC236}">
                <a16:creationId xmlns:a16="http://schemas.microsoft.com/office/drawing/2014/main" id="{3DBA6E91-7D18-444A-9CCA-DA2E0D6B76CB}"/>
              </a:ext>
            </a:extLst>
          </p:cNvPr>
          <p:cNvSpPr>
            <a:spLocks xmlns:a="http://schemas.openxmlformats.org/drawingml/2006/main" noGrp="1"/>
          </p:cNvSpPr>
          <p:nvPr/>
        </p:nvSpPr>
        <p:spPr>
          <a:xfrm xmlns:a="http://schemas.openxmlformats.org/drawingml/2006/main">
            <a:off x="12239625" y="2438400"/>
            <a:ext cx="38100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98" name="dp43-comparison / n116 / text 1">
            <a:extLst xmlns:a="http://schemas.openxmlformats.org/drawingml/2006/main">
              <a:ext uri="{FF2B5EF4-FFF2-40B4-BE49-F238E27FC236}">
                <a16:creationId xmlns:a16="http://schemas.microsoft.com/office/drawing/2014/main" id="{563110E6-6997-4CB6-B6C3-8140043BD9BE}"/>
              </a:ext>
            </a:extLst>
          </p:cNvPr>
          <p:cNvSpPr>
            <a:spLocks xmlns:a="http://schemas.openxmlformats.org/drawingml/2006/main" noGrp="1"/>
          </p:cNvSpPr>
          <p:nvPr/>
        </p:nvSpPr>
        <p:spPr>
          <a:xfrm xmlns:a="http://schemas.openxmlformats.org/drawingml/2006/main">
            <a:off x="12258675" y="2447925"/>
            <a:ext cx="12382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원문</a:t>
            </a:r>
          </a:p>
        </p:txBody>
      </p:sp>
      <p:sp>
        <p:nvSpPr>
          <p:cNvPr id="199" name="dp43-comparison / n117">
            <a:extLst xmlns:a="http://schemas.openxmlformats.org/drawingml/2006/main">
              <a:ext uri="{FF2B5EF4-FFF2-40B4-BE49-F238E27FC236}">
                <a16:creationId xmlns:a16="http://schemas.microsoft.com/office/drawing/2014/main" id="{5606C0E0-F464-441D-B4D3-A904A3859EF0}"/>
              </a:ext>
            </a:extLst>
          </p:cNvPr>
          <p:cNvSpPr>
            <a:spLocks xmlns:a="http://schemas.openxmlformats.org/drawingml/2006/main" noGrp="1"/>
          </p:cNvSpPr>
          <p:nvPr/>
        </p:nvSpPr>
        <p:spPr>
          <a:xfrm xmlns:a="http://schemas.openxmlformats.org/drawingml/2006/main">
            <a:off x="9839325" y="3095625"/>
            <a:ext cx="4983480"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0" name="dp43-comparison / n118 / text 1">
            <a:extLst xmlns:a="http://schemas.openxmlformats.org/drawingml/2006/main">
              <a:ext uri="{FF2B5EF4-FFF2-40B4-BE49-F238E27FC236}">
                <a16:creationId xmlns:a16="http://schemas.microsoft.com/office/drawing/2014/main" id="{1DEB4651-D156-4202-BFDF-9146684FC341}"/>
              </a:ext>
            </a:extLst>
          </p:cNvPr>
          <p:cNvSpPr>
            <a:spLocks xmlns:a="http://schemas.openxmlformats.org/drawingml/2006/main" noGrp="1"/>
          </p:cNvSpPr>
          <p:nvPr/>
        </p:nvSpPr>
        <p:spPr>
          <a:xfrm xmlns:a="http://schemas.openxmlformats.org/drawingml/2006/main">
            <a:off x="9858375" y="3105150"/>
            <a:ext cx="5334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공통 읽기: Context Manager 정보 / Task Manager의 Task 후보</a:t>
            </a:r>
          </a:p>
        </p:txBody>
      </p:sp>
      <p:sp>
        <p:nvSpPr>
          <p:cNvPr id="201" name="dp43-comparison / n127">
            <a:extLst xmlns:a="http://schemas.openxmlformats.org/drawingml/2006/main">
              <a:ext uri="{FF2B5EF4-FFF2-40B4-BE49-F238E27FC236}">
                <a16:creationId xmlns:a16="http://schemas.microsoft.com/office/drawing/2014/main" id="{0CB094A4-10E8-47BF-A91B-19FBA83AC19E}"/>
              </a:ext>
            </a:extLst>
          </p:cNvPr>
          <p:cNvSpPr>
            <a:spLocks xmlns:a="http://schemas.openxmlformats.org/drawingml/2006/main" noGrp="1"/>
          </p:cNvSpPr>
          <p:nvPr/>
        </p:nvSpPr>
        <p:spPr>
          <a:xfrm xmlns:a="http://schemas.openxmlformats.org/drawingml/2006/main">
            <a:off x="1002030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2" name="dp43-comparison / n128 / text 1">
            <a:extLst xmlns:a="http://schemas.openxmlformats.org/drawingml/2006/main">
              <a:ext uri="{FF2B5EF4-FFF2-40B4-BE49-F238E27FC236}">
                <a16:creationId xmlns:a16="http://schemas.microsoft.com/office/drawing/2014/main" id="{D8718DC4-A74F-4D96-B6AC-F6F4B5ACA7FE}"/>
              </a:ext>
            </a:extLst>
          </p:cNvPr>
          <p:cNvSpPr>
            <a:spLocks xmlns:a="http://schemas.openxmlformats.org/drawingml/2006/main" noGrp="1"/>
          </p:cNvSpPr>
          <p:nvPr/>
        </p:nvSpPr>
        <p:spPr>
          <a:xfrm xmlns:a="http://schemas.openxmlformats.org/drawingml/2006/main">
            <a:off x="1003935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F1 목표와 완료 조건</a:t>
            </a:r>
          </a:p>
        </p:txBody>
      </p:sp>
      <p:sp>
        <p:nvSpPr>
          <p:cNvPr id="203" name="dp43-comparison / n133">
            <a:extLst xmlns:a="http://schemas.openxmlformats.org/drawingml/2006/main">
              <a:ext uri="{FF2B5EF4-FFF2-40B4-BE49-F238E27FC236}">
                <a16:creationId xmlns:a16="http://schemas.microsoft.com/office/drawing/2014/main" id="{0206A143-F489-4125-AC2E-3C9BCC52A3E0}"/>
              </a:ext>
            </a:extLst>
          </p:cNvPr>
          <p:cNvSpPr>
            <a:spLocks xmlns:a="http://schemas.openxmlformats.org/drawingml/2006/main" noGrp="1"/>
          </p:cNvSpPr>
          <p:nvPr/>
        </p:nvSpPr>
        <p:spPr>
          <a:xfrm xmlns:a="http://schemas.openxmlformats.org/drawingml/2006/main">
            <a:off x="10020300" y="4943475"/>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4" name="dp43-comparison / n134 / text 1">
            <a:extLst xmlns:a="http://schemas.openxmlformats.org/drawingml/2006/main">
              <a:ext uri="{FF2B5EF4-FFF2-40B4-BE49-F238E27FC236}">
                <a16:creationId xmlns:a16="http://schemas.microsoft.com/office/drawing/2014/main" id="{4DE280D3-790B-47F4-A9A3-B622D8C9D313}"/>
              </a:ext>
            </a:extLst>
          </p:cNvPr>
          <p:cNvSpPr>
            <a:spLocks xmlns:a="http://schemas.openxmlformats.org/drawingml/2006/main" noGrp="1"/>
          </p:cNvSpPr>
          <p:nvPr/>
        </p:nvSpPr>
        <p:spPr>
          <a:xfrm xmlns:a="http://schemas.openxmlformats.org/drawingml/2006/main">
            <a:off x="1003935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F2 표와 결론의 범위</a:t>
            </a:r>
          </a:p>
        </p:txBody>
      </p:sp>
      <p:sp>
        <p:nvSpPr>
          <p:cNvPr id="205" name="dp43-comparison / n139">
            <a:extLst xmlns:a="http://schemas.openxmlformats.org/drawingml/2006/main">
              <a:ext uri="{FF2B5EF4-FFF2-40B4-BE49-F238E27FC236}">
                <a16:creationId xmlns:a16="http://schemas.microsoft.com/office/drawing/2014/main" id="{1AE7C213-25E0-4BB3-AD1C-784CFCF2B032}"/>
              </a:ext>
            </a:extLst>
          </p:cNvPr>
          <p:cNvSpPr>
            <a:spLocks xmlns:a="http://schemas.openxmlformats.org/drawingml/2006/main" noGrp="1"/>
          </p:cNvSpPr>
          <p:nvPr/>
        </p:nvSpPr>
        <p:spPr>
          <a:xfrm xmlns:a="http://schemas.openxmlformats.org/drawingml/2006/main">
            <a:off x="10020300" y="5600700"/>
            <a:ext cx="226790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6" name="dp43-comparison / n140 / text 1">
            <a:extLst xmlns:a="http://schemas.openxmlformats.org/drawingml/2006/main">
              <a:ext uri="{FF2B5EF4-FFF2-40B4-BE49-F238E27FC236}">
                <a16:creationId xmlns:a16="http://schemas.microsoft.com/office/drawing/2014/main" id="{994D3F8D-64A3-48BA-B9C8-C05F7D7DECC2}"/>
              </a:ext>
            </a:extLst>
          </p:cNvPr>
          <p:cNvSpPr>
            <a:spLocks xmlns:a="http://schemas.openxmlformats.org/drawingml/2006/main" noGrp="1"/>
          </p:cNvSpPr>
          <p:nvPr/>
        </p:nvSpPr>
        <p:spPr>
          <a:xfrm xmlns:a="http://schemas.openxmlformats.org/drawingml/2006/main">
            <a:off x="1003935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F3 Conversation / Task 연결</a:t>
            </a:r>
          </a:p>
        </p:txBody>
      </p:sp>
      <p:sp>
        <p:nvSpPr>
          <p:cNvPr id="207" name="dp43-comparison / n145">
            <a:extLst xmlns:a="http://schemas.openxmlformats.org/drawingml/2006/main">
              <a:ext uri="{FF2B5EF4-FFF2-40B4-BE49-F238E27FC236}">
                <a16:creationId xmlns:a16="http://schemas.microsoft.com/office/drawing/2014/main" id="{29EE287A-1927-4DF4-BE2D-E749B8C17303}"/>
              </a:ext>
            </a:extLst>
          </p:cNvPr>
          <p:cNvSpPr>
            <a:spLocks xmlns:a="http://schemas.openxmlformats.org/drawingml/2006/main" noGrp="1"/>
          </p:cNvSpPr>
          <p:nvPr/>
        </p:nvSpPr>
        <p:spPr>
          <a:xfrm xmlns:a="http://schemas.openxmlformats.org/drawingml/2006/main">
            <a:off x="15220950" y="4286250"/>
            <a:ext cx="149066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08" name="dp43-comparison / n146 / text 1">
            <a:extLst xmlns:a="http://schemas.openxmlformats.org/drawingml/2006/main">
              <a:ext uri="{FF2B5EF4-FFF2-40B4-BE49-F238E27FC236}">
                <a16:creationId xmlns:a16="http://schemas.microsoft.com/office/drawing/2014/main" id="{B9393457-BFAC-4599-9B88-B38755043672}"/>
              </a:ext>
            </a:extLst>
          </p:cNvPr>
          <p:cNvSpPr>
            <a:spLocks xmlns:a="http://schemas.openxmlformats.org/drawingml/2006/main" noGrp="1"/>
          </p:cNvSpPr>
          <p:nvPr/>
        </p:nvSpPr>
        <p:spPr>
          <a:xfrm xmlns:a="http://schemas.openxmlformats.org/drawingml/2006/main">
            <a:off x="15240000" y="429577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F4 조건과 의존 관계</a:t>
            </a:r>
          </a:p>
        </p:txBody>
      </p:sp>
      <p:sp>
        <p:nvSpPr>
          <p:cNvPr id="209" name="dp43-comparison / n151">
            <a:extLst xmlns:a="http://schemas.openxmlformats.org/drawingml/2006/main">
              <a:ext uri="{FF2B5EF4-FFF2-40B4-BE49-F238E27FC236}">
                <a16:creationId xmlns:a16="http://schemas.microsoft.com/office/drawing/2014/main" id="{DEB2D5B8-E61E-44C4-A450-102E248ACC7E}"/>
              </a:ext>
            </a:extLst>
          </p:cNvPr>
          <p:cNvSpPr>
            <a:spLocks xmlns:a="http://schemas.openxmlformats.org/drawingml/2006/main" noGrp="1"/>
          </p:cNvSpPr>
          <p:nvPr/>
        </p:nvSpPr>
        <p:spPr>
          <a:xfrm xmlns:a="http://schemas.openxmlformats.org/drawingml/2006/main">
            <a:off x="15220950" y="4943475"/>
            <a:ext cx="170211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0" name="dp43-comparison / n152 / text 1">
            <a:extLst xmlns:a="http://schemas.openxmlformats.org/drawingml/2006/main">
              <a:ext uri="{FF2B5EF4-FFF2-40B4-BE49-F238E27FC236}">
                <a16:creationId xmlns:a16="http://schemas.microsoft.com/office/drawing/2014/main" id="{8EDC3C68-77C8-4464-A3C1-B0DBC13FF834}"/>
              </a:ext>
            </a:extLst>
          </p:cNvPr>
          <p:cNvSpPr>
            <a:spLocks xmlns:a="http://schemas.openxmlformats.org/drawingml/2006/main" noGrp="1"/>
          </p:cNvSpPr>
          <p:nvPr/>
        </p:nvSpPr>
        <p:spPr>
          <a:xfrm xmlns:a="http://schemas.openxmlformats.org/drawingml/2006/main">
            <a:off x="15240000" y="4953000"/>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F5 PDF 유지 / 결론→표</a:t>
            </a:r>
          </a:p>
        </p:txBody>
      </p:sp>
      <p:sp>
        <p:nvSpPr>
          <p:cNvPr id="211" name="dp43-comparison / n157">
            <a:extLst xmlns:a="http://schemas.openxmlformats.org/drawingml/2006/main">
              <a:ext uri="{FF2B5EF4-FFF2-40B4-BE49-F238E27FC236}">
                <a16:creationId xmlns:a16="http://schemas.microsoft.com/office/drawing/2014/main" id="{522AB7C5-99BD-42B7-AE47-9D8FE74467C9}"/>
              </a:ext>
            </a:extLst>
          </p:cNvPr>
          <p:cNvSpPr>
            <a:spLocks xmlns:a="http://schemas.openxmlformats.org/drawingml/2006/main" noGrp="1"/>
          </p:cNvSpPr>
          <p:nvPr/>
        </p:nvSpPr>
        <p:spPr>
          <a:xfrm xmlns:a="http://schemas.openxmlformats.org/drawingml/2006/main">
            <a:off x="15220950" y="5600700"/>
            <a:ext cx="222218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2" name="dp43-comparison / n158 / text 1">
            <a:extLst xmlns:a="http://schemas.openxmlformats.org/drawingml/2006/main">
              <a:ext uri="{FF2B5EF4-FFF2-40B4-BE49-F238E27FC236}">
                <a16:creationId xmlns:a16="http://schemas.microsoft.com/office/drawing/2014/main" id="{274F2B68-E1C3-415F-8C9A-927B82CC46EB}"/>
              </a:ext>
            </a:extLst>
          </p:cNvPr>
          <p:cNvSpPr>
            <a:spLocks xmlns:a="http://schemas.openxmlformats.org/drawingml/2006/main" noGrp="1"/>
          </p:cNvSpPr>
          <p:nvPr/>
        </p:nvSpPr>
        <p:spPr>
          <a:xfrm xmlns:a="http://schemas.openxmlformats.org/drawingml/2006/main">
            <a:off x="15240000" y="5610225"/>
            <a:ext cx="2305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7155A4"/>
                </a:solidFill>
                <a:latin typeface="Apple SD Gothic Neo"/>
                <a:ea typeface="Apple SD Gothic Neo"/>
                <a:cs typeface="Apple SD Gothic Neo"/>
              </a:defRPr>
            </a:pPr>
            <a:r>
              <a:rPr sz="1125" b="0">
                <a:solidFill>
                  <a:srgbClr val="7155A4"/>
                </a:solidFill>
                <a:latin typeface="Apple SD Gothic Neo"/>
                <a:ea typeface="Apple SD Gothic Neo"/>
                <a:cs typeface="Apple SD Gothic Neo"/>
              </a:rPr>
              <a:t>F6 Delegation / 질문 / 대기</a:t>
            </a:r>
          </a:p>
        </p:txBody>
      </p:sp>
      <p:sp>
        <p:nvSpPr>
          <p:cNvPr id="213" name="dp43-comparison / n170">
            <a:extLst xmlns:a="http://schemas.openxmlformats.org/drawingml/2006/main">
              <a:ext uri="{FF2B5EF4-FFF2-40B4-BE49-F238E27FC236}">
                <a16:creationId xmlns:a16="http://schemas.microsoft.com/office/drawing/2014/main" id="{1A7133C1-047A-4C74-A088-0077A31EE728}"/>
              </a:ext>
            </a:extLst>
          </p:cNvPr>
          <p:cNvSpPr>
            <a:spLocks xmlns:a="http://schemas.openxmlformats.org/drawingml/2006/main" noGrp="1"/>
          </p:cNvSpPr>
          <p:nvPr/>
        </p:nvSpPr>
        <p:spPr>
          <a:xfrm xmlns:a="http://schemas.openxmlformats.org/drawingml/2006/main">
            <a:off x="12563475" y="3514725"/>
            <a:ext cx="2642235"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4" name="dp43-comparison / n171 / text 1">
            <a:extLst xmlns:a="http://schemas.openxmlformats.org/drawingml/2006/main">
              <a:ext uri="{FF2B5EF4-FFF2-40B4-BE49-F238E27FC236}">
                <a16:creationId xmlns:a16="http://schemas.microsoft.com/office/drawing/2014/main" id="{1DFD8BEC-2BFA-4EF1-8CB7-A75F2B6A96B7}"/>
              </a:ext>
            </a:extLst>
          </p:cNvPr>
          <p:cNvSpPr>
            <a:spLocks xmlns:a="http://schemas.openxmlformats.org/drawingml/2006/main" noGrp="1"/>
          </p:cNvSpPr>
          <p:nvPr/>
        </p:nvSpPr>
        <p:spPr>
          <a:xfrm xmlns:a="http://schemas.openxmlformats.org/drawingml/2006/main">
            <a:off x="12582525" y="3524250"/>
            <a:ext cx="49625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5F6B77"/>
                </a:solidFill>
                <a:latin typeface="Apple SD Gothic Neo"/>
                <a:ea typeface="Apple SD Gothic Neo"/>
                <a:cs typeface="Apple SD Gothic Neo"/>
              </a:defRPr>
            </a:pPr>
            <a:r>
              <a:rPr sz="1125" b="0">
                <a:solidFill>
                  <a:srgbClr val="5F6B77"/>
                </a:solidFill>
                <a:latin typeface="Apple SD Gothic Neo"/>
                <a:ea typeface="Apple SD Gothic Neo"/>
                <a:cs typeface="Apple SD Gothic Neo"/>
              </a:rPr>
              <a:t>각 F1~F6 생산자의 모델 호출 / 반환</a:t>
            </a:r>
          </a:p>
        </p:txBody>
      </p:sp>
      <p:sp>
        <p:nvSpPr>
          <p:cNvPr id="215" name="dp43-comparison / n172">
            <a:extLst xmlns:a="http://schemas.openxmlformats.org/drawingml/2006/main">
              <a:ext uri="{FF2B5EF4-FFF2-40B4-BE49-F238E27FC236}">
                <a16:creationId xmlns:a16="http://schemas.microsoft.com/office/drawing/2014/main" id="{6EEA0E10-4BF6-46C9-BDA7-DAAAFBACC271}"/>
              </a:ext>
            </a:extLst>
          </p:cNvPr>
          <p:cNvSpPr>
            <a:spLocks xmlns:a="http://schemas.openxmlformats.org/drawingml/2006/main" noGrp="1"/>
          </p:cNvSpPr>
          <p:nvPr/>
        </p:nvSpPr>
        <p:spPr>
          <a:xfrm xmlns:a="http://schemas.openxmlformats.org/drawingml/2006/main">
            <a:off x="10020300" y="5810250"/>
            <a:ext cx="546201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6" name="dp43-comparison / n173 / text 1">
            <a:extLst xmlns:a="http://schemas.openxmlformats.org/drawingml/2006/main">
              <a:ext uri="{FF2B5EF4-FFF2-40B4-BE49-F238E27FC236}">
                <a16:creationId xmlns:a16="http://schemas.microsoft.com/office/drawing/2014/main" id="{9AA1218F-3BD5-4205-B344-BB99DB380A58}"/>
              </a:ext>
            </a:extLst>
          </p:cNvPr>
          <p:cNvSpPr>
            <a:spLocks xmlns:a="http://schemas.openxmlformats.org/drawingml/2006/main" noGrp="1"/>
          </p:cNvSpPr>
          <p:nvPr/>
        </p:nvSpPr>
        <p:spPr>
          <a:xfrm xmlns:a="http://schemas.openxmlformats.org/drawingml/2006/main">
            <a:off x="10039350" y="5819775"/>
            <a:ext cx="75057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실선 제안 / 점선 원생산자 재판단 / Coordinator의 의미 덮어쓰기 금지</a:t>
            </a:r>
          </a:p>
        </p:txBody>
      </p:sp>
      <p:sp>
        <p:nvSpPr>
          <p:cNvPr id="217" name="dp43-comparison / n174">
            <a:extLst xmlns:a="http://schemas.openxmlformats.org/drawingml/2006/main">
              <a:ext uri="{FF2B5EF4-FFF2-40B4-BE49-F238E27FC236}">
                <a16:creationId xmlns:a16="http://schemas.microsoft.com/office/drawing/2014/main" id="{EB4FE2E7-F0FA-4DDA-9890-93BF563973A1}"/>
              </a:ext>
            </a:extLst>
          </p:cNvPr>
          <p:cNvSpPr>
            <a:spLocks xmlns:a="http://schemas.openxmlformats.org/drawingml/2006/main" noGrp="1"/>
          </p:cNvSpPr>
          <p:nvPr/>
        </p:nvSpPr>
        <p:spPr>
          <a:xfrm xmlns:a="http://schemas.openxmlformats.org/drawingml/2006/main">
            <a:off x="9896475" y="6000750"/>
            <a:ext cx="6465760"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8" name="dp43-comparison / n175 / text 1">
            <a:extLst xmlns:a="http://schemas.openxmlformats.org/drawingml/2006/main">
              <a:ext uri="{FF2B5EF4-FFF2-40B4-BE49-F238E27FC236}">
                <a16:creationId xmlns:a16="http://schemas.microsoft.com/office/drawing/2014/main" id="{33ED3341-4954-485D-B45F-E41D8D7A967A}"/>
              </a:ext>
            </a:extLst>
          </p:cNvPr>
          <p:cNvSpPr>
            <a:spLocks xmlns:a="http://schemas.openxmlformats.org/drawingml/2006/main" noGrp="1"/>
          </p:cNvSpPr>
          <p:nvPr/>
        </p:nvSpPr>
        <p:spPr>
          <a:xfrm xmlns:a="http://schemas.openxmlformats.org/drawingml/2006/main">
            <a:off x="9915525" y="6010275"/>
            <a:ext cx="77152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7155A4"/>
                </a:solidFill>
                <a:latin typeface="Apple SD Gothic Neo"/>
                <a:ea typeface="Apple SD Gothic Neo"/>
                <a:cs typeface="Apple SD Gothic Neo"/>
              </a:defRPr>
            </a:pPr>
            <a:r>
              <a:rPr sz="1275" b="0">
                <a:solidFill>
                  <a:srgbClr val="7155A4"/>
                </a:solidFill>
                <a:latin typeface="Apple SD Gothic Neo"/>
                <a:ea typeface="Apple SD Gothic Neo"/>
                <a:cs typeface="Apple SD Gothic Neo"/>
              </a:rPr>
              <a:t>정정: F2와 F5 재판단 → F4 갱신 / Task Association은 입력 전제가 아닌 결과</a:t>
            </a:r>
          </a:p>
        </p:txBody>
      </p:sp>
      <p:sp>
        <p:nvSpPr>
          <p:cNvPr id="219" name="dp43-comparison / n185">
            <a:extLst xmlns:a="http://schemas.openxmlformats.org/drawingml/2006/main">
              <a:ext uri="{FF2B5EF4-FFF2-40B4-BE49-F238E27FC236}">
                <a16:creationId xmlns:a16="http://schemas.microsoft.com/office/drawing/2014/main" id="{3B982A6B-7C0C-42B5-809C-47D78D15AC0C}"/>
              </a:ext>
            </a:extLst>
          </p:cNvPr>
          <p:cNvSpPr>
            <a:spLocks xmlns:a="http://schemas.openxmlformats.org/drawingml/2006/main" noGrp="1"/>
          </p:cNvSpPr>
          <p:nvPr/>
        </p:nvSpPr>
        <p:spPr>
          <a:xfrm xmlns:a="http://schemas.openxmlformats.org/drawingml/2006/main">
            <a:off x="12506325" y="6200775"/>
            <a:ext cx="35844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0" name="dp43-comparison / n186 / text 1">
            <a:extLst xmlns:a="http://schemas.openxmlformats.org/drawingml/2006/main">
              <a:ext uri="{FF2B5EF4-FFF2-40B4-BE49-F238E27FC236}">
                <a16:creationId xmlns:a16="http://schemas.microsoft.com/office/drawing/2014/main" id="{47D3B0A5-C969-4FF1-90AE-1F1E2537C47D}"/>
              </a:ext>
            </a:extLst>
          </p:cNvPr>
          <p:cNvSpPr>
            <a:spLocks xmlns:a="http://schemas.openxmlformats.org/drawingml/2006/main" noGrp="1"/>
          </p:cNvSpPr>
          <p:nvPr/>
        </p:nvSpPr>
        <p:spPr>
          <a:xfrm xmlns:a="http://schemas.openxmlformats.org/drawingml/2006/main">
            <a:off x="12525375" y="6210300"/>
            <a:ext cx="5029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현재 검사: 입력 / 정보 / Task / 질문 / 권한</a:t>
            </a:r>
          </a:p>
        </p:txBody>
      </p:sp>
      <p:sp>
        <p:nvSpPr>
          <p:cNvPr id="221" name="dp43-comparison / n187">
            <a:extLst xmlns:a="http://schemas.openxmlformats.org/drawingml/2006/main">
              <a:ext uri="{FF2B5EF4-FFF2-40B4-BE49-F238E27FC236}">
                <a16:creationId xmlns:a16="http://schemas.microsoft.com/office/drawing/2014/main" id="{73A08D40-A949-4080-9F23-8B3411ABD831}"/>
              </a:ext>
            </a:extLst>
          </p:cNvPr>
          <p:cNvSpPr>
            <a:spLocks xmlns:a="http://schemas.openxmlformats.org/drawingml/2006/main" noGrp="1"/>
          </p:cNvSpPr>
          <p:nvPr/>
        </p:nvSpPr>
        <p:spPr>
          <a:xfrm xmlns:a="http://schemas.openxmlformats.org/drawingml/2006/main">
            <a:off x="12982575" y="6981825"/>
            <a:ext cx="3221736"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2" name="dp43-comparison / n188 / text 1">
            <a:extLst xmlns:a="http://schemas.openxmlformats.org/drawingml/2006/main">
              <a:ext uri="{FF2B5EF4-FFF2-40B4-BE49-F238E27FC236}">
                <a16:creationId xmlns:a16="http://schemas.microsoft.com/office/drawing/2014/main" id="{DE79E92F-7E9A-4F4C-A585-E47D39459491}"/>
              </a:ext>
            </a:extLst>
          </p:cNvPr>
          <p:cNvSpPr>
            <a:spLocks xmlns:a="http://schemas.openxmlformats.org/drawingml/2006/main" noGrp="1"/>
          </p:cNvSpPr>
          <p:nvPr/>
        </p:nvSpPr>
        <p:spPr>
          <a:xfrm xmlns:a="http://schemas.openxmlformats.org/drawingml/2006/main">
            <a:off x="13001625" y="6991350"/>
            <a:ext cx="4400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채택 의미와 질문 / 임시 해석 상태와 별도</a:t>
            </a:r>
          </a:p>
        </p:txBody>
      </p:sp>
      <p:sp>
        <p:nvSpPr>
          <p:cNvPr id="223" name="dp43-comparison / n189">
            <a:extLst xmlns:a="http://schemas.openxmlformats.org/drawingml/2006/main">
              <a:ext uri="{FF2B5EF4-FFF2-40B4-BE49-F238E27FC236}">
                <a16:creationId xmlns:a16="http://schemas.microsoft.com/office/drawing/2014/main" id="{AD9C5857-4B7D-452B-A6C8-AD439C37F8B1}"/>
              </a:ext>
            </a:extLst>
          </p:cNvPr>
          <p:cNvSpPr>
            <a:spLocks xmlns:a="http://schemas.openxmlformats.org/drawingml/2006/main" noGrp="1"/>
          </p:cNvSpPr>
          <p:nvPr/>
        </p:nvSpPr>
        <p:spPr>
          <a:xfrm xmlns:a="http://schemas.openxmlformats.org/drawingml/2006/main">
            <a:off x="9886950" y="7200900"/>
            <a:ext cx="7323963" cy="21336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4" name="dp43-comparison / n190 / text 1">
            <a:extLst xmlns:a="http://schemas.openxmlformats.org/drawingml/2006/main">
              <a:ext uri="{FF2B5EF4-FFF2-40B4-BE49-F238E27FC236}">
                <a16:creationId xmlns:a16="http://schemas.microsoft.com/office/drawing/2014/main" id="{713AD57F-97FD-42F2-B02E-68334EBCBDAC}"/>
              </a:ext>
            </a:extLst>
          </p:cNvPr>
          <p:cNvSpPr>
            <a:spLocks xmlns:a="http://schemas.openxmlformats.org/drawingml/2006/main" noGrp="1"/>
          </p:cNvSpPr>
          <p:nvPr/>
        </p:nvSpPr>
        <p:spPr>
          <a:xfrm xmlns:a="http://schemas.openxmlformats.org/drawingml/2006/main">
            <a:off x="9906000" y="7210425"/>
            <a:ext cx="76962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5F6B77"/>
                </a:solidFill>
                <a:latin typeface="Apple SD Gothic Neo"/>
                <a:ea typeface="Apple SD Gothic Neo"/>
                <a:cs typeface="Apple SD Gothic Neo"/>
              </a:defRPr>
            </a:pPr>
            <a:r>
              <a:rPr sz="1275" b="0">
                <a:solidFill>
                  <a:srgbClr val="5F6B77"/>
                </a:solidFill>
                <a:latin typeface="Apple SD Gothic Neo"/>
                <a:ea typeface="Apple SD Gothic Neo"/>
                <a:cs typeface="Apple SD Gothic Neo"/>
              </a:rPr>
              <a:t>채택 후: Response Manager → Interaction Manager / Task Manager → Agent Gateway</a:t>
            </a:r>
          </a:p>
        </p:txBody>
      </p:sp>
      <p:sp>
        <p:nvSpPr>
          <p:cNvPr id="225" name="dp43-comparison / n191">
            <a:extLst xmlns:a="http://schemas.openxmlformats.org/drawingml/2006/main">
              <a:ext uri="{FF2B5EF4-FFF2-40B4-BE49-F238E27FC236}">
                <a16:creationId xmlns:a16="http://schemas.microsoft.com/office/drawing/2014/main" id="{CE6E102E-58A3-44F2-8425-F561801FDA27}"/>
              </a:ext>
            </a:extLst>
          </p:cNvPr>
          <p:cNvSpPr>
            <a:spLocks xmlns:a="http://schemas.openxmlformats.org/drawingml/2006/main" noGrp="1"/>
          </p:cNvSpPr>
          <p:nvPr/>
        </p:nvSpPr>
        <p:spPr>
          <a:xfrm xmlns:a="http://schemas.openxmlformats.org/drawingml/2006/main">
            <a:off x="9886950" y="7391400"/>
            <a:ext cx="6056376" cy="17145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6" name="dp43-comparison / n192 / text 1">
            <a:extLst xmlns:a="http://schemas.openxmlformats.org/drawingml/2006/main">
              <a:ext uri="{FF2B5EF4-FFF2-40B4-BE49-F238E27FC236}">
                <a16:creationId xmlns:a16="http://schemas.microsoft.com/office/drawing/2014/main" id="{E027D8D3-5B20-4614-B0FC-06E3A32DA0A5}"/>
              </a:ext>
            </a:extLst>
          </p:cNvPr>
          <p:cNvSpPr>
            <a:spLocks xmlns:a="http://schemas.openxmlformats.org/drawingml/2006/main" noGrp="1"/>
          </p:cNvSpPr>
          <p:nvPr/>
        </p:nvSpPr>
        <p:spPr>
          <a:xfrm xmlns:a="http://schemas.openxmlformats.org/drawingml/2006/main">
            <a:off x="9906000" y="7400925"/>
            <a:ext cx="76962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5F6B77"/>
                </a:solidFill>
                <a:latin typeface="Apple SD Gothic Neo"/>
                <a:ea typeface="Apple SD Gothic Neo"/>
                <a:cs typeface="Apple SD Gothic Neo"/>
              </a:defRPr>
            </a:pPr>
            <a:r>
              <a:rPr sz="1200" b="0">
                <a:solidFill>
                  <a:srgbClr val="5F6B77"/>
                </a:solidFill>
                <a:latin typeface="Apple SD Gothic Neo"/>
                <a:ea typeface="Apple SD Gothic Neo"/>
                <a:cs typeface="Apple SD Gothic Neo"/>
              </a:rPr>
              <a:t>확인 질문의 실제 전달과 새 답변 / Downstream Agent 접수와 결과의 별도 확인</a:t>
            </a:r>
          </a:p>
        </p:txBody>
      </p:sp>
    </p:spTree>
    <p:extLst>
      <p:ext uri="{BB962C8B-B14F-4D97-AF65-F5344CB8AC3E}">
        <p14:creationId xmlns:p14="http://schemas.microsoft.com/office/powerpoint/2010/main" val="7540074"/>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9" name="dp44-comparison / n1">
            <a:extLst xmlns:a="http://schemas.openxmlformats.org/drawingml/2006/main">
              <a:ext uri="{FF2B5EF4-FFF2-40B4-BE49-F238E27FC236}">
                <a16:creationId xmlns:a16="http://schemas.microsoft.com/office/drawing/2014/main" id="{7CA7E70B-5B8B-4540-ADC8-CEA4C5595F46}"/>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4-comparison / n2 / text 1">
            <a:extLst xmlns:a="http://schemas.openxmlformats.org/drawingml/2006/main">
              <a:ext uri="{FF2B5EF4-FFF2-40B4-BE49-F238E27FC236}">
                <a16:creationId xmlns:a16="http://schemas.microsoft.com/office/drawing/2014/main" id="{BE86DE9F-B7EB-4733-AA43-0BEDFB2739CB}"/>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4-comparison / n3 / text 1">
            <a:extLst xmlns:a="http://schemas.openxmlformats.org/drawingml/2006/main">
              <a:ext uri="{FF2B5EF4-FFF2-40B4-BE49-F238E27FC236}">
                <a16:creationId xmlns:a16="http://schemas.microsoft.com/office/drawing/2014/main" id="{A89EDD0E-4929-4D2B-A7ED-7FE30FFF1823}"/>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4-comparison / n4 / text 1">
            <a:extLst xmlns:a="http://schemas.openxmlformats.org/drawingml/2006/main">
              <a:ext uri="{FF2B5EF4-FFF2-40B4-BE49-F238E27FC236}">
                <a16:creationId xmlns:a16="http://schemas.microsoft.com/office/drawing/2014/main" id="{28472816-D830-46FF-92BF-A6F90305C462}"/>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04-44. VIA 지속 입력과 업무 알림의 후속 실행 구조</a:t>
            </a:r>
          </a:p>
        </p:txBody>
      </p:sp>
      <p:sp>
        <p:nvSpPr>
          <p:cNvPr id="5" name="dp44-comparison / n5 / path">
            <a:extLst xmlns:a="http://schemas.openxmlformats.org/drawingml/2006/main">
              <a:ext uri="{FF2B5EF4-FFF2-40B4-BE49-F238E27FC236}">
                <a16:creationId xmlns:a16="http://schemas.microsoft.com/office/drawing/2014/main" id="{CE988118-F205-4DF9-9350-F088E42042B2}"/>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4-comparison / n6 / text 1">
            <a:extLst xmlns:a="http://schemas.openxmlformats.org/drawingml/2006/main">
              <a:ext uri="{FF2B5EF4-FFF2-40B4-BE49-F238E27FC236}">
                <a16:creationId xmlns:a16="http://schemas.microsoft.com/office/drawing/2014/main" id="{52DE0C41-4055-4FF8-8FC0-0BF27C373A87}"/>
              </a:ext>
            </a:extLst>
          </p:cNvPr>
          <p:cNvSpPr>
            <a:spLocks xmlns:a="http://schemas.openxmlformats.org/drawingml/2006/main" noGrp="1"/>
          </p:cNvSpPr>
          <p:nvPr/>
        </p:nvSpPr>
        <p:spPr>
          <a:xfrm xmlns:a="http://schemas.openxmlformats.org/drawingml/2006/main">
            <a:off x="381000" y="1333500"/>
            <a:ext cx="17526000" cy="30384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650" b="0">
                <a:solidFill>
                  <a:srgbClr val="18232E"/>
                </a:solidFill>
                <a:latin typeface="Apple SD Gothic Neo"/>
                <a:ea typeface="Apple SD Gothic Neo"/>
                <a:cs typeface="Apple SD Gothic Neo"/>
              </a:defRPr>
            </a:pPr>
            <a:r>
              <a:rPr sz="1650" b="0">
                <a:solidFill>
                  <a:srgbClr val="18232E"/>
                </a:solidFill>
                <a:latin typeface="Apple SD Gothic Neo"/>
                <a:ea typeface="Apple SD Gothic Neo"/>
                <a:cs typeface="Apple SD Gothic Neo"/>
              </a:rPr>
              <a:t>“잠깐, 표부터 설명해줘.” + 메일 수신자 질문 도착 + 이전 응답 준비가 늦게 완료</a:t>
            </a:r>
          </a:p>
        </p:txBody>
      </p:sp>
      <p:sp>
        <p:nvSpPr>
          <p:cNvPr id="7" name="dp44-comparison / n7 / text 1">
            <a:extLst xmlns:a="http://schemas.openxmlformats.org/drawingml/2006/main">
              <a:ext uri="{FF2B5EF4-FFF2-40B4-BE49-F238E27FC236}">
                <a16:creationId xmlns:a16="http://schemas.microsoft.com/office/drawing/2014/main" id="{C79CA23E-8A08-4FD4-BDC5-4B650B4B5F04}"/>
              </a:ext>
            </a:extLst>
          </p:cNvPr>
          <p:cNvSpPr>
            <a:spLocks xmlns:a="http://schemas.openxmlformats.org/drawingml/2006/main" noGrp="1"/>
          </p:cNvSpPr>
          <p:nvPr/>
        </p:nvSpPr>
        <p:spPr>
          <a:xfrm xmlns:a="http://schemas.openxmlformats.org/drawingml/2006/main">
            <a:off x="381000" y="1628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계속 입력 수신 / 로컬 VAD와 즉시 음성 중단 / 클라우드 음성 / 의미 모델 / 같은 Request / Task / 실제 전달 원본</a:t>
            </a:r>
          </a:p>
        </p:txBody>
      </p:sp>
      <p:sp>
        <p:nvSpPr>
          <p:cNvPr id="8" name="dp44-comparison / n8">
            <a:extLst xmlns:a="http://schemas.openxmlformats.org/drawingml/2006/main">
              <a:ext uri="{FF2B5EF4-FFF2-40B4-BE49-F238E27FC236}">
                <a16:creationId xmlns:a16="http://schemas.microsoft.com/office/drawing/2014/main" id="{D4EC4FEF-CE17-4A81-BDD5-D85189A55FB3}"/>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4-comparison / n9 / text 1">
            <a:extLst xmlns:a="http://schemas.openxmlformats.org/drawingml/2006/main">
              <a:ext uri="{FF2B5EF4-FFF2-40B4-BE49-F238E27FC236}">
                <a16:creationId xmlns:a16="http://schemas.microsoft.com/office/drawing/2014/main" id="{039D7EBA-8DFF-489D-BC83-2A480120647C}"/>
              </a:ext>
            </a:extLst>
          </p:cNvPr>
          <p:cNvSpPr>
            <a:spLocks xmlns:a="http://schemas.openxmlformats.org/drawingml/2006/main" noGrp="1"/>
          </p:cNvSpPr>
          <p:nvPr/>
        </p:nvSpPr>
        <p:spPr>
          <a:xfrm xmlns:a="http://schemas.openxmlformats.org/drawingml/2006/main">
            <a:off x="148590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A 중앙에서 완료 회수와 다음 실행 지시</a:t>
            </a:r>
          </a:p>
        </p:txBody>
      </p:sp>
      <p:sp>
        <p:nvSpPr>
          <p:cNvPr id="10" name="dp44-comparison / n10 / text 1">
            <a:extLst xmlns:a="http://schemas.openxmlformats.org/drawingml/2006/main">
              <a:ext uri="{FF2B5EF4-FFF2-40B4-BE49-F238E27FC236}">
                <a16:creationId xmlns:a16="http://schemas.microsoft.com/office/drawing/2014/main" id="{29459710-AE84-4EB5-BBBB-5D52EE5F471D}"/>
              </a:ext>
            </a:extLst>
          </p:cNvPr>
          <p:cNvSpPr>
            <a:spLocks xmlns:a="http://schemas.openxmlformats.org/drawingml/2006/main" noGrp="1"/>
          </p:cNvSpPr>
          <p:nvPr/>
        </p:nvSpPr>
        <p:spPr>
          <a:xfrm xmlns:a="http://schemas.openxmlformats.org/drawingml/2006/main">
            <a:off x="9772650" y="1962150"/>
            <a:ext cx="7981950" cy="31765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725" b="1">
                <a:solidFill>
                  <a:srgbClr val="18232E"/>
                </a:solidFill>
                <a:latin typeface="Apple SD Gothic Neo"/>
                <a:ea typeface="Apple SD Gothic Neo"/>
                <a:cs typeface="Apple SD Gothic Neo"/>
              </a:defRPr>
            </a:pPr>
            <a:r>
              <a:rPr sz="1725" b="1">
                <a:solidFill>
                  <a:srgbClr val="18232E"/>
                </a:solidFill>
                <a:latin typeface="Apple SD Gothic Neo"/>
                <a:ea typeface="Apple SD Gothic Neo"/>
                <a:cs typeface="Apple SD Gothic Neo"/>
              </a:rPr>
              <a:t>B 연결된 단계가 입력과 조건으로 실행</a:t>
            </a:r>
          </a:p>
        </p:txBody>
      </p:sp>
      <p:sp>
        <p:nvSpPr>
          <p:cNvPr id="11" name="dp44-comparison / n11 / path">
            <a:extLst xmlns:a="http://schemas.openxmlformats.org/drawingml/2006/main">
              <a:ext uri="{FF2B5EF4-FFF2-40B4-BE49-F238E27FC236}">
                <a16:creationId xmlns:a16="http://schemas.microsoft.com/office/drawing/2014/main" id="{4DE1791C-4422-4096-84A0-035061AB13EF}"/>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4-comparison / n12 / path">
            <a:extLst xmlns:a="http://schemas.openxmlformats.org/drawingml/2006/main">
              <a:ext uri="{FF2B5EF4-FFF2-40B4-BE49-F238E27FC236}">
                <a16:creationId xmlns:a16="http://schemas.microsoft.com/office/drawing/2014/main" id="{D8CD260A-BB1D-4991-913D-DFB6A52D26BB}"/>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4-comparison / n13 / text 1">
            <a:extLst xmlns:a="http://schemas.openxmlformats.org/drawingml/2006/main">
              <a:ext uri="{FF2B5EF4-FFF2-40B4-BE49-F238E27FC236}">
                <a16:creationId xmlns:a16="http://schemas.microsoft.com/office/drawing/2014/main" id="{A74CBB45-28DA-40BA-97C7-3AB61DB2708B}"/>
              </a:ext>
            </a:extLst>
          </p:cNvPr>
          <p:cNvSpPr>
            <a:spLocks xmlns:a="http://schemas.openxmlformats.org/drawingml/2006/main" noGrp="1"/>
          </p:cNvSpPr>
          <p:nvPr/>
        </p:nvSpPr>
        <p:spPr>
          <a:xfrm xmlns:a="http://schemas.openxmlformats.org/drawingml/2006/main">
            <a:off x="400050" y="7724775"/>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후속 처리: source / 권한 / 입력 세대 검사 → Publication Control → Interaction Manager 실제 표시/재생 → receipt</a:t>
            </a:r>
          </a:p>
        </p:txBody>
      </p:sp>
      <p:sp>
        <p:nvSpPr>
          <p:cNvPr id="14" name="dp44-comparison / n14 / text 1">
            <a:extLst xmlns:a="http://schemas.openxmlformats.org/drawingml/2006/main">
              <a:ext uri="{FF2B5EF4-FFF2-40B4-BE49-F238E27FC236}">
                <a16:creationId xmlns:a16="http://schemas.microsoft.com/office/drawing/2014/main" id="{FC6197E7-4171-4ECB-B4F3-0A91A75E70F3}"/>
              </a:ext>
            </a:extLst>
          </p:cNvPr>
          <p:cNvSpPr>
            <a:spLocks xmlns:a="http://schemas.openxmlformats.org/drawingml/2006/main" noGrp="1"/>
          </p:cNvSpPr>
          <p:nvPr/>
        </p:nvSpPr>
        <p:spPr>
          <a:xfrm xmlns:a="http://schemas.openxmlformats.org/drawingml/2006/main">
            <a:off x="400050" y="80010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확인 질문은 별도 admission으로 현재 입력 해소를 기다리지 않고 제시 / 발화 시작은 업무 취소 완료가 아님</a:t>
            </a:r>
          </a:p>
        </p:txBody>
      </p:sp>
      <p:sp>
        <p:nvSpPr>
          <p:cNvPr id="15" name="dp44-comparison / n15 / path">
            <a:extLst xmlns:a="http://schemas.openxmlformats.org/drawingml/2006/main">
              <a:ext uri="{FF2B5EF4-FFF2-40B4-BE49-F238E27FC236}">
                <a16:creationId xmlns:a16="http://schemas.microsoft.com/office/drawing/2014/main" id="{4B5728DD-3491-4009-A043-98DB8E1FC6AD}"/>
              </a:ext>
            </a:extLst>
          </p:cNvPr>
          <p:cNvSpPr>
            <a:spLocks xmlns:a="http://schemas.openxmlformats.org/drawingml/2006/main" noGrp="1"/>
          </p:cNvSpPr>
          <p:nvPr/>
        </p:nvSpPr>
        <p:spPr>
          <a:xfrm xmlns:a="http://schemas.openxmlformats.org/drawingml/2006/main">
            <a:off x="381000" y="8334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4-comparison / n16 / text 1">
            <a:extLst xmlns:a="http://schemas.openxmlformats.org/drawingml/2006/main">
              <a:ext uri="{FF2B5EF4-FFF2-40B4-BE49-F238E27FC236}">
                <a16:creationId xmlns:a16="http://schemas.microsoft.com/office/drawing/2014/main" id="{438040AB-E4CF-48FC-B783-0FBB3B8D3F01}"/>
              </a:ext>
            </a:extLst>
          </p:cNvPr>
          <p:cNvSpPr>
            <a:spLocks xmlns:a="http://schemas.openxmlformats.org/drawingml/2006/main" noGrp="1"/>
          </p:cNvSpPr>
          <p:nvPr/>
        </p:nvSpPr>
        <p:spPr>
          <a:xfrm xmlns:a="http://schemas.openxmlformats.org/drawingml/2006/main">
            <a:off x="400050" y="84105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정확성</a:t>
            </a:r>
          </a:p>
        </p:txBody>
      </p:sp>
      <p:sp>
        <p:nvSpPr>
          <p:cNvPr id="17" name="dp44-comparison / n17 / text 1">
            <a:extLst xmlns:a="http://schemas.openxmlformats.org/drawingml/2006/main">
              <a:ext uri="{FF2B5EF4-FFF2-40B4-BE49-F238E27FC236}">
                <a16:creationId xmlns:a16="http://schemas.microsoft.com/office/drawing/2014/main" id="{0B8AF550-2B14-4C99-B752-A9DFA26E3444}"/>
              </a:ext>
            </a:extLst>
          </p:cNvPr>
          <p:cNvSpPr>
            <a:spLocks xmlns:a="http://schemas.openxmlformats.org/drawingml/2006/main" noGrp="1"/>
          </p:cNvSpPr>
          <p:nvPr/>
        </p:nvSpPr>
        <p:spPr>
          <a:xfrm xmlns:a="http://schemas.openxmlformats.org/drawingml/2006/main">
            <a:off x="2857500" y="84105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의미 판단은 41과 동일 / 중앙에서 세대 / 대기 참조 연결</a:t>
            </a:r>
          </a:p>
        </p:txBody>
      </p:sp>
      <p:sp>
        <p:nvSpPr>
          <p:cNvPr id="18" name="dp44-comparison / n18 / text 1">
            <a:extLst xmlns:a="http://schemas.openxmlformats.org/drawingml/2006/main">
              <a:ext uri="{FF2B5EF4-FFF2-40B4-BE49-F238E27FC236}">
                <a16:creationId xmlns:a16="http://schemas.microsoft.com/office/drawing/2014/main" id="{E829E41D-B32A-4BB0-B790-9E15B905B5EF}"/>
              </a:ext>
            </a:extLst>
          </p:cNvPr>
          <p:cNvSpPr>
            <a:spLocks xmlns:a="http://schemas.openxmlformats.org/drawingml/2006/main" noGrp="1"/>
          </p:cNvSpPr>
          <p:nvPr/>
        </p:nvSpPr>
        <p:spPr>
          <a:xfrm xmlns:a="http://schemas.openxmlformats.org/drawingml/2006/main">
            <a:off x="10001250" y="84105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판단과 검사 / 단계 간 참조 / Join 오류 관리 필요</a:t>
            </a:r>
          </a:p>
        </p:txBody>
      </p:sp>
      <p:sp>
        <p:nvSpPr>
          <p:cNvPr id="19" name="dp44-comparison / n19 / path">
            <a:extLst xmlns:a="http://schemas.openxmlformats.org/drawingml/2006/main">
              <a:ext uri="{FF2B5EF4-FFF2-40B4-BE49-F238E27FC236}">
                <a16:creationId xmlns:a16="http://schemas.microsoft.com/office/drawing/2014/main" id="{2347F4A7-C8D2-4393-A28D-2D344E7C9420}"/>
              </a:ext>
            </a:extLst>
          </p:cNvPr>
          <p:cNvSpPr>
            <a:spLocks xmlns:a="http://schemas.openxmlformats.org/drawingml/2006/main" noGrp="1"/>
          </p:cNvSpPr>
          <p:nvPr/>
        </p:nvSpPr>
        <p:spPr>
          <a:xfrm xmlns:a="http://schemas.openxmlformats.org/drawingml/2006/main">
            <a:off x="381000" y="8658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4-comparison / n20 / text 1">
            <a:extLst xmlns:a="http://schemas.openxmlformats.org/drawingml/2006/main">
              <a:ext uri="{FF2B5EF4-FFF2-40B4-BE49-F238E27FC236}">
                <a16:creationId xmlns:a16="http://schemas.microsoft.com/office/drawing/2014/main" id="{0CA18773-21D0-4747-9601-D9E715D96AFC}"/>
              </a:ext>
            </a:extLst>
          </p:cNvPr>
          <p:cNvSpPr>
            <a:spLocks xmlns:a="http://schemas.openxmlformats.org/drawingml/2006/main" noGrp="1"/>
          </p:cNvSpPr>
          <p:nvPr/>
        </p:nvSpPr>
        <p:spPr>
          <a:xfrm xmlns:a="http://schemas.openxmlformats.org/drawingml/2006/main">
            <a:off x="400050" y="87344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응답성</a:t>
            </a:r>
          </a:p>
        </p:txBody>
      </p:sp>
      <p:sp>
        <p:nvSpPr>
          <p:cNvPr id="21" name="dp44-comparison / n21 / text 1">
            <a:extLst xmlns:a="http://schemas.openxmlformats.org/drawingml/2006/main">
              <a:ext uri="{FF2B5EF4-FFF2-40B4-BE49-F238E27FC236}">
                <a16:creationId xmlns:a16="http://schemas.microsoft.com/office/drawing/2014/main" id="{6D37FD0B-AB2D-4837-8F59-37E9FB568C59}"/>
              </a:ext>
            </a:extLst>
          </p:cNvPr>
          <p:cNvSpPr>
            <a:spLocks xmlns:a="http://schemas.openxmlformats.org/drawingml/2006/main" noGrp="1"/>
          </p:cNvSpPr>
          <p:nvPr/>
        </p:nvSpPr>
        <p:spPr>
          <a:xfrm xmlns:a="http://schemas.openxmlformats.org/drawingml/2006/main">
            <a:off x="2857500" y="87344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완료 회수 / 다음 지시 경로 / 중앙 전이 비용</a:t>
            </a:r>
          </a:p>
        </p:txBody>
      </p:sp>
      <p:sp>
        <p:nvSpPr>
          <p:cNvPr id="22" name="dp44-comparison / n22 / text 1">
            <a:extLst xmlns:a="http://schemas.openxmlformats.org/drawingml/2006/main">
              <a:ext uri="{FF2B5EF4-FFF2-40B4-BE49-F238E27FC236}">
                <a16:creationId xmlns:a16="http://schemas.microsoft.com/office/drawing/2014/main" id="{8EDFAC06-902C-4644-9A89-55879713074E}"/>
              </a:ext>
            </a:extLst>
          </p:cNvPr>
          <p:cNvSpPr>
            <a:spLocks xmlns:a="http://schemas.openxmlformats.org/drawingml/2006/main" noGrp="1"/>
          </p:cNvSpPr>
          <p:nvPr/>
        </p:nvSpPr>
        <p:spPr>
          <a:xfrm xmlns:a="http://schemas.openxmlformats.org/drawingml/2006/main">
            <a:off x="10001250" y="87344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조건 충족 소비자 직접 활성화 / 채널 / Join 비용</a:t>
            </a:r>
          </a:p>
        </p:txBody>
      </p:sp>
      <p:sp>
        <p:nvSpPr>
          <p:cNvPr id="23" name="dp44-comparison / n23 / path">
            <a:extLst xmlns:a="http://schemas.openxmlformats.org/drawingml/2006/main">
              <a:ext uri="{FF2B5EF4-FFF2-40B4-BE49-F238E27FC236}">
                <a16:creationId xmlns:a16="http://schemas.microsoft.com/office/drawing/2014/main" id="{E43555A0-77C3-4905-8797-C10B23A37D1B}"/>
              </a:ext>
            </a:extLst>
          </p:cNvPr>
          <p:cNvSpPr>
            <a:spLocks xmlns:a="http://schemas.openxmlformats.org/drawingml/2006/main" noGrp="1"/>
          </p:cNvSpPr>
          <p:nvPr/>
        </p:nvSpPr>
        <p:spPr>
          <a:xfrm xmlns:a="http://schemas.openxmlformats.org/drawingml/2006/main">
            <a:off x="381000" y="89820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4-comparison / n24 / text 1">
            <a:extLst xmlns:a="http://schemas.openxmlformats.org/drawingml/2006/main">
              <a:ext uri="{FF2B5EF4-FFF2-40B4-BE49-F238E27FC236}">
                <a16:creationId xmlns:a16="http://schemas.microsoft.com/office/drawing/2014/main" id="{801F202F-0DDB-4B11-944E-0E0C0BC7F106}"/>
              </a:ext>
            </a:extLst>
          </p:cNvPr>
          <p:cNvSpPr>
            <a:spLocks xmlns:a="http://schemas.openxmlformats.org/drawingml/2006/main" noGrp="1"/>
          </p:cNvSpPr>
          <p:nvPr/>
        </p:nvSpPr>
        <p:spPr>
          <a:xfrm xmlns:a="http://schemas.openxmlformats.org/drawingml/2006/main">
            <a:off x="400050" y="905827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모델 사용 비용</a:t>
            </a:r>
          </a:p>
        </p:txBody>
      </p:sp>
      <p:sp>
        <p:nvSpPr>
          <p:cNvPr id="25" name="dp44-comparison / n25 / text 1">
            <a:extLst xmlns:a="http://schemas.openxmlformats.org/drawingml/2006/main">
              <a:ext uri="{FF2B5EF4-FFF2-40B4-BE49-F238E27FC236}">
                <a16:creationId xmlns:a16="http://schemas.microsoft.com/office/drawing/2014/main" id="{F6CEFCAE-01D6-4171-A159-4E64308128B0}"/>
              </a:ext>
            </a:extLst>
          </p:cNvPr>
          <p:cNvSpPr>
            <a:spLocks xmlns:a="http://schemas.openxmlformats.org/drawingml/2006/main" noGrp="1"/>
          </p:cNvSpPr>
          <p:nvPr/>
        </p:nvSpPr>
        <p:spPr>
          <a:xfrm xmlns:a="http://schemas.openxmlformats.org/drawingml/2006/main">
            <a:off x="2857500" y="905827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의미 / 응답 job이면 동일 / 폐기 / 재시도 포함</a:t>
            </a:r>
          </a:p>
        </p:txBody>
      </p:sp>
      <p:sp>
        <p:nvSpPr>
          <p:cNvPr id="26" name="dp44-comparison / n26 / text 1">
            <a:extLst xmlns:a="http://schemas.openxmlformats.org/drawingml/2006/main">
              <a:ext uri="{FF2B5EF4-FFF2-40B4-BE49-F238E27FC236}">
                <a16:creationId xmlns:a16="http://schemas.microsoft.com/office/drawing/2014/main" id="{E309163E-BCD9-46F9-BC90-E7D51D4F75A0}"/>
              </a:ext>
            </a:extLst>
          </p:cNvPr>
          <p:cNvSpPr>
            <a:spLocks xmlns:a="http://schemas.openxmlformats.org/drawingml/2006/main" noGrp="1"/>
          </p:cNvSpPr>
          <p:nvPr/>
        </p:nvSpPr>
        <p:spPr>
          <a:xfrm xmlns:a="http://schemas.openxmlformats.org/drawingml/2006/main">
            <a:off x="10001250" y="905827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같은 job이면 동일 / 중복 생산 / 폐기 호출 포함</a:t>
            </a:r>
          </a:p>
        </p:txBody>
      </p:sp>
      <p:sp>
        <p:nvSpPr>
          <p:cNvPr id="27" name="dp44-comparison / n27 / path">
            <a:extLst xmlns:a="http://schemas.openxmlformats.org/drawingml/2006/main">
              <a:ext uri="{FF2B5EF4-FFF2-40B4-BE49-F238E27FC236}">
                <a16:creationId xmlns:a16="http://schemas.microsoft.com/office/drawing/2014/main" id="{37C93762-7359-4C4E-BEBF-0072EB6568F8}"/>
              </a:ext>
            </a:extLst>
          </p:cNvPr>
          <p:cNvSpPr>
            <a:spLocks xmlns:a="http://schemas.openxmlformats.org/drawingml/2006/main" noGrp="1"/>
          </p:cNvSpPr>
          <p:nvPr/>
        </p:nvSpPr>
        <p:spPr>
          <a:xfrm xmlns:a="http://schemas.openxmlformats.org/drawingml/2006/main">
            <a:off x="381000" y="93059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4-comparison / n28 / text 1">
            <a:extLst xmlns:a="http://schemas.openxmlformats.org/drawingml/2006/main">
              <a:ext uri="{FF2B5EF4-FFF2-40B4-BE49-F238E27FC236}">
                <a16:creationId xmlns:a16="http://schemas.microsoft.com/office/drawing/2014/main" id="{CD8F6AA0-B872-470E-A8B2-66545ACE3AE9}"/>
              </a:ext>
            </a:extLst>
          </p:cNvPr>
          <p:cNvSpPr>
            <a:spLocks xmlns:a="http://schemas.openxmlformats.org/drawingml/2006/main" noGrp="1"/>
          </p:cNvSpPr>
          <p:nvPr/>
        </p:nvSpPr>
        <p:spPr>
          <a:xfrm xmlns:a="http://schemas.openxmlformats.org/drawingml/2006/main">
            <a:off x="400050" y="9382125"/>
            <a:ext cx="233362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1">
                <a:solidFill>
                  <a:srgbClr val="18232E"/>
                </a:solidFill>
                <a:latin typeface="Apple SD Gothic Neo"/>
                <a:ea typeface="Apple SD Gothic Neo"/>
                <a:cs typeface="Apple SD Gothic Neo"/>
              </a:defRPr>
            </a:pPr>
            <a:r>
              <a:rPr sz="1350" b="1">
                <a:solidFill>
                  <a:srgbClr val="18232E"/>
                </a:solidFill>
                <a:latin typeface="Apple SD Gothic Neo"/>
                <a:ea typeface="Apple SD Gothic Neo"/>
                <a:cs typeface="Apple SD Gothic Neo"/>
              </a:rPr>
              <a:t>변경 / 메모리</a:t>
            </a:r>
          </a:p>
        </p:txBody>
      </p:sp>
      <p:sp>
        <p:nvSpPr>
          <p:cNvPr id="29" name="dp44-comparison / n29 / text 1">
            <a:extLst xmlns:a="http://schemas.openxmlformats.org/drawingml/2006/main">
              <a:ext uri="{FF2B5EF4-FFF2-40B4-BE49-F238E27FC236}">
                <a16:creationId xmlns:a16="http://schemas.microsoft.com/office/drawing/2014/main" id="{8A9C568A-6D72-4E0A-AF5C-40B23BF550FA}"/>
              </a:ext>
            </a:extLst>
          </p:cNvPr>
          <p:cNvSpPr>
            <a:spLocks xmlns:a="http://schemas.openxmlformats.org/drawingml/2006/main" noGrp="1"/>
          </p:cNvSpPr>
          <p:nvPr/>
        </p:nvSpPr>
        <p:spPr>
          <a:xfrm xmlns:a="http://schemas.openxmlformats.org/drawingml/2006/main">
            <a:off x="2857500" y="9382125"/>
            <a:ext cx="68580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조정 규칙 중앙 변경 / 하나의 진행 상태</a:t>
            </a:r>
          </a:p>
        </p:txBody>
      </p:sp>
      <p:sp>
        <p:nvSpPr>
          <p:cNvPr id="30" name="dp44-comparison / n30 / text 1">
            <a:extLst xmlns:a="http://schemas.openxmlformats.org/drawingml/2006/main">
              <a:ext uri="{FF2B5EF4-FFF2-40B4-BE49-F238E27FC236}">
                <a16:creationId xmlns:a16="http://schemas.microsoft.com/office/drawing/2014/main" id="{61AF9E22-9125-4D66-8C4A-CF06F1D8765F}"/>
              </a:ext>
            </a:extLst>
          </p:cNvPr>
          <p:cNvSpPr>
            <a:spLocks xmlns:a="http://schemas.openxmlformats.org/drawingml/2006/main" noGrp="1"/>
          </p:cNvSpPr>
          <p:nvPr/>
        </p:nvSpPr>
        <p:spPr>
          <a:xfrm xmlns:a="http://schemas.openxmlformats.org/drawingml/2006/main">
            <a:off x="10001250" y="9382125"/>
            <a:ext cx="78105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350" b="0">
                <a:solidFill>
                  <a:srgbClr val="18232E"/>
                </a:solidFill>
                <a:latin typeface="Apple SD Gothic Neo"/>
                <a:ea typeface="Apple SD Gothic Neo"/>
                <a:cs typeface="Apple SD Gothic Neo"/>
              </a:defRPr>
            </a:pPr>
            <a:r>
              <a:rPr sz="1350" b="0">
                <a:solidFill>
                  <a:srgbClr val="18232E"/>
                </a:solidFill>
                <a:latin typeface="Apple SD Gothic Neo"/>
                <a:ea typeface="Apple SD Gothic Neo"/>
                <a:cs typeface="Apple SD Gothic Neo"/>
              </a:rPr>
              <a:t>단계 조합 국소 변경 조건 / 여러 Window / 채널 상태</a:t>
            </a:r>
          </a:p>
        </p:txBody>
      </p:sp>
      <p:sp>
        <p:nvSpPr>
          <p:cNvPr id="31" name="dp44-comparison / n31 / text 1">
            <a:extLst xmlns:a="http://schemas.openxmlformats.org/drawingml/2006/main">
              <a:ext uri="{FF2B5EF4-FFF2-40B4-BE49-F238E27FC236}">
                <a16:creationId xmlns:a16="http://schemas.microsoft.com/office/drawing/2014/main" id="{8BE5F0B3-C72D-462A-A21B-86A4C0BD7000}"/>
              </a:ext>
            </a:extLst>
          </p:cNvPr>
          <p:cNvSpPr>
            <a:spLocks xmlns:a="http://schemas.openxmlformats.org/drawingml/2006/main" noGrp="1"/>
          </p:cNvSpPr>
          <p:nvPr/>
        </p:nvSpPr>
        <p:spPr>
          <a:xfrm xmlns:a="http://schemas.openxmlformats.org/drawingml/2006/main">
            <a:off x="381000" y="982980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미선정 / 미측정. A도 비동기 / 우선순위 / 동시 실행. B의 사건 채널만으로 정확성 / 속도 우위를 보장하지 않는다.</a:t>
            </a:r>
          </a:p>
        </p:txBody>
      </p:sp>
      <p:sp>
        <p:nvSpPr>
          <p:cNvPr id="32" name="dp44-comparison / n32 / text 1">
            <a:extLst xmlns:a="http://schemas.openxmlformats.org/drawingml/2006/main">
              <a:ext uri="{FF2B5EF4-FFF2-40B4-BE49-F238E27FC236}">
                <a16:creationId xmlns:a16="http://schemas.microsoft.com/office/drawing/2014/main" id="{102ED961-836C-4413-8666-32145D5FF8A3}"/>
              </a:ext>
            </a:extLst>
          </p:cNvPr>
          <p:cNvSpPr>
            <a:spLocks xmlns:a="http://schemas.openxmlformats.org/drawingml/2006/main" noGrp="1"/>
          </p:cNvSpPr>
          <p:nvPr/>
        </p:nvSpPr>
        <p:spPr>
          <a:xfrm xmlns:a="http://schemas.openxmlformats.org/drawingml/2006/main">
            <a:off x="381000" y="10096500"/>
            <a:ext cx="1752600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5F6B77"/>
                </a:solidFill>
                <a:latin typeface="Apple SD Gothic Neo"/>
                <a:ea typeface="Apple SD Gothic Neo"/>
                <a:cs typeface="Apple SD Gothic Neo"/>
              </a:defRPr>
            </a:pPr>
            <a:r>
              <a:rPr sz="1050" b="0">
                <a:solidFill>
                  <a:srgbClr val="5F6B77"/>
                </a:solidFill>
                <a:latin typeface="Apple SD Gothic Neo"/>
                <a:ea typeface="Apple SD Gothic Neo"/>
                <a:cs typeface="Apple SD Gothic Neo"/>
              </a:rPr>
              <a:t>Module 구조와 후속 실행 자료를 비교 / 준비 완료 / 내부 접수 / 외부 접수 / 실제 전달을 구별 / 수치 우열은 측정 후 판단</a:t>
            </a:r>
          </a:p>
        </p:txBody>
      </p:sp>
      <p:sp>
        <p:nvSpPr>
          <p:cNvPr id="33" name="dp44-comparison / legend44_0">
            <a:extLst xmlns:a="http://schemas.openxmlformats.org/drawingml/2006/main">
              <a:ext uri="{FF2B5EF4-FFF2-40B4-BE49-F238E27FC236}">
                <a16:creationId xmlns:a16="http://schemas.microsoft.com/office/drawing/2014/main" id="{B451605A-678A-4038-A662-EC7FCDFAC03F}"/>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4" name="dp44-comparison / legend44_1 / text 1">
            <a:extLst xmlns:a="http://schemas.openxmlformats.org/drawingml/2006/main">
              <a:ext uri="{FF2B5EF4-FFF2-40B4-BE49-F238E27FC236}">
                <a16:creationId xmlns:a16="http://schemas.microsoft.com/office/drawing/2014/main" id="{D7798430-1844-477E-855E-20129652BC04}"/>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35" name="dp44-comparison / legend44_2">
            <a:extLst xmlns:a="http://schemas.openxmlformats.org/drawingml/2006/main">
              <a:ext uri="{FF2B5EF4-FFF2-40B4-BE49-F238E27FC236}">
                <a16:creationId xmlns:a16="http://schemas.microsoft.com/office/drawing/2014/main" id="{285D5984-BEAD-4038-89F2-DCDB255E38C9}"/>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6" name="dp44-comparison / legend44_3 / text 1">
            <a:extLst xmlns:a="http://schemas.openxmlformats.org/drawingml/2006/main">
              <a:ext uri="{FF2B5EF4-FFF2-40B4-BE49-F238E27FC236}">
                <a16:creationId xmlns:a16="http://schemas.microsoft.com/office/drawing/2014/main" id="{65A003BC-9100-4D26-98B5-958BB583D495}"/>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37" name="dp44-comparison / legend44_4 / text 1">
            <a:extLst xmlns:a="http://schemas.openxmlformats.org/drawingml/2006/main">
              <a:ext uri="{FF2B5EF4-FFF2-40B4-BE49-F238E27FC236}">
                <a16:creationId xmlns:a16="http://schemas.microsoft.com/office/drawing/2014/main" id="{F0B4CB42-2D3D-4F08-A5C2-6D91CC3D2E7F}"/>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38" name="dp44-comparison / legend44_5">
            <a:extLst xmlns:a="http://schemas.openxmlformats.org/drawingml/2006/main">
              <a:ext uri="{FF2B5EF4-FFF2-40B4-BE49-F238E27FC236}">
                <a16:creationId xmlns:a16="http://schemas.microsoft.com/office/drawing/2014/main" id="{D39556E2-9C57-42D1-BD70-CE553643E26E}"/>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39" name="dp44-comparison / legend44_6 / text 1">
            <a:extLst xmlns:a="http://schemas.openxmlformats.org/drawingml/2006/main">
              <a:ext uri="{FF2B5EF4-FFF2-40B4-BE49-F238E27FC236}">
                <a16:creationId xmlns:a16="http://schemas.microsoft.com/office/drawing/2014/main" id="{5C3238A2-87EC-469F-81CC-64BEBD764C07}"/>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0" name="dp44-comparison / legend44_7 / text 1">
            <a:extLst xmlns:a="http://schemas.openxmlformats.org/drawingml/2006/main">
              <a:ext uri="{FF2B5EF4-FFF2-40B4-BE49-F238E27FC236}">
                <a16:creationId xmlns:a16="http://schemas.microsoft.com/office/drawing/2014/main" id="{0D259252-DE14-495C-80D0-3FD133A29AEF}"/>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1" name="dp44-comparison / legend44_8">
            <a:extLst xmlns:a="http://schemas.openxmlformats.org/drawingml/2006/main">
              <a:ext uri="{FF2B5EF4-FFF2-40B4-BE49-F238E27FC236}">
                <a16:creationId xmlns:a16="http://schemas.microsoft.com/office/drawing/2014/main" id="{BFB1B96D-6101-4B95-B9C7-EEAC326B7F41}"/>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2" name="dp44-comparison / legend44_8 / fold">
            <a:extLst xmlns:a="http://schemas.openxmlformats.org/drawingml/2006/main">
              <a:ext uri="{FF2B5EF4-FFF2-40B4-BE49-F238E27FC236}">
                <a16:creationId xmlns:a16="http://schemas.microsoft.com/office/drawing/2014/main" id="{8FAB1A1C-DEF5-4C42-832C-27265CE2ECA9}"/>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3" name="dp44-comparison / legend44_9 / text 1">
            <a:extLst xmlns:a="http://schemas.openxmlformats.org/drawingml/2006/main">
              <a:ext uri="{FF2B5EF4-FFF2-40B4-BE49-F238E27FC236}">
                <a16:creationId xmlns:a16="http://schemas.microsoft.com/office/drawing/2014/main" id="{EE1CD89A-A4D4-49A5-BE5D-56E45536DA11}"/>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4" name="dp44-comparison / legend44_10 / text 1">
            <a:extLst xmlns:a="http://schemas.openxmlformats.org/drawingml/2006/main">
              <a:ext uri="{FF2B5EF4-FFF2-40B4-BE49-F238E27FC236}">
                <a16:creationId xmlns:a16="http://schemas.microsoft.com/office/drawing/2014/main" id="{220A730C-00D0-43A6-A653-C9AF32669F2F}"/>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45" name="dp44-comparison / legend44_11">
            <a:extLst xmlns:a="http://schemas.openxmlformats.org/drawingml/2006/main">
              <a:ext uri="{FF2B5EF4-FFF2-40B4-BE49-F238E27FC236}">
                <a16:creationId xmlns:a16="http://schemas.microsoft.com/office/drawing/2014/main" id="{2097652B-E728-4CFE-B117-000EA7F28BD2}"/>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46" name="dp44-comparison / legend44_12 / text 1">
            <a:extLst xmlns:a="http://schemas.openxmlformats.org/drawingml/2006/main">
              <a:ext uri="{FF2B5EF4-FFF2-40B4-BE49-F238E27FC236}">
                <a16:creationId xmlns:a16="http://schemas.microsoft.com/office/drawing/2014/main" id="{60F50F9E-42F9-4600-816A-9141531EF920}"/>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47" name="dp44-comparison / legend44_13 / text 1">
            <a:extLst xmlns:a="http://schemas.openxmlformats.org/drawingml/2006/main">
              <a:ext uri="{FF2B5EF4-FFF2-40B4-BE49-F238E27FC236}">
                <a16:creationId xmlns:a16="http://schemas.microsoft.com/office/drawing/2014/main" id="{DA9EEFD3-840B-4D31-9BBD-FC0D3EC90B3E}"/>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48" name="dp44-comparison / legend44_14">
            <a:extLst xmlns:a="http://schemas.openxmlformats.org/drawingml/2006/main">
              <a:ext uri="{FF2B5EF4-FFF2-40B4-BE49-F238E27FC236}">
                <a16:creationId xmlns:a16="http://schemas.microsoft.com/office/drawing/2014/main" id="{5352E8BF-1FF5-4125-A5E1-7F7580809A55}"/>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49" name="dp44-comparison / legend44_15 / text 1">
            <a:extLst xmlns:a="http://schemas.openxmlformats.org/drawingml/2006/main">
              <a:ext uri="{FF2B5EF4-FFF2-40B4-BE49-F238E27FC236}">
                <a16:creationId xmlns:a16="http://schemas.microsoft.com/office/drawing/2014/main" id="{AD750A19-8D36-4C5C-B488-6C292E31113E}"/>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0" name="dp44-comparison / legend44_16 / text 1">
            <a:extLst xmlns:a="http://schemas.openxmlformats.org/drawingml/2006/main">
              <a:ext uri="{FF2B5EF4-FFF2-40B4-BE49-F238E27FC236}">
                <a16:creationId xmlns:a16="http://schemas.microsoft.com/office/drawing/2014/main" id="{FBD8FCBB-A8D2-4260-ACEC-1D63CEA590F4}"/>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1" name="dp44-comparison / legend44_17 / path">
            <a:extLst xmlns:a="http://schemas.openxmlformats.org/drawingml/2006/main">
              <a:ext uri="{FF2B5EF4-FFF2-40B4-BE49-F238E27FC236}">
                <a16:creationId xmlns:a16="http://schemas.microsoft.com/office/drawing/2014/main" id="{69CCBC76-092C-46F1-B6E6-70D996B601E7}"/>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2" name="dp44-comparison / legend44_17 / arrow">
            <a:extLst xmlns:a="http://schemas.openxmlformats.org/drawingml/2006/main">
              <a:ext uri="{FF2B5EF4-FFF2-40B4-BE49-F238E27FC236}">
                <a16:creationId xmlns:a16="http://schemas.microsoft.com/office/drawing/2014/main" id="{A8162D23-CD3B-4A79-8416-66674B4659F9}"/>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3" name="dp44-comparison / legend44_18 / text 1">
            <a:extLst xmlns:a="http://schemas.openxmlformats.org/drawingml/2006/main">
              <a:ext uri="{FF2B5EF4-FFF2-40B4-BE49-F238E27FC236}">
                <a16:creationId xmlns:a16="http://schemas.microsoft.com/office/drawing/2014/main" id="{9E2BA2AF-7F6F-44E9-AABA-B7A922C331CE}"/>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4" name="dp44-comparison / legend44_19 / path">
            <a:extLst xmlns:a="http://schemas.openxmlformats.org/drawingml/2006/main">
              <a:ext uri="{FF2B5EF4-FFF2-40B4-BE49-F238E27FC236}">
                <a16:creationId xmlns:a16="http://schemas.microsoft.com/office/drawing/2014/main" id="{87DC56E7-0A2D-443C-846E-A466785C0545}"/>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55" name="dp44-comparison / legend44_19 / arrow">
            <a:extLst xmlns:a="http://schemas.openxmlformats.org/drawingml/2006/main">
              <a:ext uri="{FF2B5EF4-FFF2-40B4-BE49-F238E27FC236}">
                <a16:creationId xmlns:a16="http://schemas.microsoft.com/office/drawing/2014/main" id="{12A5EDE5-2FB7-40E1-B664-41A2503F16BF}"/>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6" name="dp44-comparison / legend44_20 / text 1">
            <a:extLst xmlns:a="http://schemas.openxmlformats.org/drawingml/2006/main">
              <a:ext uri="{FF2B5EF4-FFF2-40B4-BE49-F238E27FC236}">
                <a16:creationId xmlns:a16="http://schemas.microsoft.com/office/drawing/2014/main" id="{3BFADA49-7E70-4727-BA5B-B543DEFE81FB}"/>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57" name="dp44-comparison / n54 / text 1">
            <a:extLst xmlns:a="http://schemas.openxmlformats.org/drawingml/2006/main">
              <a:ext uri="{FF2B5EF4-FFF2-40B4-BE49-F238E27FC236}">
                <a16:creationId xmlns:a16="http://schemas.microsoft.com/office/drawing/2014/main" id="{D96FA491-0D41-4692-BA73-13F8A9FA29F6}"/>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58" name="dp44-comparison / n55 / text 1">
            <a:extLst xmlns:a="http://schemas.openxmlformats.org/drawingml/2006/main">
              <a:ext uri="{FF2B5EF4-FFF2-40B4-BE49-F238E27FC236}">
                <a16:creationId xmlns:a16="http://schemas.microsoft.com/office/drawing/2014/main" id="{FBA1770F-FAAC-4546-93CF-7F99772B5AD7}"/>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59" name="dp44-comparison / n56">
            <a:extLst xmlns:a="http://schemas.openxmlformats.org/drawingml/2006/main">
              <a:ext uri="{FF2B5EF4-FFF2-40B4-BE49-F238E27FC236}">
                <a16:creationId xmlns:a16="http://schemas.microsoft.com/office/drawing/2014/main" id="{22F451A1-DB4C-4904-A4A5-E7EE6C8A7BCD}"/>
              </a:ext>
            </a:extLst>
          </p:cNvPr>
          <p:cNvSpPr>
            <a:spLocks xmlns:a="http://schemas.openxmlformats.org/drawingml/2006/main" noGrp="1"/>
          </p:cNvSpPr>
          <p:nvPr/>
        </p:nvSpPr>
        <p:spPr>
          <a:xfrm xmlns:a="http://schemas.openxmlformats.org/drawingml/2006/main">
            <a:off x="166687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0" name="dp44-comparison / n57 / text 1">
            <a:extLst xmlns:a="http://schemas.openxmlformats.org/drawingml/2006/main">
              <a:ext uri="{FF2B5EF4-FFF2-40B4-BE49-F238E27FC236}">
                <a16:creationId xmlns:a16="http://schemas.microsoft.com/office/drawing/2014/main" id="{F35E117B-3A71-4165-8842-B3803C81BDC2}"/>
              </a:ext>
            </a:extLst>
          </p:cNvPr>
          <p:cNvSpPr>
            <a:spLocks xmlns:a="http://schemas.openxmlformats.org/drawingml/2006/main" noGrp="1"/>
          </p:cNvSpPr>
          <p:nvPr/>
        </p:nvSpPr>
        <p:spPr>
          <a:xfrm xmlns:a="http://schemas.openxmlformats.org/drawingml/2006/main">
            <a:off x="175260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61" name="dp44-comparison / n58">
            <a:extLst xmlns:a="http://schemas.openxmlformats.org/drawingml/2006/main">
              <a:ext uri="{FF2B5EF4-FFF2-40B4-BE49-F238E27FC236}">
                <a16:creationId xmlns:a16="http://schemas.microsoft.com/office/drawing/2014/main" id="{BDBB32A8-6EA8-4332-9D2C-437C82E65B3C}"/>
              </a:ext>
            </a:extLst>
          </p:cNvPr>
          <p:cNvSpPr>
            <a:spLocks xmlns:a="http://schemas.openxmlformats.org/drawingml/2006/main" noGrp="1"/>
          </p:cNvSpPr>
          <p:nvPr/>
        </p:nvSpPr>
        <p:spPr>
          <a:xfrm xmlns:a="http://schemas.openxmlformats.org/drawingml/2006/main">
            <a:off x="633412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2" name="dp44-comparison / n59 / text 1">
            <a:extLst xmlns:a="http://schemas.openxmlformats.org/drawingml/2006/main">
              <a:ext uri="{FF2B5EF4-FFF2-40B4-BE49-F238E27FC236}">
                <a16:creationId xmlns:a16="http://schemas.microsoft.com/office/drawing/2014/main" id="{3FCBE1DF-2DAD-4C03-8528-10CC46457EB0}"/>
              </a:ext>
            </a:extLst>
          </p:cNvPr>
          <p:cNvSpPr>
            <a:spLocks xmlns:a="http://schemas.openxmlformats.org/drawingml/2006/main" noGrp="1"/>
          </p:cNvSpPr>
          <p:nvPr/>
        </p:nvSpPr>
        <p:spPr>
          <a:xfrm xmlns:a="http://schemas.openxmlformats.org/drawingml/2006/main">
            <a:off x="641985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3" name="dp44-comparison / n64">
            <a:extLst xmlns:a="http://schemas.openxmlformats.org/drawingml/2006/main">
              <a:ext uri="{FF2B5EF4-FFF2-40B4-BE49-F238E27FC236}">
                <a16:creationId xmlns:a16="http://schemas.microsoft.com/office/drawing/2014/main" id="{D96E3B25-B40F-4A66-97B0-5ED242BA530C}"/>
              </a:ext>
            </a:extLst>
          </p:cNvPr>
          <p:cNvSpPr>
            <a:spLocks xmlns:a="http://schemas.openxmlformats.org/drawingml/2006/main" noGrp="1"/>
          </p:cNvSpPr>
          <p:nvPr/>
        </p:nvSpPr>
        <p:spPr>
          <a:xfrm xmlns:a="http://schemas.openxmlformats.org/drawingml/2006/main">
            <a:off x="157162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4" name="dp44-comparison / n65 / text 1">
            <a:extLst xmlns:a="http://schemas.openxmlformats.org/drawingml/2006/main">
              <a:ext uri="{FF2B5EF4-FFF2-40B4-BE49-F238E27FC236}">
                <a16:creationId xmlns:a16="http://schemas.microsoft.com/office/drawing/2014/main" id="{D3D2CC2C-DD98-49A5-9DB8-2878D4DA2D74}"/>
              </a:ext>
            </a:extLst>
          </p:cNvPr>
          <p:cNvSpPr>
            <a:spLocks xmlns:a="http://schemas.openxmlformats.org/drawingml/2006/main" noGrp="1"/>
          </p:cNvSpPr>
          <p:nvPr/>
        </p:nvSpPr>
        <p:spPr>
          <a:xfrm xmlns:a="http://schemas.openxmlformats.org/drawingml/2006/main">
            <a:off x="169545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65" name="dp44-comparison / n66">
            <a:extLst xmlns:a="http://schemas.openxmlformats.org/drawingml/2006/main">
              <a:ext uri="{FF2B5EF4-FFF2-40B4-BE49-F238E27FC236}">
                <a16:creationId xmlns:a16="http://schemas.microsoft.com/office/drawing/2014/main" id="{5A64ED6E-2374-4413-8310-D50CA935FAFE}"/>
              </a:ext>
            </a:extLst>
          </p:cNvPr>
          <p:cNvSpPr>
            <a:spLocks xmlns:a="http://schemas.openxmlformats.org/drawingml/2006/main" noGrp="1"/>
          </p:cNvSpPr>
          <p:nvPr/>
        </p:nvSpPr>
        <p:spPr>
          <a:xfrm xmlns:a="http://schemas.openxmlformats.org/drawingml/2006/main">
            <a:off x="185737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66" name="dp44-comparison / n67 / text 1">
            <a:extLst xmlns:a="http://schemas.openxmlformats.org/drawingml/2006/main">
              <a:ext uri="{FF2B5EF4-FFF2-40B4-BE49-F238E27FC236}">
                <a16:creationId xmlns:a16="http://schemas.microsoft.com/office/drawing/2014/main" id="{2D9605D3-D8B7-41A4-8DE1-F052B2BFE25F}"/>
              </a:ext>
            </a:extLst>
          </p:cNvPr>
          <p:cNvSpPr>
            <a:spLocks xmlns:a="http://schemas.openxmlformats.org/drawingml/2006/main" noGrp="1"/>
          </p:cNvSpPr>
          <p:nvPr/>
        </p:nvSpPr>
        <p:spPr>
          <a:xfrm xmlns:a="http://schemas.openxmlformats.org/drawingml/2006/main">
            <a:off x="1943100" y="3692366"/>
            <a:ext cx="2543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Dialogue Dispatcher</a:t>
            </a:r>
          </a:p>
        </p:txBody>
      </p:sp>
      <p:sp>
        <p:nvSpPr>
          <p:cNvPr id="67" name="dp44-comparison / n68">
            <a:extLst xmlns:a="http://schemas.openxmlformats.org/drawingml/2006/main">
              <a:ext uri="{FF2B5EF4-FFF2-40B4-BE49-F238E27FC236}">
                <a16:creationId xmlns:a16="http://schemas.microsoft.com/office/drawing/2014/main" id="{DB98AA76-1F78-4CDD-850F-E9170CFA8875}"/>
              </a:ext>
            </a:extLst>
          </p:cNvPr>
          <p:cNvSpPr>
            <a:spLocks xmlns:a="http://schemas.openxmlformats.org/drawingml/2006/main" noGrp="1"/>
          </p:cNvSpPr>
          <p:nvPr/>
        </p:nvSpPr>
        <p:spPr>
          <a:xfrm xmlns:a="http://schemas.openxmlformats.org/drawingml/2006/main">
            <a:off x="5857875" y="3629025"/>
            <a:ext cx="3095625"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68" name="dp44-comparison / n69 / text 1">
            <a:extLst xmlns:a="http://schemas.openxmlformats.org/drawingml/2006/main">
              <a:ext uri="{FF2B5EF4-FFF2-40B4-BE49-F238E27FC236}">
                <a16:creationId xmlns:a16="http://schemas.microsoft.com/office/drawing/2014/main" id="{EBA25EE5-B64D-499F-8CB0-264E2960B5C2}"/>
              </a:ext>
            </a:extLst>
          </p:cNvPr>
          <p:cNvSpPr>
            <a:spLocks xmlns:a="http://schemas.openxmlformats.org/drawingml/2006/main" noGrp="1"/>
          </p:cNvSpPr>
          <p:nvPr/>
        </p:nvSpPr>
        <p:spPr>
          <a:xfrm xmlns:a="http://schemas.openxmlformats.org/drawingml/2006/main">
            <a:off x="5943600" y="3790950"/>
            <a:ext cx="29241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Dialogue Progress State</a:t>
            </a:r>
          </a:p>
        </p:txBody>
      </p:sp>
      <p:sp>
        <p:nvSpPr>
          <p:cNvPr id="69" name="dp44-comparison / n70 / path">
            <a:extLst xmlns:a="http://schemas.openxmlformats.org/drawingml/2006/main">
              <a:ext uri="{FF2B5EF4-FFF2-40B4-BE49-F238E27FC236}">
                <a16:creationId xmlns:a16="http://schemas.microsoft.com/office/drawing/2014/main" id="{4F003F40-8EDF-496A-AA05-7BE4E8FEC44F}"/>
              </a:ext>
            </a:extLst>
          </p:cNvPr>
          <p:cNvSpPr>
            <a:spLocks xmlns:a="http://schemas.openxmlformats.org/drawingml/2006/main" noGrp="1"/>
          </p:cNvSpPr>
          <p:nvPr/>
        </p:nvSpPr>
        <p:spPr>
          <a:xfrm xmlns:a="http://schemas.openxmlformats.org/drawingml/2006/main">
            <a:off x="295275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70" name="dp44-comparison / n70 / arrow">
            <a:extLst xmlns:a="http://schemas.openxmlformats.org/drawingml/2006/main">
              <a:ext uri="{FF2B5EF4-FFF2-40B4-BE49-F238E27FC236}">
                <a16:creationId xmlns:a16="http://schemas.microsoft.com/office/drawing/2014/main" id="{51077F43-AA70-4BF1-9AC4-602C4345EF6D}"/>
              </a:ext>
            </a:extLst>
          </p:cNvPr>
          <p:cNvSpPr>
            <a:spLocks xmlns:a="http://schemas.openxmlformats.org/drawingml/2006/main" noGrp="1"/>
          </p:cNvSpPr>
          <p:nvPr/>
        </p:nvSpPr>
        <p:spPr>
          <a:xfrm xmlns:a="http://schemas.openxmlformats.org/drawingml/2006/main">
            <a:off x="318116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1" name="dp44-comparison / n71 / path">
            <a:extLst xmlns:a="http://schemas.openxmlformats.org/drawingml/2006/main">
              <a:ext uri="{FF2B5EF4-FFF2-40B4-BE49-F238E27FC236}">
                <a16:creationId xmlns:a16="http://schemas.microsoft.com/office/drawing/2014/main" id="{55AEA23F-734A-4B37-A901-570235D70268}"/>
              </a:ext>
            </a:extLst>
          </p:cNvPr>
          <p:cNvSpPr>
            <a:spLocks xmlns:a="http://schemas.openxmlformats.org/drawingml/2006/main" noGrp="1"/>
          </p:cNvSpPr>
          <p:nvPr/>
        </p:nvSpPr>
        <p:spPr>
          <a:xfrm xmlns:a="http://schemas.openxmlformats.org/drawingml/2006/main">
            <a:off x="4024313" y="2733675"/>
            <a:ext cx="3738563" cy="895350"/>
          </a:xfrm>
          <a:custGeom xmlns:a="http://schemas.openxmlformats.org/drawingml/2006/main">
            <a:pathLst>
              <a:path w="3738563" h="895350">
                <a:moveTo>
                  <a:pt x="3738563" y="0"/>
                </a:moveTo>
                <a:lnTo>
                  <a:pt x="3738563" y="247650"/>
                </a:lnTo>
                <a:lnTo>
                  <a:pt x="0" y="247650"/>
                </a:lnTo>
                <a:lnTo>
                  <a:pt x="0" y="895350"/>
                </a:lnTo>
              </a:path>
            </a:pathLst>
          </a:custGeom>
          <a:noFill xmlns:a="http://schemas.openxmlformats.org/drawingml/2006/main"/>
          <a:ln xmlns:a="http://schemas.openxmlformats.org/drawingml/2006/main" w="10478">
            <a:solidFill>
              <a:srgbClr val="000000"/>
            </a:solidFill>
            <a:prstDash val="solid"/>
          </a:ln>
        </p:spPr>
      </p:sp>
      <p:sp>
        <p:nvSpPr>
          <p:cNvPr id="72" name="dp44-comparison / n71 / arrow">
            <a:extLst xmlns:a="http://schemas.openxmlformats.org/drawingml/2006/main">
              <a:ext uri="{FF2B5EF4-FFF2-40B4-BE49-F238E27FC236}">
                <a16:creationId xmlns:a16="http://schemas.microsoft.com/office/drawing/2014/main" id="{1987C87B-515F-45FC-BD59-52ABB90290F4}"/>
              </a:ext>
            </a:extLst>
          </p:cNvPr>
          <p:cNvSpPr>
            <a:spLocks xmlns:a="http://schemas.openxmlformats.org/drawingml/2006/main" noGrp="1"/>
          </p:cNvSpPr>
          <p:nvPr/>
        </p:nvSpPr>
        <p:spPr>
          <a:xfrm xmlns:a="http://schemas.openxmlformats.org/drawingml/2006/main">
            <a:off x="3990785"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73" name="dp44-comparison / n72 / path">
            <a:extLst xmlns:a="http://schemas.openxmlformats.org/drawingml/2006/main">
              <a:ext uri="{FF2B5EF4-FFF2-40B4-BE49-F238E27FC236}">
                <a16:creationId xmlns:a16="http://schemas.microsoft.com/office/drawing/2014/main" id="{894C5E59-E77A-46F0-AEBF-B99FDD6A501D}"/>
              </a:ext>
            </a:extLst>
          </p:cNvPr>
          <p:cNvSpPr>
            <a:spLocks xmlns:a="http://schemas.openxmlformats.org/drawingml/2006/main" noGrp="1"/>
          </p:cNvSpPr>
          <p:nvPr/>
        </p:nvSpPr>
        <p:spPr>
          <a:xfrm xmlns:a="http://schemas.openxmlformats.org/drawingml/2006/main">
            <a:off x="4572000" y="3810000"/>
            <a:ext cx="1285875" cy="953"/>
          </a:xfrm>
          <a:custGeom xmlns:a="http://schemas.openxmlformats.org/drawingml/2006/main">
            <a:pathLst>
              <a:path w="1285875" h="953">
                <a:moveTo>
                  <a:pt x="0" y="0"/>
                </a:moveTo>
                <a:lnTo>
                  <a:pt x="1285875" y="0"/>
                </a:lnTo>
              </a:path>
            </a:pathLst>
          </a:custGeom>
          <a:noFill xmlns:a="http://schemas.openxmlformats.org/drawingml/2006/main"/>
          <a:ln xmlns:a="http://schemas.openxmlformats.org/drawingml/2006/main" w="10478">
            <a:solidFill>
              <a:srgbClr val="000000"/>
            </a:solidFill>
            <a:prstDash val="solid"/>
          </a:ln>
        </p:spPr>
      </p:sp>
      <p:sp>
        <p:nvSpPr>
          <p:cNvPr id="74" name="dp44-comparison / n72 / arrow">
            <a:extLst xmlns:a="http://schemas.openxmlformats.org/drawingml/2006/main">
              <a:ext uri="{FF2B5EF4-FFF2-40B4-BE49-F238E27FC236}">
                <a16:creationId xmlns:a16="http://schemas.microsoft.com/office/drawing/2014/main" id="{858CE631-B9A6-421A-A685-E94E20B2D105}"/>
              </a:ext>
            </a:extLst>
          </p:cNvPr>
          <p:cNvSpPr>
            <a:spLocks xmlns:a="http://schemas.openxmlformats.org/drawingml/2006/main" noGrp="1"/>
          </p:cNvSpPr>
          <p:nvPr/>
        </p:nvSpPr>
        <p:spPr>
          <a:xfrm xmlns:a="http://schemas.openxmlformats.org/drawingml/2006/main">
            <a:off x="5790819" y="37764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75" name="dp44-comparison / n73 / path">
            <a:extLst xmlns:a="http://schemas.openxmlformats.org/drawingml/2006/main">
              <a:ext uri="{FF2B5EF4-FFF2-40B4-BE49-F238E27FC236}">
                <a16:creationId xmlns:a16="http://schemas.microsoft.com/office/drawing/2014/main" id="{CF406999-73C3-4EB6-B610-64D3F4D560B5}"/>
              </a:ext>
            </a:extLst>
          </p:cNvPr>
          <p:cNvSpPr>
            <a:spLocks xmlns:a="http://schemas.openxmlformats.org/drawingml/2006/main" noGrp="1"/>
          </p:cNvSpPr>
          <p:nvPr/>
        </p:nvSpPr>
        <p:spPr>
          <a:xfrm xmlns:a="http://schemas.openxmlformats.org/drawingml/2006/main">
            <a:off x="4572000" y="3924300"/>
            <a:ext cx="1285875" cy="190500"/>
          </a:xfrm>
          <a:custGeom xmlns:a="http://schemas.openxmlformats.org/drawingml/2006/main">
            <a:pathLst>
              <a:path w="1285875" h="190500">
                <a:moveTo>
                  <a:pt x="1285875" y="0"/>
                </a:moveTo>
                <a:lnTo>
                  <a:pt x="1095375" y="0"/>
                </a:lnTo>
                <a:lnTo>
                  <a:pt x="1095375" y="190500"/>
                </a:lnTo>
                <a:lnTo>
                  <a:pt x="190500" y="190500"/>
                </a:lnTo>
                <a:lnTo>
                  <a:pt x="190500" y="0"/>
                </a:lnTo>
                <a:lnTo>
                  <a:pt x="0" y="0"/>
                </a:lnTo>
              </a:path>
            </a:pathLst>
          </a:custGeom>
          <a:noFill xmlns:a="http://schemas.openxmlformats.org/drawingml/2006/main"/>
          <a:ln xmlns:a="http://schemas.openxmlformats.org/drawingml/2006/main" w="10478">
            <a:solidFill>
              <a:srgbClr val="000000"/>
            </a:solidFill>
            <a:prstDash val="dash"/>
          </a:ln>
        </p:spPr>
      </p:sp>
      <p:sp>
        <p:nvSpPr>
          <p:cNvPr id="76" name="dp44-comparison / n73 / arrow">
            <a:extLst xmlns:a="http://schemas.openxmlformats.org/drawingml/2006/main">
              <a:ext uri="{FF2B5EF4-FFF2-40B4-BE49-F238E27FC236}">
                <a16:creationId xmlns:a16="http://schemas.microsoft.com/office/drawing/2014/main" id="{C56AA678-9299-4438-805D-BF88914356E8}"/>
              </a:ext>
            </a:extLst>
          </p:cNvPr>
          <p:cNvSpPr>
            <a:spLocks xmlns:a="http://schemas.openxmlformats.org/drawingml/2006/main" noGrp="1"/>
          </p:cNvSpPr>
          <p:nvPr/>
        </p:nvSpPr>
        <p:spPr>
          <a:xfrm xmlns:a="http://schemas.openxmlformats.org/drawingml/2006/main">
            <a:off x="4572000" y="38907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77" name="dp44-comparison / n76">
            <a:extLst xmlns:a="http://schemas.openxmlformats.org/drawingml/2006/main">
              <a:ext uri="{FF2B5EF4-FFF2-40B4-BE49-F238E27FC236}">
                <a16:creationId xmlns:a16="http://schemas.microsoft.com/office/drawing/2014/main" id="{6E69F2F5-47A0-4EF3-B357-C2CD6DF0CC39}"/>
              </a:ext>
            </a:extLst>
          </p:cNvPr>
          <p:cNvSpPr>
            <a:spLocks xmlns:a="http://schemas.openxmlformats.org/drawingml/2006/main" noGrp="1"/>
          </p:cNvSpPr>
          <p:nvPr/>
        </p:nvSpPr>
        <p:spPr>
          <a:xfrm xmlns:a="http://schemas.openxmlformats.org/drawingml/2006/main">
            <a:off x="166687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78" name="dp44-comparison / n77 / text 1">
            <a:extLst xmlns:a="http://schemas.openxmlformats.org/drawingml/2006/main">
              <a:ext uri="{FF2B5EF4-FFF2-40B4-BE49-F238E27FC236}">
                <a16:creationId xmlns:a16="http://schemas.microsoft.com/office/drawing/2014/main" id="{55728AAC-DE18-4B56-B446-984644783C02}"/>
              </a:ext>
            </a:extLst>
          </p:cNvPr>
          <p:cNvSpPr>
            <a:spLocks xmlns:a="http://schemas.openxmlformats.org/drawingml/2006/main" noGrp="1"/>
          </p:cNvSpPr>
          <p:nvPr/>
        </p:nvSpPr>
        <p:spPr>
          <a:xfrm xmlns:a="http://schemas.openxmlformats.org/drawingml/2006/main">
            <a:off x="175260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79" name="dp44-comparison / n78">
            <a:extLst xmlns:a="http://schemas.openxmlformats.org/drawingml/2006/main">
              <a:ext uri="{FF2B5EF4-FFF2-40B4-BE49-F238E27FC236}">
                <a16:creationId xmlns:a16="http://schemas.microsoft.com/office/drawing/2014/main" id="{EF4B2F76-43B7-4CE4-9D32-F726642C98C2}"/>
              </a:ext>
            </a:extLst>
          </p:cNvPr>
          <p:cNvSpPr>
            <a:spLocks xmlns:a="http://schemas.openxmlformats.org/drawingml/2006/main" noGrp="1"/>
          </p:cNvSpPr>
          <p:nvPr/>
        </p:nvSpPr>
        <p:spPr>
          <a:xfrm xmlns:a="http://schemas.openxmlformats.org/drawingml/2006/main">
            <a:off x="414337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80" name="dp44-comparison / n79 / text 1">
            <a:extLst xmlns:a="http://schemas.openxmlformats.org/drawingml/2006/main">
              <a:ext uri="{FF2B5EF4-FFF2-40B4-BE49-F238E27FC236}">
                <a16:creationId xmlns:a16="http://schemas.microsoft.com/office/drawing/2014/main" id="{2BCA3849-3C8E-4041-B5F1-D7E22A3710DE}"/>
              </a:ext>
            </a:extLst>
          </p:cNvPr>
          <p:cNvSpPr>
            <a:spLocks xmlns:a="http://schemas.openxmlformats.org/drawingml/2006/main" noGrp="1"/>
          </p:cNvSpPr>
          <p:nvPr/>
        </p:nvSpPr>
        <p:spPr>
          <a:xfrm xmlns:a="http://schemas.openxmlformats.org/drawingml/2006/main">
            <a:off x="426720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81" name="dp44-comparison / n80">
            <a:extLst xmlns:a="http://schemas.openxmlformats.org/drawingml/2006/main">
              <a:ext uri="{FF2B5EF4-FFF2-40B4-BE49-F238E27FC236}">
                <a16:creationId xmlns:a16="http://schemas.microsoft.com/office/drawing/2014/main" id="{A12F3E86-0EBC-4430-B87A-64F6BA97B197}"/>
              </a:ext>
            </a:extLst>
          </p:cNvPr>
          <p:cNvSpPr>
            <a:spLocks xmlns:a="http://schemas.openxmlformats.org/drawingml/2006/main" noGrp="1"/>
          </p:cNvSpPr>
          <p:nvPr/>
        </p:nvSpPr>
        <p:spPr>
          <a:xfrm xmlns:a="http://schemas.openxmlformats.org/drawingml/2006/main">
            <a:off x="433387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2" name="dp44-comparison / n81 / text 1">
            <a:extLst xmlns:a="http://schemas.openxmlformats.org/drawingml/2006/main">
              <a:ext uri="{FF2B5EF4-FFF2-40B4-BE49-F238E27FC236}">
                <a16:creationId xmlns:a16="http://schemas.microsoft.com/office/drawing/2014/main" id="{B7D8D942-610C-40EF-8C3B-9AC9D016182B}"/>
              </a:ext>
            </a:extLst>
          </p:cNvPr>
          <p:cNvSpPr>
            <a:spLocks xmlns:a="http://schemas.openxmlformats.org/drawingml/2006/main" noGrp="1"/>
          </p:cNvSpPr>
          <p:nvPr/>
        </p:nvSpPr>
        <p:spPr>
          <a:xfrm xmlns:a="http://schemas.openxmlformats.org/drawingml/2006/main">
            <a:off x="441960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83" name="dp44-comparison / n82">
            <a:extLst xmlns:a="http://schemas.openxmlformats.org/drawingml/2006/main">
              <a:ext uri="{FF2B5EF4-FFF2-40B4-BE49-F238E27FC236}">
                <a16:creationId xmlns:a16="http://schemas.microsoft.com/office/drawing/2014/main" id="{18932496-F640-4F6C-8E4E-B56A5950B19F}"/>
              </a:ext>
            </a:extLst>
          </p:cNvPr>
          <p:cNvSpPr>
            <a:spLocks xmlns:a="http://schemas.openxmlformats.org/drawingml/2006/main" noGrp="1"/>
          </p:cNvSpPr>
          <p:nvPr/>
        </p:nvSpPr>
        <p:spPr>
          <a:xfrm xmlns:a="http://schemas.openxmlformats.org/drawingml/2006/main">
            <a:off x="6953250" y="5314950"/>
            <a:ext cx="2143125"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84" name="dp44-comparison / n83 / text 1">
            <a:extLst xmlns:a="http://schemas.openxmlformats.org/drawingml/2006/main">
              <a:ext uri="{FF2B5EF4-FFF2-40B4-BE49-F238E27FC236}">
                <a16:creationId xmlns:a16="http://schemas.microsoft.com/office/drawing/2014/main" id="{3E1236B6-081C-4ABD-BE63-3240D37CD8DE}"/>
              </a:ext>
            </a:extLst>
          </p:cNvPr>
          <p:cNvSpPr>
            <a:spLocks xmlns:a="http://schemas.openxmlformats.org/drawingml/2006/main" noGrp="1"/>
          </p:cNvSpPr>
          <p:nvPr/>
        </p:nvSpPr>
        <p:spPr>
          <a:xfrm xmlns:a="http://schemas.openxmlformats.org/drawingml/2006/main">
            <a:off x="7038975" y="5366861"/>
            <a:ext cx="197167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Publication Control</a:t>
            </a:r>
          </a:p>
        </p:txBody>
      </p:sp>
      <p:sp>
        <p:nvSpPr>
          <p:cNvPr id="85" name="dp44-comparison / n84 / path">
            <a:extLst xmlns:a="http://schemas.openxmlformats.org/drawingml/2006/main">
              <a:ext uri="{FF2B5EF4-FFF2-40B4-BE49-F238E27FC236}">
                <a16:creationId xmlns:a16="http://schemas.microsoft.com/office/drawing/2014/main" id="{AC776D21-8C5D-49FB-B84D-F5775832F7D7}"/>
              </a:ext>
            </a:extLst>
          </p:cNvPr>
          <p:cNvSpPr>
            <a:spLocks xmlns:a="http://schemas.openxmlformats.org/drawingml/2006/main" noGrp="1"/>
          </p:cNvSpPr>
          <p:nvPr/>
        </p:nvSpPr>
        <p:spPr>
          <a:xfrm xmlns:a="http://schemas.openxmlformats.org/drawingml/2006/main">
            <a:off x="3214688" y="3990975"/>
            <a:ext cx="2214563" cy="1323975"/>
          </a:xfrm>
          <a:custGeom xmlns:a="http://schemas.openxmlformats.org/drawingml/2006/main">
            <a:pathLst>
              <a:path w="2214563" h="1323975">
                <a:moveTo>
                  <a:pt x="0" y="0"/>
                </a:moveTo>
                <a:lnTo>
                  <a:pt x="0" y="857250"/>
                </a:lnTo>
                <a:lnTo>
                  <a:pt x="2214563" y="857250"/>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86" name="dp44-comparison / n84 / arrow">
            <a:extLst xmlns:a="http://schemas.openxmlformats.org/drawingml/2006/main">
              <a:ext uri="{FF2B5EF4-FFF2-40B4-BE49-F238E27FC236}">
                <a16:creationId xmlns:a16="http://schemas.microsoft.com/office/drawing/2014/main" id="{E71119BA-89D6-4A68-A0FD-0BD5D838E6B6}"/>
              </a:ext>
            </a:extLst>
          </p:cNvPr>
          <p:cNvSpPr>
            <a:spLocks xmlns:a="http://schemas.openxmlformats.org/drawingml/2006/main" noGrp="1"/>
          </p:cNvSpPr>
          <p:nvPr/>
        </p:nvSpPr>
        <p:spPr>
          <a:xfrm xmlns:a="http://schemas.openxmlformats.org/drawingml/2006/main">
            <a:off x="539572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7" name="dp44-comparison / n85 / path">
            <a:extLst xmlns:a="http://schemas.openxmlformats.org/drawingml/2006/main">
              <a:ext uri="{FF2B5EF4-FFF2-40B4-BE49-F238E27FC236}">
                <a16:creationId xmlns:a16="http://schemas.microsoft.com/office/drawing/2014/main" id="{86363246-3BF5-49E5-99FC-D481E69C11D8}"/>
              </a:ext>
            </a:extLst>
          </p:cNvPr>
          <p:cNvSpPr>
            <a:spLocks xmlns:a="http://schemas.openxmlformats.org/drawingml/2006/main" noGrp="1"/>
          </p:cNvSpPr>
          <p:nvPr/>
        </p:nvSpPr>
        <p:spPr>
          <a:xfrm xmlns:a="http://schemas.openxmlformats.org/drawingml/2006/main">
            <a:off x="4572000" y="3886200"/>
            <a:ext cx="1190625" cy="1428750"/>
          </a:xfrm>
          <a:custGeom xmlns:a="http://schemas.openxmlformats.org/drawingml/2006/main">
            <a:pathLst>
              <a:path w="1190625" h="1428750">
                <a:moveTo>
                  <a:pt x="1190625" y="1428750"/>
                </a:moveTo>
                <a:lnTo>
                  <a:pt x="1190625" y="933450"/>
                </a:lnTo>
                <a:lnTo>
                  <a:pt x="95250" y="933450"/>
                </a:lnTo>
                <a:lnTo>
                  <a:pt x="95250" y="0"/>
                </a:lnTo>
                <a:lnTo>
                  <a:pt x="0" y="0"/>
                </a:lnTo>
              </a:path>
            </a:pathLst>
          </a:custGeom>
          <a:noFill xmlns:a="http://schemas.openxmlformats.org/drawingml/2006/main"/>
          <a:ln xmlns:a="http://schemas.openxmlformats.org/drawingml/2006/main" w="10478">
            <a:solidFill>
              <a:srgbClr val="000000"/>
            </a:solidFill>
            <a:prstDash val="dash"/>
          </a:ln>
        </p:spPr>
      </p:sp>
      <p:sp>
        <p:nvSpPr>
          <p:cNvPr id="88" name="dp44-comparison / n85 / arrow">
            <a:extLst xmlns:a="http://schemas.openxmlformats.org/drawingml/2006/main">
              <a:ext uri="{FF2B5EF4-FFF2-40B4-BE49-F238E27FC236}">
                <a16:creationId xmlns:a16="http://schemas.microsoft.com/office/drawing/2014/main" id="{6C2B5C52-2649-486C-8C5D-A55AE4968E50}"/>
              </a:ext>
            </a:extLst>
          </p:cNvPr>
          <p:cNvSpPr>
            <a:spLocks xmlns:a="http://schemas.openxmlformats.org/drawingml/2006/main" noGrp="1"/>
          </p:cNvSpPr>
          <p:nvPr/>
        </p:nvSpPr>
        <p:spPr>
          <a:xfrm xmlns:a="http://schemas.openxmlformats.org/drawingml/2006/main">
            <a:off x="4572000" y="3852672"/>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89" name="dp44-comparison / n86 / path">
            <a:extLst xmlns:a="http://schemas.openxmlformats.org/drawingml/2006/main">
              <a:ext uri="{FF2B5EF4-FFF2-40B4-BE49-F238E27FC236}">
                <a16:creationId xmlns:a16="http://schemas.microsoft.com/office/drawing/2014/main" id="{1869A46E-EE6E-4E19-B681-DD60AC27CB51}"/>
              </a:ext>
            </a:extLst>
          </p:cNvPr>
          <p:cNvSpPr>
            <a:spLocks xmlns:a="http://schemas.openxmlformats.org/drawingml/2006/main" noGrp="1"/>
          </p:cNvSpPr>
          <p:nvPr/>
        </p:nvSpPr>
        <p:spPr>
          <a:xfrm xmlns:a="http://schemas.openxmlformats.org/drawingml/2006/main">
            <a:off x="4572000" y="3810000"/>
            <a:ext cx="3738563" cy="1504950"/>
          </a:xfrm>
          <a:custGeom xmlns:a="http://schemas.openxmlformats.org/drawingml/2006/main">
            <a:pathLst>
              <a:path w="3738563" h="1504950">
                <a:moveTo>
                  <a:pt x="0" y="0"/>
                </a:moveTo>
                <a:lnTo>
                  <a:pt x="142875" y="0"/>
                </a:lnTo>
                <a:lnTo>
                  <a:pt x="142875" y="952500"/>
                </a:lnTo>
                <a:lnTo>
                  <a:pt x="3738563" y="952500"/>
                </a:lnTo>
                <a:lnTo>
                  <a:pt x="3738563" y="1504950"/>
                </a:lnTo>
              </a:path>
            </a:pathLst>
          </a:custGeom>
          <a:noFill xmlns:a="http://schemas.openxmlformats.org/drawingml/2006/main"/>
          <a:ln xmlns:a="http://schemas.openxmlformats.org/drawingml/2006/main" w="10478">
            <a:solidFill>
              <a:srgbClr val="000000"/>
            </a:solidFill>
            <a:prstDash val="solid"/>
          </a:ln>
        </p:spPr>
      </p:sp>
      <p:sp>
        <p:nvSpPr>
          <p:cNvPr id="90" name="dp44-comparison / n86 / arrow">
            <a:extLst xmlns:a="http://schemas.openxmlformats.org/drawingml/2006/main">
              <a:ext uri="{FF2B5EF4-FFF2-40B4-BE49-F238E27FC236}">
                <a16:creationId xmlns:a16="http://schemas.microsoft.com/office/drawing/2014/main" id="{DF32163C-49A0-4031-AD03-EC53A67DFC27}"/>
              </a:ext>
            </a:extLst>
          </p:cNvPr>
          <p:cNvSpPr>
            <a:spLocks xmlns:a="http://schemas.openxmlformats.org/drawingml/2006/main" noGrp="1"/>
          </p:cNvSpPr>
          <p:nvPr/>
        </p:nvSpPr>
        <p:spPr>
          <a:xfrm xmlns:a="http://schemas.openxmlformats.org/drawingml/2006/main">
            <a:off x="8277035"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1" name="dp44-comparison / n89 / path">
            <a:extLst xmlns:a="http://schemas.openxmlformats.org/drawingml/2006/main">
              <a:ext uri="{FF2B5EF4-FFF2-40B4-BE49-F238E27FC236}">
                <a16:creationId xmlns:a16="http://schemas.microsoft.com/office/drawing/2014/main" id="{0D60ED75-6661-4F0D-A72E-4D301194C916}"/>
              </a:ext>
            </a:extLst>
          </p:cNvPr>
          <p:cNvSpPr>
            <a:spLocks xmlns:a="http://schemas.openxmlformats.org/drawingml/2006/main" noGrp="1"/>
          </p:cNvSpPr>
          <p:nvPr/>
        </p:nvSpPr>
        <p:spPr>
          <a:xfrm xmlns:a="http://schemas.openxmlformats.org/drawingml/2006/main">
            <a:off x="157162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92" name="dp44-comparison / n89 / arrow">
            <a:extLst xmlns:a="http://schemas.openxmlformats.org/drawingml/2006/main">
              <a:ext uri="{FF2B5EF4-FFF2-40B4-BE49-F238E27FC236}">
                <a16:creationId xmlns:a16="http://schemas.microsoft.com/office/drawing/2014/main" id="{994B4D02-4DE2-4E78-9FD5-87385E7AEC5E}"/>
              </a:ext>
            </a:extLst>
          </p:cNvPr>
          <p:cNvSpPr>
            <a:spLocks xmlns:a="http://schemas.openxmlformats.org/drawingml/2006/main" noGrp="1"/>
          </p:cNvSpPr>
          <p:nvPr/>
        </p:nvSpPr>
        <p:spPr>
          <a:xfrm xmlns:a="http://schemas.openxmlformats.org/drawingml/2006/main">
            <a:off x="275253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3" name="dp44-comparison / n90 / path">
            <a:extLst xmlns:a="http://schemas.openxmlformats.org/drawingml/2006/main">
              <a:ext uri="{FF2B5EF4-FFF2-40B4-BE49-F238E27FC236}">
                <a16:creationId xmlns:a16="http://schemas.microsoft.com/office/drawing/2014/main" id="{99D12359-E141-421F-A262-CDC458B92FFC}"/>
              </a:ext>
            </a:extLst>
          </p:cNvPr>
          <p:cNvSpPr>
            <a:spLocks xmlns:a="http://schemas.openxmlformats.org/drawingml/2006/main" noGrp="1"/>
          </p:cNvSpPr>
          <p:nvPr/>
        </p:nvSpPr>
        <p:spPr>
          <a:xfrm xmlns:a="http://schemas.openxmlformats.org/drawingml/2006/main">
            <a:off x="147637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94" name="dp44-comparison / n90 / arrow">
            <a:extLst xmlns:a="http://schemas.openxmlformats.org/drawingml/2006/main">
              <a:ext uri="{FF2B5EF4-FFF2-40B4-BE49-F238E27FC236}">
                <a16:creationId xmlns:a16="http://schemas.microsoft.com/office/drawing/2014/main" id="{F78D5DAC-4D1D-40E5-8F11-1D1B6A000556}"/>
              </a:ext>
            </a:extLst>
          </p:cNvPr>
          <p:cNvSpPr>
            <a:spLocks xmlns:a="http://schemas.openxmlformats.org/drawingml/2006/main" noGrp="1"/>
          </p:cNvSpPr>
          <p:nvPr/>
        </p:nvSpPr>
        <p:spPr>
          <a:xfrm xmlns:a="http://schemas.openxmlformats.org/drawingml/2006/main">
            <a:off x="179031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95" name="dp44-comparison / n95 / path">
            <a:extLst xmlns:a="http://schemas.openxmlformats.org/drawingml/2006/main">
              <a:ext uri="{FF2B5EF4-FFF2-40B4-BE49-F238E27FC236}">
                <a16:creationId xmlns:a16="http://schemas.microsoft.com/office/drawing/2014/main" id="{3D18800B-F0DF-40BF-918B-34033C5243D7}"/>
              </a:ext>
            </a:extLst>
          </p:cNvPr>
          <p:cNvSpPr>
            <a:spLocks xmlns:a="http://schemas.openxmlformats.org/drawingml/2006/main" noGrp="1"/>
          </p:cNvSpPr>
          <p:nvPr/>
        </p:nvSpPr>
        <p:spPr>
          <a:xfrm xmlns:a="http://schemas.openxmlformats.org/drawingml/2006/main">
            <a:off x="157162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96" name="dp44-comparison / n60">
            <a:extLst xmlns:a="http://schemas.openxmlformats.org/drawingml/2006/main">
              <a:ext uri="{FF2B5EF4-FFF2-40B4-BE49-F238E27FC236}">
                <a16:creationId xmlns:a16="http://schemas.microsoft.com/office/drawing/2014/main" id="{D6C290AA-B32D-47BF-B0C8-DD7725A61656}"/>
              </a:ext>
            </a:extLst>
          </p:cNvPr>
          <p:cNvSpPr>
            <a:spLocks xmlns:a="http://schemas.openxmlformats.org/drawingml/2006/main" noGrp="1"/>
          </p:cNvSpPr>
          <p:nvPr/>
        </p:nvSpPr>
        <p:spPr>
          <a:xfrm xmlns:a="http://schemas.openxmlformats.org/drawingml/2006/main">
            <a:off x="164782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7" name="dp44-comparison / n61 / text 1">
            <a:extLst xmlns:a="http://schemas.openxmlformats.org/drawingml/2006/main">
              <a:ext uri="{FF2B5EF4-FFF2-40B4-BE49-F238E27FC236}">
                <a16:creationId xmlns:a16="http://schemas.microsoft.com/office/drawing/2014/main" id="{F211B4E6-1DE0-4D15-94BF-12D2B8AF3D92}"/>
              </a:ext>
            </a:extLst>
          </p:cNvPr>
          <p:cNvSpPr>
            <a:spLocks xmlns:a="http://schemas.openxmlformats.org/drawingml/2006/main" noGrp="1"/>
          </p:cNvSpPr>
          <p:nvPr/>
        </p:nvSpPr>
        <p:spPr>
          <a:xfrm xmlns:a="http://schemas.openxmlformats.org/drawingml/2006/main">
            <a:off x="166687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98" name="dp44-comparison / n62">
            <a:extLst xmlns:a="http://schemas.openxmlformats.org/drawingml/2006/main">
              <a:ext uri="{FF2B5EF4-FFF2-40B4-BE49-F238E27FC236}">
                <a16:creationId xmlns:a16="http://schemas.microsoft.com/office/drawing/2014/main" id="{109DEDEB-7357-44FC-9A6D-0E90C43A6D77}"/>
              </a:ext>
            </a:extLst>
          </p:cNvPr>
          <p:cNvSpPr>
            <a:spLocks xmlns:a="http://schemas.openxmlformats.org/drawingml/2006/main" noGrp="1"/>
          </p:cNvSpPr>
          <p:nvPr/>
        </p:nvSpPr>
        <p:spPr>
          <a:xfrm xmlns:a="http://schemas.openxmlformats.org/drawingml/2006/main">
            <a:off x="631507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99" name="dp44-comparison / n63 / text 1">
            <a:extLst xmlns:a="http://schemas.openxmlformats.org/drawingml/2006/main">
              <a:ext uri="{FF2B5EF4-FFF2-40B4-BE49-F238E27FC236}">
                <a16:creationId xmlns:a16="http://schemas.microsoft.com/office/drawing/2014/main" id="{A856634F-6A86-4DF7-806A-7114371FA582}"/>
              </a:ext>
            </a:extLst>
          </p:cNvPr>
          <p:cNvSpPr>
            <a:spLocks xmlns:a="http://schemas.openxmlformats.org/drawingml/2006/main" noGrp="1"/>
          </p:cNvSpPr>
          <p:nvPr/>
        </p:nvSpPr>
        <p:spPr>
          <a:xfrm xmlns:a="http://schemas.openxmlformats.org/drawingml/2006/main">
            <a:off x="633412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00" name="dp44-comparison / n74">
            <a:extLst xmlns:a="http://schemas.openxmlformats.org/drawingml/2006/main">
              <a:ext uri="{FF2B5EF4-FFF2-40B4-BE49-F238E27FC236}">
                <a16:creationId xmlns:a16="http://schemas.microsoft.com/office/drawing/2014/main" id="{6BAD7597-55F8-4281-BC83-196F9AF1492B}"/>
              </a:ext>
            </a:extLst>
          </p:cNvPr>
          <p:cNvSpPr>
            <a:spLocks xmlns:a="http://schemas.openxmlformats.org/drawingml/2006/main" noGrp="1"/>
          </p:cNvSpPr>
          <p:nvPr/>
        </p:nvSpPr>
        <p:spPr>
          <a:xfrm xmlns:a="http://schemas.openxmlformats.org/drawingml/2006/main">
            <a:off x="1838325" y="4286250"/>
            <a:ext cx="4803648" cy="20193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1" name="dp44-comparison / n75 / text 1">
            <a:extLst xmlns:a="http://schemas.openxmlformats.org/drawingml/2006/main">
              <a:ext uri="{FF2B5EF4-FFF2-40B4-BE49-F238E27FC236}">
                <a16:creationId xmlns:a16="http://schemas.microsoft.com/office/drawing/2014/main" id="{29356B22-7E39-42E3-B0FC-28D47F82605D}"/>
              </a:ext>
            </a:extLst>
          </p:cNvPr>
          <p:cNvSpPr>
            <a:spLocks xmlns:a="http://schemas.openxmlformats.org/drawingml/2006/main" noGrp="1"/>
          </p:cNvSpPr>
          <p:nvPr/>
        </p:nvSpPr>
        <p:spPr>
          <a:xfrm xmlns:a="http://schemas.openxmlformats.org/drawingml/2006/main">
            <a:off x="1857375" y="4295775"/>
            <a:ext cx="70675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000000"/>
                </a:solidFill>
                <a:latin typeface="Apple SD Gothic Neo"/>
                <a:ea typeface="Apple SD Gothic Neo"/>
                <a:cs typeface="Apple SD Gothic Neo"/>
              </a:defRPr>
            </a:pPr>
            <a:r>
              <a:rPr sz="1200" b="0">
                <a:solidFill>
                  <a:srgbClr val="000000"/>
                </a:solidFill>
                <a:latin typeface="Apple SD Gothic Neo"/>
                <a:ea typeface="Apple SD Gothic Neo"/>
                <a:cs typeface="Apple SD Gothic Neo"/>
              </a:rPr>
              <a:t>모든 완료 회수 → 중앙 대기 상태 갱신 → 다음 job / 게시 지시</a:t>
            </a:r>
          </a:p>
        </p:txBody>
      </p:sp>
      <p:sp>
        <p:nvSpPr>
          <p:cNvPr id="102" name="dp44-comparison / n87">
            <a:extLst xmlns:a="http://schemas.openxmlformats.org/drawingml/2006/main">
              <a:ext uri="{FF2B5EF4-FFF2-40B4-BE49-F238E27FC236}">
                <a16:creationId xmlns:a16="http://schemas.microsoft.com/office/drawing/2014/main" id="{EF5F09D4-BBF8-4033-8B88-03F533D71D3D}"/>
              </a:ext>
            </a:extLst>
          </p:cNvPr>
          <p:cNvSpPr>
            <a:spLocks xmlns:a="http://schemas.openxmlformats.org/drawingml/2006/main" noGrp="1"/>
          </p:cNvSpPr>
          <p:nvPr/>
        </p:nvSpPr>
        <p:spPr>
          <a:xfrm xmlns:a="http://schemas.openxmlformats.org/drawingml/2006/main">
            <a:off x="4362450" y="5715000"/>
            <a:ext cx="2961894"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3" name="dp44-comparison / n88 / text 1">
            <a:extLst xmlns:a="http://schemas.openxmlformats.org/drawingml/2006/main">
              <a:ext uri="{FF2B5EF4-FFF2-40B4-BE49-F238E27FC236}">
                <a16:creationId xmlns:a16="http://schemas.microsoft.com/office/drawing/2014/main" id="{2A68C6CE-684B-462A-A983-EB7D4487E2A0}"/>
              </a:ext>
            </a:extLst>
          </p:cNvPr>
          <p:cNvSpPr>
            <a:spLocks xmlns:a="http://schemas.openxmlformats.org/drawingml/2006/main" noGrp="1"/>
          </p:cNvSpPr>
          <p:nvPr/>
        </p:nvSpPr>
        <p:spPr>
          <a:xfrm xmlns:a="http://schemas.openxmlformats.org/drawingml/2006/main">
            <a:off x="4381500" y="5724525"/>
            <a:ext cx="47053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후보도 중앙에 반환 / 유효 후보만 게시 지시</a:t>
            </a:r>
          </a:p>
        </p:txBody>
      </p:sp>
      <p:sp>
        <p:nvSpPr>
          <p:cNvPr id="104" name="dp44-comparison / n91">
            <a:extLst xmlns:a="http://schemas.openxmlformats.org/drawingml/2006/main">
              <a:ext uri="{FF2B5EF4-FFF2-40B4-BE49-F238E27FC236}">
                <a16:creationId xmlns:a16="http://schemas.microsoft.com/office/drawing/2014/main" id="{3993929A-2A8A-45F1-807F-4F5F8F4E0EBE}"/>
              </a:ext>
            </a:extLst>
          </p:cNvPr>
          <p:cNvSpPr>
            <a:spLocks xmlns:a="http://schemas.openxmlformats.org/drawingml/2006/main" noGrp="1"/>
          </p:cNvSpPr>
          <p:nvPr/>
        </p:nvSpPr>
        <p:spPr>
          <a:xfrm xmlns:a="http://schemas.openxmlformats.org/drawingml/2006/main">
            <a:off x="164782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05" name="dp44-comparison / n92 / text 1">
            <a:extLst xmlns:a="http://schemas.openxmlformats.org/drawingml/2006/main">
              <a:ext uri="{FF2B5EF4-FFF2-40B4-BE49-F238E27FC236}">
                <a16:creationId xmlns:a16="http://schemas.microsoft.com/office/drawing/2014/main" id="{94A9A395-114B-4795-A050-E87CEA465168}"/>
              </a:ext>
            </a:extLst>
          </p:cNvPr>
          <p:cNvSpPr>
            <a:spLocks xmlns:a="http://schemas.openxmlformats.org/drawingml/2006/main" noGrp="1"/>
          </p:cNvSpPr>
          <p:nvPr/>
        </p:nvSpPr>
        <p:spPr>
          <a:xfrm xmlns:a="http://schemas.openxmlformats.org/drawingml/2006/main">
            <a:off x="166687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06" name="dp44-comparison / n93">
            <a:extLst xmlns:a="http://schemas.openxmlformats.org/drawingml/2006/main">
              <a:ext uri="{FF2B5EF4-FFF2-40B4-BE49-F238E27FC236}">
                <a16:creationId xmlns:a16="http://schemas.microsoft.com/office/drawing/2014/main" id="{108686CB-2EEC-452A-92AA-C2DD344BE5F9}"/>
              </a:ext>
            </a:extLst>
          </p:cNvPr>
          <p:cNvSpPr>
            <a:spLocks xmlns:a="http://schemas.openxmlformats.org/drawingml/2006/main" noGrp="1"/>
          </p:cNvSpPr>
          <p:nvPr/>
        </p:nvSpPr>
        <p:spPr>
          <a:xfrm xmlns:a="http://schemas.openxmlformats.org/drawingml/2006/main">
            <a:off x="166687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07" name="dp44-comparison / n93 / fold">
            <a:extLst xmlns:a="http://schemas.openxmlformats.org/drawingml/2006/main">
              <a:ext uri="{FF2B5EF4-FFF2-40B4-BE49-F238E27FC236}">
                <a16:creationId xmlns:a16="http://schemas.microsoft.com/office/drawing/2014/main" id="{48BA9BBE-E7D4-4DD5-8B8A-9422873F304D}"/>
              </a:ext>
            </a:extLst>
          </p:cNvPr>
          <p:cNvSpPr>
            <a:spLocks xmlns:a="http://schemas.openxmlformats.org/drawingml/2006/main" noGrp="1"/>
          </p:cNvSpPr>
          <p:nvPr/>
        </p:nvSpPr>
        <p:spPr>
          <a:xfrm xmlns:a="http://schemas.openxmlformats.org/drawingml/2006/main">
            <a:off x="902017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08" name="dp44-comparison / n94 / text 1">
            <a:extLst xmlns:a="http://schemas.openxmlformats.org/drawingml/2006/main">
              <a:ext uri="{FF2B5EF4-FFF2-40B4-BE49-F238E27FC236}">
                <a16:creationId xmlns:a16="http://schemas.microsoft.com/office/drawing/2014/main" id="{6A09EE61-9A03-4C84-A6D1-0670A220467E}"/>
              </a:ext>
            </a:extLst>
          </p:cNvPr>
          <p:cNvSpPr>
            <a:spLocks xmlns:a="http://schemas.openxmlformats.org/drawingml/2006/main" noGrp="1"/>
          </p:cNvSpPr>
          <p:nvPr/>
        </p:nvSpPr>
        <p:spPr>
          <a:xfrm xmlns:a="http://schemas.openxmlformats.org/drawingml/2006/main">
            <a:off x="176212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 실행 자료: job=Job1, next=PREPARE_RESPONSE, waiting=[AdoptedMeaning1]</a:t>
            </a:r>
          </a:p>
        </p:txBody>
      </p:sp>
      <p:sp>
        <p:nvSpPr>
          <p:cNvPr id="109" name="dp44-comparison / n94 / text 2">
            <a:extLst xmlns:a="http://schemas.openxmlformats.org/drawingml/2006/main">
              <a:ext uri="{FF2B5EF4-FFF2-40B4-BE49-F238E27FC236}">
                <a16:creationId xmlns:a16="http://schemas.microsoft.com/office/drawing/2014/main" id="{384B4C24-22B6-4588-9D3D-6341AA840CCC}"/>
              </a:ext>
            </a:extLst>
          </p:cNvPr>
          <p:cNvSpPr>
            <a:spLocks xmlns:a="http://schemas.openxmlformats.org/drawingml/2006/main" noGrp="1"/>
          </p:cNvSpPr>
          <p:nvPr/>
        </p:nvSpPr>
        <p:spPr>
          <a:xfrm xmlns:a="http://schemas.openxmlformats.org/drawingml/2006/main">
            <a:off x="176212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Job1 완료: {input_ref:Input1, generation:2, status:OK, meaning_ref:AdoptedMeaning1}</a:t>
            </a:r>
          </a:p>
        </p:txBody>
      </p:sp>
      <p:sp>
        <p:nvSpPr>
          <p:cNvPr id="110" name="dp44-comparison / n94 / text 3">
            <a:extLst xmlns:a="http://schemas.openxmlformats.org/drawingml/2006/main">
              <a:ext uri="{FF2B5EF4-FFF2-40B4-BE49-F238E27FC236}">
                <a16:creationId xmlns:a16="http://schemas.microsoft.com/office/drawing/2014/main" id="{2F3687C2-179F-4658-B5C5-3F1248F8E6FF}"/>
              </a:ext>
            </a:extLst>
          </p:cNvPr>
          <p:cNvSpPr>
            <a:spLocks xmlns:a="http://schemas.openxmlformats.org/drawingml/2006/main" noGrp="1"/>
          </p:cNvSpPr>
          <p:nvPr/>
        </p:nvSpPr>
        <p:spPr>
          <a:xfrm xmlns:a="http://schemas.openxmlformats.org/drawingml/2006/main">
            <a:off x="176212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중앙이 generation / 원본 확인 후 다음 job을 호출하거나 늦은 결과 폐기</a:t>
            </a:r>
          </a:p>
        </p:txBody>
      </p:sp>
      <p:sp>
        <p:nvSpPr>
          <p:cNvPr id="111" name="dp44-comparison / n94 / text 4">
            <a:extLst xmlns:a="http://schemas.openxmlformats.org/drawingml/2006/main">
              <a:ext uri="{FF2B5EF4-FFF2-40B4-BE49-F238E27FC236}">
                <a16:creationId xmlns:a16="http://schemas.microsoft.com/office/drawing/2014/main" id="{CBB0FC7B-0B0C-4585-9695-A9490C9254C1}"/>
              </a:ext>
            </a:extLst>
          </p:cNvPr>
          <p:cNvSpPr>
            <a:spLocks xmlns:a="http://schemas.openxmlformats.org/drawingml/2006/main" noGrp="1"/>
          </p:cNvSpPr>
          <p:nvPr/>
        </p:nvSpPr>
        <p:spPr>
          <a:xfrm xmlns:a="http://schemas.openxmlformats.org/drawingml/2006/main">
            <a:off x="176212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질문 후보와 표 설명 후보도 중앙에서 대기를 연결한다.</a:t>
            </a:r>
          </a:p>
        </p:txBody>
      </p:sp>
      <p:sp>
        <p:nvSpPr>
          <p:cNvPr id="112" name="dp44-comparison / n96">
            <a:extLst xmlns:a="http://schemas.openxmlformats.org/drawingml/2006/main">
              <a:ext uri="{FF2B5EF4-FFF2-40B4-BE49-F238E27FC236}">
                <a16:creationId xmlns:a16="http://schemas.microsoft.com/office/drawing/2014/main" id="{BD14FC09-D423-4EBC-9DE4-CF1BB001F229}"/>
              </a:ext>
            </a:extLst>
          </p:cNvPr>
          <p:cNvSpPr>
            <a:spLocks xmlns:a="http://schemas.openxmlformats.org/drawingml/2006/main" noGrp="1"/>
          </p:cNvSpPr>
          <p:nvPr/>
        </p:nvSpPr>
        <p:spPr>
          <a:xfrm xmlns:a="http://schemas.openxmlformats.org/drawingml/2006/main">
            <a:off x="164782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3" name="dp44-comparison / n97 / text 1">
            <a:extLst xmlns:a="http://schemas.openxmlformats.org/drawingml/2006/main">
              <a:ext uri="{FF2B5EF4-FFF2-40B4-BE49-F238E27FC236}">
                <a16:creationId xmlns:a16="http://schemas.microsoft.com/office/drawing/2014/main" id="{7A25D802-7F63-43D3-9F62-C97C51E02108}"/>
              </a:ext>
            </a:extLst>
          </p:cNvPr>
          <p:cNvSpPr>
            <a:spLocks xmlns:a="http://schemas.openxmlformats.org/drawingml/2006/main" noGrp="1"/>
          </p:cNvSpPr>
          <p:nvPr/>
        </p:nvSpPr>
        <p:spPr>
          <a:xfrm xmlns:a="http://schemas.openxmlformats.org/drawingml/2006/main">
            <a:off x="166687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14" name="dp44-comparison / n98">
            <a:extLst xmlns:a="http://schemas.openxmlformats.org/drawingml/2006/main">
              <a:ext uri="{FF2B5EF4-FFF2-40B4-BE49-F238E27FC236}">
                <a16:creationId xmlns:a16="http://schemas.microsoft.com/office/drawing/2014/main" id="{6E411817-7353-411A-9DB6-DF1FDA4AEC06}"/>
              </a:ext>
            </a:extLst>
          </p:cNvPr>
          <p:cNvSpPr>
            <a:spLocks xmlns:a="http://schemas.openxmlformats.org/drawingml/2006/main" noGrp="1"/>
          </p:cNvSpPr>
          <p:nvPr/>
        </p:nvSpPr>
        <p:spPr>
          <a:xfrm xmlns:a="http://schemas.openxmlformats.org/drawingml/2006/main">
            <a:off x="1647825" y="7286625"/>
            <a:ext cx="291941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4-comparison / n99 / text 1">
            <a:extLst xmlns:a="http://schemas.openxmlformats.org/drawingml/2006/main">
              <a:ext uri="{FF2B5EF4-FFF2-40B4-BE49-F238E27FC236}">
                <a16:creationId xmlns:a16="http://schemas.microsoft.com/office/drawing/2014/main" id="{17065FE1-AA21-4859-9F5F-F3E43A617AF9}"/>
              </a:ext>
            </a:extLst>
          </p:cNvPr>
          <p:cNvSpPr>
            <a:spLocks xmlns:a="http://schemas.openxmlformats.org/drawingml/2006/main" noGrp="1"/>
          </p:cNvSpPr>
          <p:nvPr/>
        </p:nvSpPr>
        <p:spPr>
          <a:xfrm xmlns:a="http://schemas.openxmlformats.org/drawingml/2006/main">
            <a:off x="166687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완료마다 중앙으로 복귀해 다음 작업 지시</a:t>
            </a:r>
          </a:p>
        </p:txBody>
      </p:sp>
      <p:sp>
        <p:nvSpPr>
          <p:cNvPr id="116" name="dp44-comparison / n100">
            <a:extLst xmlns:a="http://schemas.openxmlformats.org/drawingml/2006/main">
              <a:ext uri="{FF2B5EF4-FFF2-40B4-BE49-F238E27FC236}">
                <a16:creationId xmlns:a16="http://schemas.microsoft.com/office/drawing/2014/main" id="{92BF35D7-B996-436B-833B-9BE62A4567D3}"/>
              </a:ext>
            </a:extLst>
          </p:cNvPr>
          <p:cNvSpPr>
            <a:spLocks xmlns:a="http://schemas.openxmlformats.org/drawingml/2006/main" noGrp="1"/>
          </p:cNvSpPr>
          <p:nvPr/>
        </p:nvSpPr>
        <p:spPr>
          <a:xfrm xmlns:a="http://schemas.openxmlformats.org/drawingml/2006/main">
            <a:off x="9953625" y="2409825"/>
            <a:ext cx="257175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7" name="dp44-comparison / n101 / text 1">
            <a:extLst xmlns:a="http://schemas.openxmlformats.org/drawingml/2006/main">
              <a:ext uri="{FF2B5EF4-FFF2-40B4-BE49-F238E27FC236}">
                <a16:creationId xmlns:a16="http://schemas.microsoft.com/office/drawing/2014/main" id="{6221557F-55ED-442D-A541-6C8F44CD19B7}"/>
              </a:ext>
            </a:extLst>
          </p:cNvPr>
          <p:cNvSpPr>
            <a:spLocks xmlns:a="http://schemas.openxmlformats.org/drawingml/2006/main" noGrp="1"/>
          </p:cNvSpPr>
          <p:nvPr/>
        </p:nvSpPr>
        <p:spPr>
          <a:xfrm xmlns:a="http://schemas.openxmlformats.org/drawingml/2006/main">
            <a:off x="10039350" y="2460308"/>
            <a:ext cx="24003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Interaction Manager</a:t>
            </a:r>
          </a:p>
        </p:txBody>
      </p:sp>
      <p:sp>
        <p:nvSpPr>
          <p:cNvPr id="118" name="dp44-comparison / n102">
            <a:extLst xmlns:a="http://schemas.openxmlformats.org/drawingml/2006/main">
              <a:ext uri="{FF2B5EF4-FFF2-40B4-BE49-F238E27FC236}">
                <a16:creationId xmlns:a16="http://schemas.microsoft.com/office/drawing/2014/main" id="{35CE05C8-D61C-4D39-BFA1-520D10BCEECC}"/>
              </a:ext>
            </a:extLst>
          </p:cNvPr>
          <p:cNvSpPr>
            <a:spLocks xmlns:a="http://schemas.openxmlformats.org/drawingml/2006/main" noGrp="1"/>
          </p:cNvSpPr>
          <p:nvPr/>
        </p:nvSpPr>
        <p:spPr>
          <a:xfrm xmlns:a="http://schemas.openxmlformats.org/drawingml/2006/main">
            <a:off x="14620875" y="2409825"/>
            <a:ext cx="2857500"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19" name="dp44-comparison / n103 / text 1">
            <a:extLst xmlns:a="http://schemas.openxmlformats.org/drawingml/2006/main">
              <a:ext uri="{FF2B5EF4-FFF2-40B4-BE49-F238E27FC236}">
                <a16:creationId xmlns:a16="http://schemas.microsoft.com/office/drawing/2014/main" id="{BB3C5A1D-D79A-4A23-863A-52DD1E645501}"/>
              </a:ext>
            </a:extLst>
          </p:cNvPr>
          <p:cNvSpPr>
            <a:spLocks xmlns:a="http://schemas.openxmlformats.org/drawingml/2006/main" noGrp="1"/>
          </p:cNvSpPr>
          <p:nvPr/>
        </p:nvSpPr>
        <p:spPr>
          <a:xfrm xmlns:a="http://schemas.openxmlformats.org/drawingml/2006/main">
            <a:off x="14706600" y="2460308"/>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20" name="dp44-comparison / n108">
            <a:extLst xmlns:a="http://schemas.openxmlformats.org/drawingml/2006/main">
              <a:ext uri="{FF2B5EF4-FFF2-40B4-BE49-F238E27FC236}">
                <a16:creationId xmlns:a16="http://schemas.microsoft.com/office/drawing/2014/main" id="{3777401D-629C-4783-9582-F7A42F74DA99}"/>
              </a:ext>
            </a:extLst>
          </p:cNvPr>
          <p:cNvSpPr>
            <a:spLocks xmlns:a="http://schemas.openxmlformats.org/drawingml/2006/main" noGrp="1"/>
          </p:cNvSpPr>
          <p:nvPr/>
        </p:nvSpPr>
        <p:spPr>
          <a:xfrm xmlns:a="http://schemas.openxmlformats.org/drawingml/2006/main">
            <a:off x="9858375" y="3105150"/>
            <a:ext cx="7715250" cy="16383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21" name="dp44-comparison / n109 / text 1">
            <a:extLst xmlns:a="http://schemas.openxmlformats.org/drawingml/2006/main">
              <a:ext uri="{FF2B5EF4-FFF2-40B4-BE49-F238E27FC236}">
                <a16:creationId xmlns:a16="http://schemas.microsoft.com/office/drawing/2014/main" id="{F487E10E-10F4-49ED-BAE8-09CCBDEF57D9}"/>
              </a:ext>
            </a:extLst>
          </p:cNvPr>
          <p:cNvSpPr>
            <a:spLocks xmlns:a="http://schemas.openxmlformats.org/drawingml/2006/main" noGrp="1"/>
          </p:cNvSpPr>
          <p:nvPr/>
        </p:nvSpPr>
        <p:spPr>
          <a:xfrm xmlns:a="http://schemas.openxmlformats.org/drawingml/2006/main">
            <a:off x="9982200" y="320040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Request Controller</a:t>
            </a:r>
          </a:p>
        </p:txBody>
      </p:sp>
      <p:sp>
        <p:nvSpPr>
          <p:cNvPr id="122" name="dp44-comparison / n110">
            <a:extLst xmlns:a="http://schemas.openxmlformats.org/drawingml/2006/main">
              <a:ext uri="{FF2B5EF4-FFF2-40B4-BE49-F238E27FC236}">
                <a16:creationId xmlns:a16="http://schemas.microsoft.com/office/drawing/2014/main" id="{C46B2A1C-292F-4790-857F-043455ED0567}"/>
              </a:ext>
            </a:extLst>
          </p:cNvPr>
          <p:cNvSpPr>
            <a:spLocks xmlns:a="http://schemas.openxmlformats.org/drawingml/2006/main" noGrp="1"/>
          </p:cNvSpPr>
          <p:nvPr/>
        </p:nvSpPr>
        <p:spPr>
          <a:xfrm xmlns:a="http://schemas.openxmlformats.org/drawingml/2006/main">
            <a:off x="10144125" y="3629025"/>
            <a:ext cx="2714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3" name="dp44-comparison / n111 / text 1">
            <a:extLst xmlns:a="http://schemas.openxmlformats.org/drawingml/2006/main">
              <a:ext uri="{FF2B5EF4-FFF2-40B4-BE49-F238E27FC236}">
                <a16:creationId xmlns:a16="http://schemas.microsoft.com/office/drawing/2014/main" id="{1D13476B-3481-4471-B939-AF90EC39F9CD}"/>
              </a:ext>
            </a:extLst>
          </p:cNvPr>
          <p:cNvSpPr>
            <a:spLocks xmlns:a="http://schemas.openxmlformats.org/drawingml/2006/main" noGrp="1"/>
          </p:cNvSpPr>
          <p:nvPr/>
        </p:nvSpPr>
        <p:spPr>
          <a:xfrm xmlns:a="http://schemas.openxmlformats.org/drawingml/2006/main">
            <a:off x="10229850" y="3698558"/>
            <a:ext cx="25431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Input Resolution Stage</a:t>
            </a:r>
          </a:p>
        </p:txBody>
      </p:sp>
      <p:sp>
        <p:nvSpPr>
          <p:cNvPr id="124" name="dp44-comparison / n112">
            <a:extLst xmlns:a="http://schemas.openxmlformats.org/drawingml/2006/main">
              <a:ext uri="{FF2B5EF4-FFF2-40B4-BE49-F238E27FC236}">
                <a16:creationId xmlns:a16="http://schemas.microsoft.com/office/drawing/2014/main" id="{46FB6877-9F5B-4184-AED9-59D588EFEC29}"/>
              </a:ext>
            </a:extLst>
          </p:cNvPr>
          <p:cNvSpPr>
            <a:spLocks xmlns:a="http://schemas.openxmlformats.org/drawingml/2006/main" noGrp="1"/>
          </p:cNvSpPr>
          <p:nvPr/>
        </p:nvSpPr>
        <p:spPr>
          <a:xfrm xmlns:a="http://schemas.openxmlformats.org/drawingml/2006/main">
            <a:off x="14144625" y="3629025"/>
            <a:ext cx="3095625" cy="361950"/>
          </a:xfrm>
          <a:prstGeom xmlns:a="http://schemas.openxmlformats.org/drawingml/2006/main" prst="roundRect">
            <a:avLst>
              <a:gd name="adj" fmla="val 21053"/>
            </a:avLst>
          </a:prstGeom>
          <a:solidFill xmlns:a="http://schemas.openxmlformats.org/drawingml/2006/main">
            <a:srgbClr val="FFF0DD"/>
          </a:solidFill>
          <a:ln xmlns:a="http://schemas.openxmlformats.org/drawingml/2006/main" w="17145">
            <a:solidFill>
              <a:srgbClr val="B8753F"/>
            </a:solidFill>
            <a:prstDash val="solid"/>
          </a:ln>
        </p:spPr>
      </p:sp>
      <p:sp>
        <p:nvSpPr>
          <p:cNvPr id="125" name="dp44-comparison / n113 / text 1">
            <a:extLst xmlns:a="http://schemas.openxmlformats.org/drawingml/2006/main">
              <a:ext uri="{FF2B5EF4-FFF2-40B4-BE49-F238E27FC236}">
                <a16:creationId xmlns:a16="http://schemas.microsoft.com/office/drawing/2014/main" id="{45D41D7E-0BEA-4232-B2E5-959340DED744}"/>
              </a:ext>
            </a:extLst>
          </p:cNvPr>
          <p:cNvSpPr>
            <a:spLocks xmlns:a="http://schemas.openxmlformats.org/drawingml/2006/main" noGrp="1"/>
          </p:cNvSpPr>
          <p:nvPr/>
        </p:nvSpPr>
        <p:spPr>
          <a:xfrm xmlns:a="http://schemas.openxmlformats.org/drawingml/2006/main">
            <a:off x="14230350" y="3692366"/>
            <a:ext cx="2924175"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Task Notice Stage</a:t>
            </a:r>
          </a:p>
        </p:txBody>
      </p:sp>
      <p:sp>
        <p:nvSpPr>
          <p:cNvPr id="126" name="dp44-comparison / n114">
            <a:extLst xmlns:a="http://schemas.openxmlformats.org/drawingml/2006/main">
              <a:ext uri="{FF2B5EF4-FFF2-40B4-BE49-F238E27FC236}">
                <a16:creationId xmlns:a16="http://schemas.microsoft.com/office/drawing/2014/main" id="{0D28E0AF-5650-4B23-8417-AB0A8EB459A7}"/>
              </a:ext>
            </a:extLst>
          </p:cNvPr>
          <p:cNvSpPr>
            <a:spLocks xmlns:a="http://schemas.openxmlformats.org/drawingml/2006/main" noGrp="1"/>
          </p:cNvSpPr>
          <p:nvPr/>
        </p:nvSpPr>
        <p:spPr>
          <a:xfrm xmlns:a="http://schemas.openxmlformats.org/drawingml/2006/main">
            <a:off x="10144125" y="4200525"/>
            <a:ext cx="2714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7" name="dp44-comparison / n115 / text 1">
            <a:extLst xmlns:a="http://schemas.openxmlformats.org/drawingml/2006/main">
              <a:ext uri="{FF2B5EF4-FFF2-40B4-BE49-F238E27FC236}">
                <a16:creationId xmlns:a16="http://schemas.microsoft.com/office/drawing/2014/main" id="{864AFEA7-D6C3-4B3C-985E-819FC1032D48}"/>
              </a:ext>
            </a:extLst>
          </p:cNvPr>
          <p:cNvSpPr>
            <a:spLocks xmlns:a="http://schemas.openxmlformats.org/drawingml/2006/main" noGrp="1"/>
          </p:cNvSpPr>
          <p:nvPr/>
        </p:nvSpPr>
        <p:spPr>
          <a:xfrm xmlns:a="http://schemas.openxmlformats.org/drawingml/2006/main">
            <a:off x="10229850" y="4362450"/>
            <a:ext cx="2543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Input Window</a:t>
            </a:r>
          </a:p>
        </p:txBody>
      </p:sp>
      <p:sp>
        <p:nvSpPr>
          <p:cNvPr id="128" name="dp44-comparison / n116">
            <a:extLst xmlns:a="http://schemas.openxmlformats.org/drawingml/2006/main">
              <a:ext uri="{FF2B5EF4-FFF2-40B4-BE49-F238E27FC236}">
                <a16:creationId xmlns:a16="http://schemas.microsoft.com/office/drawing/2014/main" id="{5907567D-24E9-4177-89CF-331840E655C5}"/>
              </a:ext>
            </a:extLst>
          </p:cNvPr>
          <p:cNvSpPr>
            <a:spLocks xmlns:a="http://schemas.openxmlformats.org/drawingml/2006/main" noGrp="1"/>
          </p:cNvSpPr>
          <p:nvPr/>
        </p:nvSpPr>
        <p:spPr>
          <a:xfrm xmlns:a="http://schemas.openxmlformats.org/drawingml/2006/main">
            <a:off x="14144625" y="4200525"/>
            <a:ext cx="30956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29" name="dp44-comparison / n117 / text 1">
            <a:extLst xmlns:a="http://schemas.openxmlformats.org/drawingml/2006/main">
              <a:ext uri="{FF2B5EF4-FFF2-40B4-BE49-F238E27FC236}">
                <a16:creationId xmlns:a16="http://schemas.microsoft.com/office/drawing/2014/main" id="{CA51CA75-43A7-4A35-A5F3-FF7D1AA8D0B7}"/>
              </a:ext>
            </a:extLst>
          </p:cNvPr>
          <p:cNvSpPr>
            <a:spLocks xmlns:a="http://schemas.openxmlformats.org/drawingml/2006/main" noGrp="1"/>
          </p:cNvSpPr>
          <p:nvPr/>
        </p:nvSpPr>
        <p:spPr>
          <a:xfrm xmlns:a="http://schemas.openxmlformats.org/drawingml/2006/main">
            <a:off x="14230350" y="4362450"/>
            <a:ext cx="29241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Notice Window</a:t>
            </a:r>
          </a:p>
        </p:txBody>
      </p:sp>
      <p:sp>
        <p:nvSpPr>
          <p:cNvPr id="130" name="dp44-comparison / n118 / path">
            <a:extLst xmlns:a="http://schemas.openxmlformats.org/drawingml/2006/main">
              <a:ext uri="{FF2B5EF4-FFF2-40B4-BE49-F238E27FC236}">
                <a16:creationId xmlns:a16="http://schemas.microsoft.com/office/drawing/2014/main" id="{B6AE4A7B-F4A3-45BA-8046-13B62DB6ECE5}"/>
              </a:ext>
            </a:extLst>
          </p:cNvPr>
          <p:cNvSpPr>
            <a:spLocks xmlns:a="http://schemas.openxmlformats.org/drawingml/2006/main" noGrp="1"/>
          </p:cNvSpPr>
          <p:nvPr/>
        </p:nvSpPr>
        <p:spPr>
          <a:xfrm xmlns:a="http://schemas.openxmlformats.org/drawingml/2006/main">
            <a:off x="11239500" y="2733675"/>
            <a:ext cx="261938" cy="895350"/>
          </a:xfrm>
          <a:custGeom xmlns:a="http://schemas.openxmlformats.org/drawingml/2006/main">
            <a:pathLst>
              <a:path w="261938" h="895350">
                <a:moveTo>
                  <a:pt x="0" y="0"/>
                </a:moveTo>
                <a:lnTo>
                  <a:pt x="0" y="285750"/>
                </a:lnTo>
                <a:lnTo>
                  <a:pt x="261938" y="285750"/>
                </a:lnTo>
                <a:lnTo>
                  <a:pt x="261938" y="895350"/>
                </a:lnTo>
              </a:path>
            </a:pathLst>
          </a:custGeom>
          <a:noFill xmlns:a="http://schemas.openxmlformats.org/drawingml/2006/main"/>
          <a:ln xmlns:a="http://schemas.openxmlformats.org/drawingml/2006/main" w="10478">
            <a:solidFill>
              <a:srgbClr val="000000"/>
            </a:solidFill>
            <a:prstDash val="solid"/>
          </a:ln>
        </p:spPr>
      </p:sp>
      <p:sp>
        <p:nvSpPr>
          <p:cNvPr id="131" name="dp44-comparison / n118 / arrow">
            <a:extLst xmlns:a="http://schemas.openxmlformats.org/drawingml/2006/main">
              <a:ext uri="{FF2B5EF4-FFF2-40B4-BE49-F238E27FC236}">
                <a16:creationId xmlns:a16="http://schemas.microsoft.com/office/drawing/2014/main" id="{4C45AA67-8E98-433A-95C9-7F98626FEAE5}"/>
              </a:ext>
            </a:extLst>
          </p:cNvPr>
          <p:cNvSpPr>
            <a:spLocks xmlns:a="http://schemas.openxmlformats.org/drawingml/2006/main" noGrp="1"/>
          </p:cNvSpPr>
          <p:nvPr/>
        </p:nvSpPr>
        <p:spPr>
          <a:xfrm xmlns:a="http://schemas.openxmlformats.org/drawingml/2006/main">
            <a:off x="11467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2" name="dp44-comparison / n119 / path">
            <a:extLst xmlns:a="http://schemas.openxmlformats.org/drawingml/2006/main">
              <a:ext uri="{FF2B5EF4-FFF2-40B4-BE49-F238E27FC236}">
                <a16:creationId xmlns:a16="http://schemas.microsoft.com/office/drawing/2014/main" id="{C68F3258-3043-4C8C-9B66-2E32470532EF}"/>
              </a:ext>
            </a:extLst>
          </p:cNvPr>
          <p:cNvSpPr>
            <a:spLocks xmlns:a="http://schemas.openxmlformats.org/drawingml/2006/main" noGrp="1"/>
          </p:cNvSpPr>
          <p:nvPr/>
        </p:nvSpPr>
        <p:spPr>
          <a:xfrm xmlns:a="http://schemas.openxmlformats.org/drawingml/2006/main">
            <a:off x="15692438" y="2733675"/>
            <a:ext cx="357188" cy="895350"/>
          </a:xfrm>
          <a:custGeom xmlns:a="http://schemas.openxmlformats.org/drawingml/2006/main">
            <a:pathLst>
              <a:path w="357188" h="895350">
                <a:moveTo>
                  <a:pt x="357188" y="0"/>
                </a:moveTo>
                <a:lnTo>
                  <a:pt x="357188" y="285750"/>
                </a:lnTo>
                <a:lnTo>
                  <a:pt x="0" y="285750"/>
                </a:lnTo>
                <a:lnTo>
                  <a:pt x="0" y="895350"/>
                </a:lnTo>
              </a:path>
            </a:pathLst>
          </a:custGeom>
          <a:noFill xmlns:a="http://schemas.openxmlformats.org/drawingml/2006/main"/>
          <a:ln xmlns:a="http://schemas.openxmlformats.org/drawingml/2006/main" w="10478">
            <a:solidFill>
              <a:srgbClr val="000000"/>
            </a:solidFill>
            <a:prstDash val="solid"/>
          </a:ln>
        </p:spPr>
      </p:sp>
      <p:sp>
        <p:nvSpPr>
          <p:cNvPr id="133" name="dp44-comparison / n119 / arrow">
            <a:extLst xmlns:a="http://schemas.openxmlformats.org/drawingml/2006/main">
              <a:ext uri="{FF2B5EF4-FFF2-40B4-BE49-F238E27FC236}">
                <a16:creationId xmlns:a16="http://schemas.microsoft.com/office/drawing/2014/main" id="{2D7DD980-F7C1-4F72-94EF-9090222D8C74}"/>
              </a:ext>
            </a:extLst>
          </p:cNvPr>
          <p:cNvSpPr>
            <a:spLocks xmlns:a="http://schemas.openxmlformats.org/drawingml/2006/main" noGrp="1"/>
          </p:cNvSpPr>
          <p:nvPr/>
        </p:nvSpPr>
        <p:spPr>
          <a:xfrm xmlns:a="http://schemas.openxmlformats.org/drawingml/2006/main">
            <a:off x="15658910" y="35619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4" name="dp44-comparison / n120 / path">
            <a:extLst xmlns:a="http://schemas.openxmlformats.org/drawingml/2006/main">
              <a:ext uri="{FF2B5EF4-FFF2-40B4-BE49-F238E27FC236}">
                <a16:creationId xmlns:a16="http://schemas.microsoft.com/office/drawing/2014/main" id="{41790489-198A-4A4F-8D74-19F83C34C659}"/>
              </a:ext>
            </a:extLst>
          </p:cNvPr>
          <p:cNvSpPr>
            <a:spLocks xmlns:a="http://schemas.openxmlformats.org/drawingml/2006/main" noGrp="1"/>
          </p:cNvSpPr>
          <p:nvPr/>
        </p:nvSpPr>
        <p:spPr>
          <a:xfrm xmlns:a="http://schemas.openxmlformats.org/drawingml/2006/main">
            <a:off x="11501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5" name="dp44-comparison / n120 / arrow">
            <a:extLst xmlns:a="http://schemas.openxmlformats.org/drawingml/2006/main">
              <a:ext uri="{FF2B5EF4-FFF2-40B4-BE49-F238E27FC236}">
                <a16:creationId xmlns:a16="http://schemas.microsoft.com/office/drawing/2014/main" id="{DF36581A-BAA9-4F01-9C2B-CBC46B8F9BD5}"/>
              </a:ext>
            </a:extLst>
          </p:cNvPr>
          <p:cNvSpPr>
            <a:spLocks xmlns:a="http://schemas.openxmlformats.org/drawingml/2006/main" noGrp="1"/>
          </p:cNvSpPr>
          <p:nvPr/>
        </p:nvSpPr>
        <p:spPr>
          <a:xfrm xmlns:a="http://schemas.openxmlformats.org/drawingml/2006/main">
            <a:off x="11467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6" name="dp44-comparison / n121 / path">
            <a:extLst xmlns:a="http://schemas.openxmlformats.org/drawingml/2006/main">
              <a:ext uri="{FF2B5EF4-FFF2-40B4-BE49-F238E27FC236}">
                <a16:creationId xmlns:a16="http://schemas.microsoft.com/office/drawing/2014/main" id="{6CE20C59-AFB2-46F9-8D75-CEC850637D6F}"/>
              </a:ext>
            </a:extLst>
          </p:cNvPr>
          <p:cNvSpPr>
            <a:spLocks xmlns:a="http://schemas.openxmlformats.org/drawingml/2006/main" noGrp="1"/>
          </p:cNvSpPr>
          <p:nvPr/>
        </p:nvSpPr>
        <p:spPr>
          <a:xfrm xmlns:a="http://schemas.openxmlformats.org/drawingml/2006/main">
            <a:off x="15692438" y="3990975"/>
            <a:ext cx="953" cy="209550"/>
          </a:xfrm>
          <a:custGeom xmlns:a="http://schemas.openxmlformats.org/drawingml/2006/main">
            <a:pathLst>
              <a:path w="953" h="209550">
                <a:moveTo>
                  <a:pt x="0" y="0"/>
                </a:moveTo>
                <a:lnTo>
                  <a:pt x="0" y="209550"/>
                </a:lnTo>
              </a:path>
            </a:pathLst>
          </a:custGeom>
          <a:noFill xmlns:a="http://schemas.openxmlformats.org/drawingml/2006/main"/>
          <a:ln xmlns:a="http://schemas.openxmlformats.org/drawingml/2006/main" w="10478">
            <a:solidFill>
              <a:srgbClr val="000000"/>
            </a:solidFill>
            <a:prstDash val="solid"/>
          </a:ln>
        </p:spPr>
      </p:sp>
      <p:sp>
        <p:nvSpPr>
          <p:cNvPr id="137" name="dp44-comparison / n121 / arrow">
            <a:extLst xmlns:a="http://schemas.openxmlformats.org/drawingml/2006/main">
              <a:ext uri="{FF2B5EF4-FFF2-40B4-BE49-F238E27FC236}">
                <a16:creationId xmlns:a16="http://schemas.microsoft.com/office/drawing/2014/main" id="{CA882CA0-ABD6-471F-9595-4AB8A72CEBD1}"/>
              </a:ext>
            </a:extLst>
          </p:cNvPr>
          <p:cNvSpPr>
            <a:spLocks xmlns:a="http://schemas.openxmlformats.org/drawingml/2006/main" noGrp="1"/>
          </p:cNvSpPr>
          <p:nvPr/>
        </p:nvSpPr>
        <p:spPr>
          <a:xfrm xmlns:a="http://schemas.openxmlformats.org/drawingml/2006/main">
            <a:off x="15658910" y="413346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38" name="dp44-comparison / n126">
            <a:extLst xmlns:a="http://schemas.openxmlformats.org/drawingml/2006/main">
              <a:ext uri="{FF2B5EF4-FFF2-40B4-BE49-F238E27FC236}">
                <a16:creationId xmlns:a16="http://schemas.microsoft.com/office/drawing/2014/main" id="{370FC54D-FDF7-41FE-8B00-F818A07D24E8}"/>
              </a:ext>
            </a:extLst>
          </p:cNvPr>
          <p:cNvSpPr>
            <a:spLocks xmlns:a="http://schemas.openxmlformats.org/drawingml/2006/main" noGrp="1"/>
          </p:cNvSpPr>
          <p:nvPr/>
        </p:nvSpPr>
        <p:spPr>
          <a:xfrm xmlns:a="http://schemas.openxmlformats.org/drawingml/2006/main">
            <a:off x="9953625" y="5095875"/>
            <a:ext cx="2238375" cy="3238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39" name="dp44-comparison / n127 / text 1">
            <a:extLst xmlns:a="http://schemas.openxmlformats.org/drawingml/2006/main">
              <a:ext uri="{FF2B5EF4-FFF2-40B4-BE49-F238E27FC236}">
                <a16:creationId xmlns:a16="http://schemas.microsoft.com/office/drawing/2014/main" id="{8AA54384-4386-4204-9BD2-3A588D347035}"/>
              </a:ext>
            </a:extLst>
          </p:cNvPr>
          <p:cNvSpPr>
            <a:spLocks xmlns:a="http://schemas.openxmlformats.org/drawingml/2006/main" noGrp="1"/>
          </p:cNvSpPr>
          <p:nvPr/>
        </p:nvSpPr>
        <p:spPr>
          <a:xfrm xmlns:a="http://schemas.openxmlformats.org/drawingml/2006/main">
            <a:off x="10039350" y="5152549"/>
            <a:ext cx="2066925"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40" name="dp44-comparison / n128">
            <a:extLst xmlns:a="http://schemas.openxmlformats.org/drawingml/2006/main">
              <a:ext uri="{FF2B5EF4-FFF2-40B4-BE49-F238E27FC236}">
                <a16:creationId xmlns:a16="http://schemas.microsoft.com/office/drawing/2014/main" id="{DF7DA820-DB64-4957-A062-963EFD14252C}"/>
              </a:ext>
            </a:extLst>
          </p:cNvPr>
          <p:cNvSpPr>
            <a:spLocks xmlns:a="http://schemas.openxmlformats.org/drawingml/2006/main" noGrp="1"/>
          </p:cNvSpPr>
          <p:nvPr/>
        </p:nvSpPr>
        <p:spPr>
          <a:xfrm xmlns:a="http://schemas.openxmlformats.org/drawingml/2006/main">
            <a:off x="12430125" y="4933950"/>
            <a:ext cx="514350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1" name="dp44-comparison / n129 / text 1">
            <a:extLst xmlns:a="http://schemas.openxmlformats.org/drawingml/2006/main">
              <a:ext uri="{FF2B5EF4-FFF2-40B4-BE49-F238E27FC236}">
                <a16:creationId xmlns:a16="http://schemas.microsoft.com/office/drawing/2014/main" id="{B87FA610-D69C-4315-8994-E3B833A43B37}"/>
              </a:ext>
            </a:extLst>
          </p:cNvPr>
          <p:cNvSpPr>
            <a:spLocks xmlns:a="http://schemas.openxmlformats.org/drawingml/2006/main" noGrp="1"/>
          </p:cNvSpPr>
          <p:nvPr/>
        </p:nvSpPr>
        <p:spPr>
          <a:xfrm xmlns:a="http://schemas.openxmlformats.org/drawingml/2006/main">
            <a:off x="12553950" y="5029200"/>
            <a:ext cx="489585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Response Manager</a:t>
            </a:r>
          </a:p>
        </p:txBody>
      </p:sp>
      <p:sp>
        <p:nvSpPr>
          <p:cNvPr id="142" name="dp44-comparison / n130">
            <a:extLst xmlns:a="http://schemas.openxmlformats.org/drawingml/2006/main">
              <a:ext uri="{FF2B5EF4-FFF2-40B4-BE49-F238E27FC236}">
                <a16:creationId xmlns:a16="http://schemas.microsoft.com/office/drawing/2014/main" id="{24219CC5-F910-467B-B0B8-2F066AAE0B17}"/>
              </a:ext>
            </a:extLst>
          </p:cNvPr>
          <p:cNvSpPr>
            <a:spLocks xmlns:a="http://schemas.openxmlformats.org/drawingml/2006/main" noGrp="1"/>
          </p:cNvSpPr>
          <p:nvPr/>
        </p:nvSpPr>
        <p:spPr>
          <a:xfrm xmlns:a="http://schemas.openxmlformats.org/drawingml/2006/main">
            <a:off x="12620625" y="5314950"/>
            <a:ext cx="2190750" cy="314325"/>
          </a:xfrm>
          <a:prstGeom xmlns:a="http://schemas.openxmlformats.org/drawingml/2006/main" prst="roundRect">
            <a:avLst>
              <a:gd name="adj" fmla="val 24242"/>
            </a:avLst>
          </a:prstGeom>
          <a:solidFill xmlns:a="http://schemas.openxmlformats.org/drawingml/2006/main">
            <a:srgbClr val="FFFFFF"/>
          </a:solidFill>
          <a:ln xmlns:a="http://schemas.openxmlformats.org/drawingml/2006/main" w="9525">
            <a:solidFill>
              <a:srgbClr val="000000"/>
            </a:solidFill>
            <a:prstDash val="solid"/>
          </a:ln>
        </p:spPr>
      </p:sp>
      <p:sp>
        <p:nvSpPr>
          <p:cNvPr id="143" name="dp44-comparison / n131 / text 1">
            <a:extLst xmlns:a="http://schemas.openxmlformats.org/drawingml/2006/main">
              <a:ext uri="{FF2B5EF4-FFF2-40B4-BE49-F238E27FC236}">
                <a16:creationId xmlns:a16="http://schemas.microsoft.com/office/drawing/2014/main" id="{3F06DB26-7244-4FFB-AA2A-E61EB144993E}"/>
              </a:ext>
            </a:extLst>
          </p:cNvPr>
          <p:cNvSpPr>
            <a:spLocks xmlns:a="http://schemas.openxmlformats.org/drawingml/2006/main" noGrp="1"/>
          </p:cNvSpPr>
          <p:nvPr/>
        </p:nvSpPr>
        <p:spPr>
          <a:xfrm xmlns:a="http://schemas.openxmlformats.org/drawingml/2006/main">
            <a:off x="12706350" y="5366861"/>
            <a:ext cx="2019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Response Composer</a:t>
            </a:r>
          </a:p>
        </p:txBody>
      </p:sp>
      <p:sp>
        <p:nvSpPr>
          <p:cNvPr id="144" name="dp44-comparison / n132">
            <a:extLst xmlns:a="http://schemas.openxmlformats.org/drawingml/2006/main">
              <a:ext uri="{FF2B5EF4-FFF2-40B4-BE49-F238E27FC236}">
                <a16:creationId xmlns:a16="http://schemas.microsoft.com/office/drawing/2014/main" id="{4E8E229A-67A0-4014-9D47-E7A96064BFD1}"/>
              </a:ext>
            </a:extLst>
          </p:cNvPr>
          <p:cNvSpPr>
            <a:spLocks xmlns:a="http://schemas.openxmlformats.org/drawingml/2006/main" noGrp="1"/>
          </p:cNvSpPr>
          <p:nvPr/>
        </p:nvSpPr>
        <p:spPr>
          <a:xfrm xmlns:a="http://schemas.openxmlformats.org/drawingml/2006/main">
            <a:off x="15240000" y="5314950"/>
            <a:ext cx="2143125" cy="314325"/>
          </a:xfrm>
          <a:prstGeom xmlns:a="http://schemas.openxmlformats.org/drawingml/2006/main" prst="roundRect">
            <a:avLst>
              <a:gd name="adj" fmla="val 24242"/>
            </a:avLst>
          </a:prstGeom>
          <a:solidFill xmlns:a="http://schemas.openxmlformats.org/drawingml/2006/main">
            <a:srgbClr val="FFF0DD"/>
          </a:solidFill>
          <a:ln xmlns:a="http://schemas.openxmlformats.org/drawingml/2006/main" w="17145">
            <a:solidFill>
              <a:srgbClr val="B8753F"/>
            </a:solidFill>
            <a:prstDash val="solid"/>
          </a:ln>
        </p:spPr>
      </p:sp>
      <p:sp>
        <p:nvSpPr>
          <p:cNvPr id="145" name="dp44-comparison / n133 / text 1">
            <a:extLst xmlns:a="http://schemas.openxmlformats.org/drawingml/2006/main">
              <a:ext uri="{FF2B5EF4-FFF2-40B4-BE49-F238E27FC236}">
                <a16:creationId xmlns:a16="http://schemas.microsoft.com/office/drawing/2014/main" id="{5E25B3AB-E549-49F9-90DA-0A72ABBA8D22}"/>
              </a:ext>
            </a:extLst>
          </p:cNvPr>
          <p:cNvSpPr>
            <a:spLocks xmlns:a="http://schemas.openxmlformats.org/drawingml/2006/main" noGrp="1"/>
          </p:cNvSpPr>
          <p:nvPr/>
        </p:nvSpPr>
        <p:spPr>
          <a:xfrm xmlns:a="http://schemas.openxmlformats.org/drawingml/2006/main">
            <a:off x="15325725" y="5360670"/>
            <a:ext cx="1971675"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Publication Join</a:t>
            </a:r>
          </a:p>
        </p:txBody>
      </p:sp>
      <p:sp>
        <p:nvSpPr>
          <p:cNvPr id="146" name="dp44-comparison / n134">
            <a:extLst xmlns:a="http://schemas.openxmlformats.org/drawingml/2006/main">
              <a:ext uri="{FF2B5EF4-FFF2-40B4-BE49-F238E27FC236}">
                <a16:creationId xmlns:a16="http://schemas.microsoft.com/office/drawing/2014/main" id="{1CDD1836-DE63-4F7A-AEB5-62FECE1D4B93}"/>
              </a:ext>
            </a:extLst>
          </p:cNvPr>
          <p:cNvSpPr>
            <a:spLocks xmlns:a="http://schemas.openxmlformats.org/drawingml/2006/main" noGrp="1"/>
          </p:cNvSpPr>
          <p:nvPr/>
        </p:nvSpPr>
        <p:spPr>
          <a:xfrm xmlns:a="http://schemas.openxmlformats.org/drawingml/2006/main">
            <a:off x="15240000" y="5715000"/>
            <a:ext cx="2143125" cy="3429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47" name="dp44-comparison / n135 / text 1">
            <a:extLst xmlns:a="http://schemas.openxmlformats.org/drawingml/2006/main">
              <a:ext uri="{FF2B5EF4-FFF2-40B4-BE49-F238E27FC236}">
                <a16:creationId xmlns:a16="http://schemas.microsoft.com/office/drawing/2014/main" id="{BE8B0401-3775-4862-9B68-0FCD006CF04B}"/>
              </a:ext>
            </a:extLst>
          </p:cNvPr>
          <p:cNvSpPr>
            <a:spLocks xmlns:a="http://schemas.openxmlformats.org/drawingml/2006/main" noGrp="1"/>
          </p:cNvSpPr>
          <p:nvPr/>
        </p:nvSpPr>
        <p:spPr>
          <a:xfrm xmlns:a="http://schemas.openxmlformats.org/drawingml/2006/main">
            <a:off x="15325725" y="5876925"/>
            <a:ext cx="1971675"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975" b="0">
                <a:solidFill>
                  <a:srgbClr val="18232E"/>
                </a:solidFill>
                <a:latin typeface="Apple SD Gothic Neo"/>
                <a:ea typeface="Apple SD Gothic Neo"/>
                <a:cs typeface="Apple SD Gothic Neo"/>
              </a:defRPr>
            </a:pPr>
            <a:r>
              <a:rPr sz="975" b="0">
                <a:solidFill>
                  <a:srgbClr val="18232E"/>
                </a:solidFill>
                <a:latin typeface="Apple SD Gothic Neo"/>
                <a:ea typeface="Apple SD Gothic Neo"/>
                <a:cs typeface="Apple SD Gothic Neo"/>
              </a:rPr>
              <a:t>Publication Window</a:t>
            </a:r>
          </a:p>
        </p:txBody>
      </p:sp>
      <p:sp>
        <p:nvSpPr>
          <p:cNvPr id="148" name="dp44-comparison / n136 / path">
            <a:extLst xmlns:a="http://schemas.openxmlformats.org/drawingml/2006/main">
              <a:ext uri="{FF2B5EF4-FFF2-40B4-BE49-F238E27FC236}">
                <a16:creationId xmlns:a16="http://schemas.microsoft.com/office/drawing/2014/main" id="{B23575A3-E923-43A3-8B8A-CFB4A8C091BF}"/>
              </a:ext>
            </a:extLst>
          </p:cNvPr>
          <p:cNvSpPr>
            <a:spLocks xmlns:a="http://schemas.openxmlformats.org/drawingml/2006/main" noGrp="1"/>
          </p:cNvSpPr>
          <p:nvPr/>
        </p:nvSpPr>
        <p:spPr>
          <a:xfrm xmlns:a="http://schemas.openxmlformats.org/drawingml/2006/main">
            <a:off x="14049375" y="3990975"/>
            <a:ext cx="1643063" cy="1323975"/>
          </a:xfrm>
          <a:custGeom xmlns:a="http://schemas.openxmlformats.org/drawingml/2006/main">
            <a:pathLst>
              <a:path w="1643063" h="1323975">
                <a:moveTo>
                  <a:pt x="1643063" y="0"/>
                </a:moveTo>
                <a:lnTo>
                  <a:pt x="1643063" y="866775"/>
                </a:lnTo>
                <a:lnTo>
                  <a:pt x="0" y="866775"/>
                </a:lnTo>
                <a:lnTo>
                  <a:pt x="0" y="1323975"/>
                </a:lnTo>
              </a:path>
            </a:pathLst>
          </a:custGeom>
          <a:noFill xmlns:a="http://schemas.openxmlformats.org/drawingml/2006/main"/>
          <a:ln xmlns:a="http://schemas.openxmlformats.org/drawingml/2006/main" w="10478">
            <a:solidFill>
              <a:srgbClr val="000000"/>
            </a:solidFill>
            <a:prstDash val="solid"/>
          </a:ln>
        </p:spPr>
      </p:sp>
      <p:sp>
        <p:nvSpPr>
          <p:cNvPr id="149" name="dp44-comparison / n136 / arrow">
            <a:extLst xmlns:a="http://schemas.openxmlformats.org/drawingml/2006/main">
              <a:ext uri="{FF2B5EF4-FFF2-40B4-BE49-F238E27FC236}">
                <a16:creationId xmlns:a16="http://schemas.microsoft.com/office/drawing/2014/main" id="{2DAB3C1A-7AD9-4330-B943-59CD1C33638B}"/>
              </a:ext>
            </a:extLst>
          </p:cNvPr>
          <p:cNvSpPr>
            <a:spLocks xmlns:a="http://schemas.openxmlformats.org/drawingml/2006/main" noGrp="1"/>
          </p:cNvSpPr>
          <p:nvPr/>
        </p:nvSpPr>
        <p:spPr>
          <a:xfrm xmlns:a="http://schemas.openxmlformats.org/drawingml/2006/main">
            <a:off x="14015847"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0" name="dp44-comparison / n137 / path">
            <a:extLst xmlns:a="http://schemas.openxmlformats.org/drawingml/2006/main">
              <a:ext uri="{FF2B5EF4-FFF2-40B4-BE49-F238E27FC236}">
                <a16:creationId xmlns:a16="http://schemas.microsoft.com/office/drawing/2014/main" id="{4F97DE2A-E720-4F44-8B26-7ACA19CC1388}"/>
              </a:ext>
            </a:extLst>
          </p:cNvPr>
          <p:cNvSpPr>
            <a:spLocks xmlns:a="http://schemas.openxmlformats.org/drawingml/2006/main" noGrp="1"/>
          </p:cNvSpPr>
          <p:nvPr/>
        </p:nvSpPr>
        <p:spPr>
          <a:xfrm xmlns:a="http://schemas.openxmlformats.org/drawingml/2006/main">
            <a:off x="11501438" y="3990975"/>
            <a:ext cx="2214563" cy="1323975"/>
          </a:xfrm>
          <a:custGeom xmlns:a="http://schemas.openxmlformats.org/drawingml/2006/main">
            <a:pathLst>
              <a:path w="2214563" h="1323975">
                <a:moveTo>
                  <a:pt x="0" y="0"/>
                </a:moveTo>
                <a:lnTo>
                  <a:pt x="0" y="828675"/>
                </a:lnTo>
                <a:lnTo>
                  <a:pt x="2214563" y="828675"/>
                </a:lnTo>
                <a:lnTo>
                  <a:pt x="2214563" y="1323975"/>
                </a:lnTo>
              </a:path>
            </a:pathLst>
          </a:custGeom>
          <a:noFill xmlns:a="http://schemas.openxmlformats.org/drawingml/2006/main"/>
          <a:ln xmlns:a="http://schemas.openxmlformats.org/drawingml/2006/main" w="10478">
            <a:solidFill>
              <a:srgbClr val="000000"/>
            </a:solidFill>
            <a:prstDash val="solid"/>
          </a:ln>
        </p:spPr>
      </p:sp>
      <p:sp>
        <p:nvSpPr>
          <p:cNvPr id="151" name="dp44-comparison / n137 / arrow">
            <a:extLst xmlns:a="http://schemas.openxmlformats.org/drawingml/2006/main">
              <a:ext uri="{FF2B5EF4-FFF2-40B4-BE49-F238E27FC236}">
                <a16:creationId xmlns:a16="http://schemas.microsoft.com/office/drawing/2014/main" id="{9A7118BC-173A-456C-85E0-D53EF228C284}"/>
              </a:ext>
            </a:extLst>
          </p:cNvPr>
          <p:cNvSpPr>
            <a:spLocks xmlns:a="http://schemas.openxmlformats.org/drawingml/2006/main" noGrp="1"/>
          </p:cNvSpPr>
          <p:nvPr/>
        </p:nvSpPr>
        <p:spPr>
          <a:xfrm xmlns:a="http://schemas.openxmlformats.org/drawingml/2006/main">
            <a:off x="13682472"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2" name="dp44-comparison / n138 / path">
            <a:extLst xmlns:a="http://schemas.openxmlformats.org/drawingml/2006/main">
              <a:ext uri="{FF2B5EF4-FFF2-40B4-BE49-F238E27FC236}">
                <a16:creationId xmlns:a16="http://schemas.microsoft.com/office/drawing/2014/main" id="{ECF466BF-F92E-4E05-B684-F19F99855D9F}"/>
              </a:ext>
            </a:extLst>
          </p:cNvPr>
          <p:cNvSpPr>
            <a:spLocks xmlns:a="http://schemas.openxmlformats.org/drawingml/2006/main" noGrp="1"/>
          </p:cNvSpPr>
          <p:nvPr/>
        </p:nvSpPr>
        <p:spPr>
          <a:xfrm xmlns:a="http://schemas.openxmlformats.org/drawingml/2006/main">
            <a:off x="14811375" y="5472113"/>
            <a:ext cx="428625" cy="953"/>
          </a:xfrm>
          <a:custGeom xmlns:a="http://schemas.openxmlformats.org/drawingml/2006/main">
            <a:pathLst>
              <a:path w="428625" h="953">
                <a:moveTo>
                  <a:pt x="0" y="0"/>
                </a:moveTo>
                <a:lnTo>
                  <a:pt x="428625" y="0"/>
                </a:lnTo>
              </a:path>
            </a:pathLst>
          </a:custGeom>
          <a:noFill xmlns:a="http://schemas.openxmlformats.org/drawingml/2006/main"/>
          <a:ln xmlns:a="http://schemas.openxmlformats.org/drawingml/2006/main" w="10478">
            <a:solidFill>
              <a:srgbClr val="000000"/>
            </a:solidFill>
            <a:prstDash val="solid"/>
          </a:ln>
        </p:spPr>
      </p:sp>
      <p:sp>
        <p:nvSpPr>
          <p:cNvPr id="153" name="dp44-comparison / n138 / arrow">
            <a:extLst xmlns:a="http://schemas.openxmlformats.org/drawingml/2006/main">
              <a:ext uri="{FF2B5EF4-FFF2-40B4-BE49-F238E27FC236}">
                <a16:creationId xmlns:a16="http://schemas.microsoft.com/office/drawing/2014/main" id="{E2E62000-7BD0-4CDE-8BBE-FBBFDBB0F39E}"/>
              </a:ext>
            </a:extLst>
          </p:cNvPr>
          <p:cNvSpPr>
            <a:spLocks xmlns:a="http://schemas.openxmlformats.org/drawingml/2006/main" noGrp="1"/>
          </p:cNvSpPr>
          <p:nvPr/>
        </p:nvSpPr>
        <p:spPr>
          <a:xfrm xmlns:a="http://schemas.openxmlformats.org/drawingml/2006/main">
            <a:off x="15172944" y="54385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54" name="dp44-comparison / n139 / path">
            <a:extLst xmlns:a="http://schemas.openxmlformats.org/drawingml/2006/main">
              <a:ext uri="{FF2B5EF4-FFF2-40B4-BE49-F238E27FC236}">
                <a16:creationId xmlns:a16="http://schemas.microsoft.com/office/drawing/2014/main" id="{B5E90E44-9351-46D3-9D4D-A0DA26C4809B}"/>
              </a:ext>
            </a:extLst>
          </p:cNvPr>
          <p:cNvSpPr>
            <a:spLocks xmlns:a="http://schemas.openxmlformats.org/drawingml/2006/main" noGrp="1"/>
          </p:cNvSpPr>
          <p:nvPr/>
        </p:nvSpPr>
        <p:spPr>
          <a:xfrm xmlns:a="http://schemas.openxmlformats.org/drawingml/2006/main">
            <a:off x="12858750" y="3810000"/>
            <a:ext cx="3786188" cy="1504950"/>
          </a:xfrm>
          <a:custGeom xmlns:a="http://schemas.openxmlformats.org/drawingml/2006/main">
            <a:pathLst>
              <a:path w="3786188" h="1504950">
                <a:moveTo>
                  <a:pt x="0" y="0"/>
                </a:moveTo>
                <a:lnTo>
                  <a:pt x="142875" y="0"/>
                </a:lnTo>
                <a:lnTo>
                  <a:pt x="142875" y="962025"/>
                </a:lnTo>
                <a:lnTo>
                  <a:pt x="3786188" y="962025"/>
                </a:lnTo>
                <a:lnTo>
                  <a:pt x="3786188" y="1504950"/>
                </a:lnTo>
              </a:path>
            </a:pathLst>
          </a:custGeom>
          <a:noFill xmlns:a="http://schemas.openxmlformats.org/drawingml/2006/main"/>
          <a:ln xmlns:a="http://schemas.openxmlformats.org/drawingml/2006/main" w="10478">
            <a:solidFill>
              <a:srgbClr val="000000"/>
            </a:solidFill>
            <a:prstDash val="solid"/>
          </a:ln>
        </p:spPr>
      </p:sp>
      <p:sp>
        <p:nvSpPr>
          <p:cNvPr id="155" name="dp44-comparison / n139 / arrow">
            <a:extLst xmlns:a="http://schemas.openxmlformats.org/drawingml/2006/main">
              <a:ext uri="{FF2B5EF4-FFF2-40B4-BE49-F238E27FC236}">
                <a16:creationId xmlns:a16="http://schemas.microsoft.com/office/drawing/2014/main" id="{E99B7FBD-5EED-408A-AFCA-02E3C98FA3D3}"/>
              </a:ext>
            </a:extLst>
          </p:cNvPr>
          <p:cNvSpPr>
            <a:spLocks xmlns:a="http://schemas.openxmlformats.org/drawingml/2006/main" noGrp="1"/>
          </p:cNvSpPr>
          <p:nvPr/>
        </p:nvSpPr>
        <p:spPr>
          <a:xfrm xmlns:a="http://schemas.openxmlformats.org/drawingml/2006/main">
            <a:off x="16611410" y="52478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6" name="dp44-comparison / n142 / path">
            <a:extLst xmlns:a="http://schemas.openxmlformats.org/drawingml/2006/main">
              <a:ext uri="{FF2B5EF4-FFF2-40B4-BE49-F238E27FC236}">
                <a16:creationId xmlns:a16="http://schemas.microsoft.com/office/drawing/2014/main" id="{FCF6798A-1C17-46B4-920D-2E6C1D86C955}"/>
              </a:ext>
            </a:extLst>
          </p:cNvPr>
          <p:cNvSpPr>
            <a:spLocks xmlns:a="http://schemas.openxmlformats.org/drawingml/2006/main" noGrp="1"/>
          </p:cNvSpPr>
          <p:nvPr/>
        </p:nvSpPr>
        <p:spPr>
          <a:xfrm xmlns:a="http://schemas.openxmlformats.org/drawingml/2006/main">
            <a:off x="16787813" y="5629275"/>
            <a:ext cx="953" cy="85725"/>
          </a:xfrm>
          <a:custGeom xmlns:a="http://schemas.openxmlformats.org/drawingml/2006/main">
            <a:pathLst>
              <a:path w="953" h="85725">
                <a:moveTo>
                  <a:pt x="0" y="0"/>
                </a:moveTo>
                <a:lnTo>
                  <a:pt x="0" y="85725"/>
                </a:lnTo>
              </a:path>
            </a:pathLst>
          </a:custGeom>
          <a:noFill xmlns:a="http://schemas.openxmlformats.org/drawingml/2006/main"/>
          <a:ln xmlns:a="http://schemas.openxmlformats.org/drawingml/2006/main" w="10478">
            <a:solidFill>
              <a:srgbClr val="000000"/>
            </a:solidFill>
            <a:prstDash val="solid"/>
          </a:ln>
        </p:spPr>
      </p:sp>
      <p:sp>
        <p:nvSpPr>
          <p:cNvPr id="157" name="dp44-comparison / n142 / arrow">
            <a:extLst xmlns:a="http://schemas.openxmlformats.org/drawingml/2006/main">
              <a:ext uri="{FF2B5EF4-FFF2-40B4-BE49-F238E27FC236}">
                <a16:creationId xmlns:a16="http://schemas.microsoft.com/office/drawing/2014/main" id="{9F7A08C7-89A7-4428-ABD7-9239057FD0A5}"/>
              </a:ext>
            </a:extLst>
          </p:cNvPr>
          <p:cNvSpPr>
            <a:spLocks xmlns:a="http://schemas.openxmlformats.org/drawingml/2006/main" noGrp="1"/>
          </p:cNvSpPr>
          <p:nvPr/>
        </p:nvSpPr>
        <p:spPr>
          <a:xfrm xmlns:a="http://schemas.openxmlformats.org/drawingml/2006/main">
            <a:off x="16754285" y="56479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58" name="dp44-comparison / n143">
            <a:extLst xmlns:a="http://schemas.openxmlformats.org/drawingml/2006/main">
              <a:ext uri="{FF2B5EF4-FFF2-40B4-BE49-F238E27FC236}">
                <a16:creationId xmlns:a16="http://schemas.microsoft.com/office/drawing/2014/main" id="{1BC497C8-C7C4-4D8F-B610-680FB6F50477}"/>
              </a:ext>
            </a:extLst>
          </p:cNvPr>
          <p:cNvSpPr>
            <a:spLocks xmlns:a="http://schemas.openxmlformats.org/drawingml/2006/main" noGrp="1"/>
          </p:cNvSpPr>
          <p:nvPr/>
        </p:nvSpPr>
        <p:spPr>
          <a:xfrm xmlns:a="http://schemas.openxmlformats.org/drawingml/2006/main">
            <a:off x="12620625" y="5753100"/>
            <a:ext cx="2190750" cy="238125"/>
          </a:xfrm>
          <a:prstGeom xmlns:a="http://schemas.openxmlformats.org/drawingml/2006/main" prst="roundRect">
            <a:avLst>
              <a:gd name="adj" fmla="val 32000"/>
            </a:avLst>
          </a:prstGeom>
          <a:solidFill xmlns:a="http://schemas.openxmlformats.org/drawingml/2006/main">
            <a:srgbClr val="FFFFFF"/>
          </a:solidFill>
          <a:ln xmlns:a="http://schemas.openxmlformats.org/drawingml/2006/main" w="9525">
            <a:solidFill>
              <a:srgbClr val="000000"/>
            </a:solidFill>
            <a:prstDash val="solid"/>
          </a:ln>
        </p:spPr>
      </p:sp>
      <p:sp>
        <p:nvSpPr>
          <p:cNvPr id="159" name="dp44-comparison / n144 / text 1">
            <a:extLst xmlns:a="http://schemas.openxmlformats.org/drawingml/2006/main">
              <a:ext uri="{FF2B5EF4-FFF2-40B4-BE49-F238E27FC236}">
                <a16:creationId xmlns:a16="http://schemas.microsoft.com/office/drawing/2014/main" id="{4019E839-9AA0-4DCA-BBB9-B3D06C73FEF9}"/>
              </a:ext>
            </a:extLst>
          </p:cNvPr>
          <p:cNvSpPr>
            <a:spLocks xmlns:a="http://schemas.openxmlformats.org/drawingml/2006/main" noGrp="1"/>
          </p:cNvSpPr>
          <p:nvPr/>
        </p:nvSpPr>
        <p:spPr>
          <a:xfrm xmlns:a="http://schemas.openxmlformats.org/drawingml/2006/main">
            <a:off x="12706350" y="5779294"/>
            <a:ext cx="2019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Publication Control</a:t>
            </a:r>
          </a:p>
        </p:txBody>
      </p:sp>
      <p:sp>
        <p:nvSpPr>
          <p:cNvPr id="160" name="dp44-comparison / n145 / path">
            <a:extLst xmlns:a="http://schemas.openxmlformats.org/drawingml/2006/main">
              <a:ext uri="{FF2B5EF4-FFF2-40B4-BE49-F238E27FC236}">
                <a16:creationId xmlns:a16="http://schemas.microsoft.com/office/drawing/2014/main" id="{7F14BBD4-0E67-448C-A7A7-39D3CEB000C9}"/>
              </a:ext>
            </a:extLst>
          </p:cNvPr>
          <p:cNvSpPr>
            <a:spLocks xmlns:a="http://schemas.openxmlformats.org/drawingml/2006/main" noGrp="1"/>
          </p:cNvSpPr>
          <p:nvPr/>
        </p:nvSpPr>
        <p:spPr>
          <a:xfrm xmlns:a="http://schemas.openxmlformats.org/drawingml/2006/main">
            <a:off x="13716000" y="5629275"/>
            <a:ext cx="2595563" cy="123825"/>
          </a:xfrm>
          <a:custGeom xmlns:a="http://schemas.openxmlformats.org/drawingml/2006/main">
            <a:pathLst>
              <a:path w="2595563" h="123825">
                <a:moveTo>
                  <a:pt x="2595563" y="0"/>
                </a:moveTo>
                <a:lnTo>
                  <a:pt x="2595563" y="57150"/>
                </a:lnTo>
                <a:lnTo>
                  <a:pt x="0" y="57150"/>
                </a:lnTo>
                <a:lnTo>
                  <a:pt x="0" y="123825"/>
                </a:lnTo>
              </a:path>
            </a:pathLst>
          </a:custGeom>
          <a:noFill xmlns:a="http://schemas.openxmlformats.org/drawingml/2006/main"/>
          <a:ln xmlns:a="http://schemas.openxmlformats.org/drawingml/2006/main" w="10478">
            <a:solidFill>
              <a:srgbClr val="000000"/>
            </a:solidFill>
            <a:prstDash val="solid"/>
          </a:ln>
        </p:spPr>
      </p:sp>
      <p:sp>
        <p:nvSpPr>
          <p:cNvPr id="161" name="dp44-comparison / n145 / arrow">
            <a:extLst xmlns:a="http://schemas.openxmlformats.org/drawingml/2006/main">
              <a:ext uri="{FF2B5EF4-FFF2-40B4-BE49-F238E27FC236}">
                <a16:creationId xmlns:a16="http://schemas.microsoft.com/office/drawing/2014/main" id="{226C2F32-46E0-40FA-BCC3-784758D183A4}"/>
              </a:ext>
            </a:extLst>
          </p:cNvPr>
          <p:cNvSpPr>
            <a:spLocks xmlns:a="http://schemas.openxmlformats.org/drawingml/2006/main" noGrp="1"/>
          </p:cNvSpPr>
          <p:nvPr/>
        </p:nvSpPr>
        <p:spPr>
          <a:xfrm xmlns:a="http://schemas.openxmlformats.org/drawingml/2006/main">
            <a:off x="13682472" y="5686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2" name="dp44-comparison / n146 / path">
            <a:extLst xmlns:a="http://schemas.openxmlformats.org/drawingml/2006/main">
              <a:ext uri="{FF2B5EF4-FFF2-40B4-BE49-F238E27FC236}">
                <a16:creationId xmlns:a16="http://schemas.microsoft.com/office/drawing/2014/main" id="{E9EBE9E7-A925-4FD9-8CB2-EFF3D666946F}"/>
              </a:ext>
            </a:extLst>
          </p:cNvPr>
          <p:cNvSpPr>
            <a:spLocks xmlns:a="http://schemas.openxmlformats.org/drawingml/2006/main" noGrp="1"/>
          </p:cNvSpPr>
          <p:nvPr/>
        </p:nvSpPr>
        <p:spPr>
          <a:xfrm xmlns:a="http://schemas.openxmlformats.org/drawingml/2006/main">
            <a:off x="9858375" y="3810000"/>
            <a:ext cx="1214438" cy="1285875"/>
          </a:xfrm>
          <a:custGeom xmlns:a="http://schemas.openxmlformats.org/drawingml/2006/main">
            <a:pathLst>
              <a:path w="1214438" h="1285875">
                <a:moveTo>
                  <a:pt x="285750" y="0"/>
                </a:moveTo>
                <a:lnTo>
                  <a:pt x="0" y="0"/>
                </a:lnTo>
                <a:lnTo>
                  <a:pt x="0" y="1171575"/>
                </a:lnTo>
                <a:lnTo>
                  <a:pt x="1214438" y="1171575"/>
                </a:lnTo>
                <a:lnTo>
                  <a:pt x="1214438" y="1285875"/>
                </a:lnTo>
              </a:path>
            </a:pathLst>
          </a:custGeom>
          <a:noFill xmlns:a="http://schemas.openxmlformats.org/drawingml/2006/main"/>
          <a:ln xmlns:a="http://schemas.openxmlformats.org/drawingml/2006/main" w="10478">
            <a:solidFill>
              <a:srgbClr val="000000"/>
            </a:solidFill>
            <a:prstDash val="solid"/>
          </a:ln>
        </p:spPr>
      </p:sp>
      <p:sp>
        <p:nvSpPr>
          <p:cNvPr id="163" name="dp44-comparison / n146 / arrow">
            <a:extLst xmlns:a="http://schemas.openxmlformats.org/drawingml/2006/main">
              <a:ext uri="{FF2B5EF4-FFF2-40B4-BE49-F238E27FC236}">
                <a16:creationId xmlns:a16="http://schemas.microsoft.com/office/drawing/2014/main" id="{82B9E5B0-63BE-4919-82B5-2D058F1C888A}"/>
              </a:ext>
            </a:extLst>
          </p:cNvPr>
          <p:cNvSpPr>
            <a:spLocks xmlns:a="http://schemas.openxmlformats.org/drawingml/2006/main" noGrp="1"/>
          </p:cNvSpPr>
          <p:nvPr/>
        </p:nvSpPr>
        <p:spPr>
          <a:xfrm xmlns:a="http://schemas.openxmlformats.org/drawingml/2006/main">
            <a:off x="11039285" y="5028819"/>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4-comparison / n147 / path">
            <a:extLst xmlns:a="http://schemas.openxmlformats.org/drawingml/2006/main">
              <a:ext uri="{FF2B5EF4-FFF2-40B4-BE49-F238E27FC236}">
                <a16:creationId xmlns:a16="http://schemas.microsoft.com/office/drawing/2014/main" id="{8DEBB853-A267-4913-937B-94268A548497}"/>
              </a:ext>
            </a:extLst>
          </p:cNvPr>
          <p:cNvSpPr>
            <a:spLocks xmlns:a="http://schemas.openxmlformats.org/drawingml/2006/main" noGrp="1"/>
          </p:cNvSpPr>
          <p:nvPr/>
        </p:nvSpPr>
        <p:spPr>
          <a:xfrm xmlns:a="http://schemas.openxmlformats.org/drawingml/2006/main">
            <a:off x="9763125" y="3924300"/>
            <a:ext cx="381000" cy="1333500"/>
          </a:xfrm>
          <a:custGeom xmlns:a="http://schemas.openxmlformats.org/drawingml/2006/main">
            <a:pathLst>
              <a:path w="381000" h="1333500">
                <a:moveTo>
                  <a:pt x="190500" y="1333500"/>
                </a:moveTo>
                <a:lnTo>
                  <a:pt x="0" y="1333500"/>
                </a:lnTo>
                <a:lnTo>
                  <a:pt x="0" y="0"/>
                </a:lnTo>
                <a:lnTo>
                  <a:pt x="381000" y="0"/>
                </a:lnTo>
              </a:path>
            </a:pathLst>
          </a:custGeom>
          <a:noFill xmlns:a="http://schemas.openxmlformats.org/drawingml/2006/main"/>
          <a:ln xmlns:a="http://schemas.openxmlformats.org/drawingml/2006/main" w="10478">
            <a:solidFill>
              <a:srgbClr val="000000"/>
            </a:solidFill>
            <a:prstDash val="dash"/>
          </a:ln>
        </p:spPr>
      </p:sp>
      <p:sp>
        <p:nvSpPr>
          <p:cNvPr id="165" name="dp44-comparison / n147 / arrow">
            <a:extLst xmlns:a="http://schemas.openxmlformats.org/drawingml/2006/main">
              <a:ext uri="{FF2B5EF4-FFF2-40B4-BE49-F238E27FC236}">
                <a16:creationId xmlns:a16="http://schemas.microsoft.com/office/drawing/2014/main" id="{907E14D6-7617-4E7C-B8DB-DDF985D2493A}"/>
              </a:ext>
            </a:extLst>
          </p:cNvPr>
          <p:cNvSpPr>
            <a:spLocks xmlns:a="http://schemas.openxmlformats.org/drawingml/2006/main" noGrp="1"/>
          </p:cNvSpPr>
          <p:nvPr/>
        </p:nvSpPr>
        <p:spPr>
          <a:xfrm xmlns:a="http://schemas.openxmlformats.org/drawingml/2006/main">
            <a:off x="10077069" y="389077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66" name="dp44-comparison / n152 / path">
            <a:extLst xmlns:a="http://schemas.openxmlformats.org/drawingml/2006/main">
              <a:ext uri="{FF2B5EF4-FFF2-40B4-BE49-F238E27FC236}">
                <a16:creationId xmlns:a16="http://schemas.microsoft.com/office/drawing/2014/main" id="{EEC8C20E-39DF-4502-A0FB-84BAECC0F9C3}"/>
              </a:ext>
            </a:extLst>
          </p:cNvPr>
          <p:cNvSpPr>
            <a:spLocks xmlns:a="http://schemas.openxmlformats.org/drawingml/2006/main" noGrp="1"/>
          </p:cNvSpPr>
          <p:nvPr/>
        </p:nvSpPr>
        <p:spPr>
          <a:xfrm xmlns:a="http://schemas.openxmlformats.org/drawingml/2006/main">
            <a:off x="9858375" y="7029450"/>
            <a:ext cx="7715250" cy="953"/>
          </a:xfrm>
          <a:custGeom xmlns:a="http://schemas.openxmlformats.org/drawingml/2006/main">
            <a:pathLst>
              <a:path w="7715250" h="953">
                <a:moveTo>
                  <a:pt x="0" y="0"/>
                </a:moveTo>
                <a:lnTo>
                  <a:pt x="7715250" y="0"/>
                </a:lnTo>
              </a:path>
            </a:pathLst>
          </a:custGeom>
          <a:noFill xmlns:a="http://schemas.openxmlformats.org/drawingml/2006/main"/>
          <a:ln xmlns:a="http://schemas.openxmlformats.org/drawingml/2006/main" w="10478">
            <a:solidFill>
              <a:srgbClr val="000000"/>
            </a:solidFill>
            <a:prstDash val="solid"/>
          </a:ln>
        </p:spPr>
      </p:sp>
      <p:sp>
        <p:nvSpPr>
          <p:cNvPr id="167" name="dp44-comparison / n104">
            <a:extLst xmlns:a="http://schemas.openxmlformats.org/drawingml/2006/main">
              <a:ext uri="{FF2B5EF4-FFF2-40B4-BE49-F238E27FC236}">
                <a16:creationId xmlns:a16="http://schemas.microsoft.com/office/drawing/2014/main" id="{1B15B40A-69F8-44DD-B3F7-C2430637FF01}"/>
              </a:ext>
            </a:extLst>
          </p:cNvPr>
          <p:cNvSpPr>
            <a:spLocks xmlns:a="http://schemas.openxmlformats.org/drawingml/2006/main" noGrp="1"/>
          </p:cNvSpPr>
          <p:nvPr/>
        </p:nvSpPr>
        <p:spPr>
          <a:xfrm xmlns:a="http://schemas.openxmlformats.org/drawingml/2006/main">
            <a:off x="9934575" y="2762250"/>
            <a:ext cx="2439353"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68" name="dp44-comparison / n105 / text 1">
            <a:extLst xmlns:a="http://schemas.openxmlformats.org/drawingml/2006/main">
              <a:ext uri="{FF2B5EF4-FFF2-40B4-BE49-F238E27FC236}">
                <a16:creationId xmlns:a16="http://schemas.microsoft.com/office/drawing/2014/main" id="{F7841922-9716-48E8-AB1B-24A35FAA5552}"/>
              </a:ext>
            </a:extLst>
          </p:cNvPr>
          <p:cNvSpPr>
            <a:spLocks xmlns:a="http://schemas.openxmlformats.org/drawingml/2006/main" noGrp="1"/>
          </p:cNvSpPr>
          <p:nvPr/>
        </p:nvSpPr>
        <p:spPr>
          <a:xfrm xmlns:a="http://schemas.openxmlformats.org/drawingml/2006/main">
            <a:off x="9953625" y="2771775"/>
            <a:ext cx="3476625"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Input1: “잠깐, 표부터 설명해줘”</a:t>
            </a:r>
          </a:p>
        </p:txBody>
      </p:sp>
      <p:sp>
        <p:nvSpPr>
          <p:cNvPr id="169" name="dp44-comparison / n106">
            <a:extLst xmlns:a="http://schemas.openxmlformats.org/drawingml/2006/main">
              <a:ext uri="{FF2B5EF4-FFF2-40B4-BE49-F238E27FC236}">
                <a16:creationId xmlns:a16="http://schemas.microsoft.com/office/drawing/2014/main" id="{5B7A34E9-D7A0-4801-BCAB-78B0A5BB08A6}"/>
              </a:ext>
            </a:extLst>
          </p:cNvPr>
          <p:cNvSpPr>
            <a:spLocks xmlns:a="http://schemas.openxmlformats.org/drawingml/2006/main" noGrp="1"/>
          </p:cNvSpPr>
          <p:nvPr/>
        </p:nvSpPr>
        <p:spPr>
          <a:xfrm xmlns:a="http://schemas.openxmlformats.org/drawingml/2006/main">
            <a:off x="14601825" y="2762250"/>
            <a:ext cx="2711196"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0" name="dp44-comparison / n107 / text 1">
            <a:extLst xmlns:a="http://schemas.openxmlformats.org/drawingml/2006/main">
              <a:ext uri="{FF2B5EF4-FFF2-40B4-BE49-F238E27FC236}">
                <a16:creationId xmlns:a16="http://schemas.microsoft.com/office/drawing/2014/main" id="{C685E0C1-685D-41E5-90CA-B949A23DE8CA}"/>
              </a:ext>
            </a:extLst>
          </p:cNvPr>
          <p:cNvSpPr>
            <a:spLocks xmlns:a="http://schemas.openxmlformats.org/drawingml/2006/main" noGrp="1"/>
          </p:cNvSpPr>
          <p:nvPr/>
        </p:nvSpPr>
        <p:spPr>
          <a:xfrm xmlns:a="http://schemas.openxmlformats.org/drawingml/2006/main">
            <a:off x="14620875" y="2771775"/>
            <a:ext cx="30003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Task1: 메일 / Question1: 수신자 질문</a:t>
            </a:r>
          </a:p>
        </p:txBody>
      </p:sp>
      <p:sp>
        <p:nvSpPr>
          <p:cNvPr id="171" name="dp44-comparison / n122">
            <a:extLst xmlns:a="http://schemas.openxmlformats.org/drawingml/2006/main">
              <a:ext uri="{FF2B5EF4-FFF2-40B4-BE49-F238E27FC236}">
                <a16:creationId xmlns:a16="http://schemas.microsoft.com/office/drawing/2014/main" id="{7B098B00-F394-4C6E-8C06-5CCB6DD3ACB2}"/>
              </a:ext>
            </a:extLst>
          </p:cNvPr>
          <p:cNvSpPr>
            <a:spLocks xmlns:a="http://schemas.openxmlformats.org/drawingml/2006/main" noGrp="1"/>
          </p:cNvSpPr>
          <p:nvPr/>
        </p:nvSpPr>
        <p:spPr>
          <a:xfrm xmlns:a="http://schemas.openxmlformats.org/drawingml/2006/main">
            <a:off x="10125075" y="3990975"/>
            <a:ext cx="1395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2" name="dp44-comparison / n123 / text 1">
            <a:extLst xmlns:a="http://schemas.openxmlformats.org/drawingml/2006/main">
              <a:ext uri="{FF2B5EF4-FFF2-40B4-BE49-F238E27FC236}">
                <a16:creationId xmlns:a16="http://schemas.microsoft.com/office/drawing/2014/main" id="{0201EDAE-E8B2-4700-A500-FA03675C5BE1}"/>
              </a:ext>
            </a:extLst>
          </p:cNvPr>
          <p:cNvSpPr>
            <a:spLocks xmlns:a="http://schemas.openxmlformats.org/drawingml/2006/main" noGrp="1"/>
          </p:cNvSpPr>
          <p:nvPr/>
        </p:nvSpPr>
        <p:spPr>
          <a:xfrm xmlns:a="http://schemas.openxmlformats.org/drawingml/2006/main">
            <a:off x="10144125" y="4000500"/>
            <a:ext cx="28575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input/job / 정정 세대</a:t>
            </a:r>
          </a:p>
        </p:txBody>
      </p:sp>
      <p:sp>
        <p:nvSpPr>
          <p:cNvPr id="173" name="dp44-comparison / n124">
            <a:extLst xmlns:a="http://schemas.openxmlformats.org/drawingml/2006/main">
              <a:ext uri="{FF2B5EF4-FFF2-40B4-BE49-F238E27FC236}">
                <a16:creationId xmlns:a16="http://schemas.microsoft.com/office/drawing/2014/main" id="{59973182-A5A4-4F3C-BDC6-2DB3563FE89D}"/>
              </a:ext>
            </a:extLst>
          </p:cNvPr>
          <p:cNvSpPr>
            <a:spLocks xmlns:a="http://schemas.openxmlformats.org/drawingml/2006/main" noGrp="1"/>
          </p:cNvSpPr>
          <p:nvPr/>
        </p:nvSpPr>
        <p:spPr>
          <a:xfrm xmlns:a="http://schemas.openxmlformats.org/drawingml/2006/main">
            <a:off x="14125575" y="3990975"/>
            <a:ext cx="132207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4" name="dp44-comparison / n125 / text 1">
            <a:extLst xmlns:a="http://schemas.openxmlformats.org/drawingml/2006/main">
              <a:ext uri="{FF2B5EF4-FFF2-40B4-BE49-F238E27FC236}">
                <a16:creationId xmlns:a16="http://schemas.microsoft.com/office/drawing/2014/main" id="{FE9A764B-1750-40B6-87A2-1AB4139194F9}"/>
              </a:ext>
            </a:extLst>
          </p:cNvPr>
          <p:cNvSpPr>
            <a:spLocks xmlns:a="http://schemas.openxmlformats.org/drawingml/2006/main" noGrp="1"/>
          </p:cNvSpPr>
          <p:nvPr/>
        </p:nvSpPr>
        <p:spPr>
          <a:xfrm xmlns:a="http://schemas.openxmlformats.org/drawingml/2006/main">
            <a:off x="14144625" y="4000500"/>
            <a:ext cx="3048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질문 참조 / 준비/대기</a:t>
            </a:r>
          </a:p>
        </p:txBody>
      </p:sp>
      <p:sp>
        <p:nvSpPr>
          <p:cNvPr id="175" name="dp44-comparison / n140">
            <a:extLst xmlns:a="http://schemas.openxmlformats.org/drawingml/2006/main">
              <a:ext uri="{FF2B5EF4-FFF2-40B4-BE49-F238E27FC236}">
                <a16:creationId xmlns:a16="http://schemas.microsoft.com/office/drawing/2014/main" id="{3615D96B-3C6B-4ED0-98B4-548CD0911447}"/>
              </a:ext>
            </a:extLst>
          </p:cNvPr>
          <p:cNvSpPr>
            <a:spLocks xmlns:a="http://schemas.openxmlformats.org/drawingml/2006/main" noGrp="1"/>
          </p:cNvSpPr>
          <p:nvPr/>
        </p:nvSpPr>
        <p:spPr>
          <a:xfrm xmlns:a="http://schemas.openxmlformats.org/drawingml/2006/main">
            <a:off x="15220950" y="4657725"/>
            <a:ext cx="166725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6" name="dp44-comparison / n141 / text 1">
            <a:extLst xmlns:a="http://schemas.openxmlformats.org/drawingml/2006/main">
              <a:ext uri="{FF2B5EF4-FFF2-40B4-BE49-F238E27FC236}">
                <a16:creationId xmlns:a16="http://schemas.microsoft.com/office/drawing/2014/main" id="{DF7C4E64-F016-4B44-B42F-073632CCD23F}"/>
              </a:ext>
            </a:extLst>
          </p:cNvPr>
          <p:cNvSpPr>
            <a:spLocks xmlns:a="http://schemas.openxmlformats.org/drawingml/2006/main" noGrp="1"/>
          </p:cNvSpPr>
          <p:nvPr/>
        </p:nvSpPr>
        <p:spPr>
          <a:xfrm xmlns:a="http://schemas.openxmlformats.org/drawingml/2006/main">
            <a:off x="15240000" y="46672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InputSettled / admission</a:t>
            </a:r>
          </a:p>
        </p:txBody>
      </p:sp>
      <p:sp>
        <p:nvSpPr>
          <p:cNvPr id="177" name="dp44-comparison / n148">
            <a:extLst xmlns:a="http://schemas.openxmlformats.org/drawingml/2006/main">
              <a:ext uri="{FF2B5EF4-FFF2-40B4-BE49-F238E27FC236}">
                <a16:creationId xmlns:a16="http://schemas.microsoft.com/office/drawing/2014/main" id="{9E048E76-8D09-4CF1-A35E-C08A536DCC31}"/>
              </a:ext>
            </a:extLst>
          </p:cNvPr>
          <p:cNvSpPr>
            <a:spLocks xmlns:a="http://schemas.openxmlformats.org/drawingml/2006/main" noGrp="1"/>
          </p:cNvSpPr>
          <p:nvPr/>
        </p:nvSpPr>
        <p:spPr>
          <a:xfrm xmlns:a="http://schemas.openxmlformats.org/drawingml/2006/main">
            <a:off x="9934575" y="5495925"/>
            <a:ext cx="15095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78" name="dp44-comparison / n149 / text 1">
            <a:extLst xmlns:a="http://schemas.openxmlformats.org/drawingml/2006/main">
              <a:ext uri="{FF2B5EF4-FFF2-40B4-BE49-F238E27FC236}">
                <a16:creationId xmlns:a16="http://schemas.microsoft.com/office/drawing/2014/main" id="{8E82EFAB-1066-43C4-96A9-35DC2B48A369}"/>
              </a:ext>
            </a:extLst>
          </p:cNvPr>
          <p:cNvSpPr>
            <a:spLocks xmlns:a="http://schemas.openxmlformats.org/drawingml/2006/main" noGrp="1"/>
          </p:cNvSpPr>
          <p:nvPr/>
        </p:nvSpPr>
        <p:spPr>
          <a:xfrm xmlns:a="http://schemas.openxmlformats.org/drawingml/2006/main">
            <a:off x="9953625" y="5505450"/>
            <a:ext cx="2238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job 완료 → 시작한 owner</a:t>
            </a:r>
          </a:p>
        </p:txBody>
      </p:sp>
      <p:sp>
        <p:nvSpPr>
          <p:cNvPr id="179" name="dp44-comparison / n150">
            <a:extLst xmlns:a="http://schemas.openxmlformats.org/drawingml/2006/main">
              <a:ext uri="{FF2B5EF4-FFF2-40B4-BE49-F238E27FC236}">
                <a16:creationId xmlns:a16="http://schemas.microsoft.com/office/drawing/2014/main" id="{45E4426A-78CA-4EAE-8CDC-76E94E0CD65A}"/>
              </a:ext>
            </a:extLst>
          </p:cNvPr>
          <p:cNvSpPr>
            <a:spLocks xmlns:a="http://schemas.openxmlformats.org/drawingml/2006/main" noGrp="1"/>
          </p:cNvSpPr>
          <p:nvPr/>
        </p:nvSpPr>
        <p:spPr>
          <a:xfrm xmlns:a="http://schemas.openxmlformats.org/drawingml/2006/main">
            <a:off x="9953625" y="6172200"/>
            <a:ext cx="7524750" cy="752475"/>
          </a:xfrm>
          <a:custGeom xmlns:a="http://schemas.openxmlformats.org/drawingml/2006/main">
            <a:pathLst>
              <a:path w="7524750" h="752475">
                <a:moveTo>
                  <a:pt x="0" y="0"/>
                </a:moveTo>
                <a:lnTo>
                  <a:pt x="7353300" y="0"/>
                </a:lnTo>
                <a:lnTo>
                  <a:pt x="7524750" y="171450"/>
                </a:lnTo>
                <a:lnTo>
                  <a:pt x="7524750" y="752475"/>
                </a:lnTo>
                <a:lnTo>
                  <a:pt x="0" y="7524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80" name="dp44-comparison / n150 / fold">
            <a:extLst xmlns:a="http://schemas.openxmlformats.org/drawingml/2006/main">
              <a:ext uri="{FF2B5EF4-FFF2-40B4-BE49-F238E27FC236}">
                <a16:creationId xmlns:a16="http://schemas.microsoft.com/office/drawing/2014/main" id="{BF5B277A-672E-450D-B364-D771A89A1CDE}"/>
              </a:ext>
            </a:extLst>
          </p:cNvPr>
          <p:cNvSpPr>
            <a:spLocks xmlns:a="http://schemas.openxmlformats.org/drawingml/2006/main" noGrp="1"/>
          </p:cNvSpPr>
          <p:nvPr/>
        </p:nvSpPr>
        <p:spPr>
          <a:xfrm xmlns:a="http://schemas.openxmlformats.org/drawingml/2006/main">
            <a:off x="17306925" y="6172200"/>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81" name="dp44-comparison / n151 / text 1">
            <a:extLst xmlns:a="http://schemas.openxmlformats.org/drawingml/2006/main">
              <a:ext uri="{FF2B5EF4-FFF2-40B4-BE49-F238E27FC236}">
                <a16:creationId xmlns:a16="http://schemas.microsoft.com/office/drawing/2014/main" id="{6103945E-AD5B-4CBD-A9DE-1944B3663984}"/>
              </a:ext>
            </a:extLst>
          </p:cNvPr>
          <p:cNvSpPr>
            <a:spLocks xmlns:a="http://schemas.openxmlformats.org/drawingml/2006/main" noGrp="1"/>
          </p:cNvSpPr>
          <p:nvPr/>
        </p:nvSpPr>
        <p:spPr>
          <a:xfrm xmlns:a="http://schemas.openxmlformats.org/drawingml/2006/main">
            <a:off x="10048875" y="622935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연결된 입력: AdoptedMeaning{input_ref:Input1, generation:2, meaning_ref:AdoptedMeaning1}</a:t>
            </a:r>
          </a:p>
        </p:txBody>
      </p:sp>
      <p:sp>
        <p:nvSpPr>
          <p:cNvPr id="182" name="dp44-comparison / n151 / text 2">
            <a:extLst xmlns:a="http://schemas.openxmlformats.org/drawingml/2006/main">
              <a:ext uri="{FF2B5EF4-FFF2-40B4-BE49-F238E27FC236}">
                <a16:creationId xmlns:a16="http://schemas.microsoft.com/office/drawing/2014/main" id="{16294708-1572-4F48-84E4-008B9162DAA0}"/>
              </a:ext>
            </a:extLst>
          </p:cNvPr>
          <p:cNvSpPr>
            <a:spLocks xmlns:a="http://schemas.openxmlformats.org/drawingml/2006/main" noGrp="1"/>
          </p:cNvSpPr>
          <p:nvPr/>
        </p:nvSpPr>
        <p:spPr>
          <a:xfrm xmlns:a="http://schemas.openxmlformats.org/drawingml/2006/main">
            <a:off x="10048875" y="637794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NoticeReady{task_ref:Task1, question_ref:Question1, source_revision:3}</a:t>
            </a:r>
          </a:p>
        </p:txBody>
      </p:sp>
      <p:sp>
        <p:nvSpPr>
          <p:cNvPr id="183" name="dp44-comparison / n151 / text 3">
            <a:extLst xmlns:a="http://schemas.openxmlformats.org/drawingml/2006/main">
              <a:ext uri="{FF2B5EF4-FFF2-40B4-BE49-F238E27FC236}">
                <a16:creationId xmlns:a16="http://schemas.microsoft.com/office/drawing/2014/main" id="{6019DE40-93F5-45D3-8998-53592565E604}"/>
              </a:ext>
            </a:extLst>
          </p:cNvPr>
          <p:cNvSpPr>
            <a:spLocks xmlns:a="http://schemas.openxmlformats.org/drawingml/2006/main" noGrp="1"/>
          </p:cNvSpPr>
          <p:nvPr/>
        </p:nvSpPr>
        <p:spPr>
          <a:xfrm xmlns:a="http://schemas.openxmlformats.org/drawingml/2006/main">
            <a:off x="10048875" y="652653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CandidateReady + 해당 admission / source / 과거 전달 snapshot → Join</a:t>
            </a:r>
          </a:p>
        </p:txBody>
      </p:sp>
      <p:sp>
        <p:nvSpPr>
          <p:cNvPr id="184" name="dp44-comparison / n151 / text 4">
            <a:extLst xmlns:a="http://schemas.openxmlformats.org/drawingml/2006/main">
              <a:ext uri="{FF2B5EF4-FFF2-40B4-BE49-F238E27FC236}">
                <a16:creationId xmlns:a16="http://schemas.microsoft.com/office/drawing/2014/main" id="{BE4D7EAD-A380-46B9-A36C-313060ADF20F}"/>
              </a:ext>
            </a:extLst>
          </p:cNvPr>
          <p:cNvSpPr>
            <a:spLocks xmlns:a="http://schemas.openxmlformats.org/drawingml/2006/main" noGrp="1"/>
          </p:cNvSpPr>
          <p:nvPr/>
        </p:nvSpPr>
        <p:spPr>
          <a:xfrm xmlns:a="http://schemas.openxmlformats.org/drawingml/2006/main">
            <a:off x="10048875" y="6675120"/>
            <a:ext cx="72580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조건 부족: 대기 / 정정으로 무효: 폐기 / 조건 충족: 게시 단계 활성화</a:t>
            </a:r>
          </a:p>
        </p:txBody>
      </p:sp>
      <p:sp>
        <p:nvSpPr>
          <p:cNvPr id="185" name="dp44-comparison / n153">
            <a:extLst xmlns:a="http://schemas.openxmlformats.org/drawingml/2006/main">
              <a:ext uri="{FF2B5EF4-FFF2-40B4-BE49-F238E27FC236}">
                <a16:creationId xmlns:a16="http://schemas.microsoft.com/office/drawing/2014/main" id="{6BE6E907-93D8-453D-8A32-93A1FA76DB87}"/>
              </a:ext>
            </a:extLst>
          </p:cNvPr>
          <p:cNvSpPr>
            <a:spLocks xmlns:a="http://schemas.openxmlformats.org/drawingml/2006/main" noGrp="1"/>
          </p:cNvSpPr>
          <p:nvPr/>
        </p:nvSpPr>
        <p:spPr>
          <a:xfrm xmlns:a="http://schemas.openxmlformats.org/drawingml/2006/main">
            <a:off x="9934575" y="7077075"/>
            <a:ext cx="4319588"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6" name="dp44-comparison / n154 / text 1">
            <a:extLst xmlns:a="http://schemas.openxmlformats.org/drawingml/2006/main">
              <a:ext uri="{FF2B5EF4-FFF2-40B4-BE49-F238E27FC236}">
                <a16:creationId xmlns:a16="http://schemas.microsoft.com/office/drawing/2014/main" id="{20A919E0-A050-4E8E-B89B-D00FAFE1450E}"/>
              </a:ext>
            </a:extLst>
          </p:cNvPr>
          <p:cNvSpPr>
            <a:spLocks xmlns:a="http://schemas.openxmlformats.org/drawingml/2006/main" noGrp="1"/>
          </p:cNvSpPr>
          <p:nvPr/>
        </p:nvSpPr>
        <p:spPr>
          <a:xfrm xmlns:a="http://schemas.openxmlformats.org/drawingml/2006/main">
            <a:off x="9953625" y="708660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같은 겹침: 새 입력 + 별도 업무 질문 + 이전 응답 준비 완료</a:t>
            </a:r>
          </a:p>
        </p:txBody>
      </p:sp>
      <p:sp>
        <p:nvSpPr>
          <p:cNvPr id="187" name="dp44-comparison / n155">
            <a:extLst xmlns:a="http://schemas.openxmlformats.org/drawingml/2006/main">
              <a:ext uri="{FF2B5EF4-FFF2-40B4-BE49-F238E27FC236}">
                <a16:creationId xmlns:a16="http://schemas.microsoft.com/office/drawing/2014/main" id="{24ACBB45-9DFF-4B13-9BF9-C4162837EBFF}"/>
              </a:ext>
            </a:extLst>
          </p:cNvPr>
          <p:cNvSpPr>
            <a:spLocks xmlns:a="http://schemas.openxmlformats.org/drawingml/2006/main" noGrp="1"/>
          </p:cNvSpPr>
          <p:nvPr/>
        </p:nvSpPr>
        <p:spPr>
          <a:xfrm xmlns:a="http://schemas.openxmlformats.org/drawingml/2006/main">
            <a:off x="9934575" y="7286625"/>
            <a:ext cx="4191000" cy="1905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88" name="dp44-comparison / n156 / text 1">
            <a:extLst xmlns:a="http://schemas.openxmlformats.org/drawingml/2006/main">
              <a:ext uri="{FF2B5EF4-FFF2-40B4-BE49-F238E27FC236}">
                <a16:creationId xmlns:a16="http://schemas.microsoft.com/office/drawing/2014/main" id="{AF4273AD-2938-4E86-81DE-8FF3B6117411}"/>
              </a:ext>
            </a:extLst>
          </p:cNvPr>
          <p:cNvSpPr>
            <a:spLocks xmlns:a="http://schemas.openxmlformats.org/drawingml/2006/main" noGrp="1"/>
          </p:cNvSpPr>
          <p:nvPr/>
        </p:nvSpPr>
        <p:spPr>
          <a:xfrm xmlns:a="http://schemas.openxmlformats.org/drawingml/2006/main">
            <a:off x="9953625" y="7296150"/>
            <a:ext cx="75247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000000"/>
                </a:solidFill>
                <a:latin typeface="Apple SD Gothic Neo"/>
                <a:ea typeface="Apple SD Gothic Neo"/>
                <a:cs typeface="Apple SD Gothic Neo"/>
              </a:defRPr>
            </a:pPr>
            <a:r>
              <a:rPr sz="1125" b="0">
                <a:solidFill>
                  <a:srgbClr val="000000"/>
                </a:solidFill>
                <a:latin typeface="Apple SD Gothic Neo"/>
                <a:ea typeface="Apple SD Gothic Neo"/>
                <a:cs typeface="Apple SD Gothic Neo"/>
              </a:rPr>
              <a:t>완료가 연결된 소비자의 입력이 됨 / 중앙 회수 없이 이어감</a:t>
            </a:r>
          </a:p>
        </p:txBody>
      </p:sp>
    </p:spTree>
    <p:extLst>
      <p:ext uri="{BB962C8B-B14F-4D97-AF65-F5344CB8AC3E}">
        <p14:creationId xmlns:p14="http://schemas.microsoft.com/office/powerpoint/2010/main" val="58989508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0" name="dp45-comparison / n1">
            <a:extLst xmlns:a="http://schemas.openxmlformats.org/drawingml/2006/main">
              <a:ext uri="{FF2B5EF4-FFF2-40B4-BE49-F238E27FC236}">
                <a16:creationId xmlns:a16="http://schemas.microsoft.com/office/drawing/2014/main" id="{B42A9AD6-00C8-4223-986A-CFE57D0F954B}"/>
              </a:ext>
            </a:extLst>
          </p:cNvPr>
          <p:cNvSpPr>
            <a:spLocks xmlns:a="http://schemas.openxmlformats.org/drawingml/2006/main" noGrp="1"/>
          </p:cNvSpPr>
          <p:nvPr/>
        </p:nvSpPr>
        <p:spPr>
          <a:xfrm xmlns:a="http://schemas.openxmlformats.org/drawingml/2006/main">
            <a:off x="0" y="0"/>
            <a:ext cx="18288000" cy="102870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 name="dp45-comparison / n2 / text 1">
            <a:extLst xmlns:a="http://schemas.openxmlformats.org/drawingml/2006/main">
              <a:ext uri="{FF2B5EF4-FFF2-40B4-BE49-F238E27FC236}">
                <a16:creationId xmlns:a16="http://schemas.microsoft.com/office/drawing/2014/main" id="{E11F4370-A196-4ED4-B1D9-CA20E49F5D24}"/>
              </a:ext>
            </a:extLst>
          </p:cNvPr>
          <p:cNvSpPr>
            <a:spLocks xmlns:a="http://schemas.openxmlformats.org/drawingml/2006/main" noGrp="1"/>
          </p:cNvSpPr>
          <p:nvPr/>
        </p:nvSpPr>
        <p:spPr>
          <a:xfrm xmlns:a="http://schemas.openxmlformats.org/drawingml/2006/main">
            <a:off x="381000" y="209550"/>
            <a:ext cx="123825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425" b="1">
                <a:solidFill>
                  <a:srgbClr val="087E8B"/>
                </a:solidFill>
                <a:latin typeface="Apple SD Gothic Neo"/>
                <a:ea typeface="Apple SD Gothic Neo"/>
                <a:cs typeface="Apple SD Gothic Neo"/>
              </a:defRPr>
            </a:pPr>
            <a:r>
              <a:rPr sz="1425" b="1">
                <a:solidFill>
                  <a:srgbClr val="087E8B"/>
                </a:solidFill>
                <a:latin typeface="Apple SD Gothic Neo"/>
                <a:ea typeface="Apple SD Gothic Neo"/>
                <a:cs typeface="Apple SD Gothic Neo"/>
              </a:rPr>
              <a:t>VIA SOFTWARE ARCHITECTURE / DP 설계 비교</a:t>
            </a:r>
          </a:p>
        </p:txBody>
      </p:sp>
      <p:sp>
        <p:nvSpPr>
          <p:cNvPr id="3" name="dp45-comparison / n3 / text 1">
            <a:extLst xmlns:a="http://schemas.openxmlformats.org/drawingml/2006/main">
              <a:ext uri="{FF2B5EF4-FFF2-40B4-BE49-F238E27FC236}">
                <a16:creationId xmlns:a16="http://schemas.microsoft.com/office/drawing/2014/main" id="{95317B37-FCDF-42DD-9386-CA5D4A072E94}"/>
              </a:ext>
            </a:extLst>
          </p:cNvPr>
          <p:cNvSpPr>
            <a:spLocks xmlns:a="http://schemas.openxmlformats.org/drawingml/2006/main" noGrp="1"/>
          </p:cNvSpPr>
          <p:nvPr/>
        </p:nvSpPr>
        <p:spPr>
          <a:xfrm xmlns:a="http://schemas.openxmlformats.org/drawingml/2006/main">
            <a:off x="13620750" y="209550"/>
            <a:ext cx="428625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r">
              <a:defRPr sz="1425" b="0">
                <a:solidFill>
                  <a:srgbClr val="5F6B77"/>
                </a:solidFill>
                <a:latin typeface="Apple SD Gothic Neo"/>
                <a:ea typeface="Apple SD Gothic Neo"/>
                <a:cs typeface="Apple SD Gothic Neo"/>
              </a:defRPr>
            </a:pPr>
            <a:r>
              <a:rPr sz="1425" b="0">
                <a:solidFill>
                  <a:srgbClr val="5F6B77"/>
                </a:solidFill>
                <a:latin typeface="Apple SD Gothic Neo"/>
                <a:ea typeface="Apple SD Gothic Neo"/>
                <a:cs typeface="Apple SD Gothic Neo"/>
              </a:rPr>
              <a:t>구조 비교 / 장단점 / QA Trade-off</a:t>
            </a:r>
          </a:p>
        </p:txBody>
      </p:sp>
      <p:sp>
        <p:nvSpPr>
          <p:cNvPr id="4" name="dp45-comparison / n4 / text 1">
            <a:extLst xmlns:a="http://schemas.openxmlformats.org/drawingml/2006/main">
              <a:ext uri="{FF2B5EF4-FFF2-40B4-BE49-F238E27FC236}">
                <a16:creationId xmlns:a16="http://schemas.microsoft.com/office/drawing/2014/main" id="{B36D4FF4-D7C0-46DA-A77C-225BBC38163B}"/>
              </a:ext>
            </a:extLst>
          </p:cNvPr>
          <p:cNvSpPr>
            <a:spLocks xmlns:a="http://schemas.openxmlformats.org/drawingml/2006/main" noGrp="1"/>
          </p:cNvSpPr>
          <p:nvPr/>
        </p:nvSpPr>
        <p:spPr>
          <a:xfrm xmlns:a="http://schemas.openxmlformats.org/drawingml/2006/main">
            <a:off x="381000" y="619125"/>
            <a:ext cx="17526000" cy="53863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2925" b="1">
                <a:solidFill>
                  <a:srgbClr val="18232E"/>
                </a:solidFill>
                <a:latin typeface="Apple SD Gothic Neo"/>
                <a:ea typeface="Apple SD Gothic Neo"/>
                <a:cs typeface="Apple SD Gothic Neo"/>
              </a:defRPr>
            </a:pPr>
            <a:r>
              <a:rPr sz="2925" b="1">
                <a:solidFill>
                  <a:srgbClr val="18232E"/>
                </a:solidFill>
                <a:latin typeface="Apple SD Gothic Neo"/>
                <a:ea typeface="Apple SD Gothic Neo"/>
                <a:cs typeface="Apple SD Gothic Neo"/>
              </a:rPr>
              <a:t>04-45. VIA 과거 근거의 요청별 구성과 공통 생산/조회</a:t>
            </a:r>
          </a:p>
        </p:txBody>
      </p:sp>
      <p:sp>
        <p:nvSpPr>
          <p:cNvPr id="5" name="dp45-comparison / n5 / path">
            <a:extLst xmlns:a="http://schemas.openxmlformats.org/drawingml/2006/main">
              <a:ext uri="{FF2B5EF4-FFF2-40B4-BE49-F238E27FC236}">
                <a16:creationId xmlns:a16="http://schemas.microsoft.com/office/drawing/2014/main" id="{488300F5-EA82-455F-AA03-AB2207A4D301}"/>
              </a:ext>
            </a:extLst>
          </p:cNvPr>
          <p:cNvSpPr>
            <a:spLocks xmlns:a="http://schemas.openxmlformats.org/drawingml/2006/main" noGrp="1"/>
          </p:cNvSpPr>
          <p:nvPr/>
        </p:nvSpPr>
        <p:spPr>
          <a:xfrm xmlns:a="http://schemas.openxmlformats.org/drawingml/2006/main">
            <a:off x="381000" y="11525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6" name="dp45-comparison / n6 / text 1">
            <a:extLst xmlns:a="http://schemas.openxmlformats.org/drawingml/2006/main">
              <a:ext uri="{FF2B5EF4-FFF2-40B4-BE49-F238E27FC236}">
                <a16:creationId xmlns:a16="http://schemas.microsoft.com/office/drawing/2014/main" id="{F09790AC-DBAC-4CD6-B798-322C7C4F0951}"/>
              </a:ext>
            </a:extLst>
          </p:cNvPr>
          <p:cNvSpPr>
            <a:spLocks xmlns:a="http://schemas.openxmlformats.org/drawingml/2006/main" noGrp="1"/>
          </p:cNvSpPr>
          <p:nvPr/>
        </p:nvSpPr>
        <p:spPr>
          <a:xfrm xmlns:a="http://schemas.openxmlformats.org/drawingml/2006/main">
            <a:off x="381000" y="1304925"/>
            <a:ext cx="175260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00" b="0">
                <a:solidFill>
                  <a:srgbClr val="18232E"/>
                </a:solidFill>
                <a:latin typeface="Apple SD Gothic Neo"/>
                <a:ea typeface="Apple SD Gothic Neo"/>
                <a:cs typeface="Apple SD Gothic Neo"/>
              </a:defRPr>
            </a:pPr>
            <a:r>
              <a:rPr sz="1500" b="0">
                <a:solidFill>
                  <a:srgbClr val="18232E"/>
                </a:solidFill>
                <a:latin typeface="Apple SD Gothic Neo"/>
                <a:ea typeface="Apple SD Gothic Neo"/>
                <a:cs typeface="Apple SD Gothic Neo"/>
              </a:rPr>
              <a:t>R23 “지난번 네가 설명한 평가 기준에 맞춰, 앞서 조사한 제품 비교 결과와 받아둔 견적을 이번 제안서에 반영해줘.”</a:t>
            </a:r>
          </a:p>
        </p:txBody>
      </p:sp>
      <p:sp>
        <p:nvSpPr>
          <p:cNvPr id="7" name="dp45-comparison / n7 / text 1">
            <a:extLst xmlns:a="http://schemas.openxmlformats.org/drawingml/2006/main">
              <a:ext uri="{FF2B5EF4-FFF2-40B4-BE49-F238E27FC236}">
                <a16:creationId xmlns:a16="http://schemas.microsoft.com/office/drawing/2014/main" id="{10603B79-0C49-456C-A6A2-1F6FC6B76D39}"/>
              </a:ext>
            </a:extLst>
          </p:cNvPr>
          <p:cNvSpPr>
            <a:spLocks xmlns:a="http://schemas.openxmlformats.org/drawingml/2006/main" noGrp="1"/>
          </p:cNvSpPr>
          <p:nvPr/>
        </p:nvSpPr>
        <p:spPr>
          <a:xfrm xmlns:a="http://schemas.openxmlformats.org/drawingml/2006/main">
            <a:off x="381000" y="1600200"/>
            <a:ext cx="175260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공통: VIA가 실제 설명한 내용 + 제품 조사와 견적의 결과 / 현재 제안서 업무 연결은 해석 결과 / 로컬 VIA + 클라우드 모델</a:t>
            </a:r>
          </a:p>
        </p:txBody>
      </p:sp>
      <p:sp>
        <p:nvSpPr>
          <p:cNvPr id="8" name="dp45-comparison / n8">
            <a:extLst xmlns:a="http://schemas.openxmlformats.org/drawingml/2006/main">
              <a:ext uri="{FF2B5EF4-FFF2-40B4-BE49-F238E27FC236}">
                <a16:creationId xmlns:a16="http://schemas.microsoft.com/office/drawing/2014/main" id="{03144D3B-C785-484A-8EDF-48780CDCFA86}"/>
              </a:ext>
            </a:extLst>
          </p:cNvPr>
          <p:cNvSpPr>
            <a:spLocks xmlns:a="http://schemas.openxmlformats.org/drawingml/2006/main" noGrp="1"/>
          </p:cNvSpPr>
          <p:nvPr/>
        </p:nvSpPr>
        <p:spPr>
          <a:xfrm xmlns:a="http://schemas.openxmlformats.org/drawingml/2006/main">
            <a:off x="381000" y="1857375"/>
            <a:ext cx="17526000" cy="457200"/>
          </a:xfrm>
          <a:prstGeom xmlns:a="http://schemas.openxmlformats.org/drawingml/2006/main" prst="rect">
            <a:avLst/>
          </a:prstGeom>
          <a:solidFill xmlns:a="http://schemas.openxmlformats.org/drawingml/2006/main">
            <a:srgbClr val="D5E7C7"/>
          </a:solidFill>
          <a:ln xmlns:a="http://schemas.openxmlformats.org/drawingml/2006/main" w="16193">
            <a:solidFill>
              <a:srgbClr val="CDD6DE"/>
            </a:solidFill>
            <a:prstDash val="solid"/>
          </a:ln>
        </p:spPr>
      </p:sp>
      <p:sp>
        <p:nvSpPr>
          <p:cNvPr id="9" name="dp45-comparison / n9 / text 1">
            <a:extLst xmlns:a="http://schemas.openxmlformats.org/drawingml/2006/main">
              <a:ext uri="{FF2B5EF4-FFF2-40B4-BE49-F238E27FC236}">
                <a16:creationId xmlns:a16="http://schemas.microsoft.com/office/drawing/2014/main" id="{411CD189-0454-4BF8-B00B-FCB4C5748753}"/>
              </a:ext>
            </a:extLst>
          </p:cNvPr>
          <p:cNvSpPr>
            <a:spLocks xmlns:a="http://schemas.openxmlformats.org/drawingml/2006/main" noGrp="1"/>
          </p:cNvSpPr>
          <p:nvPr/>
        </p:nvSpPr>
        <p:spPr>
          <a:xfrm xmlns:a="http://schemas.openxmlformats.org/drawingml/2006/main">
            <a:off x="148590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A 원본 서비스 조합형</a:t>
            </a:r>
          </a:p>
        </p:txBody>
      </p:sp>
      <p:sp>
        <p:nvSpPr>
          <p:cNvPr id="10" name="dp45-comparison / n10 / text 1">
            <a:extLst xmlns:a="http://schemas.openxmlformats.org/drawingml/2006/main">
              <a:ext uri="{FF2B5EF4-FFF2-40B4-BE49-F238E27FC236}">
                <a16:creationId xmlns:a16="http://schemas.microsoft.com/office/drawing/2014/main" id="{C1B74B9E-67D1-45C9-9A15-C7ED1EB4EDBB}"/>
              </a:ext>
            </a:extLst>
          </p:cNvPr>
          <p:cNvSpPr>
            <a:spLocks xmlns:a="http://schemas.openxmlformats.org/drawingml/2006/main" noGrp="1"/>
          </p:cNvSpPr>
          <p:nvPr/>
        </p:nvSpPr>
        <p:spPr>
          <a:xfrm xmlns:a="http://schemas.openxmlformats.org/drawingml/2006/main">
            <a:off x="9772650" y="1962150"/>
            <a:ext cx="7981950" cy="34528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875" b="1">
                <a:solidFill>
                  <a:srgbClr val="18232E"/>
                </a:solidFill>
                <a:latin typeface="Apple SD Gothic Neo"/>
                <a:ea typeface="Apple SD Gothic Neo"/>
                <a:cs typeface="Apple SD Gothic Neo"/>
              </a:defRPr>
            </a:pPr>
            <a:r>
              <a:rPr sz="1875" b="1">
                <a:solidFill>
                  <a:srgbClr val="18232E"/>
                </a:solidFill>
                <a:latin typeface="Apple SD Gothic Neo"/>
                <a:ea typeface="Apple SD Gothic Neo"/>
                <a:cs typeface="Apple SD Gothic Neo"/>
              </a:rPr>
              <a:t>B 공통 파생 기억 저장소형</a:t>
            </a:r>
          </a:p>
        </p:txBody>
      </p:sp>
      <p:sp>
        <p:nvSpPr>
          <p:cNvPr id="11" name="dp45-comparison / n11 / path">
            <a:extLst xmlns:a="http://schemas.openxmlformats.org/drawingml/2006/main">
              <a:ext uri="{FF2B5EF4-FFF2-40B4-BE49-F238E27FC236}">
                <a16:creationId xmlns:a16="http://schemas.microsoft.com/office/drawing/2014/main" id="{352E8D93-5C72-4519-A792-009EE7B0F3EB}"/>
              </a:ext>
            </a:extLst>
          </p:cNvPr>
          <p:cNvSpPr>
            <a:spLocks xmlns:a="http://schemas.openxmlformats.org/drawingml/2006/main" noGrp="1"/>
          </p:cNvSpPr>
          <p:nvPr/>
        </p:nvSpPr>
        <p:spPr>
          <a:xfrm xmlns:a="http://schemas.openxmlformats.org/drawingml/2006/main">
            <a:off x="9620250" y="1857375"/>
            <a:ext cx="953" cy="5715000"/>
          </a:xfrm>
          <a:custGeom xmlns:a="http://schemas.openxmlformats.org/drawingml/2006/main">
            <a:pathLst>
              <a:path w="953" h="5715000">
                <a:moveTo>
                  <a:pt x="0" y="0"/>
                </a:moveTo>
                <a:lnTo>
                  <a:pt x="0" y="5715000"/>
                </a:lnTo>
              </a:path>
            </a:pathLst>
          </a:custGeom>
          <a:noFill xmlns:a="http://schemas.openxmlformats.org/drawingml/2006/main"/>
          <a:ln xmlns:a="http://schemas.openxmlformats.org/drawingml/2006/main" w="19050">
            <a:solidFill>
              <a:srgbClr val="CDD6DE"/>
            </a:solidFill>
            <a:prstDash val="solid"/>
          </a:ln>
        </p:spPr>
      </p:sp>
      <p:sp>
        <p:nvSpPr>
          <p:cNvPr id="12" name="dp45-comparison / n12 / path">
            <a:extLst xmlns:a="http://schemas.openxmlformats.org/drawingml/2006/main">
              <a:ext uri="{FF2B5EF4-FFF2-40B4-BE49-F238E27FC236}">
                <a16:creationId xmlns:a16="http://schemas.microsoft.com/office/drawing/2014/main" id="{651928BE-06C4-4F6E-81F6-E5E5BE30051A}"/>
              </a:ext>
            </a:extLst>
          </p:cNvPr>
          <p:cNvSpPr>
            <a:spLocks xmlns:a="http://schemas.openxmlformats.org/drawingml/2006/main" noGrp="1"/>
          </p:cNvSpPr>
          <p:nvPr/>
        </p:nvSpPr>
        <p:spPr>
          <a:xfrm xmlns:a="http://schemas.openxmlformats.org/drawingml/2006/main">
            <a:off x="381000" y="75723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3" name="dp45-comparison / n13 / text 1">
            <a:extLst xmlns:a="http://schemas.openxmlformats.org/drawingml/2006/main">
              <a:ext uri="{FF2B5EF4-FFF2-40B4-BE49-F238E27FC236}">
                <a16:creationId xmlns:a16="http://schemas.microsoft.com/office/drawing/2014/main" id="{586DFA24-4E77-4E38-9681-68945003151F}"/>
              </a:ext>
            </a:extLst>
          </p:cNvPr>
          <p:cNvSpPr>
            <a:spLocks xmlns:a="http://schemas.openxmlformats.org/drawingml/2006/main" noGrp="1"/>
          </p:cNvSpPr>
          <p:nvPr/>
        </p:nvSpPr>
        <p:spPr>
          <a:xfrm xmlns:a="http://schemas.openxmlformats.org/drawingml/2006/main">
            <a:off x="381000" y="7705725"/>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PARTIAL: 실제 전달한 예외 문구 한 구간과 결과 참조의 예시 / 기준 전체의 완전 추출을 뜻하지 않음 / 과거 게시와 현재 의미 채택은 별개</a:t>
            </a:r>
          </a:p>
        </p:txBody>
      </p:sp>
      <p:sp>
        <p:nvSpPr>
          <p:cNvPr id="14" name="dp45-comparison / n14 / text 1">
            <a:extLst xmlns:a="http://schemas.openxmlformats.org/drawingml/2006/main">
              <a:ext uri="{FF2B5EF4-FFF2-40B4-BE49-F238E27FC236}">
                <a16:creationId xmlns:a16="http://schemas.microsoft.com/office/drawing/2014/main" id="{F2D3E85E-D1AE-4EEE-BB66-BC31740E70AB}"/>
              </a:ext>
            </a:extLst>
          </p:cNvPr>
          <p:cNvSpPr>
            <a:spLocks xmlns:a="http://schemas.openxmlformats.org/drawingml/2006/main" noGrp="1"/>
          </p:cNvSpPr>
          <p:nvPr/>
        </p:nvSpPr>
        <p:spPr>
          <a:xfrm xmlns:a="http://schemas.openxmlformats.org/drawingml/2006/main">
            <a:off x="381000" y="7981950"/>
            <a:ext cx="1752600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첫 요청 / 준비된 반복 조회 / 정정 직후 / 표현 밖 관계를 구분. A의 유효 관계 cache와 부분 갱신도 허용한다.</a:t>
            </a:r>
          </a:p>
        </p:txBody>
      </p:sp>
      <p:sp>
        <p:nvSpPr>
          <p:cNvPr id="15" name="dp45-comparison / n15 / path">
            <a:extLst xmlns:a="http://schemas.openxmlformats.org/drawingml/2006/main">
              <a:ext uri="{FF2B5EF4-FFF2-40B4-BE49-F238E27FC236}">
                <a16:creationId xmlns:a16="http://schemas.microsoft.com/office/drawing/2014/main" id="{95CE25FC-B76B-438E-8ABC-14F6C78F5F56}"/>
              </a:ext>
            </a:extLst>
          </p:cNvPr>
          <p:cNvSpPr>
            <a:spLocks xmlns:a="http://schemas.openxmlformats.org/drawingml/2006/main" noGrp="1"/>
          </p:cNvSpPr>
          <p:nvPr/>
        </p:nvSpPr>
        <p:spPr>
          <a:xfrm xmlns:a="http://schemas.openxmlformats.org/drawingml/2006/main">
            <a:off x="381000" y="83153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16" name="dp45-comparison / n16 / text 1">
            <a:extLst xmlns:a="http://schemas.openxmlformats.org/drawingml/2006/main">
              <a:ext uri="{FF2B5EF4-FFF2-40B4-BE49-F238E27FC236}">
                <a16:creationId xmlns:a16="http://schemas.microsoft.com/office/drawing/2014/main" id="{8C0455D1-8043-4F18-B3B5-9F5C3803AB2F}"/>
              </a:ext>
            </a:extLst>
          </p:cNvPr>
          <p:cNvSpPr>
            <a:spLocks xmlns:a="http://schemas.openxmlformats.org/drawingml/2006/main" noGrp="1"/>
          </p:cNvSpPr>
          <p:nvPr/>
        </p:nvSpPr>
        <p:spPr>
          <a:xfrm xmlns:a="http://schemas.openxmlformats.org/drawingml/2006/main">
            <a:off x="400050" y="83629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새 관계 / 미묘한 조건</a:t>
            </a:r>
          </a:p>
        </p:txBody>
      </p:sp>
      <p:sp>
        <p:nvSpPr>
          <p:cNvPr id="17" name="dp45-comparison / n17 / text 1">
            <a:extLst xmlns:a="http://schemas.openxmlformats.org/drawingml/2006/main">
              <a:ext uri="{FF2B5EF4-FFF2-40B4-BE49-F238E27FC236}">
                <a16:creationId xmlns:a16="http://schemas.microsoft.com/office/drawing/2014/main" id="{B04CDF33-C4D8-479D-A09E-E7A97712817A}"/>
              </a:ext>
            </a:extLst>
          </p:cNvPr>
          <p:cNvSpPr>
            <a:spLocks xmlns:a="http://schemas.openxmlformats.org/drawingml/2006/main" noGrp="1"/>
          </p:cNvSpPr>
          <p:nvPr/>
        </p:nvSpPr>
        <p:spPr>
          <a:xfrm xmlns:a="http://schemas.openxmlformats.org/drawingml/2006/main">
            <a:off x="3000375" y="83629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요청 목적에 맞춘 원문 구성의 유연성; 검색 누락 가능</a:t>
            </a:r>
          </a:p>
        </p:txBody>
      </p:sp>
      <p:sp>
        <p:nvSpPr>
          <p:cNvPr id="18" name="dp45-comparison / n18 / text 1">
            <a:extLst xmlns:a="http://schemas.openxmlformats.org/drawingml/2006/main">
              <a:ext uri="{FF2B5EF4-FFF2-40B4-BE49-F238E27FC236}">
                <a16:creationId xmlns:a16="http://schemas.microsoft.com/office/drawing/2014/main" id="{085263EE-2021-45A7-A1B6-6E1EFFD722F2}"/>
              </a:ext>
            </a:extLst>
          </p:cNvPr>
          <p:cNvSpPr>
            <a:spLocks xmlns:a="http://schemas.openxmlformats.org/drawingml/2006/main" noGrp="1"/>
          </p:cNvSpPr>
          <p:nvPr/>
        </p:nvSpPr>
        <p:spPr>
          <a:xfrm xmlns:a="http://schemas.openxmlformats.org/drawingml/2006/main">
            <a:off x="10287000" y="83629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지원 표현 / 추출 조건에 제한; 정확성의 고정 우열 없음</a:t>
            </a:r>
          </a:p>
        </p:txBody>
      </p:sp>
      <p:sp>
        <p:nvSpPr>
          <p:cNvPr id="19" name="dp45-comparison / n19 / path">
            <a:extLst xmlns:a="http://schemas.openxmlformats.org/drawingml/2006/main">
              <a:ext uri="{FF2B5EF4-FFF2-40B4-BE49-F238E27FC236}">
                <a16:creationId xmlns:a16="http://schemas.microsoft.com/office/drawing/2014/main" id="{1B6559EF-66BE-4D50-9DBF-A87D0FF788B7}"/>
              </a:ext>
            </a:extLst>
          </p:cNvPr>
          <p:cNvSpPr>
            <a:spLocks xmlns:a="http://schemas.openxmlformats.org/drawingml/2006/main" noGrp="1"/>
          </p:cNvSpPr>
          <p:nvPr/>
        </p:nvSpPr>
        <p:spPr>
          <a:xfrm xmlns:a="http://schemas.openxmlformats.org/drawingml/2006/main">
            <a:off x="381000" y="859155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0" name="dp45-comparison / n20 / text 1">
            <a:extLst xmlns:a="http://schemas.openxmlformats.org/drawingml/2006/main">
              <a:ext uri="{FF2B5EF4-FFF2-40B4-BE49-F238E27FC236}">
                <a16:creationId xmlns:a16="http://schemas.microsoft.com/office/drawing/2014/main" id="{78B7617B-CF27-49D5-897C-A69118BD34C1}"/>
              </a:ext>
            </a:extLst>
          </p:cNvPr>
          <p:cNvSpPr>
            <a:spLocks xmlns:a="http://schemas.openxmlformats.org/drawingml/2006/main" noGrp="1"/>
          </p:cNvSpPr>
          <p:nvPr/>
        </p:nvSpPr>
        <p:spPr>
          <a:xfrm xmlns:a="http://schemas.openxmlformats.org/drawingml/2006/main">
            <a:off x="400050" y="863917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준비된 반복 조회 R24</a:t>
            </a:r>
          </a:p>
        </p:txBody>
      </p:sp>
      <p:sp>
        <p:nvSpPr>
          <p:cNvPr id="21" name="dp45-comparison / n21 / text 1">
            <a:extLst xmlns:a="http://schemas.openxmlformats.org/drawingml/2006/main">
              <a:ext uri="{FF2B5EF4-FFF2-40B4-BE49-F238E27FC236}">
                <a16:creationId xmlns:a16="http://schemas.microsoft.com/office/drawing/2014/main" id="{42445C88-E520-42F6-9957-98F8ADDD911E}"/>
              </a:ext>
            </a:extLst>
          </p:cNvPr>
          <p:cNvSpPr>
            <a:spLocks xmlns:a="http://schemas.openxmlformats.org/drawingml/2006/main" noGrp="1"/>
          </p:cNvSpPr>
          <p:nvPr/>
        </p:nvSpPr>
        <p:spPr>
          <a:xfrm xmlns:a="http://schemas.openxmlformats.org/drawingml/2006/main">
            <a:off x="3000375" y="863917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warm 관계 cache로 조회 / 재해석 축소 가능</a:t>
            </a:r>
          </a:p>
        </p:txBody>
      </p:sp>
      <p:sp>
        <p:nvSpPr>
          <p:cNvPr id="22" name="dp45-comparison / n22 / text 1">
            <a:extLst xmlns:a="http://schemas.openxmlformats.org/drawingml/2006/main">
              <a:ext uri="{FF2B5EF4-FFF2-40B4-BE49-F238E27FC236}">
                <a16:creationId xmlns:a16="http://schemas.microsoft.com/office/drawing/2014/main" id="{C41E47E1-7696-40F5-85BF-49AB3B13339A}"/>
              </a:ext>
            </a:extLst>
          </p:cNvPr>
          <p:cNvSpPr>
            <a:spLocks xmlns:a="http://schemas.openxmlformats.org/drawingml/2006/main" noGrp="1"/>
          </p:cNvSpPr>
          <p:nvPr/>
        </p:nvSpPr>
        <p:spPr>
          <a:xfrm xmlns:a="http://schemas.openxmlformats.org/drawingml/2006/main">
            <a:off x="10287000" y="863917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유효 게시가 원본 교차 결합을 대체하면 경로 단축 가능</a:t>
            </a:r>
          </a:p>
        </p:txBody>
      </p:sp>
      <p:sp>
        <p:nvSpPr>
          <p:cNvPr id="23" name="dp45-comparison / n23 / path">
            <a:extLst xmlns:a="http://schemas.openxmlformats.org/drawingml/2006/main">
              <a:ext uri="{FF2B5EF4-FFF2-40B4-BE49-F238E27FC236}">
                <a16:creationId xmlns:a16="http://schemas.microsoft.com/office/drawing/2014/main" id="{04F354F3-EBF1-4831-AE89-C74D29B04637}"/>
              </a:ext>
            </a:extLst>
          </p:cNvPr>
          <p:cNvSpPr>
            <a:spLocks xmlns:a="http://schemas.openxmlformats.org/drawingml/2006/main" noGrp="1"/>
          </p:cNvSpPr>
          <p:nvPr/>
        </p:nvSpPr>
        <p:spPr>
          <a:xfrm xmlns:a="http://schemas.openxmlformats.org/drawingml/2006/main">
            <a:off x="381000" y="886777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4" name="dp45-comparison / n24 / text 1">
            <a:extLst xmlns:a="http://schemas.openxmlformats.org/drawingml/2006/main">
              <a:ext uri="{FF2B5EF4-FFF2-40B4-BE49-F238E27FC236}">
                <a16:creationId xmlns:a16="http://schemas.microsoft.com/office/drawing/2014/main" id="{624EAAF9-38B2-4224-B078-1874AD139141}"/>
              </a:ext>
            </a:extLst>
          </p:cNvPr>
          <p:cNvSpPr>
            <a:spLocks xmlns:a="http://schemas.openxmlformats.org/drawingml/2006/main" noGrp="1"/>
          </p:cNvSpPr>
          <p:nvPr/>
        </p:nvSpPr>
        <p:spPr>
          <a:xfrm xmlns:a="http://schemas.openxmlformats.org/drawingml/2006/main">
            <a:off x="400050" y="891540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첫 조회 / 정정 직후</a:t>
            </a:r>
          </a:p>
        </p:txBody>
      </p:sp>
      <p:sp>
        <p:nvSpPr>
          <p:cNvPr id="25" name="dp45-comparison / n25 / text 1">
            <a:extLst xmlns:a="http://schemas.openxmlformats.org/drawingml/2006/main">
              <a:ext uri="{FF2B5EF4-FFF2-40B4-BE49-F238E27FC236}">
                <a16:creationId xmlns:a16="http://schemas.microsoft.com/office/drawing/2014/main" id="{E8322750-66D4-45E2-B6F9-D3092782BB9C}"/>
              </a:ext>
            </a:extLst>
          </p:cNvPr>
          <p:cNvSpPr>
            <a:spLocks xmlns:a="http://schemas.openxmlformats.org/drawingml/2006/main" noGrp="1"/>
          </p:cNvSpPr>
          <p:nvPr/>
        </p:nvSpPr>
        <p:spPr>
          <a:xfrm xmlns:a="http://schemas.openxmlformats.org/drawingml/2006/main">
            <a:off x="3000375" y="891540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현재 원본으로 구성; fan-out / 해석 비용</a:t>
            </a:r>
          </a:p>
        </p:txBody>
      </p:sp>
      <p:sp>
        <p:nvSpPr>
          <p:cNvPr id="26" name="dp45-comparison / n26 / text 1">
            <a:extLst xmlns:a="http://schemas.openxmlformats.org/drawingml/2006/main">
              <a:ext uri="{FF2B5EF4-FFF2-40B4-BE49-F238E27FC236}">
                <a16:creationId xmlns:a16="http://schemas.microsoft.com/office/drawing/2014/main" id="{8A6A7CD7-221D-4126-91B3-FA2A3E78AA43}"/>
              </a:ext>
            </a:extLst>
          </p:cNvPr>
          <p:cNvSpPr>
            <a:spLocks xmlns:a="http://schemas.openxmlformats.org/drawingml/2006/main" noGrp="1"/>
          </p:cNvSpPr>
          <p:nvPr/>
        </p:nvSpPr>
        <p:spPr>
          <a:xfrm xmlns:a="http://schemas.openxmlformats.org/drawingml/2006/main">
            <a:off x="10287000" y="891540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생산 / 갱신 게시 대기; NOT_COVERED와 미지원 구별</a:t>
            </a:r>
          </a:p>
        </p:txBody>
      </p:sp>
      <p:sp>
        <p:nvSpPr>
          <p:cNvPr id="27" name="dp45-comparison / n27 / path">
            <a:extLst xmlns:a="http://schemas.openxmlformats.org/drawingml/2006/main">
              <a:ext uri="{FF2B5EF4-FFF2-40B4-BE49-F238E27FC236}">
                <a16:creationId xmlns:a16="http://schemas.microsoft.com/office/drawing/2014/main" id="{522E7424-732C-4B76-BB29-25EA221DB273}"/>
              </a:ext>
            </a:extLst>
          </p:cNvPr>
          <p:cNvSpPr>
            <a:spLocks xmlns:a="http://schemas.openxmlformats.org/drawingml/2006/main" noGrp="1"/>
          </p:cNvSpPr>
          <p:nvPr/>
        </p:nvSpPr>
        <p:spPr>
          <a:xfrm xmlns:a="http://schemas.openxmlformats.org/drawingml/2006/main">
            <a:off x="381000" y="9144000"/>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28" name="dp45-comparison / n28 / text 1">
            <a:extLst xmlns:a="http://schemas.openxmlformats.org/drawingml/2006/main">
              <a:ext uri="{FF2B5EF4-FFF2-40B4-BE49-F238E27FC236}">
                <a16:creationId xmlns:a16="http://schemas.microsoft.com/office/drawing/2014/main" id="{BC95112B-9590-47BA-9B25-57B857CCD093}"/>
              </a:ext>
            </a:extLst>
          </p:cNvPr>
          <p:cNvSpPr>
            <a:spLocks xmlns:a="http://schemas.openxmlformats.org/drawingml/2006/main" noGrp="1"/>
          </p:cNvSpPr>
          <p:nvPr/>
        </p:nvSpPr>
        <p:spPr>
          <a:xfrm xmlns:a="http://schemas.openxmlformats.org/drawingml/2006/main">
            <a:off x="400050" y="9191625"/>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전체 모델 비용 / 자원</a:t>
            </a:r>
          </a:p>
        </p:txBody>
      </p:sp>
      <p:sp>
        <p:nvSpPr>
          <p:cNvPr id="29" name="dp45-comparison / n29 / text 1">
            <a:extLst xmlns:a="http://schemas.openxmlformats.org/drawingml/2006/main">
              <a:ext uri="{FF2B5EF4-FFF2-40B4-BE49-F238E27FC236}">
                <a16:creationId xmlns:a16="http://schemas.microsoft.com/office/drawing/2014/main" id="{220FAFDF-D663-47C7-8000-B93018917E17}"/>
              </a:ext>
            </a:extLst>
          </p:cNvPr>
          <p:cNvSpPr>
            <a:spLocks xmlns:a="http://schemas.openxmlformats.org/drawingml/2006/main" noGrp="1"/>
          </p:cNvSpPr>
          <p:nvPr/>
        </p:nvSpPr>
        <p:spPr>
          <a:xfrm xmlns:a="http://schemas.openxmlformats.org/drawingml/2006/main">
            <a:off x="3000375" y="9191625"/>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cache 생산 / 유지 + 요청 / 재검증 사용량</a:t>
            </a:r>
          </a:p>
        </p:txBody>
      </p:sp>
      <p:sp>
        <p:nvSpPr>
          <p:cNvPr id="30" name="dp45-comparison / n30 / text 1">
            <a:extLst xmlns:a="http://schemas.openxmlformats.org/drawingml/2006/main">
              <a:ext uri="{FF2B5EF4-FFF2-40B4-BE49-F238E27FC236}">
                <a16:creationId xmlns:a16="http://schemas.microsoft.com/office/drawing/2014/main" id="{C39BA650-DDA4-4B7C-AF50-327E4E3226A2}"/>
              </a:ext>
            </a:extLst>
          </p:cNvPr>
          <p:cNvSpPr>
            <a:spLocks xmlns:a="http://schemas.openxmlformats.org/drawingml/2006/main" noGrp="1"/>
          </p:cNvSpPr>
          <p:nvPr/>
        </p:nvSpPr>
        <p:spPr>
          <a:xfrm xmlns:a="http://schemas.openxmlformats.org/drawingml/2006/main">
            <a:off x="10287000" y="9191625"/>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초기 / 갱신 / backfill / 미사용 생산 사용량; 고정 우열 없음</a:t>
            </a:r>
          </a:p>
        </p:txBody>
      </p:sp>
      <p:sp>
        <p:nvSpPr>
          <p:cNvPr id="31" name="dp45-comparison / n31 / path">
            <a:extLst xmlns:a="http://schemas.openxmlformats.org/drawingml/2006/main">
              <a:ext uri="{FF2B5EF4-FFF2-40B4-BE49-F238E27FC236}">
                <a16:creationId xmlns:a16="http://schemas.microsoft.com/office/drawing/2014/main" id="{31ABAC11-6730-4058-9074-758FE50D2AAC}"/>
              </a:ext>
            </a:extLst>
          </p:cNvPr>
          <p:cNvSpPr>
            <a:spLocks xmlns:a="http://schemas.openxmlformats.org/drawingml/2006/main" noGrp="1"/>
          </p:cNvSpPr>
          <p:nvPr/>
        </p:nvSpPr>
        <p:spPr>
          <a:xfrm xmlns:a="http://schemas.openxmlformats.org/drawingml/2006/main">
            <a:off x="381000" y="9420225"/>
            <a:ext cx="17526000" cy="953"/>
          </a:xfrm>
          <a:custGeom xmlns:a="http://schemas.openxmlformats.org/drawingml/2006/main">
            <a:pathLst>
              <a:path w="17526000" h="953">
                <a:moveTo>
                  <a:pt x="0" y="0"/>
                </a:moveTo>
                <a:lnTo>
                  <a:pt x="17526000" y="0"/>
                </a:lnTo>
              </a:path>
            </a:pathLst>
          </a:custGeom>
          <a:noFill xmlns:a="http://schemas.openxmlformats.org/drawingml/2006/main"/>
          <a:ln xmlns:a="http://schemas.openxmlformats.org/drawingml/2006/main" w="19050">
            <a:solidFill>
              <a:srgbClr val="CDD6DE"/>
            </a:solidFill>
            <a:prstDash val="solid"/>
          </a:ln>
        </p:spPr>
      </p:sp>
      <p:sp>
        <p:nvSpPr>
          <p:cNvPr id="32" name="dp45-comparison / n32 / text 1">
            <a:extLst xmlns:a="http://schemas.openxmlformats.org/drawingml/2006/main">
              <a:ext uri="{FF2B5EF4-FFF2-40B4-BE49-F238E27FC236}">
                <a16:creationId xmlns:a16="http://schemas.microsoft.com/office/drawing/2014/main" id="{CA5F4C4D-A70A-412E-9D19-CA5C8C3CD31A}"/>
              </a:ext>
            </a:extLst>
          </p:cNvPr>
          <p:cNvSpPr>
            <a:spLocks xmlns:a="http://schemas.openxmlformats.org/drawingml/2006/main" noGrp="1"/>
          </p:cNvSpPr>
          <p:nvPr/>
        </p:nvSpPr>
        <p:spPr>
          <a:xfrm xmlns:a="http://schemas.openxmlformats.org/drawingml/2006/main">
            <a:off x="400050" y="9467850"/>
            <a:ext cx="2533650"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1">
                <a:solidFill>
                  <a:srgbClr val="18232E"/>
                </a:solidFill>
                <a:latin typeface="Apple SD Gothic Neo"/>
                <a:ea typeface="Apple SD Gothic Neo"/>
                <a:cs typeface="Apple SD Gothic Neo"/>
              </a:defRPr>
            </a:pPr>
            <a:r>
              <a:rPr sz="1200" b="1">
                <a:solidFill>
                  <a:srgbClr val="18232E"/>
                </a:solidFill>
                <a:latin typeface="Apple SD Gothic Neo"/>
                <a:ea typeface="Apple SD Gothic Neo"/>
                <a:cs typeface="Apple SD Gothic Neo"/>
              </a:rPr>
              <a:t>변경 용이성</a:t>
            </a:r>
          </a:p>
        </p:txBody>
      </p:sp>
      <p:sp>
        <p:nvSpPr>
          <p:cNvPr id="33" name="dp45-comparison / n33 / text 1">
            <a:extLst xmlns:a="http://schemas.openxmlformats.org/drawingml/2006/main">
              <a:ext uri="{FF2B5EF4-FFF2-40B4-BE49-F238E27FC236}">
                <a16:creationId xmlns:a16="http://schemas.microsoft.com/office/drawing/2014/main" id="{40A45BCD-74FC-4729-B8A2-F4CE4913D5A0}"/>
              </a:ext>
            </a:extLst>
          </p:cNvPr>
          <p:cNvSpPr>
            <a:spLocks xmlns:a="http://schemas.openxmlformats.org/drawingml/2006/main" noGrp="1"/>
          </p:cNvSpPr>
          <p:nvPr/>
        </p:nvSpPr>
        <p:spPr>
          <a:xfrm xmlns:a="http://schemas.openxmlformats.org/drawingml/2006/main">
            <a:off x="3000375" y="9467850"/>
            <a:ext cx="709612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adapter로 국소화; cache schema 변경은 무효화</a:t>
            </a:r>
          </a:p>
        </p:txBody>
      </p:sp>
      <p:sp>
        <p:nvSpPr>
          <p:cNvPr id="34" name="dp45-comparison / n34 / text 1">
            <a:extLst xmlns:a="http://schemas.openxmlformats.org/drawingml/2006/main">
              <a:ext uri="{FF2B5EF4-FFF2-40B4-BE49-F238E27FC236}">
                <a16:creationId xmlns:a16="http://schemas.microsoft.com/office/drawing/2014/main" id="{B7913447-5251-49CC-AD4A-8113D6D484D3}"/>
              </a:ext>
            </a:extLst>
          </p:cNvPr>
          <p:cNvSpPr>
            <a:spLocks xmlns:a="http://schemas.openxmlformats.org/drawingml/2006/main" noGrp="1"/>
          </p:cNvSpPr>
          <p:nvPr/>
        </p:nvSpPr>
        <p:spPr>
          <a:xfrm xmlns:a="http://schemas.openxmlformats.org/drawingml/2006/main">
            <a:off x="10287000" y="9467850"/>
            <a:ext cx="7572375" cy="22098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200" b="0">
                <a:solidFill>
                  <a:srgbClr val="18232E"/>
                </a:solidFill>
                <a:latin typeface="Apple SD Gothic Neo"/>
                <a:ea typeface="Apple SD Gothic Neo"/>
                <a:cs typeface="Apple SD Gothic Neo"/>
              </a:defRPr>
            </a:pPr>
            <a:r>
              <a:rPr sz="1200" b="0">
                <a:solidFill>
                  <a:srgbClr val="18232E"/>
                </a:solidFill>
                <a:latin typeface="Apple SD Gothic Neo"/>
                <a:ea typeface="Apple SD Gothic Neo"/>
                <a:cs typeface="Apple SD Gothic Neo"/>
              </a:rPr>
              <a:t>Source 형식은 adapter; 관계 의미는 schema / 재생산 / 독자 변경</a:t>
            </a:r>
          </a:p>
        </p:txBody>
      </p:sp>
      <p:sp>
        <p:nvSpPr>
          <p:cNvPr id="35" name="dp45-comparison / n35 / text 1">
            <a:extLst xmlns:a="http://schemas.openxmlformats.org/drawingml/2006/main">
              <a:ext uri="{FF2B5EF4-FFF2-40B4-BE49-F238E27FC236}">
                <a16:creationId xmlns:a16="http://schemas.microsoft.com/office/drawing/2014/main" id="{98FCC9F0-208E-4606-BEF1-89F65F05C1FE}"/>
              </a:ext>
            </a:extLst>
          </p:cNvPr>
          <p:cNvSpPr>
            <a:spLocks xmlns:a="http://schemas.openxmlformats.org/drawingml/2006/main" noGrp="1"/>
          </p:cNvSpPr>
          <p:nvPr/>
        </p:nvSpPr>
        <p:spPr>
          <a:xfrm xmlns:a="http://schemas.openxmlformats.org/drawingml/2006/main">
            <a:off x="381000" y="9744075"/>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미선정 / 미측정. A cache의 같은 효과는 B 고유 이익을 줄인다. B+ 원본 조합 우회는 명시적 혼합안.</a:t>
            </a:r>
          </a:p>
        </p:txBody>
      </p:sp>
      <p:sp>
        <p:nvSpPr>
          <p:cNvPr id="36" name="dp45-comparison / n36 / text 1">
            <a:extLst xmlns:a="http://schemas.openxmlformats.org/drawingml/2006/main">
              <a:ext uri="{FF2B5EF4-FFF2-40B4-BE49-F238E27FC236}">
                <a16:creationId xmlns:a16="http://schemas.microsoft.com/office/drawing/2014/main" id="{C26CD684-C714-4167-ADC3-5AB533639850}"/>
              </a:ext>
            </a:extLst>
          </p:cNvPr>
          <p:cNvSpPr>
            <a:spLocks xmlns:a="http://schemas.openxmlformats.org/drawingml/2006/main" noGrp="1"/>
          </p:cNvSpPr>
          <p:nvPr/>
        </p:nvSpPr>
        <p:spPr>
          <a:xfrm xmlns:a="http://schemas.openxmlformats.org/drawingml/2006/main">
            <a:off x="381000" y="9963150"/>
            <a:ext cx="175260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Reference (§9): A LangChain Retrieval / B LangMem Background + Memory API / 실행 Delayed Processing / 연결 참고 Mem0 Graph (typed 관계 증거 아님)</a:t>
            </a:r>
          </a:p>
        </p:txBody>
      </p:sp>
      <p:sp>
        <p:nvSpPr>
          <p:cNvPr id="37" name="dp45-comparison / n37 / text 1">
            <a:extLst xmlns:a="http://schemas.openxmlformats.org/drawingml/2006/main">
              <a:ext uri="{FF2B5EF4-FFF2-40B4-BE49-F238E27FC236}">
                <a16:creationId xmlns:a16="http://schemas.microsoft.com/office/drawing/2014/main" id="{86918EBB-D97D-4493-A017-8D437E41E90F}"/>
              </a:ext>
            </a:extLst>
          </p:cNvPr>
          <p:cNvSpPr>
            <a:spLocks xmlns:a="http://schemas.openxmlformats.org/drawingml/2006/main" noGrp="1"/>
          </p:cNvSpPr>
          <p:nvPr/>
        </p:nvSpPr>
        <p:spPr>
          <a:xfrm xmlns:a="http://schemas.openxmlformats.org/drawingml/2006/main">
            <a:off x="381000" y="10163175"/>
            <a:ext cx="175260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5F6B77"/>
                </a:solidFill>
                <a:latin typeface="Apple SD Gothic Neo"/>
                <a:ea typeface="Apple SD Gothic Neo"/>
                <a:cs typeface="Apple SD Gothic Neo"/>
              </a:defRPr>
            </a:pPr>
            <a:r>
              <a:rPr sz="750" b="0">
                <a:solidFill>
                  <a:srgbClr val="5F6B77"/>
                </a:solidFill>
                <a:latin typeface="Apple SD Gothic Neo"/>
                <a:ea typeface="Apple SD Gothic Neo"/>
                <a:cs typeface="Apple SD Gothic Neo"/>
              </a:rPr>
              <a:t>공식 메커니즘 선례 / VIA 구현 / 성능 증거 아님 / 모델 비용은 배경 생산 / 재시도 / 폐기된 작업도 포함</a:t>
            </a:r>
          </a:p>
        </p:txBody>
      </p:sp>
      <p:sp>
        <p:nvSpPr>
          <p:cNvPr id="38" name="dp45-comparison / legend44_0">
            <a:extLst xmlns:a="http://schemas.openxmlformats.org/drawingml/2006/main">
              <a:ext uri="{FF2B5EF4-FFF2-40B4-BE49-F238E27FC236}">
                <a16:creationId xmlns:a16="http://schemas.microsoft.com/office/drawing/2014/main" id="{4C1A49C6-CFF8-4693-81EB-6797FCA7E16B}"/>
              </a:ext>
            </a:extLst>
          </p:cNvPr>
          <p:cNvSpPr>
            <a:spLocks xmlns:a="http://schemas.openxmlformats.org/drawingml/2006/main" noGrp="1"/>
          </p:cNvSpPr>
          <p:nvPr/>
        </p:nvSpPr>
        <p:spPr>
          <a:xfrm xmlns:a="http://schemas.openxmlformats.org/drawingml/2006/main">
            <a:off x="447675" y="3257550"/>
            <a:ext cx="819150" cy="42576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39" name="dp45-comparison / legend44_1 / text 1">
            <a:extLst xmlns:a="http://schemas.openxmlformats.org/drawingml/2006/main">
              <a:ext uri="{FF2B5EF4-FFF2-40B4-BE49-F238E27FC236}">
                <a16:creationId xmlns:a16="http://schemas.microsoft.com/office/drawing/2014/main" id="{F478BF8C-37A0-4A63-8D5E-C279F8774CEC}"/>
              </a:ext>
            </a:extLst>
          </p:cNvPr>
          <p:cNvSpPr>
            <a:spLocks xmlns:a="http://schemas.openxmlformats.org/drawingml/2006/main" noGrp="1"/>
          </p:cNvSpPr>
          <p:nvPr/>
        </p:nvSpPr>
        <p:spPr>
          <a:xfrm xmlns:a="http://schemas.openxmlformats.org/drawingml/2006/main">
            <a:off x="466725" y="3343275"/>
            <a:ext cx="78105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1">
                <a:solidFill>
                  <a:srgbClr val="000000"/>
                </a:solidFill>
                <a:latin typeface="Apple SD Gothic Neo"/>
                <a:ea typeface="Apple SD Gothic Neo"/>
                <a:cs typeface="Apple SD Gothic Neo"/>
              </a:defRPr>
            </a:pPr>
            <a:r>
              <a:rPr sz="1125" b="1">
                <a:solidFill>
                  <a:srgbClr val="000000"/>
                </a:solidFill>
                <a:latin typeface="Apple SD Gothic Neo"/>
                <a:ea typeface="Apple SD Gothic Neo"/>
                <a:cs typeface="Apple SD Gothic Neo"/>
              </a:rPr>
              <a:t>Legend</a:t>
            </a:r>
          </a:p>
        </p:txBody>
      </p:sp>
      <p:sp>
        <p:nvSpPr>
          <p:cNvPr id="40" name="dp45-comparison / legend44_2">
            <a:extLst xmlns:a="http://schemas.openxmlformats.org/drawingml/2006/main">
              <a:ext uri="{FF2B5EF4-FFF2-40B4-BE49-F238E27FC236}">
                <a16:creationId xmlns:a16="http://schemas.microsoft.com/office/drawing/2014/main" id="{8D8AA58A-4C24-4B7A-9D9F-8CEEEF7A3163}"/>
              </a:ext>
            </a:extLst>
          </p:cNvPr>
          <p:cNvSpPr>
            <a:spLocks xmlns:a="http://schemas.openxmlformats.org/drawingml/2006/main" noGrp="1"/>
          </p:cNvSpPr>
          <p:nvPr/>
        </p:nvSpPr>
        <p:spPr>
          <a:xfrm xmlns:a="http://schemas.openxmlformats.org/drawingml/2006/main">
            <a:off x="504825" y="3609975"/>
            <a:ext cx="704850" cy="2571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41" name="dp45-comparison / legend44_3 / text 1">
            <a:extLst xmlns:a="http://schemas.openxmlformats.org/drawingml/2006/main">
              <a:ext uri="{FF2B5EF4-FFF2-40B4-BE49-F238E27FC236}">
                <a16:creationId xmlns:a16="http://schemas.microsoft.com/office/drawing/2014/main" id="{0208E867-629D-442A-B2A6-CD4E2DB14EAC}"/>
              </a:ext>
            </a:extLst>
          </p:cNvPr>
          <p:cNvSpPr>
            <a:spLocks xmlns:a="http://schemas.openxmlformats.org/drawingml/2006/main" noGrp="1"/>
          </p:cNvSpPr>
          <p:nvPr/>
        </p:nvSpPr>
        <p:spPr>
          <a:xfrm xmlns:a="http://schemas.openxmlformats.org/drawingml/2006/main">
            <a:off x="590550" y="36766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Component</a:t>
            </a:r>
          </a:p>
        </p:txBody>
      </p:sp>
      <p:sp>
        <p:nvSpPr>
          <p:cNvPr id="42" name="dp45-comparison / legend44_4 / text 1">
            <a:extLst xmlns:a="http://schemas.openxmlformats.org/drawingml/2006/main">
              <a:ext uri="{FF2B5EF4-FFF2-40B4-BE49-F238E27FC236}">
                <a16:creationId xmlns:a16="http://schemas.microsoft.com/office/drawing/2014/main" id="{7F05F691-AA12-4E85-A26C-87917B7367E2}"/>
              </a:ext>
            </a:extLst>
          </p:cNvPr>
          <p:cNvSpPr>
            <a:spLocks xmlns:a="http://schemas.openxmlformats.org/drawingml/2006/main" noGrp="1"/>
          </p:cNvSpPr>
          <p:nvPr/>
        </p:nvSpPr>
        <p:spPr>
          <a:xfrm xmlns:a="http://schemas.openxmlformats.org/drawingml/2006/main">
            <a:off x="514350" y="38957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논리 책임</a:t>
            </a:r>
          </a:p>
        </p:txBody>
      </p:sp>
      <p:sp>
        <p:nvSpPr>
          <p:cNvPr id="43" name="dp45-comparison / legend44_5">
            <a:extLst xmlns:a="http://schemas.openxmlformats.org/drawingml/2006/main">
              <a:ext uri="{FF2B5EF4-FFF2-40B4-BE49-F238E27FC236}">
                <a16:creationId xmlns:a16="http://schemas.microsoft.com/office/drawing/2014/main" id="{72A2EA56-8AEF-4650-8075-9E83462C7630}"/>
              </a:ext>
            </a:extLst>
          </p:cNvPr>
          <p:cNvSpPr>
            <a:spLocks xmlns:a="http://schemas.openxmlformats.org/drawingml/2006/main" noGrp="1"/>
          </p:cNvSpPr>
          <p:nvPr/>
        </p:nvSpPr>
        <p:spPr>
          <a:xfrm xmlns:a="http://schemas.openxmlformats.org/drawingml/2006/main">
            <a:off x="504825" y="4171950"/>
            <a:ext cx="704850" cy="257175"/>
          </a:xfrm>
          <a:prstGeom xmlns:a="http://schemas.openxmlformats.org/drawingml/2006/main" prst="roundRect">
            <a:avLst>
              <a:gd name="adj" fmla="val 29630"/>
            </a:avLst>
          </a:prstGeom>
          <a:solidFill xmlns:a="http://schemas.openxmlformats.org/drawingml/2006/main">
            <a:srgbClr val="FFFFFF"/>
          </a:solidFill>
          <a:ln xmlns:a="http://schemas.openxmlformats.org/drawingml/2006/main" w="9525">
            <a:solidFill>
              <a:srgbClr val="000000"/>
            </a:solidFill>
            <a:prstDash val="solid"/>
          </a:ln>
        </p:spPr>
      </p:sp>
      <p:sp>
        <p:nvSpPr>
          <p:cNvPr id="44" name="dp45-comparison / legend44_6 / text 1">
            <a:extLst xmlns:a="http://schemas.openxmlformats.org/drawingml/2006/main">
              <a:ext uri="{FF2B5EF4-FFF2-40B4-BE49-F238E27FC236}">
                <a16:creationId xmlns:a16="http://schemas.microsoft.com/office/drawing/2014/main" id="{8D6963D2-855A-4D93-9098-6B407C410B54}"/>
              </a:ext>
            </a:extLst>
          </p:cNvPr>
          <p:cNvSpPr>
            <a:spLocks xmlns:a="http://schemas.openxmlformats.org/drawingml/2006/main" noGrp="1"/>
          </p:cNvSpPr>
          <p:nvPr/>
        </p:nvSpPr>
        <p:spPr>
          <a:xfrm xmlns:a="http://schemas.openxmlformats.org/drawingml/2006/main">
            <a:off x="590550" y="42386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45" name="dp45-comparison / legend44_7 / text 1">
            <a:extLst xmlns:a="http://schemas.openxmlformats.org/drawingml/2006/main">
              <a:ext uri="{FF2B5EF4-FFF2-40B4-BE49-F238E27FC236}">
                <a16:creationId xmlns:a16="http://schemas.microsoft.com/office/drawing/2014/main" id="{33C2A24D-17ED-453B-89DC-F3D0A5C41231}"/>
              </a:ext>
            </a:extLst>
          </p:cNvPr>
          <p:cNvSpPr>
            <a:spLocks xmlns:a="http://schemas.openxmlformats.org/drawingml/2006/main" noGrp="1"/>
          </p:cNvSpPr>
          <p:nvPr/>
        </p:nvSpPr>
        <p:spPr>
          <a:xfrm xmlns:a="http://schemas.openxmlformats.org/drawingml/2006/main">
            <a:off x="514350" y="44577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내부 구현</a:t>
            </a:r>
          </a:p>
        </p:txBody>
      </p:sp>
      <p:sp>
        <p:nvSpPr>
          <p:cNvPr id="46" name="dp45-comparison / legend44_8">
            <a:extLst xmlns:a="http://schemas.openxmlformats.org/drawingml/2006/main">
              <a:ext uri="{FF2B5EF4-FFF2-40B4-BE49-F238E27FC236}">
                <a16:creationId xmlns:a16="http://schemas.microsoft.com/office/drawing/2014/main" id="{DC081FD9-1564-49A4-B6E2-9D0C853F7B97}"/>
              </a:ext>
            </a:extLst>
          </p:cNvPr>
          <p:cNvSpPr>
            <a:spLocks xmlns:a="http://schemas.openxmlformats.org/drawingml/2006/main" noGrp="1"/>
          </p:cNvSpPr>
          <p:nvPr/>
        </p:nvSpPr>
        <p:spPr>
          <a:xfrm xmlns:a="http://schemas.openxmlformats.org/drawingml/2006/main">
            <a:off x="504825" y="4733925"/>
            <a:ext cx="704850" cy="257175"/>
          </a:xfrm>
          <a:custGeom xmlns:a="http://schemas.openxmlformats.org/drawingml/2006/main">
            <a:pathLst>
              <a:path w="704850" h="257175">
                <a:moveTo>
                  <a:pt x="0" y="0"/>
                </a:moveTo>
                <a:lnTo>
                  <a:pt x="533400" y="0"/>
                </a:lnTo>
                <a:lnTo>
                  <a:pt x="704850" y="171450"/>
                </a:lnTo>
                <a:lnTo>
                  <a:pt x="704850" y="257175"/>
                </a:lnTo>
                <a:lnTo>
                  <a:pt x="0" y="25717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47" name="dp45-comparison / legend44_8 / fold">
            <a:extLst xmlns:a="http://schemas.openxmlformats.org/drawingml/2006/main">
              <a:ext uri="{FF2B5EF4-FFF2-40B4-BE49-F238E27FC236}">
                <a16:creationId xmlns:a16="http://schemas.microsoft.com/office/drawing/2014/main" id="{B6CD5DCA-2157-4FF9-8BFC-F2F80F66C0BE}"/>
              </a:ext>
            </a:extLst>
          </p:cNvPr>
          <p:cNvSpPr>
            <a:spLocks xmlns:a="http://schemas.openxmlformats.org/drawingml/2006/main" noGrp="1"/>
          </p:cNvSpPr>
          <p:nvPr/>
        </p:nvSpPr>
        <p:spPr>
          <a:xfrm xmlns:a="http://schemas.openxmlformats.org/drawingml/2006/main">
            <a:off x="1038225" y="47339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48" name="dp45-comparison / legend44_9 / text 1">
            <a:extLst xmlns:a="http://schemas.openxmlformats.org/drawingml/2006/main">
              <a:ext uri="{FF2B5EF4-FFF2-40B4-BE49-F238E27FC236}">
                <a16:creationId xmlns:a16="http://schemas.microsoft.com/office/drawing/2014/main" id="{2ED0EE46-DD6A-4A23-A1AB-D0631AA4F74A}"/>
              </a:ext>
            </a:extLst>
          </p:cNvPr>
          <p:cNvSpPr>
            <a:spLocks xmlns:a="http://schemas.openxmlformats.org/drawingml/2006/main" noGrp="1"/>
          </p:cNvSpPr>
          <p:nvPr/>
        </p:nvSpPr>
        <p:spPr>
          <a:xfrm xmlns:a="http://schemas.openxmlformats.org/drawingml/2006/main">
            <a:off x="523875" y="4800600"/>
            <a:ext cx="666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Data</a:t>
            </a:r>
          </a:p>
        </p:txBody>
      </p:sp>
      <p:sp>
        <p:nvSpPr>
          <p:cNvPr id="49" name="dp45-comparison / legend44_10 / text 1">
            <a:extLst xmlns:a="http://schemas.openxmlformats.org/drawingml/2006/main">
              <a:ext uri="{FF2B5EF4-FFF2-40B4-BE49-F238E27FC236}">
                <a16:creationId xmlns:a16="http://schemas.microsoft.com/office/drawing/2014/main" id="{7D6031DB-4B39-4ADD-95B1-3E71803B99C8}"/>
              </a:ext>
            </a:extLst>
          </p:cNvPr>
          <p:cNvSpPr>
            <a:spLocks xmlns:a="http://schemas.openxmlformats.org/drawingml/2006/main" noGrp="1"/>
          </p:cNvSpPr>
          <p:nvPr/>
        </p:nvSpPr>
        <p:spPr>
          <a:xfrm xmlns:a="http://schemas.openxmlformats.org/drawingml/2006/main">
            <a:off x="514350" y="501967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교환 예시</a:t>
            </a:r>
          </a:p>
        </p:txBody>
      </p:sp>
      <p:sp>
        <p:nvSpPr>
          <p:cNvPr id="50" name="dp45-comparison / legend44_11">
            <a:extLst xmlns:a="http://schemas.openxmlformats.org/drawingml/2006/main">
              <a:ext uri="{FF2B5EF4-FFF2-40B4-BE49-F238E27FC236}">
                <a16:creationId xmlns:a16="http://schemas.microsoft.com/office/drawing/2014/main" id="{8314DB16-4157-482E-B8F2-8A647FAE7E22}"/>
              </a:ext>
            </a:extLst>
          </p:cNvPr>
          <p:cNvSpPr>
            <a:spLocks xmlns:a="http://schemas.openxmlformats.org/drawingml/2006/main" noGrp="1"/>
          </p:cNvSpPr>
          <p:nvPr/>
        </p:nvSpPr>
        <p:spPr>
          <a:xfrm xmlns:a="http://schemas.openxmlformats.org/drawingml/2006/main">
            <a:off x="504825" y="5286375"/>
            <a:ext cx="704850" cy="2571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51" name="dp45-comparison / legend44_12 / text 1">
            <a:extLst xmlns:a="http://schemas.openxmlformats.org/drawingml/2006/main">
              <a:ext uri="{FF2B5EF4-FFF2-40B4-BE49-F238E27FC236}">
                <a16:creationId xmlns:a16="http://schemas.microsoft.com/office/drawing/2014/main" id="{C3C376FE-8F04-4B80-AE28-3669AA07A89C}"/>
              </a:ext>
            </a:extLst>
          </p:cNvPr>
          <p:cNvSpPr>
            <a:spLocks xmlns:a="http://schemas.openxmlformats.org/drawingml/2006/main" noGrp="1"/>
          </p:cNvSpPr>
          <p:nvPr/>
        </p:nvSpPr>
        <p:spPr>
          <a:xfrm xmlns:a="http://schemas.openxmlformats.org/drawingml/2006/main">
            <a:off x="590550" y="5353050"/>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State</a:t>
            </a:r>
          </a:p>
        </p:txBody>
      </p:sp>
      <p:sp>
        <p:nvSpPr>
          <p:cNvPr id="52" name="dp45-comparison / legend44_13 / text 1">
            <a:extLst xmlns:a="http://schemas.openxmlformats.org/drawingml/2006/main">
              <a:ext uri="{FF2B5EF4-FFF2-40B4-BE49-F238E27FC236}">
                <a16:creationId xmlns:a16="http://schemas.microsoft.com/office/drawing/2014/main" id="{F227EBDE-3B09-4F5E-AB16-6D2A3D6AA39A}"/>
              </a:ext>
            </a:extLst>
          </p:cNvPr>
          <p:cNvSpPr>
            <a:spLocks xmlns:a="http://schemas.openxmlformats.org/drawingml/2006/main" noGrp="1"/>
          </p:cNvSpPr>
          <p:nvPr/>
        </p:nvSpPr>
        <p:spPr>
          <a:xfrm xmlns:a="http://schemas.openxmlformats.org/drawingml/2006/main">
            <a:off x="514350" y="5572125"/>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owner 상태</a:t>
            </a:r>
          </a:p>
        </p:txBody>
      </p:sp>
      <p:sp>
        <p:nvSpPr>
          <p:cNvPr id="53" name="dp45-comparison / legend44_14">
            <a:extLst xmlns:a="http://schemas.openxmlformats.org/drawingml/2006/main">
              <a:ext uri="{FF2B5EF4-FFF2-40B4-BE49-F238E27FC236}">
                <a16:creationId xmlns:a16="http://schemas.microsoft.com/office/drawing/2014/main" id="{D70FFAC2-1C9C-41C4-A192-7A0E8865D0FE}"/>
              </a:ext>
            </a:extLst>
          </p:cNvPr>
          <p:cNvSpPr>
            <a:spLocks xmlns:a="http://schemas.openxmlformats.org/drawingml/2006/main" noGrp="1"/>
          </p:cNvSpPr>
          <p:nvPr/>
        </p:nvSpPr>
        <p:spPr>
          <a:xfrm xmlns:a="http://schemas.openxmlformats.org/drawingml/2006/main">
            <a:off x="504825" y="5848350"/>
            <a:ext cx="704850" cy="257175"/>
          </a:xfrm>
          <a:prstGeom xmlns:a="http://schemas.openxmlformats.org/drawingml/2006/main" prst="roundRect">
            <a:avLst>
              <a:gd name="adj" fmla="val 29630"/>
            </a:avLst>
          </a:prstGeom>
          <a:solidFill xmlns:a="http://schemas.openxmlformats.org/drawingml/2006/main">
            <a:srgbClr val="FFF0DD"/>
          </a:solidFill>
          <a:ln xmlns:a="http://schemas.openxmlformats.org/drawingml/2006/main" w="9525">
            <a:solidFill>
              <a:srgbClr val="B8753F"/>
            </a:solidFill>
            <a:prstDash val="solid"/>
          </a:ln>
        </p:spPr>
      </p:sp>
      <p:sp>
        <p:nvSpPr>
          <p:cNvPr id="54" name="dp45-comparison / legend44_15 / text 1">
            <a:extLst xmlns:a="http://schemas.openxmlformats.org/drawingml/2006/main">
              <a:ext uri="{FF2B5EF4-FFF2-40B4-BE49-F238E27FC236}">
                <a16:creationId xmlns:a16="http://schemas.microsoft.com/office/drawing/2014/main" id="{0C2802DB-17D8-4B8E-B2D0-FBF9FDEF0320}"/>
              </a:ext>
            </a:extLst>
          </p:cNvPr>
          <p:cNvSpPr>
            <a:spLocks xmlns:a="http://schemas.openxmlformats.org/drawingml/2006/main" noGrp="1"/>
          </p:cNvSpPr>
          <p:nvPr/>
        </p:nvSpPr>
        <p:spPr>
          <a:xfrm xmlns:a="http://schemas.openxmlformats.org/drawingml/2006/main">
            <a:off x="590550" y="5915025"/>
            <a:ext cx="53340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750" b="1">
                <a:solidFill>
                  <a:srgbClr val="000000"/>
                </a:solidFill>
                <a:latin typeface="Apple SD Gothic Neo"/>
                <a:ea typeface="Apple SD Gothic Neo"/>
                <a:cs typeface="Apple SD Gothic Neo"/>
              </a:defRPr>
            </a:pPr>
            <a:r>
              <a:rPr sz="750" b="1">
                <a:solidFill>
                  <a:srgbClr val="000000"/>
                </a:solidFill>
                <a:latin typeface="Apple SD Gothic Neo"/>
                <a:ea typeface="Apple SD Gothic Neo"/>
                <a:cs typeface="Apple SD Gothic Neo"/>
              </a:rPr>
              <a:t>Module</a:t>
            </a:r>
          </a:p>
        </p:txBody>
      </p:sp>
      <p:sp>
        <p:nvSpPr>
          <p:cNvPr id="55" name="dp45-comparison / legend44_16 / text 1">
            <a:extLst xmlns:a="http://schemas.openxmlformats.org/drawingml/2006/main">
              <a:ext uri="{FF2B5EF4-FFF2-40B4-BE49-F238E27FC236}">
                <a16:creationId xmlns:a16="http://schemas.microsoft.com/office/drawing/2014/main" id="{9199766F-ED32-47BA-968E-A4EDF2D6C031}"/>
              </a:ext>
            </a:extLst>
          </p:cNvPr>
          <p:cNvSpPr>
            <a:spLocks xmlns:a="http://schemas.openxmlformats.org/drawingml/2006/main" noGrp="1"/>
          </p:cNvSpPr>
          <p:nvPr/>
        </p:nvSpPr>
        <p:spPr>
          <a:xfrm xmlns:a="http://schemas.openxmlformats.org/drawingml/2006/main">
            <a:off x="514350" y="6134100"/>
            <a:ext cx="7239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차이: 살구색</a:t>
            </a:r>
          </a:p>
        </p:txBody>
      </p:sp>
      <p:sp>
        <p:nvSpPr>
          <p:cNvPr id="56" name="dp45-comparison / legend44_17 / path">
            <a:extLst xmlns:a="http://schemas.openxmlformats.org/drawingml/2006/main">
              <a:ext uri="{FF2B5EF4-FFF2-40B4-BE49-F238E27FC236}">
                <a16:creationId xmlns:a16="http://schemas.microsoft.com/office/drawing/2014/main" id="{7757184C-0AB7-4897-AB5B-9B1789F13BAA}"/>
              </a:ext>
            </a:extLst>
          </p:cNvPr>
          <p:cNvSpPr>
            <a:spLocks xmlns:a="http://schemas.openxmlformats.org/drawingml/2006/main" noGrp="1"/>
          </p:cNvSpPr>
          <p:nvPr/>
        </p:nvSpPr>
        <p:spPr>
          <a:xfrm xmlns:a="http://schemas.openxmlformats.org/drawingml/2006/main">
            <a:off x="514350" y="6419850"/>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solid"/>
          </a:ln>
        </p:spPr>
      </p:sp>
      <p:sp>
        <p:nvSpPr>
          <p:cNvPr id="57" name="dp45-comparison / legend44_17 / arrow">
            <a:extLst xmlns:a="http://schemas.openxmlformats.org/drawingml/2006/main">
              <a:ext uri="{FF2B5EF4-FFF2-40B4-BE49-F238E27FC236}">
                <a16:creationId xmlns:a16="http://schemas.microsoft.com/office/drawing/2014/main" id="{E7EDD06A-C463-495C-A073-61D8A33E08DA}"/>
              </a:ext>
            </a:extLst>
          </p:cNvPr>
          <p:cNvSpPr>
            <a:spLocks xmlns:a="http://schemas.openxmlformats.org/drawingml/2006/main" noGrp="1"/>
          </p:cNvSpPr>
          <p:nvPr/>
        </p:nvSpPr>
        <p:spPr>
          <a:xfrm xmlns:a="http://schemas.openxmlformats.org/drawingml/2006/main">
            <a:off x="837819" y="63863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58" name="dp45-comparison / legend44_18 / text 1">
            <a:extLst xmlns:a="http://schemas.openxmlformats.org/drawingml/2006/main">
              <a:ext uri="{FF2B5EF4-FFF2-40B4-BE49-F238E27FC236}">
                <a16:creationId xmlns:a16="http://schemas.microsoft.com/office/drawing/2014/main" id="{1A6D7C65-DD97-4B5E-968B-F923614B7092}"/>
              </a:ext>
            </a:extLst>
          </p:cNvPr>
          <p:cNvSpPr>
            <a:spLocks xmlns:a="http://schemas.openxmlformats.org/drawingml/2006/main" noGrp="1"/>
          </p:cNvSpPr>
          <p:nvPr/>
        </p:nvSpPr>
        <p:spPr>
          <a:xfrm xmlns:a="http://schemas.openxmlformats.org/drawingml/2006/main">
            <a:off x="962025" y="6353175"/>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요청</a:t>
            </a:r>
          </a:p>
        </p:txBody>
      </p:sp>
      <p:sp>
        <p:nvSpPr>
          <p:cNvPr id="59" name="dp45-comparison / legend44_19 / path">
            <a:extLst xmlns:a="http://schemas.openxmlformats.org/drawingml/2006/main">
              <a:ext uri="{FF2B5EF4-FFF2-40B4-BE49-F238E27FC236}">
                <a16:creationId xmlns:a16="http://schemas.microsoft.com/office/drawing/2014/main" id="{F202771C-C611-4250-85E8-25C71EF12A15}"/>
              </a:ext>
            </a:extLst>
          </p:cNvPr>
          <p:cNvSpPr>
            <a:spLocks xmlns:a="http://schemas.openxmlformats.org/drawingml/2006/main" noGrp="1"/>
          </p:cNvSpPr>
          <p:nvPr/>
        </p:nvSpPr>
        <p:spPr>
          <a:xfrm xmlns:a="http://schemas.openxmlformats.org/drawingml/2006/main">
            <a:off x="514350" y="6619875"/>
            <a:ext cx="390525" cy="953"/>
          </a:xfrm>
          <a:custGeom xmlns:a="http://schemas.openxmlformats.org/drawingml/2006/main">
            <a:pathLst>
              <a:path w="390525" h="953">
                <a:moveTo>
                  <a:pt x="0" y="0"/>
                </a:moveTo>
                <a:lnTo>
                  <a:pt x="390525" y="0"/>
                </a:lnTo>
              </a:path>
            </a:pathLst>
          </a:custGeom>
          <a:noFill xmlns:a="http://schemas.openxmlformats.org/drawingml/2006/main"/>
          <a:ln xmlns:a="http://schemas.openxmlformats.org/drawingml/2006/main" w="10478">
            <a:solidFill>
              <a:srgbClr val="000000"/>
            </a:solidFill>
            <a:prstDash val="dash"/>
          </a:ln>
        </p:spPr>
      </p:sp>
      <p:sp>
        <p:nvSpPr>
          <p:cNvPr id="60" name="dp45-comparison / legend44_19 / arrow">
            <a:extLst xmlns:a="http://schemas.openxmlformats.org/drawingml/2006/main">
              <a:ext uri="{FF2B5EF4-FFF2-40B4-BE49-F238E27FC236}">
                <a16:creationId xmlns:a16="http://schemas.microsoft.com/office/drawing/2014/main" id="{1EB7225C-E355-4DCC-9E1D-C40E12D23716}"/>
              </a:ext>
            </a:extLst>
          </p:cNvPr>
          <p:cNvSpPr>
            <a:spLocks xmlns:a="http://schemas.openxmlformats.org/drawingml/2006/main" noGrp="1"/>
          </p:cNvSpPr>
          <p:nvPr/>
        </p:nvSpPr>
        <p:spPr>
          <a:xfrm xmlns:a="http://schemas.openxmlformats.org/drawingml/2006/main">
            <a:off x="837819" y="65863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61" name="dp45-comparison / legend44_20 / text 1">
            <a:extLst xmlns:a="http://schemas.openxmlformats.org/drawingml/2006/main">
              <a:ext uri="{FF2B5EF4-FFF2-40B4-BE49-F238E27FC236}">
                <a16:creationId xmlns:a16="http://schemas.microsoft.com/office/drawing/2014/main" id="{2599942D-C238-40F2-A931-7AE501120BA2}"/>
              </a:ext>
            </a:extLst>
          </p:cNvPr>
          <p:cNvSpPr>
            <a:spLocks xmlns:a="http://schemas.openxmlformats.org/drawingml/2006/main" noGrp="1"/>
          </p:cNvSpPr>
          <p:nvPr/>
        </p:nvSpPr>
        <p:spPr>
          <a:xfrm xmlns:a="http://schemas.openxmlformats.org/drawingml/2006/main">
            <a:off x="962025" y="6553200"/>
            <a:ext cx="285750" cy="138113"/>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50" b="0">
                <a:solidFill>
                  <a:srgbClr val="000000"/>
                </a:solidFill>
                <a:latin typeface="Apple SD Gothic Neo"/>
                <a:ea typeface="Apple SD Gothic Neo"/>
                <a:cs typeface="Apple SD Gothic Neo"/>
              </a:defRPr>
            </a:pPr>
            <a:r>
              <a:rPr sz="750" b="0">
                <a:solidFill>
                  <a:srgbClr val="000000"/>
                </a:solidFill>
                <a:latin typeface="Apple SD Gothic Neo"/>
                <a:ea typeface="Apple SD Gothic Neo"/>
                <a:cs typeface="Apple SD Gothic Neo"/>
              </a:rPr>
              <a:t>반환</a:t>
            </a:r>
          </a:p>
        </p:txBody>
      </p:sp>
      <p:sp>
        <p:nvSpPr>
          <p:cNvPr id="62" name="dp45-comparison / n59 / text 1">
            <a:extLst xmlns:a="http://schemas.openxmlformats.org/drawingml/2006/main">
              <a:ext uri="{FF2B5EF4-FFF2-40B4-BE49-F238E27FC236}">
                <a16:creationId xmlns:a16="http://schemas.microsoft.com/office/drawing/2014/main" id="{D0303714-39D6-4380-8191-119AE1BDB0D0}"/>
              </a:ext>
            </a:extLst>
          </p:cNvPr>
          <p:cNvSpPr>
            <a:spLocks xmlns:a="http://schemas.openxmlformats.org/drawingml/2006/main" noGrp="1"/>
          </p:cNvSpPr>
          <p:nvPr/>
        </p:nvSpPr>
        <p:spPr>
          <a:xfrm xmlns:a="http://schemas.openxmlformats.org/drawingml/2006/main">
            <a:off x="514350" y="701040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공통: 검정</a:t>
            </a:r>
          </a:p>
        </p:txBody>
      </p:sp>
      <p:sp>
        <p:nvSpPr>
          <p:cNvPr id="63" name="dp45-comparison / n60 / text 1">
            <a:extLst xmlns:a="http://schemas.openxmlformats.org/drawingml/2006/main">
              <a:ext uri="{FF2B5EF4-FFF2-40B4-BE49-F238E27FC236}">
                <a16:creationId xmlns:a16="http://schemas.microsoft.com/office/drawing/2014/main" id="{17CE8DCB-0966-47D8-B97B-D3AE82B55C50}"/>
              </a:ext>
            </a:extLst>
          </p:cNvPr>
          <p:cNvSpPr>
            <a:spLocks xmlns:a="http://schemas.openxmlformats.org/drawingml/2006/main" noGrp="1"/>
          </p:cNvSpPr>
          <p:nvPr/>
        </p:nvSpPr>
        <p:spPr>
          <a:xfrm xmlns:a="http://schemas.openxmlformats.org/drawingml/2006/main">
            <a:off x="514350" y="7219950"/>
            <a:ext cx="7239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차이: 살구색</a:t>
            </a:r>
          </a:p>
        </p:txBody>
      </p:sp>
      <p:sp>
        <p:nvSpPr>
          <p:cNvPr id="64" name="dp45-comparison / n61">
            <a:extLst xmlns:a="http://schemas.openxmlformats.org/drawingml/2006/main">
              <a:ext uri="{FF2B5EF4-FFF2-40B4-BE49-F238E27FC236}">
                <a16:creationId xmlns:a16="http://schemas.microsoft.com/office/drawing/2014/main" id="{499E2D46-4061-4C98-BD37-F43FC74B3CE8}"/>
              </a:ext>
            </a:extLst>
          </p:cNvPr>
          <p:cNvSpPr>
            <a:spLocks xmlns:a="http://schemas.openxmlformats.org/drawingml/2006/main" noGrp="1"/>
          </p:cNvSpPr>
          <p:nvPr/>
        </p:nvSpPr>
        <p:spPr>
          <a:xfrm xmlns:a="http://schemas.openxmlformats.org/drawingml/2006/main">
            <a:off x="1666875" y="2409825"/>
            <a:ext cx="27622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5" name="dp45-comparison / n62 / text 1">
            <a:extLst xmlns:a="http://schemas.openxmlformats.org/drawingml/2006/main">
              <a:ext uri="{FF2B5EF4-FFF2-40B4-BE49-F238E27FC236}">
                <a16:creationId xmlns:a16="http://schemas.microsoft.com/office/drawing/2014/main" id="{08A22082-8377-4EE7-8A66-02AF302C4CBA}"/>
              </a:ext>
            </a:extLst>
          </p:cNvPr>
          <p:cNvSpPr>
            <a:spLocks xmlns:a="http://schemas.openxmlformats.org/drawingml/2006/main" noGrp="1"/>
          </p:cNvSpPr>
          <p:nvPr/>
        </p:nvSpPr>
        <p:spPr>
          <a:xfrm xmlns:a="http://schemas.openxmlformats.org/drawingml/2006/main">
            <a:off x="1752600" y="2446020"/>
            <a:ext cx="2590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66" name="dp45-comparison / n63">
            <a:extLst xmlns:a="http://schemas.openxmlformats.org/drawingml/2006/main">
              <a:ext uri="{FF2B5EF4-FFF2-40B4-BE49-F238E27FC236}">
                <a16:creationId xmlns:a16="http://schemas.microsoft.com/office/drawing/2014/main" id="{FA6864DB-2E70-470C-B9D4-C54B33024D5A}"/>
              </a:ext>
            </a:extLst>
          </p:cNvPr>
          <p:cNvSpPr>
            <a:spLocks xmlns:a="http://schemas.openxmlformats.org/drawingml/2006/main" noGrp="1"/>
          </p:cNvSpPr>
          <p:nvPr/>
        </p:nvSpPr>
        <p:spPr>
          <a:xfrm xmlns:a="http://schemas.openxmlformats.org/drawingml/2006/main">
            <a:off x="6334125" y="2409825"/>
            <a:ext cx="285750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7" name="dp45-comparison / n64 / text 1">
            <a:extLst xmlns:a="http://schemas.openxmlformats.org/drawingml/2006/main">
              <a:ext uri="{FF2B5EF4-FFF2-40B4-BE49-F238E27FC236}">
                <a16:creationId xmlns:a16="http://schemas.microsoft.com/office/drawing/2014/main" id="{2798A185-7C92-44B5-A8C0-E8E9A667681D}"/>
              </a:ext>
            </a:extLst>
          </p:cNvPr>
          <p:cNvSpPr>
            <a:spLocks xmlns:a="http://schemas.openxmlformats.org/drawingml/2006/main" noGrp="1"/>
          </p:cNvSpPr>
          <p:nvPr/>
        </p:nvSpPr>
        <p:spPr>
          <a:xfrm xmlns:a="http://schemas.openxmlformats.org/drawingml/2006/main">
            <a:off x="6419850" y="2446020"/>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68" name="dp45-comparison / n71">
            <a:extLst xmlns:a="http://schemas.openxmlformats.org/drawingml/2006/main">
              <a:ext uri="{FF2B5EF4-FFF2-40B4-BE49-F238E27FC236}">
                <a16:creationId xmlns:a16="http://schemas.microsoft.com/office/drawing/2014/main" id="{DB6022E0-A1D2-49A9-A589-47981299127A}"/>
              </a:ext>
            </a:extLst>
          </p:cNvPr>
          <p:cNvSpPr>
            <a:spLocks xmlns:a="http://schemas.openxmlformats.org/drawingml/2006/main" noGrp="1"/>
          </p:cNvSpPr>
          <p:nvPr/>
        </p:nvSpPr>
        <p:spPr>
          <a:xfrm xmlns:a="http://schemas.openxmlformats.org/drawingml/2006/main">
            <a:off x="1571625" y="3276600"/>
            <a:ext cx="77152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69" name="dp45-comparison / n72 / text 1">
            <a:extLst xmlns:a="http://schemas.openxmlformats.org/drawingml/2006/main">
              <a:ext uri="{FF2B5EF4-FFF2-40B4-BE49-F238E27FC236}">
                <a16:creationId xmlns:a16="http://schemas.microsoft.com/office/drawing/2014/main" id="{B0DBB2E9-22B0-4025-9FBC-DD1A47913184}"/>
              </a:ext>
            </a:extLst>
          </p:cNvPr>
          <p:cNvSpPr>
            <a:spLocks xmlns:a="http://schemas.openxmlformats.org/drawingml/2006/main" noGrp="1"/>
          </p:cNvSpPr>
          <p:nvPr/>
        </p:nvSpPr>
        <p:spPr>
          <a:xfrm xmlns:a="http://schemas.openxmlformats.org/drawingml/2006/main">
            <a:off x="169545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70" name="dp45-comparison / n73">
            <a:extLst xmlns:a="http://schemas.openxmlformats.org/drawingml/2006/main">
              <a:ext uri="{FF2B5EF4-FFF2-40B4-BE49-F238E27FC236}">
                <a16:creationId xmlns:a16="http://schemas.microsoft.com/office/drawing/2014/main" id="{E2672DEE-C6F6-4FEC-969A-8F7B2B961A22}"/>
              </a:ext>
            </a:extLst>
          </p:cNvPr>
          <p:cNvSpPr>
            <a:spLocks xmlns:a="http://schemas.openxmlformats.org/drawingml/2006/main" noGrp="1"/>
          </p:cNvSpPr>
          <p:nvPr/>
        </p:nvSpPr>
        <p:spPr>
          <a:xfrm xmlns:a="http://schemas.openxmlformats.org/drawingml/2006/main">
            <a:off x="1857375" y="373380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71" name="dp45-comparison / n74 / text 1">
            <a:extLst xmlns:a="http://schemas.openxmlformats.org/drawingml/2006/main">
              <a:ext uri="{FF2B5EF4-FFF2-40B4-BE49-F238E27FC236}">
                <a16:creationId xmlns:a16="http://schemas.microsoft.com/office/drawing/2014/main" id="{742BB258-E06A-45A4-966A-6C8CA3DD7513}"/>
              </a:ext>
            </a:extLst>
          </p:cNvPr>
          <p:cNvSpPr>
            <a:spLocks xmlns:a="http://schemas.openxmlformats.org/drawingml/2006/main" noGrp="1"/>
          </p:cNvSpPr>
          <p:nvPr/>
        </p:nvSpPr>
        <p:spPr>
          <a:xfrm xmlns:a="http://schemas.openxmlformats.org/drawingml/2006/main">
            <a:off x="1943100" y="379237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Context Composer</a:t>
            </a:r>
          </a:p>
        </p:txBody>
      </p:sp>
      <p:sp>
        <p:nvSpPr>
          <p:cNvPr id="72" name="dp45-comparison / n75">
            <a:extLst xmlns:a="http://schemas.openxmlformats.org/drawingml/2006/main">
              <a:ext uri="{FF2B5EF4-FFF2-40B4-BE49-F238E27FC236}">
                <a16:creationId xmlns:a16="http://schemas.microsoft.com/office/drawing/2014/main" id="{DC62BD24-75BC-4915-8AC9-86BC321F6326}"/>
              </a:ext>
            </a:extLst>
          </p:cNvPr>
          <p:cNvSpPr>
            <a:spLocks xmlns:a="http://schemas.openxmlformats.org/drawingml/2006/main" noGrp="1"/>
          </p:cNvSpPr>
          <p:nvPr/>
        </p:nvSpPr>
        <p:spPr>
          <a:xfrm xmlns:a="http://schemas.openxmlformats.org/drawingml/2006/main">
            <a:off x="1857375" y="5238750"/>
            <a:ext cx="2762250" cy="409575"/>
          </a:xfrm>
          <a:prstGeom xmlns:a="http://schemas.openxmlformats.org/drawingml/2006/main" prst="can">
            <a:avLst>
              <a:gd name="adj" fmla="val 20000"/>
            </a:avLst>
          </a:prstGeom>
          <a:solidFill xmlns:a="http://schemas.openxmlformats.org/drawingml/2006/main">
            <a:srgbClr val="FFFFFF"/>
          </a:solidFill>
          <a:ln xmlns:a="http://schemas.openxmlformats.org/drawingml/2006/main" w="9525">
            <a:solidFill>
              <a:srgbClr val="000000"/>
            </a:solidFill>
            <a:prstDash val="solid"/>
          </a:ln>
        </p:spPr>
      </p:sp>
      <p:sp>
        <p:nvSpPr>
          <p:cNvPr id="73" name="dp45-comparison / n76 / text 1">
            <a:extLst xmlns:a="http://schemas.openxmlformats.org/drawingml/2006/main">
              <a:ext uri="{FF2B5EF4-FFF2-40B4-BE49-F238E27FC236}">
                <a16:creationId xmlns:a16="http://schemas.microsoft.com/office/drawing/2014/main" id="{CF284DA3-CF03-4529-9C85-D7248326492E}"/>
              </a:ext>
            </a:extLst>
          </p:cNvPr>
          <p:cNvSpPr>
            <a:spLocks xmlns:a="http://schemas.openxmlformats.org/drawingml/2006/main" noGrp="1"/>
          </p:cNvSpPr>
          <p:nvPr/>
        </p:nvSpPr>
        <p:spPr>
          <a:xfrm xmlns:a="http://schemas.openxmlformats.org/drawingml/2006/main">
            <a:off x="1943100" y="5400675"/>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Source View Cache</a:t>
            </a:r>
          </a:p>
        </p:txBody>
      </p:sp>
      <p:sp>
        <p:nvSpPr>
          <p:cNvPr id="74" name="dp45-comparison / n77">
            <a:extLst xmlns:a="http://schemas.openxmlformats.org/drawingml/2006/main">
              <a:ext uri="{FF2B5EF4-FFF2-40B4-BE49-F238E27FC236}">
                <a16:creationId xmlns:a16="http://schemas.microsoft.com/office/drawing/2014/main" id="{E252381F-0AD6-4B3C-8DD2-BF7A95759D6C}"/>
              </a:ext>
            </a:extLst>
          </p:cNvPr>
          <p:cNvSpPr>
            <a:spLocks xmlns:a="http://schemas.openxmlformats.org/drawingml/2006/main" noGrp="1"/>
          </p:cNvSpPr>
          <p:nvPr/>
        </p:nvSpPr>
        <p:spPr>
          <a:xfrm xmlns:a="http://schemas.openxmlformats.org/drawingml/2006/main">
            <a:off x="5953125" y="5238750"/>
            <a:ext cx="2952750"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75" name="dp45-comparison / n78 / text 1">
            <a:extLst xmlns:a="http://schemas.openxmlformats.org/drawingml/2006/main">
              <a:ext uri="{FF2B5EF4-FFF2-40B4-BE49-F238E27FC236}">
                <a16:creationId xmlns:a16="http://schemas.microsoft.com/office/drawing/2014/main" id="{847DBFFD-9C0B-4404-AB3C-A8B5659AAE91}"/>
              </a:ext>
            </a:extLst>
          </p:cNvPr>
          <p:cNvSpPr>
            <a:spLocks xmlns:a="http://schemas.openxmlformats.org/drawingml/2006/main" noGrp="1"/>
          </p:cNvSpPr>
          <p:nvPr/>
        </p:nvSpPr>
        <p:spPr>
          <a:xfrm xmlns:a="http://schemas.openxmlformats.org/drawingml/2006/main">
            <a:off x="6038850" y="5400675"/>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Request Evidence Set</a:t>
            </a:r>
          </a:p>
        </p:txBody>
      </p:sp>
      <p:sp>
        <p:nvSpPr>
          <p:cNvPr id="76" name="dp45-comparison / n79 / path">
            <a:extLst xmlns:a="http://schemas.openxmlformats.org/drawingml/2006/main">
              <a:ext uri="{FF2B5EF4-FFF2-40B4-BE49-F238E27FC236}">
                <a16:creationId xmlns:a16="http://schemas.microsoft.com/office/drawing/2014/main" id="{F53DEEBD-E1AC-43DA-A46B-FA699B6BC840}"/>
              </a:ext>
            </a:extLst>
          </p:cNvPr>
          <p:cNvSpPr>
            <a:spLocks xmlns:a="http://schemas.openxmlformats.org/drawingml/2006/main" noGrp="1"/>
          </p:cNvSpPr>
          <p:nvPr/>
        </p:nvSpPr>
        <p:spPr>
          <a:xfrm xmlns:a="http://schemas.openxmlformats.org/drawingml/2006/main">
            <a:off x="2933700" y="2705100"/>
            <a:ext cx="1143000" cy="1028700"/>
          </a:xfrm>
          <a:custGeom xmlns:a="http://schemas.openxmlformats.org/drawingml/2006/main">
            <a:pathLst>
              <a:path w="1143000" h="1028700">
                <a:moveTo>
                  <a:pt x="1143000" y="1028700"/>
                </a:moveTo>
                <a:lnTo>
                  <a:pt x="1143000" y="447675"/>
                </a:lnTo>
                <a:lnTo>
                  <a:pt x="0" y="447675"/>
                </a:lnTo>
                <a:lnTo>
                  <a:pt x="0" y="0"/>
                </a:lnTo>
              </a:path>
            </a:pathLst>
          </a:custGeom>
          <a:noFill xmlns:a="http://schemas.openxmlformats.org/drawingml/2006/main"/>
          <a:ln xmlns:a="http://schemas.openxmlformats.org/drawingml/2006/main" w="10478">
            <a:solidFill>
              <a:srgbClr val="000000"/>
            </a:solidFill>
            <a:prstDash val="solid"/>
          </a:ln>
        </p:spPr>
      </p:sp>
      <p:sp>
        <p:nvSpPr>
          <p:cNvPr id="77" name="dp45-comparison / n79 / arrow">
            <a:extLst xmlns:a="http://schemas.openxmlformats.org/drawingml/2006/main">
              <a:ext uri="{FF2B5EF4-FFF2-40B4-BE49-F238E27FC236}">
                <a16:creationId xmlns:a16="http://schemas.microsoft.com/office/drawing/2014/main" id="{F36BB744-F030-4E21-BC28-A2F78139D591}"/>
              </a:ext>
            </a:extLst>
          </p:cNvPr>
          <p:cNvSpPr>
            <a:spLocks xmlns:a="http://schemas.openxmlformats.org/drawingml/2006/main" noGrp="1"/>
          </p:cNvSpPr>
          <p:nvPr/>
        </p:nvSpPr>
        <p:spPr>
          <a:xfrm xmlns:a="http://schemas.openxmlformats.org/drawingml/2006/main">
            <a:off x="290017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78" name="dp45-comparison / n80 / path">
            <a:extLst xmlns:a="http://schemas.openxmlformats.org/drawingml/2006/main">
              <a:ext uri="{FF2B5EF4-FFF2-40B4-BE49-F238E27FC236}">
                <a16:creationId xmlns:a16="http://schemas.microsoft.com/office/drawing/2014/main" id="{9BDEEFCE-798B-442F-A0F5-FC8E8A5B6FFC}"/>
              </a:ext>
            </a:extLst>
          </p:cNvPr>
          <p:cNvSpPr>
            <a:spLocks xmlns:a="http://schemas.openxmlformats.org/drawingml/2006/main" noGrp="1"/>
          </p:cNvSpPr>
          <p:nvPr/>
        </p:nvSpPr>
        <p:spPr>
          <a:xfrm xmlns:a="http://schemas.openxmlformats.org/drawingml/2006/main">
            <a:off x="2990850" y="2705100"/>
            <a:ext cx="1143000" cy="1028700"/>
          </a:xfrm>
          <a:custGeom xmlns:a="http://schemas.openxmlformats.org/drawingml/2006/main">
            <a:pathLst>
              <a:path w="1143000" h="1028700">
                <a:moveTo>
                  <a:pt x="0" y="0"/>
                </a:moveTo>
                <a:lnTo>
                  <a:pt x="0" y="504825"/>
                </a:lnTo>
                <a:lnTo>
                  <a:pt x="1143000" y="504825"/>
                </a:lnTo>
                <a:lnTo>
                  <a:pt x="1143000" y="1028700"/>
                </a:lnTo>
              </a:path>
            </a:pathLst>
          </a:custGeom>
          <a:noFill xmlns:a="http://schemas.openxmlformats.org/drawingml/2006/main"/>
          <a:ln xmlns:a="http://schemas.openxmlformats.org/drawingml/2006/main" w="10478">
            <a:solidFill>
              <a:srgbClr val="000000"/>
            </a:solidFill>
            <a:prstDash val="dash"/>
          </a:ln>
        </p:spPr>
      </p:sp>
      <p:sp>
        <p:nvSpPr>
          <p:cNvPr id="79" name="dp45-comparison / n80 / arrow">
            <a:extLst xmlns:a="http://schemas.openxmlformats.org/drawingml/2006/main">
              <a:ext uri="{FF2B5EF4-FFF2-40B4-BE49-F238E27FC236}">
                <a16:creationId xmlns:a16="http://schemas.microsoft.com/office/drawing/2014/main" id="{97C9C400-B9C6-4DD8-BC7E-59A48A94AA8C}"/>
              </a:ext>
            </a:extLst>
          </p:cNvPr>
          <p:cNvSpPr>
            <a:spLocks xmlns:a="http://schemas.openxmlformats.org/drawingml/2006/main" noGrp="1"/>
          </p:cNvSpPr>
          <p:nvPr/>
        </p:nvSpPr>
        <p:spPr>
          <a:xfrm xmlns:a="http://schemas.openxmlformats.org/drawingml/2006/main">
            <a:off x="41003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0" name="dp45-comparison / n81 / path">
            <a:extLst xmlns:a="http://schemas.openxmlformats.org/drawingml/2006/main">
              <a:ext uri="{FF2B5EF4-FFF2-40B4-BE49-F238E27FC236}">
                <a16:creationId xmlns:a16="http://schemas.microsoft.com/office/drawing/2014/main" id="{7788A376-4775-44F1-829A-DE62800A8F1A}"/>
              </a:ext>
            </a:extLst>
          </p:cNvPr>
          <p:cNvSpPr>
            <a:spLocks xmlns:a="http://schemas.openxmlformats.org/drawingml/2006/main" noGrp="1"/>
          </p:cNvSpPr>
          <p:nvPr/>
        </p:nvSpPr>
        <p:spPr>
          <a:xfrm xmlns:a="http://schemas.openxmlformats.org/drawingml/2006/main">
            <a:off x="4305300" y="2705100"/>
            <a:ext cx="3571875" cy="1028700"/>
          </a:xfrm>
          <a:custGeom xmlns:a="http://schemas.openxmlformats.org/drawingml/2006/main">
            <a:pathLst>
              <a:path w="3571875" h="1028700">
                <a:moveTo>
                  <a:pt x="0" y="1028700"/>
                </a:moveTo>
                <a:lnTo>
                  <a:pt x="0" y="447675"/>
                </a:lnTo>
                <a:lnTo>
                  <a:pt x="3571875" y="447675"/>
                </a:lnTo>
                <a:lnTo>
                  <a:pt x="3571875" y="0"/>
                </a:lnTo>
              </a:path>
            </a:pathLst>
          </a:custGeom>
          <a:noFill xmlns:a="http://schemas.openxmlformats.org/drawingml/2006/main"/>
          <a:ln xmlns:a="http://schemas.openxmlformats.org/drawingml/2006/main" w="10478">
            <a:solidFill>
              <a:srgbClr val="000000"/>
            </a:solidFill>
            <a:prstDash val="solid"/>
          </a:ln>
        </p:spPr>
      </p:sp>
      <p:sp>
        <p:nvSpPr>
          <p:cNvPr id="81" name="dp45-comparison / n81 / arrow">
            <a:extLst xmlns:a="http://schemas.openxmlformats.org/drawingml/2006/main">
              <a:ext uri="{FF2B5EF4-FFF2-40B4-BE49-F238E27FC236}">
                <a16:creationId xmlns:a16="http://schemas.microsoft.com/office/drawing/2014/main" id="{CEEABCB7-18DD-4323-9DBF-C5749B78DEFA}"/>
              </a:ext>
            </a:extLst>
          </p:cNvPr>
          <p:cNvSpPr>
            <a:spLocks xmlns:a="http://schemas.openxmlformats.org/drawingml/2006/main" noGrp="1"/>
          </p:cNvSpPr>
          <p:nvPr/>
        </p:nvSpPr>
        <p:spPr>
          <a:xfrm xmlns:a="http://schemas.openxmlformats.org/drawingml/2006/main">
            <a:off x="7843647"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2" name="dp45-comparison / n82 / path">
            <a:extLst xmlns:a="http://schemas.openxmlformats.org/drawingml/2006/main">
              <a:ext uri="{FF2B5EF4-FFF2-40B4-BE49-F238E27FC236}">
                <a16:creationId xmlns:a16="http://schemas.microsoft.com/office/drawing/2014/main" id="{1CD152AC-7DC8-4FB5-ACDD-927EB4933255}"/>
              </a:ext>
            </a:extLst>
          </p:cNvPr>
          <p:cNvSpPr>
            <a:spLocks xmlns:a="http://schemas.openxmlformats.org/drawingml/2006/main" noGrp="1"/>
          </p:cNvSpPr>
          <p:nvPr/>
        </p:nvSpPr>
        <p:spPr>
          <a:xfrm xmlns:a="http://schemas.openxmlformats.org/drawingml/2006/main">
            <a:off x="4362450" y="2705100"/>
            <a:ext cx="3571875" cy="1028700"/>
          </a:xfrm>
          <a:custGeom xmlns:a="http://schemas.openxmlformats.org/drawingml/2006/main">
            <a:pathLst>
              <a:path w="3571875" h="1028700">
                <a:moveTo>
                  <a:pt x="3571875" y="0"/>
                </a:moveTo>
                <a:lnTo>
                  <a:pt x="3571875" y="504825"/>
                </a:lnTo>
                <a:lnTo>
                  <a:pt x="0" y="504825"/>
                </a:lnTo>
                <a:lnTo>
                  <a:pt x="0" y="1028700"/>
                </a:lnTo>
              </a:path>
            </a:pathLst>
          </a:custGeom>
          <a:noFill xmlns:a="http://schemas.openxmlformats.org/drawingml/2006/main"/>
          <a:ln xmlns:a="http://schemas.openxmlformats.org/drawingml/2006/main" w="10478">
            <a:solidFill>
              <a:srgbClr val="000000"/>
            </a:solidFill>
            <a:prstDash val="dash"/>
          </a:ln>
        </p:spPr>
      </p:sp>
      <p:sp>
        <p:nvSpPr>
          <p:cNvPr id="83" name="dp45-comparison / n82 / arrow">
            <a:extLst xmlns:a="http://schemas.openxmlformats.org/drawingml/2006/main">
              <a:ext uri="{FF2B5EF4-FFF2-40B4-BE49-F238E27FC236}">
                <a16:creationId xmlns:a16="http://schemas.microsoft.com/office/drawing/2014/main" id="{D14C96E9-7713-470C-BAB7-C8E000538D1A}"/>
              </a:ext>
            </a:extLst>
          </p:cNvPr>
          <p:cNvSpPr>
            <a:spLocks xmlns:a="http://schemas.openxmlformats.org/drawingml/2006/main" noGrp="1"/>
          </p:cNvSpPr>
          <p:nvPr/>
        </p:nvSpPr>
        <p:spPr>
          <a:xfrm xmlns:a="http://schemas.openxmlformats.org/drawingml/2006/main">
            <a:off x="43289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4" name="dp45-comparison / n85 / path">
            <a:extLst xmlns:a="http://schemas.openxmlformats.org/drawingml/2006/main">
              <a:ext uri="{FF2B5EF4-FFF2-40B4-BE49-F238E27FC236}">
                <a16:creationId xmlns:a16="http://schemas.microsoft.com/office/drawing/2014/main" id="{FD875A26-B44B-4228-B3CB-D9423F25265A}"/>
              </a:ext>
            </a:extLst>
          </p:cNvPr>
          <p:cNvSpPr>
            <a:spLocks xmlns:a="http://schemas.openxmlformats.org/drawingml/2006/main" noGrp="1"/>
          </p:cNvSpPr>
          <p:nvPr/>
        </p:nvSpPr>
        <p:spPr>
          <a:xfrm xmlns:a="http://schemas.openxmlformats.org/drawingml/2006/main">
            <a:off x="2971800" y="4086225"/>
            <a:ext cx="953" cy="1152525"/>
          </a:xfrm>
          <a:custGeom xmlns:a="http://schemas.openxmlformats.org/drawingml/2006/main">
            <a:pathLst>
              <a:path w="953" h="1152525">
                <a:moveTo>
                  <a:pt x="0" y="0"/>
                </a:moveTo>
                <a:lnTo>
                  <a:pt x="0" y="1152525"/>
                </a:lnTo>
              </a:path>
            </a:pathLst>
          </a:custGeom>
          <a:noFill xmlns:a="http://schemas.openxmlformats.org/drawingml/2006/main"/>
          <a:ln xmlns:a="http://schemas.openxmlformats.org/drawingml/2006/main" w="10478">
            <a:solidFill>
              <a:srgbClr val="000000"/>
            </a:solidFill>
            <a:prstDash val="solid"/>
          </a:ln>
        </p:spPr>
      </p:sp>
      <p:sp>
        <p:nvSpPr>
          <p:cNvPr id="85" name="dp45-comparison / n85 / arrow">
            <a:extLst xmlns:a="http://schemas.openxmlformats.org/drawingml/2006/main">
              <a:ext uri="{FF2B5EF4-FFF2-40B4-BE49-F238E27FC236}">
                <a16:creationId xmlns:a16="http://schemas.microsoft.com/office/drawing/2014/main" id="{B64289D8-306D-43AF-8C29-3C6EBC32E0C3}"/>
              </a:ext>
            </a:extLst>
          </p:cNvPr>
          <p:cNvSpPr>
            <a:spLocks xmlns:a="http://schemas.openxmlformats.org/drawingml/2006/main" noGrp="1"/>
          </p:cNvSpPr>
          <p:nvPr/>
        </p:nvSpPr>
        <p:spPr>
          <a:xfrm xmlns:a="http://schemas.openxmlformats.org/drawingml/2006/main">
            <a:off x="293827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86" name="dp45-comparison / n86 / path">
            <a:extLst xmlns:a="http://schemas.openxmlformats.org/drawingml/2006/main">
              <a:ext uri="{FF2B5EF4-FFF2-40B4-BE49-F238E27FC236}">
                <a16:creationId xmlns:a16="http://schemas.microsoft.com/office/drawing/2014/main" id="{B6783E04-C691-4742-A86C-C68DEF6EF2B9}"/>
              </a:ext>
            </a:extLst>
          </p:cNvPr>
          <p:cNvSpPr>
            <a:spLocks xmlns:a="http://schemas.openxmlformats.org/drawingml/2006/main" noGrp="1"/>
          </p:cNvSpPr>
          <p:nvPr/>
        </p:nvSpPr>
        <p:spPr>
          <a:xfrm xmlns:a="http://schemas.openxmlformats.org/drawingml/2006/main">
            <a:off x="3505200" y="4086225"/>
            <a:ext cx="953" cy="1152525"/>
          </a:xfrm>
          <a:custGeom xmlns:a="http://schemas.openxmlformats.org/drawingml/2006/main">
            <a:pathLst>
              <a:path w="953" h="1152525">
                <a:moveTo>
                  <a:pt x="0" y="1152525"/>
                </a:moveTo>
                <a:lnTo>
                  <a:pt x="0" y="0"/>
                </a:lnTo>
              </a:path>
            </a:pathLst>
          </a:custGeom>
          <a:noFill xmlns:a="http://schemas.openxmlformats.org/drawingml/2006/main"/>
          <a:ln xmlns:a="http://schemas.openxmlformats.org/drawingml/2006/main" w="10478">
            <a:solidFill>
              <a:srgbClr val="000000"/>
            </a:solidFill>
            <a:prstDash val="dash"/>
          </a:ln>
        </p:spPr>
      </p:sp>
      <p:sp>
        <p:nvSpPr>
          <p:cNvPr id="87" name="dp45-comparison / n86 / arrow">
            <a:extLst xmlns:a="http://schemas.openxmlformats.org/drawingml/2006/main">
              <a:ext uri="{FF2B5EF4-FFF2-40B4-BE49-F238E27FC236}">
                <a16:creationId xmlns:a16="http://schemas.microsoft.com/office/drawing/2014/main" id="{84D51FA9-9A1E-44BF-BC16-30E48F33A794}"/>
              </a:ext>
            </a:extLst>
          </p:cNvPr>
          <p:cNvSpPr>
            <a:spLocks xmlns:a="http://schemas.openxmlformats.org/drawingml/2006/main" noGrp="1"/>
          </p:cNvSpPr>
          <p:nvPr/>
        </p:nvSpPr>
        <p:spPr>
          <a:xfrm xmlns:a="http://schemas.openxmlformats.org/drawingml/2006/main">
            <a:off x="3471672" y="40862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88" name="dp45-comparison / n91 / path">
            <a:extLst xmlns:a="http://schemas.openxmlformats.org/drawingml/2006/main">
              <a:ext uri="{FF2B5EF4-FFF2-40B4-BE49-F238E27FC236}">
                <a16:creationId xmlns:a16="http://schemas.microsoft.com/office/drawing/2014/main" id="{C0390316-53C4-45E0-896E-E33DB87ACA5C}"/>
              </a:ext>
            </a:extLst>
          </p:cNvPr>
          <p:cNvSpPr>
            <a:spLocks xmlns:a="http://schemas.openxmlformats.org/drawingml/2006/main" noGrp="1"/>
          </p:cNvSpPr>
          <p:nvPr/>
        </p:nvSpPr>
        <p:spPr>
          <a:xfrm xmlns:a="http://schemas.openxmlformats.org/drawingml/2006/main">
            <a:off x="4619625" y="3910013"/>
            <a:ext cx="2809875" cy="1328738"/>
          </a:xfrm>
          <a:custGeom xmlns:a="http://schemas.openxmlformats.org/drawingml/2006/main">
            <a:pathLst>
              <a:path w="2809875" h="1328738">
                <a:moveTo>
                  <a:pt x="0" y="0"/>
                </a:moveTo>
                <a:lnTo>
                  <a:pt x="190500" y="0"/>
                </a:lnTo>
                <a:lnTo>
                  <a:pt x="190500" y="1223963"/>
                </a:lnTo>
                <a:lnTo>
                  <a:pt x="2809875" y="1223963"/>
                </a:lnTo>
                <a:lnTo>
                  <a:pt x="2809875" y="1328738"/>
                </a:lnTo>
              </a:path>
            </a:pathLst>
          </a:custGeom>
          <a:noFill xmlns:a="http://schemas.openxmlformats.org/drawingml/2006/main"/>
          <a:ln xmlns:a="http://schemas.openxmlformats.org/drawingml/2006/main" w="10478">
            <a:solidFill>
              <a:srgbClr val="000000"/>
            </a:solidFill>
            <a:prstDash val="solid"/>
          </a:ln>
        </p:spPr>
      </p:sp>
      <p:sp>
        <p:nvSpPr>
          <p:cNvPr id="89" name="dp45-comparison / n91 / arrow">
            <a:extLst xmlns:a="http://schemas.openxmlformats.org/drawingml/2006/main">
              <a:ext uri="{FF2B5EF4-FFF2-40B4-BE49-F238E27FC236}">
                <a16:creationId xmlns:a16="http://schemas.microsoft.com/office/drawing/2014/main" id="{B851E218-A798-4DA5-9185-11C38853A847}"/>
              </a:ext>
            </a:extLst>
          </p:cNvPr>
          <p:cNvSpPr>
            <a:spLocks xmlns:a="http://schemas.openxmlformats.org/drawingml/2006/main" noGrp="1"/>
          </p:cNvSpPr>
          <p:nvPr/>
        </p:nvSpPr>
        <p:spPr>
          <a:xfrm xmlns:a="http://schemas.openxmlformats.org/drawingml/2006/main">
            <a:off x="739597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0" name="dp45-comparison / n92 / path">
            <a:extLst xmlns:a="http://schemas.openxmlformats.org/drawingml/2006/main">
              <a:ext uri="{FF2B5EF4-FFF2-40B4-BE49-F238E27FC236}">
                <a16:creationId xmlns:a16="http://schemas.microsoft.com/office/drawing/2014/main" id="{01452FC1-6D92-42E0-8C1D-1C730E79BC74}"/>
              </a:ext>
            </a:extLst>
          </p:cNvPr>
          <p:cNvSpPr>
            <a:spLocks xmlns:a="http://schemas.openxmlformats.org/drawingml/2006/main" noGrp="1"/>
          </p:cNvSpPr>
          <p:nvPr/>
        </p:nvSpPr>
        <p:spPr>
          <a:xfrm xmlns:a="http://schemas.openxmlformats.org/drawingml/2006/main">
            <a:off x="4619625" y="4005263"/>
            <a:ext cx="2952750" cy="1233488"/>
          </a:xfrm>
          <a:custGeom xmlns:a="http://schemas.openxmlformats.org/drawingml/2006/main">
            <a:pathLst>
              <a:path w="2952750" h="1233488">
                <a:moveTo>
                  <a:pt x="2952750" y="1233488"/>
                </a:moveTo>
                <a:lnTo>
                  <a:pt x="2952750" y="1071563"/>
                </a:lnTo>
                <a:lnTo>
                  <a:pt x="285750" y="1071563"/>
                </a:lnTo>
                <a:lnTo>
                  <a:pt x="285750" y="0"/>
                </a:lnTo>
                <a:lnTo>
                  <a:pt x="0" y="0"/>
                </a:lnTo>
              </a:path>
            </a:pathLst>
          </a:custGeom>
          <a:noFill xmlns:a="http://schemas.openxmlformats.org/drawingml/2006/main"/>
          <a:ln xmlns:a="http://schemas.openxmlformats.org/drawingml/2006/main" w="10478">
            <a:solidFill>
              <a:srgbClr val="000000"/>
            </a:solidFill>
            <a:prstDash val="dash"/>
          </a:ln>
        </p:spPr>
      </p:sp>
      <p:sp>
        <p:nvSpPr>
          <p:cNvPr id="91" name="dp45-comparison / n92 / arrow">
            <a:extLst xmlns:a="http://schemas.openxmlformats.org/drawingml/2006/main">
              <a:ext uri="{FF2B5EF4-FFF2-40B4-BE49-F238E27FC236}">
                <a16:creationId xmlns:a16="http://schemas.microsoft.com/office/drawing/2014/main" id="{81067C73-B84B-41F5-A3F0-BF2E5CA8EFCA}"/>
              </a:ext>
            </a:extLst>
          </p:cNvPr>
          <p:cNvSpPr>
            <a:spLocks xmlns:a="http://schemas.openxmlformats.org/drawingml/2006/main" noGrp="1"/>
          </p:cNvSpPr>
          <p:nvPr/>
        </p:nvSpPr>
        <p:spPr>
          <a:xfrm xmlns:a="http://schemas.openxmlformats.org/drawingml/2006/main">
            <a:off x="4619625" y="3971735"/>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92" name="dp45-comparison / n101">
            <a:extLst xmlns:a="http://schemas.openxmlformats.org/drawingml/2006/main">
              <a:ext uri="{FF2B5EF4-FFF2-40B4-BE49-F238E27FC236}">
                <a16:creationId xmlns:a16="http://schemas.microsoft.com/office/drawing/2014/main" id="{B87D8037-AB2D-42AE-A4B1-18A80AF081E2}"/>
              </a:ext>
            </a:extLst>
          </p:cNvPr>
          <p:cNvSpPr>
            <a:spLocks xmlns:a="http://schemas.openxmlformats.org/drawingml/2006/main" noGrp="1"/>
          </p:cNvSpPr>
          <p:nvPr/>
        </p:nvSpPr>
        <p:spPr>
          <a:xfrm xmlns:a="http://schemas.openxmlformats.org/drawingml/2006/main">
            <a:off x="1666875" y="6515100"/>
            <a:ext cx="2762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93" name="dp45-comparison / n102 / text 1">
            <a:extLst xmlns:a="http://schemas.openxmlformats.org/drawingml/2006/main">
              <a:ext uri="{FF2B5EF4-FFF2-40B4-BE49-F238E27FC236}">
                <a16:creationId xmlns:a16="http://schemas.microsoft.com/office/drawing/2014/main" id="{D95F6E06-4B15-4C30-BCC0-06B46BEB18EE}"/>
              </a:ext>
            </a:extLst>
          </p:cNvPr>
          <p:cNvSpPr>
            <a:spLocks xmlns:a="http://schemas.openxmlformats.org/drawingml/2006/main" noGrp="1"/>
          </p:cNvSpPr>
          <p:nvPr/>
        </p:nvSpPr>
        <p:spPr>
          <a:xfrm xmlns:a="http://schemas.openxmlformats.org/drawingml/2006/main">
            <a:off x="1752600" y="6543199"/>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94" name="dp45-comparison / n103">
            <a:extLst xmlns:a="http://schemas.openxmlformats.org/drawingml/2006/main">
              <a:ext uri="{FF2B5EF4-FFF2-40B4-BE49-F238E27FC236}">
                <a16:creationId xmlns:a16="http://schemas.microsoft.com/office/drawing/2014/main" id="{A1219C48-80CC-43C4-9894-7E2B54443644}"/>
              </a:ext>
            </a:extLst>
          </p:cNvPr>
          <p:cNvSpPr>
            <a:spLocks xmlns:a="http://schemas.openxmlformats.org/drawingml/2006/main" noGrp="1"/>
          </p:cNvSpPr>
          <p:nvPr/>
        </p:nvSpPr>
        <p:spPr>
          <a:xfrm xmlns:a="http://schemas.openxmlformats.org/drawingml/2006/main">
            <a:off x="6334125" y="6515100"/>
            <a:ext cx="285750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95" name="dp45-comparison / n104 / text 1">
            <a:extLst xmlns:a="http://schemas.openxmlformats.org/drawingml/2006/main">
              <a:ext uri="{FF2B5EF4-FFF2-40B4-BE49-F238E27FC236}">
                <a16:creationId xmlns:a16="http://schemas.microsoft.com/office/drawing/2014/main" id="{FFDA9E05-1692-431C-9BB8-0CC77C49F6C3}"/>
              </a:ext>
            </a:extLst>
          </p:cNvPr>
          <p:cNvSpPr>
            <a:spLocks xmlns:a="http://schemas.openxmlformats.org/drawingml/2006/main" noGrp="1"/>
          </p:cNvSpPr>
          <p:nvPr/>
        </p:nvSpPr>
        <p:spPr>
          <a:xfrm xmlns:a="http://schemas.openxmlformats.org/drawingml/2006/main">
            <a:off x="6419850" y="6543199"/>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클라우드 의미 LLM</a:t>
            </a:r>
          </a:p>
        </p:txBody>
      </p:sp>
      <p:sp>
        <p:nvSpPr>
          <p:cNvPr id="96" name="dp45-comparison / n105 / path">
            <a:extLst xmlns:a="http://schemas.openxmlformats.org/drawingml/2006/main">
              <a:ext uri="{FF2B5EF4-FFF2-40B4-BE49-F238E27FC236}">
                <a16:creationId xmlns:a16="http://schemas.microsoft.com/office/drawing/2014/main" id="{6D114097-D9C3-467A-BC54-B0FEC5ABCD2B}"/>
              </a:ext>
            </a:extLst>
          </p:cNvPr>
          <p:cNvSpPr>
            <a:spLocks xmlns:a="http://schemas.openxmlformats.org/drawingml/2006/main" noGrp="1"/>
          </p:cNvSpPr>
          <p:nvPr/>
        </p:nvSpPr>
        <p:spPr>
          <a:xfrm xmlns:a="http://schemas.openxmlformats.org/drawingml/2006/main">
            <a:off x="1524000" y="3910013"/>
            <a:ext cx="1524000" cy="2605088"/>
          </a:xfrm>
          <a:custGeom xmlns:a="http://schemas.openxmlformats.org/drawingml/2006/main">
            <a:pathLst>
              <a:path w="1524000" h="2605088">
                <a:moveTo>
                  <a:pt x="333375" y="0"/>
                </a:moveTo>
                <a:lnTo>
                  <a:pt x="0" y="0"/>
                </a:lnTo>
                <a:lnTo>
                  <a:pt x="0" y="2519363"/>
                </a:lnTo>
                <a:lnTo>
                  <a:pt x="1524000" y="2519363"/>
                </a:lnTo>
                <a:lnTo>
                  <a:pt x="1524000" y="2605088"/>
                </a:lnTo>
              </a:path>
            </a:pathLst>
          </a:custGeom>
          <a:noFill xmlns:a="http://schemas.openxmlformats.org/drawingml/2006/main"/>
          <a:ln xmlns:a="http://schemas.openxmlformats.org/drawingml/2006/main" w="10478">
            <a:solidFill>
              <a:srgbClr val="000000"/>
            </a:solidFill>
            <a:prstDash val="solid"/>
          </a:ln>
        </p:spPr>
      </p:sp>
      <p:sp>
        <p:nvSpPr>
          <p:cNvPr id="97" name="dp45-comparison / n105 / arrow">
            <a:extLst xmlns:a="http://schemas.openxmlformats.org/drawingml/2006/main">
              <a:ext uri="{FF2B5EF4-FFF2-40B4-BE49-F238E27FC236}">
                <a16:creationId xmlns:a16="http://schemas.microsoft.com/office/drawing/2014/main" id="{9DB81E45-1012-4D8A-A5BB-A8E0F47EF563}"/>
              </a:ext>
            </a:extLst>
          </p:cNvPr>
          <p:cNvSpPr>
            <a:spLocks xmlns:a="http://schemas.openxmlformats.org/drawingml/2006/main" noGrp="1"/>
          </p:cNvSpPr>
          <p:nvPr/>
        </p:nvSpPr>
        <p:spPr>
          <a:xfrm xmlns:a="http://schemas.openxmlformats.org/drawingml/2006/main">
            <a:off x="3014472" y="6448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98" name="dp45-comparison / n106 / path">
            <a:extLst xmlns:a="http://schemas.openxmlformats.org/drawingml/2006/main">
              <a:ext uri="{FF2B5EF4-FFF2-40B4-BE49-F238E27FC236}">
                <a16:creationId xmlns:a16="http://schemas.microsoft.com/office/drawing/2014/main" id="{2C3E75D4-995E-4B5F-8660-6D6BC9F5EC95}"/>
              </a:ext>
            </a:extLst>
          </p:cNvPr>
          <p:cNvSpPr>
            <a:spLocks xmlns:a="http://schemas.openxmlformats.org/drawingml/2006/main" noGrp="1"/>
          </p:cNvSpPr>
          <p:nvPr/>
        </p:nvSpPr>
        <p:spPr>
          <a:xfrm xmlns:a="http://schemas.openxmlformats.org/drawingml/2006/main">
            <a:off x="1447800" y="4005263"/>
            <a:ext cx="1714500" cy="2509838"/>
          </a:xfrm>
          <a:custGeom xmlns:a="http://schemas.openxmlformats.org/drawingml/2006/main">
            <a:pathLst>
              <a:path w="1714500" h="2509838">
                <a:moveTo>
                  <a:pt x="1714500" y="2509838"/>
                </a:moveTo>
                <a:lnTo>
                  <a:pt x="1714500" y="2376488"/>
                </a:lnTo>
                <a:lnTo>
                  <a:pt x="0" y="2376488"/>
                </a:lnTo>
                <a:lnTo>
                  <a:pt x="0" y="0"/>
                </a:lnTo>
                <a:lnTo>
                  <a:pt x="409575" y="0"/>
                </a:lnTo>
              </a:path>
            </a:pathLst>
          </a:custGeom>
          <a:noFill xmlns:a="http://schemas.openxmlformats.org/drawingml/2006/main"/>
          <a:ln xmlns:a="http://schemas.openxmlformats.org/drawingml/2006/main" w="10478">
            <a:solidFill>
              <a:srgbClr val="000000"/>
            </a:solidFill>
            <a:prstDash val="dash"/>
          </a:ln>
        </p:spPr>
      </p:sp>
      <p:sp>
        <p:nvSpPr>
          <p:cNvPr id="99" name="dp45-comparison / n106 / arrow">
            <a:extLst xmlns:a="http://schemas.openxmlformats.org/drawingml/2006/main">
              <a:ext uri="{FF2B5EF4-FFF2-40B4-BE49-F238E27FC236}">
                <a16:creationId xmlns:a16="http://schemas.microsoft.com/office/drawing/2014/main" id="{83EAC638-6446-484C-B04B-3572564B8580}"/>
              </a:ext>
            </a:extLst>
          </p:cNvPr>
          <p:cNvSpPr>
            <a:spLocks xmlns:a="http://schemas.openxmlformats.org/drawingml/2006/main" noGrp="1"/>
          </p:cNvSpPr>
          <p:nvPr/>
        </p:nvSpPr>
        <p:spPr>
          <a:xfrm xmlns:a="http://schemas.openxmlformats.org/drawingml/2006/main">
            <a:off x="179031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0" name="dp45-comparison / n107 / path">
            <a:extLst xmlns:a="http://schemas.openxmlformats.org/drawingml/2006/main">
              <a:ext uri="{FF2B5EF4-FFF2-40B4-BE49-F238E27FC236}">
                <a16:creationId xmlns:a16="http://schemas.microsoft.com/office/drawing/2014/main" id="{B3697F9F-0456-416F-BE82-8602639A95BB}"/>
              </a:ext>
            </a:extLst>
          </p:cNvPr>
          <p:cNvSpPr>
            <a:spLocks xmlns:a="http://schemas.openxmlformats.org/drawingml/2006/main" noGrp="1"/>
          </p:cNvSpPr>
          <p:nvPr/>
        </p:nvSpPr>
        <p:spPr>
          <a:xfrm xmlns:a="http://schemas.openxmlformats.org/drawingml/2006/main">
            <a:off x="4429125" y="6610350"/>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01" name="dp45-comparison / n107 / arrow">
            <a:extLst xmlns:a="http://schemas.openxmlformats.org/drawingml/2006/main">
              <a:ext uri="{FF2B5EF4-FFF2-40B4-BE49-F238E27FC236}">
                <a16:creationId xmlns:a16="http://schemas.microsoft.com/office/drawing/2014/main" id="{720CFA73-DB51-4DD7-9621-FD180F325EE0}"/>
              </a:ext>
            </a:extLst>
          </p:cNvPr>
          <p:cNvSpPr>
            <a:spLocks xmlns:a="http://schemas.openxmlformats.org/drawingml/2006/main" noGrp="1"/>
          </p:cNvSpPr>
          <p:nvPr/>
        </p:nvSpPr>
        <p:spPr>
          <a:xfrm xmlns:a="http://schemas.openxmlformats.org/drawingml/2006/main">
            <a:off x="6267069" y="65768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02" name="dp45-comparison / n108 / path">
            <a:extLst xmlns:a="http://schemas.openxmlformats.org/drawingml/2006/main">
              <a:ext uri="{FF2B5EF4-FFF2-40B4-BE49-F238E27FC236}">
                <a16:creationId xmlns:a16="http://schemas.microsoft.com/office/drawing/2014/main" id="{180B6684-3EAA-463C-ABA0-6911370ED00F}"/>
              </a:ext>
            </a:extLst>
          </p:cNvPr>
          <p:cNvSpPr>
            <a:spLocks xmlns:a="http://schemas.openxmlformats.org/drawingml/2006/main" noGrp="1"/>
          </p:cNvSpPr>
          <p:nvPr/>
        </p:nvSpPr>
        <p:spPr>
          <a:xfrm xmlns:a="http://schemas.openxmlformats.org/drawingml/2006/main">
            <a:off x="4429125" y="6696075"/>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103" name="dp45-comparison / n108 / arrow">
            <a:extLst xmlns:a="http://schemas.openxmlformats.org/drawingml/2006/main">
              <a:ext uri="{FF2B5EF4-FFF2-40B4-BE49-F238E27FC236}">
                <a16:creationId xmlns:a16="http://schemas.microsoft.com/office/drawing/2014/main" id="{A2344475-4946-4DA1-ABB8-6B22F64C6963}"/>
              </a:ext>
            </a:extLst>
          </p:cNvPr>
          <p:cNvSpPr>
            <a:spLocks xmlns:a="http://schemas.openxmlformats.org/drawingml/2006/main" noGrp="1"/>
          </p:cNvSpPr>
          <p:nvPr/>
        </p:nvSpPr>
        <p:spPr>
          <a:xfrm xmlns:a="http://schemas.openxmlformats.org/drawingml/2006/main">
            <a:off x="4429125" y="6662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04" name="dp45-comparison / n113">
            <a:extLst xmlns:a="http://schemas.openxmlformats.org/drawingml/2006/main">
              <a:ext uri="{FF2B5EF4-FFF2-40B4-BE49-F238E27FC236}">
                <a16:creationId xmlns:a16="http://schemas.microsoft.com/office/drawing/2014/main" id="{E8A8D04A-B4A0-4051-8795-98F0AECB822B}"/>
              </a:ext>
            </a:extLst>
          </p:cNvPr>
          <p:cNvSpPr>
            <a:spLocks xmlns:a="http://schemas.openxmlformats.org/drawingml/2006/main" noGrp="1"/>
          </p:cNvSpPr>
          <p:nvPr/>
        </p:nvSpPr>
        <p:spPr>
          <a:xfrm xmlns:a="http://schemas.openxmlformats.org/drawingml/2006/main">
            <a:off x="1666875" y="7086600"/>
            <a:ext cx="27622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5" name="dp45-comparison / n114 / text 1">
            <a:extLst xmlns:a="http://schemas.openxmlformats.org/drawingml/2006/main">
              <a:ext uri="{FF2B5EF4-FFF2-40B4-BE49-F238E27FC236}">
                <a16:creationId xmlns:a16="http://schemas.microsoft.com/office/drawing/2014/main" id="{FA8C41CE-BAED-450F-BF81-A4851D8B752A}"/>
              </a:ext>
            </a:extLst>
          </p:cNvPr>
          <p:cNvSpPr>
            <a:spLocks xmlns:a="http://schemas.openxmlformats.org/drawingml/2006/main" noGrp="1"/>
          </p:cNvSpPr>
          <p:nvPr/>
        </p:nvSpPr>
        <p:spPr>
          <a:xfrm xmlns:a="http://schemas.openxmlformats.org/drawingml/2006/main">
            <a:off x="1752600" y="7124224"/>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106" name="dp45-comparison / n115">
            <a:extLst xmlns:a="http://schemas.openxmlformats.org/drawingml/2006/main">
              <a:ext uri="{FF2B5EF4-FFF2-40B4-BE49-F238E27FC236}">
                <a16:creationId xmlns:a16="http://schemas.microsoft.com/office/drawing/2014/main" id="{56CDBD7B-4BBD-45B9-978B-ECB1CFFFF4F8}"/>
              </a:ext>
            </a:extLst>
          </p:cNvPr>
          <p:cNvSpPr>
            <a:spLocks xmlns:a="http://schemas.openxmlformats.org/drawingml/2006/main" noGrp="1"/>
          </p:cNvSpPr>
          <p:nvPr/>
        </p:nvSpPr>
        <p:spPr>
          <a:xfrm xmlns:a="http://schemas.openxmlformats.org/drawingml/2006/main">
            <a:off x="6334125" y="7086600"/>
            <a:ext cx="285750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07" name="dp45-comparison / n116 / text 1">
            <a:extLst xmlns:a="http://schemas.openxmlformats.org/drawingml/2006/main">
              <a:ext uri="{FF2B5EF4-FFF2-40B4-BE49-F238E27FC236}">
                <a16:creationId xmlns:a16="http://schemas.microsoft.com/office/drawing/2014/main" id="{728BEB56-9772-4859-93D7-A0BA5A913536}"/>
              </a:ext>
            </a:extLst>
          </p:cNvPr>
          <p:cNvSpPr>
            <a:spLocks xmlns:a="http://schemas.openxmlformats.org/drawingml/2006/main" noGrp="1"/>
          </p:cNvSpPr>
          <p:nvPr/>
        </p:nvSpPr>
        <p:spPr>
          <a:xfrm xmlns:a="http://schemas.openxmlformats.org/drawingml/2006/main">
            <a:off x="6419850" y="71242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Controller</a:t>
            </a:r>
          </a:p>
        </p:txBody>
      </p:sp>
      <p:sp>
        <p:nvSpPr>
          <p:cNvPr id="108" name="dp45-comparison / n117 / path">
            <a:extLst xmlns:a="http://schemas.openxmlformats.org/drawingml/2006/main">
              <a:ext uri="{FF2B5EF4-FFF2-40B4-BE49-F238E27FC236}">
                <a16:creationId xmlns:a16="http://schemas.microsoft.com/office/drawing/2014/main" id="{5E797964-AFD6-4B22-9BF4-0D5ACB0A2862}"/>
              </a:ext>
            </a:extLst>
          </p:cNvPr>
          <p:cNvSpPr>
            <a:spLocks xmlns:a="http://schemas.openxmlformats.org/drawingml/2006/main" noGrp="1"/>
          </p:cNvSpPr>
          <p:nvPr/>
        </p:nvSpPr>
        <p:spPr>
          <a:xfrm xmlns:a="http://schemas.openxmlformats.org/drawingml/2006/main">
            <a:off x="1409700" y="4005263"/>
            <a:ext cx="447675" cy="3224213"/>
          </a:xfrm>
          <a:custGeom xmlns:a="http://schemas.openxmlformats.org/drawingml/2006/main">
            <a:pathLst>
              <a:path w="447675" h="3224213">
                <a:moveTo>
                  <a:pt x="257175" y="3224213"/>
                </a:moveTo>
                <a:lnTo>
                  <a:pt x="0" y="3224213"/>
                </a:lnTo>
                <a:lnTo>
                  <a:pt x="0" y="0"/>
                </a:lnTo>
                <a:lnTo>
                  <a:pt x="447675" y="0"/>
                </a:lnTo>
              </a:path>
            </a:pathLst>
          </a:custGeom>
          <a:noFill xmlns:a="http://schemas.openxmlformats.org/drawingml/2006/main"/>
          <a:ln xmlns:a="http://schemas.openxmlformats.org/drawingml/2006/main" w="10478">
            <a:solidFill>
              <a:srgbClr val="000000"/>
            </a:solidFill>
            <a:prstDash val="solid"/>
          </a:ln>
        </p:spPr>
      </p:sp>
      <p:sp>
        <p:nvSpPr>
          <p:cNvPr id="109" name="dp45-comparison / n117 / arrow">
            <a:extLst xmlns:a="http://schemas.openxmlformats.org/drawingml/2006/main">
              <a:ext uri="{FF2B5EF4-FFF2-40B4-BE49-F238E27FC236}">
                <a16:creationId xmlns:a16="http://schemas.microsoft.com/office/drawing/2014/main" id="{EDB9B3D4-768D-47D8-AC11-C8E0EB2ACB56}"/>
              </a:ext>
            </a:extLst>
          </p:cNvPr>
          <p:cNvSpPr>
            <a:spLocks xmlns:a="http://schemas.openxmlformats.org/drawingml/2006/main" noGrp="1"/>
          </p:cNvSpPr>
          <p:nvPr/>
        </p:nvSpPr>
        <p:spPr>
          <a:xfrm xmlns:a="http://schemas.openxmlformats.org/drawingml/2006/main">
            <a:off x="179031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0" name="dp45-comparison / n118 / path">
            <a:extLst xmlns:a="http://schemas.openxmlformats.org/drawingml/2006/main">
              <a:ext uri="{FF2B5EF4-FFF2-40B4-BE49-F238E27FC236}">
                <a16:creationId xmlns:a16="http://schemas.microsoft.com/office/drawing/2014/main" id="{C1727F47-39B0-45FE-9396-E48728942216}"/>
              </a:ext>
            </a:extLst>
          </p:cNvPr>
          <p:cNvSpPr>
            <a:spLocks xmlns:a="http://schemas.openxmlformats.org/drawingml/2006/main" noGrp="1"/>
          </p:cNvSpPr>
          <p:nvPr/>
        </p:nvSpPr>
        <p:spPr>
          <a:xfrm xmlns:a="http://schemas.openxmlformats.org/drawingml/2006/main">
            <a:off x="1619250" y="3824288"/>
            <a:ext cx="1428750" cy="3262313"/>
          </a:xfrm>
          <a:custGeom xmlns:a="http://schemas.openxmlformats.org/drawingml/2006/main">
            <a:pathLst>
              <a:path w="1428750" h="3262313">
                <a:moveTo>
                  <a:pt x="238125" y="0"/>
                </a:moveTo>
                <a:lnTo>
                  <a:pt x="0" y="0"/>
                </a:lnTo>
                <a:lnTo>
                  <a:pt x="0" y="3195638"/>
                </a:lnTo>
                <a:lnTo>
                  <a:pt x="1428750" y="3195638"/>
                </a:lnTo>
                <a:lnTo>
                  <a:pt x="1428750" y="3262313"/>
                </a:lnTo>
              </a:path>
            </a:pathLst>
          </a:custGeom>
          <a:noFill xmlns:a="http://schemas.openxmlformats.org/drawingml/2006/main"/>
          <a:ln xmlns:a="http://schemas.openxmlformats.org/drawingml/2006/main" w="10478">
            <a:solidFill>
              <a:srgbClr val="000000"/>
            </a:solidFill>
            <a:prstDash val="dash"/>
          </a:ln>
        </p:spPr>
      </p:sp>
      <p:sp>
        <p:nvSpPr>
          <p:cNvPr id="111" name="dp45-comparison / n118 / arrow">
            <a:extLst xmlns:a="http://schemas.openxmlformats.org/drawingml/2006/main">
              <a:ext uri="{FF2B5EF4-FFF2-40B4-BE49-F238E27FC236}">
                <a16:creationId xmlns:a16="http://schemas.microsoft.com/office/drawing/2014/main" id="{BAAB01BA-A778-4C6A-911C-5C28639A46A9}"/>
              </a:ext>
            </a:extLst>
          </p:cNvPr>
          <p:cNvSpPr>
            <a:spLocks xmlns:a="http://schemas.openxmlformats.org/drawingml/2006/main" noGrp="1"/>
          </p:cNvSpPr>
          <p:nvPr/>
        </p:nvSpPr>
        <p:spPr>
          <a:xfrm xmlns:a="http://schemas.openxmlformats.org/drawingml/2006/main">
            <a:off x="3014472" y="7019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12" name="dp45-comparison / n121 / path">
            <a:extLst xmlns:a="http://schemas.openxmlformats.org/drawingml/2006/main">
              <a:ext uri="{FF2B5EF4-FFF2-40B4-BE49-F238E27FC236}">
                <a16:creationId xmlns:a16="http://schemas.microsoft.com/office/drawing/2014/main" id="{224F4089-3D08-4AF4-B644-B979D46CA9C6}"/>
              </a:ext>
            </a:extLst>
          </p:cNvPr>
          <p:cNvSpPr>
            <a:spLocks xmlns:a="http://schemas.openxmlformats.org/drawingml/2006/main" noGrp="1"/>
          </p:cNvSpPr>
          <p:nvPr/>
        </p:nvSpPr>
        <p:spPr>
          <a:xfrm xmlns:a="http://schemas.openxmlformats.org/drawingml/2006/main">
            <a:off x="4429125" y="7229475"/>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113" name="dp45-comparison / n121 / arrow">
            <a:extLst xmlns:a="http://schemas.openxmlformats.org/drawingml/2006/main">
              <a:ext uri="{FF2B5EF4-FFF2-40B4-BE49-F238E27FC236}">
                <a16:creationId xmlns:a16="http://schemas.microsoft.com/office/drawing/2014/main" id="{3F667CFF-ED35-412D-ABEE-A560D4038771}"/>
              </a:ext>
            </a:extLst>
          </p:cNvPr>
          <p:cNvSpPr>
            <a:spLocks xmlns:a="http://schemas.openxmlformats.org/drawingml/2006/main" noGrp="1"/>
          </p:cNvSpPr>
          <p:nvPr/>
        </p:nvSpPr>
        <p:spPr>
          <a:xfrm xmlns:a="http://schemas.openxmlformats.org/drawingml/2006/main">
            <a:off x="6267069" y="7195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14" name="dp45-comparison / n65">
            <a:extLst xmlns:a="http://schemas.openxmlformats.org/drawingml/2006/main">
              <a:ext uri="{FF2B5EF4-FFF2-40B4-BE49-F238E27FC236}">
                <a16:creationId xmlns:a16="http://schemas.microsoft.com/office/drawing/2014/main" id="{84648C2A-2671-489A-A741-D140356B9035}"/>
              </a:ext>
            </a:extLst>
          </p:cNvPr>
          <p:cNvSpPr>
            <a:spLocks xmlns:a="http://schemas.openxmlformats.org/drawingml/2006/main" noGrp="1"/>
          </p:cNvSpPr>
          <p:nvPr/>
        </p:nvSpPr>
        <p:spPr>
          <a:xfrm xmlns:a="http://schemas.openxmlformats.org/drawingml/2006/main">
            <a:off x="1647825" y="2762250"/>
            <a:ext cx="23031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5" name="dp45-comparison / n66 / text 1">
            <a:extLst xmlns:a="http://schemas.openxmlformats.org/drawingml/2006/main">
              <a:ext uri="{FF2B5EF4-FFF2-40B4-BE49-F238E27FC236}">
                <a16:creationId xmlns:a16="http://schemas.microsoft.com/office/drawing/2014/main" id="{8626B57E-CFAD-4729-A45E-2FBFCC1AC76C}"/>
              </a:ext>
            </a:extLst>
          </p:cNvPr>
          <p:cNvSpPr>
            <a:spLocks xmlns:a="http://schemas.openxmlformats.org/drawingml/2006/main" noGrp="1"/>
          </p:cNvSpPr>
          <p:nvPr/>
        </p:nvSpPr>
        <p:spPr>
          <a:xfrm xmlns:a="http://schemas.openxmlformats.org/drawingml/2006/main">
            <a:off x="1666875" y="2771775"/>
            <a:ext cx="4048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P20: 실제 전달 / E20: 설명 원문</a:t>
            </a:r>
          </a:p>
        </p:txBody>
      </p:sp>
      <p:sp>
        <p:nvSpPr>
          <p:cNvPr id="116" name="dp45-comparison / n67">
            <a:extLst xmlns:a="http://schemas.openxmlformats.org/drawingml/2006/main">
              <a:ext uri="{FF2B5EF4-FFF2-40B4-BE49-F238E27FC236}">
                <a16:creationId xmlns:a16="http://schemas.microsoft.com/office/drawing/2014/main" id="{B7AA66C0-12E8-49B2-85EB-AE82BCF22E99}"/>
              </a:ext>
            </a:extLst>
          </p:cNvPr>
          <p:cNvSpPr>
            <a:spLocks xmlns:a="http://schemas.openxmlformats.org/drawingml/2006/main" noGrp="1"/>
          </p:cNvSpPr>
          <p:nvPr/>
        </p:nvSpPr>
        <p:spPr>
          <a:xfrm xmlns:a="http://schemas.openxmlformats.org/drawingml/2006/main">
            <a:off x="6315075" y="2762250"/>
            <a:ext cx="232333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7" name="dp45-comparison / n68 / text 1">
            <a:extLst xmlns:a="http://schemas.openxmlformats.org/drawingml/2006/main">
              <a:ext uri="{FF2B5EF4-FFF2-40B4-BE49-F238E27FC236}">
                <a16:creationId xmlns:a16="http://schemas.microsoft.com/office/drawing/2014/main" id="{09217BC6-CF54-4DB8-84CA-A2DABE47E4F0}"/>
              </a:ext>
            </a:extLst>
          </p:cNvPr>
          <p:cNvSpPr>
            <a:spLocks xmlns:a="http://schemas.openxmlformats.org/drawingml/2006/main" noGrp="1"/>
          </p:cNvSpPr>
          <p:nvPr/>
        </p:nvSpPr>
        <p:spPr>
          <a:xfrm xmlns:a="http://schemas.openxmlformats.org/drawingml/2006/main">
            <a:off x="6334125" y="2771775"/>
            <a:ext cx="3000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118" name="dp45-comparison / n69">
            <a:extLst xmlns:a="http://schemas.openxmlformats.org/drawingml/2006/main">
              <a:ext uri="{FF2B5EF4-FFF2-40B4-BE49-F238E27FC236}">
                <a16:creationId xmlns:a16="http://schemas.microsoft.com/office/drawing/2014/main" id="{9A21B623-9857-4D4F-9D29-AF466DE0F6FC}"/>
              </a:ext>
            </a:extLst>
          </p:cNvPr>
          <p:cNvSpPr>
            <a:spLocks xmlns:a="http://schemas.openxmlformats.org/drawingml/2006/main" noGrp="1"/>
          </p:cNvSpPr>
          <p:nvPr/>
        </p:nvSpPr>
        <p:spPr>
          <a:xfrm xmlns:a="http://schemas.openxmlformats.org/drawingml/2006/main">
            <a:off x="1647825" y="2943225"/>
            <a:ext cx="395935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19" name="dp45-comparison / n70 / text 1">
            <a:extLst xmlns:a="http://schemas.openxmlformats.org/drawingml/2006/main">
              <a:ext uri="{FF2B5EF4-FFF2-40B4-BE49-F238E27FC236}">
                <a16:creationId xmlns:a16="http://schemas.microsoft.com/office/drawing/2014/main" id="{214310FE-E8C7-4255-BA6B-A58D1AE6B75E}"/>
              </a:ext>
            </a:extLst>
          </p:cNvPr>
          <p:cNvSpPr>
            <a:spLocks xmlns:a="http://schemas.openxmlformats.org/drawingml/2006/main" noGrp="1"/>
          </p:cNvSpPr>
          <p:nvPr/>
        </p:nvSpPr>
        <p:spPr>
          <a:xfrm xmlns:a="http://schemas.openxmlformats.org/drawingml/2006/main">
            <a:off x="1666875" y="2952750"/>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같은 원본: 전달한 예외 문구 + 제품 조사 결과 + 견적 결과</a:t>
            </a:r>
          </a:p>
        </p:txBody>
      </p:sp>
      <p:sp>
        <p:nvSpPr>
          <p:cNvPr id="120" name="dp45-comparison / n83">
            <a:extLst xmlns:a="http://schemas.openxmlformats.org/drawingml/2006/main">
              <a:ext uri="{FF2B5EF4-FFF2-40B4-BE49-F238E27FC236}">
                <a16:creationId xmlns:a16="http://schemas.microsoft.com/office/drawing/2014/main" id="{E71A0739-B838-471B-812A-8D3550AFEED0}"/>
              </a:ext>
            </a:extLst>
          </p:cNvPr>
          <p:cNvSpPr>
            <a:spLocks xmlns:a="http://schemas.openxmlformats.org/drawingml/2006/main" noGrp="1"/>
          </p:cNvSpPr>
          <p:nvPr/>
        </p:nvSpPr>
        <p:spPr>
          <a:xfrm xmlns:a="http://schemas.openxmlformats.org/drawingml/2006/main">
            <a:off x="5029200" y="3362325"/>
            <a:ext cx="2505837"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1" name="dp45-comparison / n84 / text 1">
            <a:extLst xmlns:a="http://schemas.openxmlformats.org/drawingml/2006/main">
              <a:ext uri="{FF2B5EF4-FFF2-40B4-BE49-F238E27FC236}">
                <a16:creationId xmlns:a16="http://schemas.microsoft.com/office/drawing/2014/main" id="{6A1EFBEC-CFE3-4896-AC5E-75556B658FE3}"/>
              </a:ext>
            </a:extLst>
          </p:cNvPr>
          <p:cNvSpPr>
            <a:spLocks xmlns:a="http://schemas.openxmlformats.org/drawingml/2006/main" noGrp="1"/>
          </p:cNvSpPr>
          <p:nvPr/>
        </p:nvSpPr>
        <p:spPr>
          <a:xfrm xmlns:a="http://schemas.openxmlformats.org/drawingml/2006/main">
            <a:off x="5048250" y="3371850"/>
            <a:ext cx="3905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② 이번 요청에 맞춘 원본 조회 / 반환</a:t>
            </a:r>
          </a:p>
        </p:txBody>
      </p:sp>
      <p:sp>
        <p:nvSpPr>
          <p:cNvPr id="122" name="dp45-comparison / n87">
            <a:extLst xmlns:a="http://schemas.openxmlformats.org/drawingml/2006/main">
              <a:ext uri="{FF2B5EF4-FFF2-40B4-BE49-F238E27FC236}">
                <a16:creationId xmlns:a16="http://schemas.microsoft.com/office/drawing/2014/main" id="{AAAADC34-5F51-401A-8EB2-0C4032FC496D}"/>
              </a:ext>
            </a:extLst>
          </p:cNvPr>
          <p:cNvSpPr>
            <a:spLocks xmlns:a="http://schemas.openxmlformats.org/drawingml/2006/main" noGrp="1"/>
          </p:cNvSpPr>
          <p:nvPr/>
        </p:nvSpPr>
        <p:spPr>
          <a:xfrm xmlns:a="http://schemas.openxmlformats.org/drawingml/2006/main">
            <a:off x="1933575" y="4352925"/>
            <a:ext cx="2124266" cy="16764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3" name="dp45-comparison / n88 / text 1">
            <a:extLst xmlns:a="http://schemas.openxmlformats.org/drawingml/2006/main">
              <a:ext uri="{FF2B5EF4-FFF2-40B4-BE49-F238E27FC236}">
                <a16:creationId xmlns:a16="http://schemas.microsoft.com/office/drawing/2014/main" id="{6C8A338C-4371-4C62-B0D0-98C94373BDC5}"/>
              </a:ext>
            </a:extLst>
          </p:cNvPr>
          <p:cNvSpPr>
            <a:spLocks xmlns:a="http://schemas.openxmlformats.org/drawingml/2006/main" noGrp="1"/>
          </p:cNvSpPr>
          <p:nvPr/>
        </p:nvSpPr>
        <p:spPr>
          <a:xfrm xmlns:a="http://schemas.openxmlformats.org/drawingml/2006/main">
            <a:off x="1952625" y="4362450"/>
            <a:ext cx="2571750" cy="17954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75" b="0">
                <a:solidFill>
                  <a:srgbClr val="000000"/>
                </a:solidFill>
                <a:latin typeface="Apple SD Gothic Neo"/>
                <a:ea typeface="Apple SD Gothic Neo"/>
                <a:cs typeface="Apple SD Gothic Neo"/>
              </a:defRPr>
            </a:pPr>
            <a:r>
              <a:rPr sz="975" b="0">
                <a:solidFill>
                  <a:srgbClr val="000000"/>
                </a:solidFill>
                <a:latin typeface="Apple SD Gothic Neo"/>
                <a:ea typeface="Apple SD Gothic Neo"/>
                <a:cs typeface="Apple SD Gothic Neo"/>
              </a:rPr>
              <a:t>③ 원본 확인 / 유효 cache 재사용</a:t>
            </a:r>
          </a:p>
        </p:txBody>
      </p:sp>
      <p:sp>
        <p:nvSpPr>
          <p:cNvPr id="124" name="dp45-comparison / n89">
            <a:extLst xmlns:a="http://schemas.openxmlformats.org/drawingml/2006/main">
              <a:ext uri="{FF2B5EF4-FFF2-40B4-BE49-F238E27FC236}">
                <a16:creationId xmlns:a16="http://schemas.microsoft.com/office/drawing/2014/main" id="{970D0451-7C29-4E2B-BAEC-FECB4359316A}"/>
              </a:ext>
            </a:extLst>
          </p:cNvPr>
          <p:cNvSpPr>
            <a:spLocks xmlns:a="http://schemas.openxmlformats.org/drawingml/2006/main" noGrp="1"/>
          </p:cNvSpPr>
          <p:nvPr/>
        </p:nvSpPr>
        <p:spPr>
          <a:xfrm xmlns:a="http://schemas.openxmlformats.org/drawingml/2006/main">
            <a:off x="1933575" y="4572000"/>
            <a:ext cx="2140458"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25" name="dp45-comparison / n90 / text 1">
            <a:extLst xmlns:a="http://schemas.openxmlformats.org/drawingml/2006/main">
              <a:ext uri="{FF2B5EF4-FFF2-40B4-BE49-F238E27FC236}">
                <a16:creationId xmlns:a16="http://schemas.microsoft.com/office/drawing/2014/main" id="{27B9DC09-6C02-473B-B963-1233A5FF1B5D}"/>
              </a:ext>
            </a:extLst>
          </p:cNvPr>
          <p:cNvSpPr>
            <a:spLocks xmlns:a="http://schemas.openxmlformats.org/drawingml/2006/main" noGrp="1"/>
          </p:cNvSpPr>
          <p:nvPr/>
        </p:nvSpPr>
        <p:spPr>
          <a:xfrm xmlns:a="http://schemas.openxmlformats.org/drawingml/2006/main">
            <a:off x="1952625" y="4581525"/>
            <a:ext cx="2571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부족하면 추가 조회 / 부분 갱신</a:t>
            </a:r>
          </a:p>
        </p:txBody>
      </p:sp>
      <p:sp>
        <p:nvSpPr>
          <p:cNvPr id="126" name="dp45-comparison / n93">
            <a:extLst xmlns:a="http://schemas.openxmlformats.org/drawingml/2006/main">
              <a:ext uri="{FF2B5EF4-FFF2-40B4-BE49-F238E27FC236}">
                <a16:creationId xmlns:a16="http://schemas.microsoft.com/office/drawing/2014/main" id="{2591741B-51E8-465B-BA63-60D32B5C9763}"/>
              </a:ext>
            </a:extLst>
          </p:cNvPr>
          <p:cNvSpPr>
            <a:spLocks xmlns:a="http://schemas.openxmlformats.org/drawingml/2006/main" noGrp="1"/>
          </p:cNvSpPr>
          <p:nvPr/>
        </p:nvSpPr>
        <p:spPr>
          <a:xfrm xmlns:a="http://schemas.openxmlformats.org/drawingml/2006/main">
            <a:off x="5191125" y="3705225"/>
            <a:ext cx="3714750" cy="1257300"/>
          </a:xfrm>
          <a:custGeom xmlns:a="http://schemas.openxmlformats.org/drawingml/2006/main">
            <a:pathLst>
              <a:path w="3714750" h="1257300">
                <a:moveTo>
                  <a:pt x="0" y="0"/>
                </a:moveTo>
                <a:lnTo>
                  <a:pt x="3543300" y="0"/>
                </a:lnTo>
                <a:lnTo>
                  <a:pt x="3714750" y="171450"/>
                </a:lnTo>
                <a:lnTo>
                  <a:pt x="3714750" y="1257300"/>
                </a:lnTo>
                <a:lnTo>
                  <a:pt x="0" y="1257300"/>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127" name="dp45-comparison / n93 / fold">
            <a:extLst xmlns:a="http://schemas.openxmlformats.org/drawingml/2006/main">
              <a:ext uri="{FF2B5EF4-FFF2-40B4-BE49-F238E27FC236}">
                <a16:creationId xmlns:a16="http://schemas.microsoft.com/office/drawing/2014/main" id="{9B9E44F6-DF8B-4E4A-A895-397ED99F774F}"/>
              </a:ext>
            </a:extLst>
          </p:cNvPr>
          <p:cNvSpPr>
            <a:spLocks xmlns:a="http://schemas.openxmlformats.org/drawingml/2006/main" noGrp="1"/>
          </p:cNvSpPr>
          <p:nvPr/>
        </p:nvSpPr>
        <p:spPr>
          <a:xfrm xmlns:a="http://schemas.openxmlformats.org/drawingml/2006/main">
            <a:off x="8734425" y="37052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128" name="dp45-comparison / n94 / text 1">
            <a:extLst xmlns:a="http://schemas.openxmlformats.org/drawingml/2006/main">
              <a:ext uri="{FF2B5EF4-FFF2-40B4-BE49-F238E27FC236}">
                <a16:creationId xmlns:a16="http://schemas.microsoft.com/office/drawing/2014/main" id="{F413A941-CE5F-4594-BBA7-E3259262F9DC}"/>
              </a:ext>
            </a:extLst>
          </p:cNvPr>
          <p:cNvSpPr>
            <a:spLocks xmlns:a="http://schemas.openxmlformats.org/drawingml/2006/main" noGrp="1"/>
          </p:cNvSpPr>
          <p:nvPr/>
        </p:nvSpPr>
        <p:spPr>
          <a:xfrm xmlns:a="http://schemas.openxmlformats.org/drawingml/2006/main">
            <a:off x="5286375" y="376237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이번 요청의 Bundle1 / Receipt1: PARTIAL</a:t>
            </a:r>
          </a:p>
        </p:txBody>
      </p:sp>
      <p:sp>
        <p:nvSpPr>
          <p:cNvPr id="129" name="dp45-comparison / n94 / text 2">
            <a:extLst xmlns:a="http://schemas.openxmlformats.org/drawingml/2006/main">
              <a:ext uri="{FF2B5EF4-FFF2-40B4-BE49-F238E27FC236}">
                <a16:creationId xmlns:a16="http://schemas.microsoft.com/office/drawing/2014/main" id="{4CA0D8CC-2EE8-4179-89DE-239BDBD20D8A}"/>
              </a:ext>
            </a:extLst>
          </p:cNvPr>
          <p:cNvSpPr>
            <a:spLocks xmlns:a="http://schemas.openxmlformats.org/drawingml/2006/main" noGrp="1"/>
          </p:cNvSpPr>
          <p:nvPr/>
        </p:nvSpPr>
        <p:spPr>
          <a:xfrm xmlns:a="http://schemas.openxmlformats.org/drawingml/2006/main">
            <a:off x="5286375" y="389953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원본 발췌 E20[27,52), 실제 전달 P20:</a:t>
            </a:r>
          </a:p>
        </p:txBody>
      </p:sp>
      <p:sp>
        <p:nvSpPr>
          <p:cNvPr id="130" name="dp45-comparison / n94 / text 3">
            <a:extLst xmlns:a="http://schemas.openxmlformats.org/drawingml/2006/main">
              <a:ext uri="{FF2B5EF4-FFF2-40B4-BE49-F238E27FC236}">
                <a16:creationId xmlns:a16="http://schemas.microsoft.com/office/drawing/2014/main" id="{1978804E-C4E9-4147-9592-5E257F63344A}"/>
              </a:ext>
            </a:extLst>
          </p:cNvPr>
          <p:cNvSpPr>
            <a:spLocks xmlns:a="http://schemas.openxmlformats.org/drawingml/2006/main" noGrp="1"/>
          </p:cNvSpPr>
          <p:nvPr/>
        </p:nvSpPr>
        <p:spPr>
          <a:xfrm xmlns:a="http://schemas.openxmlformats.org/drawingml/2006/main">
            <a:off x="5286375" y="403669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“가격이 같은 경우 유지보수 기간을</a:t>
            </a:r>
          </a:p>
        </p:txBody>
      </p:sp>
      <p:sp>
        <p:nvSpPr>
          <p:cNvPr id="131" name="dp45-comparison / n94 / text 4">
            <a:extLst xmlns:a="http://schemas.openxmlformats.org/drawingml/2006/main">
              <a:ext uri="{FF2B5EF4-FFF2-40B4-BE49-F238E27FC236}">
                <a16:creationId xmlns:a16="http://schemas.microsoft.com/office/drawing/2014/main" id="{192927F1-BA54-4E94-9C31-8A7708FA89B9}"/>
              </a:ext>
            </a:extLst>
          </p:cNvPr>
          <p:cNvSpPr>
            <a:spLocks xmlns:a="http://schemas.openxmlformats.org/drawingml/2006/main" noGrp="1"/>
          </p:cNvSpPr>
          <p:nvPr/>
        </p:nvSpPr>
        <p:spPr>
          <a:xfrm xmlns:a="http://schemas.openxmlformats.org/drawingml/2006/main">
            <a:off x="5286375" y="417385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우선합니다.”</a:t>
            </a:r>
          </a:p>
        </p:txBody>
      </p:sp>
      <p:sp>
        <p:nvSpPr>
          <p:cNvPr id="132" name="dp45-comparison / n94 / text 5">
            <a:extLst xmlns:a="http://schemas.openxmlformats.org/drawingml/2006/main">
              <a:ext uri="{FF2B5EF4-FFF2-40B4-BE49-F238E27FC236}">
                <a16:creationId xmlns:a16="http://schemas.microsoft.com/office/drawing/2014/main" id="{472BB7E5-42D1-40EE-B63C-235B30AF2BF3}"/>
              </a:ext>
            </a:extLst>
          </p:cNvPr>
          <p:cNvSpPr>
            <a:spLocks xmlns:a="http://schemas.openxmlformats.org/drawingml/2006/main" noGrp="1"/>
          </p:cNvSpPr>
          <p:nvPr/>
        </p:nvSpPr>
        <p:spPr>
          <a:xfrm xmlns:a="http://schemas.openxmlformats.org/drawingml/2006/main">
            <a:off x="5286375" y="431101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133" name="dp45-comparison / n94 / text 6">
            <a:extLst xmlns:a="http://schemas.openxmlformats.org/drawingml/2006/main">
              <a:ext uri="{FF2B5EF4-FFF2-40B4-BE49-F238E27FC236}">
                <a16:creationId xmlns:a16="http://schemas.microsoft.com/office/drawing/2014/main" id="{E3AEB611-9585-4DD7-A4BC-DFE98AC71902}"/>
              </a:ext>
            </a:extLst>
          </p:cNvPr>
          <p:cNvSpPr>
            <a:spLocks xmlns:a="http://schemas.openxmlformats.org/drawingml/2006/main" noGrp="1"/>
          </p:cNvSpPr>
          <p:nvPr/>
        </p:nvSpPr>
        <p:spPr>
          <a:xfrm xmlns:a="http://schemas.openxmlformats.org/drawingml/2006/main">
            <a:off x="5286375" y="4448175"/>
            <a:ext cx="34480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읽은 범위 / source revision / 누락 포함</a:t>
            </a:r>
          </a:p>
        </p:txBody>
      </p:sp>
      <p:sp>
        <p:nvSpPr>
          <p:cNvPr id="134" name="dp45-comparison / n95">
            <a:extLst xmlns:a="http://schemas.openxmlformats.org/drawingml/2006/main">
              <a:ext uri="{FF2B5EF4-FFF2-40B4-BE49-F238E27FC236}">
                <a16:creationId xmlns:a16="http://schemas.microsoft.com/office/drawing/2014/main" id="{7D8A411B-C900-4816-87B5-196BBE6AACAE}"/>
              </a:ext>
            </a:extLst>
          </p:cNvPr>
          <p:cNvSpPr>
            <a:spLocks xmlns:a="http://schemas.openxmlformats.org/drawingml/2006/main" noGrp="1"/>
          </p:cNvSpPr>
          <p:nvPr/>
        </p:nvSpPr>
        <p:spPr>
          <a:xfrm xmlns:a="http://schemas.openxmlformats.org/drawingml/2006/main">
            <a:off x="1838325" y="5734050"/>
            <a:ext cx="2707386"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5" name="dp45-comparison / n96 / text 1">
            <a:extLst xmlns:a="http://schemas.openxmlformats.org/drawingml/2006/main">
              <a:ext uri="{FF2B5EF4-FFF2-40B4-BE49-F238E27FC236}">
                <a16:creationId xmlns:a16="http://schemas.microsoft.com/office/drawing/2014/main" id="{B05936EB-9918-4DF6-9E6F-B19C0744F1F5}"/>
              </a:ext>
            </a:extLst>
          </p:cNvPr>
          <p:cNvSpPr>
            <a:spLocks xmlns:a="http://schemas.openxmlformats.org/drawingml/2006/main" noGrp="1"/>
          </p:cNvSpPr>
          <p:nvPr/>
        </p:nvSpPr>
        <p:spPr>
          <a:xfrm xmlns:a="http://schemas.openxmlformats.org/drawingml/2006/main">
            <a:off x="1857375" y="5743575"/>
            <a:ext cx="27622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cache는 선택 tactic / 이번 조회가 구성 책임</a:t>
            </a:r>
          </a:p>
        </p:txBody>
      </p:sp>
      <p:sp>
        <p:nvSpPr>
          <p:cNvPr id="136" name="dp45-comparison / n97">
            <a:extLst xmlns:a="http://schemas.openxmlformats.org/drawingml/2006/main">
              <a:ext uri="{FF2B5EF4-FFF2-40B4-BE49-F238E27FC236}">
                <a16:creationId xmlns:a16="http://schemas.microsoft.com/office/drawing/2014/main" id="{0B662218-79C3-46EB-8495-0263CB7F2041}"/>
              </a:ext>
            </a:extLst>
          </p:cNvPr>
          <p:cNvSpPr>
            <a:spLocks xmlns:a="http://schemas.openxmlformats.org/drawingml/2006/main" noGrp="1"/>
          </p:cNvSpPr>
          <p:nvPr/>
        </p:nvSpPr>
        <p:spPr>
          <a:xfrm xmlns:a="http://schemas.openxmlformats.org/drawingml/2006/main">
            <a:off x="5934075" y="5734050"/>
            <a:ext cx="253822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7" name="dp45-comparison / n98 / text 1">
            <a:extLst xmlns:a="http://schemas.openxmlformats.org/drawingml/2006/main">
              <a:ext uri="{FF2B5EF4-FFF2-40B4-BE49-F238E27FC236}">
                <a16:creationId xmlns:a16="http://schemas.microsoft.com/office/drawing/2014/main" id="{F7E29E9A-4F8D-493D-AA0D-F534C959A488}"/>
              </a:ext>
            </a:extLst>
          </p:cNvPr>
          <p:cNvSpPr>
            <a:spLocks xmlns:a="http://schemas.openxmlformats.org/drawingml/2006/main" noGrp="1"/>
          </p:cNvSpPr>
          <p:nvPr/>
        </p:nvSpPr>
        <p:spPr>
          <a:xfrm xmlns:a="http://schemas.openxmlformats.org/drawingml/2006/main">
            <a:off x="5953125" y="5743575"/>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④ 요청 수명: 발췌 / 결과 참조 / 읽은 범위</a:t>
            </a:r>
          </a:p>
        </p:txBody>
      </p:sp>
      <p:sp>
        <p:nvSpPr>
          <p:cNvPr id="138" name="dp45-comparison / n99">
            <a:extLst xmlns:a="http://schemas.openxmlformats.org/drawingml/2006/main">
              <a:ext uri="{FF2B5EF4-FFF2-40B4-BE49-F238E27FC236}">
                <a16:creationId xmlns:a16="http://schemas.microsoft.com/office/drawing/2014/main" id="{85CC3C10-E06F-4687-A13A-B1F190C1A6E8}"/>
              </a:ext>
            </a:extLst>
          </p:cNvPr>
          <p:cNvSpPr>
            <a:spLocks xmlns:a="http://schemas.openxmlformats.org/drawingml/2006/main" noGrp="1"/>
          </p:cNvSpPr>
          <p:nvPr/>
        </p:nvSpPr>
        <p:spPr>
          <a:xfrm xmlns:a="http://schemas.openxmlformats.org/drawingml/2006/main">
            <a:off x="1838325" y="5991225"/>
            <a:ext cx="36366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39" name="dp45-comparison / n100 / text 1">
            <a:extLst xmlns:a="http://schemas.openxmlformats.org/drawingml/2006/main">
              <a:ext uri="{FF2B5EF4-FFF2-40B4-BE49-F238E27FC236}">
                <a16:creationId xmlns:a16="http://schemas.microsoft.com/office/drawing/2014/main" id="{44726877-E1C8-4D78-A5A2-9D4698033AD5}"/>
              </a:ext>
            </a:extLst>
          </p:cNvPr>
          <p:cNvSpPr>
            <a:spLocks xmlns:a="http://schemas.openxmlformats.org/drawingml/2006/main" noGrp="1"/>
          </p:cNvSpPr>
          <p:nvPr/>
        </p:nvSpPr>
        <p:spPr>
          <a:xfrm xmlns:a="http://schemas.openxmlformats.org/drawingml/2006/main">
            <a:off x="1857375" y="6000750"/>
            <a:ext cx="700087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정정 / 삭제 → 파생 버전 차단 → 원본 재검증 / 재조회</a:t>
            </a:r>
          </a:p>
        </p:txBody>
      </p:sp>
      <p:sp>
        <p:nvSpPr>
          <p:cNvPr id="140" name="dp45-comparison / n109">
            <a:extLst xmlns:a="http://schemas.openxmlformats.org/drawingml/2006/main">
              <a:ext uri="{FF2B5EF4-FFF2-40B4-BE49-F238E27FC236}">
                <a16:creationId xmlns:a16="http://schemas.microsoft.com/office/drawing/2014/main" id="{0C73DED2-1704-4CAE-9E81-1278BB7995FC}"/>
              </a:ext>
            </a:extLst>
          </p:cNvPr>
          <p:cNvSpPr>
            <a:spLocks xmlns:a="http://schemas.openxmlformats.org/drawingml/2006/main" noGrp="1"/>
          </p:cNvSpPr>
          <p:nvPr/>
        </p:nvSpPr>
        <p:spPr>
          <a:xfrm xmlns:a="http://schemas.openxmlformats.org/drawingml/2006/main">
            <a:off x="4695825" y="6496050"/>
            <a:ext cx="10820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1" name="dp45-comparison / n110 / text 1">
            <a:extLst xmlns:a="http://schemas.openxmlformats.org/drawingml/2006/main">
              <a:ext uri="{FF2B5EF4-FFF2-40B4-BE49-F238E27FC236}">
                <a16:creationId xmlns:a16="http://schemas.microsoft.com/office/drawing/2014/main" id="{3731D10D-3E56-4C65-8699-DD59AA28CE8C}"/>
              </a:ext>
            </a:extLst>
          </p:cNvPr>
          <p:cNvSpPr>
            <a:spLocks xmlns:a="http://schemas.openxmlformats.org/drawingml/2006/main" noGrp="1"/>
          </p:cNvSpPr>
          <p:nvPr/>
        </p:nvSpPr>
        <p:spPr>
          <a:xfrm xmlns:a="http://schemas.openxmlformats.org/drawingml/2006/main">
            <a:off x="4714875" y="6505575"/>
            <a:ext cx="147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조건부 C-CONTEXT</a:t>
            </a:r>
          </a:p>
        </p:txBody>
      </p:sp>
      <p:sp>
        <p:nvSpPr>
          <p:cNvPr id="142" name="dp45-comparison / n111">
            <a:extLst xmlns:a="http://schemas.openxmlformats.org/drawingml/2006/main">
              <a:ext uri="{FF2B5EF4-FFF2-40B4-BE49-F238E27FC236}">
                <a16:creationId xmlns:a16="http://schemas.microsoft.com/office/drawing/2014/main" id="{94E95508-FD1D-447F-AAD1-0224292FD518}"/>
              </a:ext>
            </a:extLst>
          </p:cNvPr>
          <p:cNvSpPr>
            <a:spLocks xmlns:a="http://schemas.openxmlformats.org/drawingml/2006/main" noGrp="1"/>
          </p:cNvSpPr>
          <p:nvPr/>
        </p:nvSpPr>
        <p:spPr>
          <a:xfrm xmlns:a="http://schemas.openxmlformats.org/drawingml/2006/main">
            <a:off x="1647825" y="6819900"/>
            <a:ext cx="6166961" cy="13906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3" name="dp45-comparison / n112 / text 1">
            <a:extLst xmlns:a="http://schemas.openxmlformats.org/drawingml/2006/main">
              <a:ext uri="{FF2B5EF4-FFF2-40B4-BE49-F238E27FC236}">
                <a16:creationId xmlns:a16="http://schemas.microsoft.com/office/drawing/2014/main" id="{4F2DF780-74D7-4D89-A58D-F9435CF45CF0}"/>
              </a:ext>
            </a:extLst>
          </p:cNvPr>
          <p:cNvSpPr>
            <a:spLocks xmlns:a="http://schemas.openxmlformats.org/drawingml/2006/main" noGrp="1"/>
          </p:cNvSpPr>
          <p:nvPr/>
        </p:nvSpPr>
        <p:spPr>
          <a:xfrm xmlns:a="http://schemas.openxmlformats.org/drawingml/2006/main">
            <a:off x="1666875" y="6829425"/>
            <a:ext cx="75247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Query1 {purpose:REQUEST_UNDERSTANDING, relation_kinds:[EXPLAINS_ITEM,HAS_RESULT], original_required:true}</a:t>
            </a:r>
          </a:p>
        </p:txBody>
      </p:sp>
      <p:sp>
        <p:nvSpPr>
          <p:cNvPr id="144" name="dp45-comparison / n119">
            <a:extLst xmlns:a="http://schemas.openxmlformats.org/drawingml/2006/main">
              <a:ext uri="{FF2B5EF4-FFF2-40B4-BE49-F238E27FC236}">
                <a16:creationId xmlns:a16="http://schemas.microsoft.com/office/drawing/2014/main" id="{843DDEC7-0C05-4318-91C3-90AF549353E1}"/>
              </a:ext>
            </a:extLst>
          </p:cNvPr>
          <p:cNvSpPr>
            <a:spLocks xmlns:a="http://schemas.openxmlformats.org/drawingml/2006/main" noGrp="1"/>
          </p:cNvSpPr>
          <p:nvPr/>
        </p:nvSpPr>
        <p:spPr>
          <a:xfrm xmlns:a="http://schemas.openxmlformats.org/drawingml/2006/main">
            <a:off x="4791075" y="6248400"/>
            <a:ext cx="279425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5" name="dp45-comparison / n120 / text 1">
            <a:extLst xmlns:a="http://schemas.openxmlformats.org/drawingml/2006/main">
              <a:ext uri="{FF2B5EF4-FFF2-40B4-BE49-F238E27FC236}">
                <a16:creationId xmlns:a16="http://schemas.microsoft.com/office/drawing/2014/main" id="{1D99C09C-AB10-48ED-8460-6FBA0F3EB132}"/>
              </a:ext>
            </a:extLst>
          </p:cNvPr>
          <p:cNvSpPr>
            <a:spLocks xmlns:a="http://schemas.openxmlformats.org/drawingml/2006/main" noGrp="1"/>
          </p:cNvSpPr>
          <p:nvPr/>
        </p:nvSpPr>
        <p:spPr>
          <a:xfrm xmlns:a="http://schemas.openxmlformats.org/drawingml/2006/main">
            <a:off x="4810125" y="6257925"/>
            <a:ext cx="4191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Query1 → / ← Bundle1 + Receipt1 (PARTIAL)</a:t>
            </a:r>
          </a:p>
        </p:txBody>
      </p:sp>
      <p:sp>
        <p:nvSpPr>
          <p:cNvPr id="146" name="dp45-comparison / n122">
            <a:extLst xmlns:a="http://schemas.openxmlformats.org/drawingml/2006/main">
              <a:ext uri="{FF2B5EF4-FFF2-40B4-BE49-F238E27FC236}">
                <a16:creationId xmlns:a16="http://schemas.microsoft.com/office/drawing/2014/main" id="{F81B51AF-3ED4-490B-8ABE-03C43E6EA29D}"/>
              </a:ext>
            </a:extLst>
          </p:cNvPr>
          <p:cNvSpPr>
            <a:spLocks xmlns:a="http://schemas.openxmlformats.org/drawingml/2006/main" noGrp="1"/>
          </p:cNvSpPr>
          <p:nvPr/>
        </p:nvSpPr>
        <p:spPr>
          <a:xfrm xmlns:a="http://schemas.openxmlformats.org/drawingml/2006/main">
            <a:off x="4667250" y="7143750"/>
            <a:ext cx="133978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147" name="dp45-comparison / n123 / text 1">
            <a:extLst xmlns:a="http://schemas.openxmlformats.org/drawingml/2006/main">
              <a:ext uri="{FF2B5EF4-FFF2-40B4-BE49-F238E27FC236}">
                <a16:creationId xmlns:a16="http://schemas.microsoft.com/office/drawing/2014/main" id="{AD1F9FFB-92C4-467B-ADD0-F54DF81BC975}"/>
              </a:ext>
            </a:extLst>
          </p:cNvPr>
          <p:cNvSpPr>
            <a:spLocks xmlns:a="http://schemas.openxmlformats.org/drawingml/2006/main" noGrp="1"/>
          </p:cNvSpPr>
          <p:nvPr/>
        </p:nvSpPr>
        <p:spPr>
          <a:xfrm xmlns:a="http://schemas.openxmlformats.org/drawingml/2006/main">
            <a:off x="4686300" y="7153275"/>
            <a:ext cx="15335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의미 제안 → 검증 / 채택</a:t>
            </a:r>
          </a:p>
        </p:txBody>
      </p:sp>
      <p:sp>
        <p:nvSpPr>
          <p:cNvPr id="148" name="dp45-comparison / n124">
            <a:extLst xmlns:a="http://schemas.openxmlformats.org/drawingml/2006/main">
              <a:ext uri="{FF2B5EF4-FFF2-40B4-BE49-F238E27FC236}">
                <a16:creationId xmlns:a16="http://schemas.microsoft.com/office/drawing/2014/main" id="{A5040666-021D-4E26-9BEE-698CEF4BA95B}"/>
              </a:ext>
            </a:extLst>
          </p:cNvPr>
          <p:cNvSpPr>
            <a:spLocks xmlns:a="http://schemas.openxmlformats.org/drawingml/2006/main" noGrp="1"/>
          </p:cNvSpPr>
          <p:nvPr/>
        </p:nvSpPr>
        <p:spPr>
          <a:xfrm xmlns:a="http://schemas.openxmlformats.org/drawingml/2006/main">
            <a:off x="9953625" y="2409825"/>
            <a:ext cx="276225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49" name="dp45-comparison / n125 / text 1">
            <a:extLst xmlns:a="http://schemas.openxmlformats.org/drawingml/2006/main">
              <a:ext uri="{FF2B5EF4-FFF2-40B4-BE49-F238E27FC236}">
                <a16:creationId xmlns:a16="http://schemas.microsoft.com/office/drawing/2014/main" id="{C9A6581C-A95D-43E9-B50E-585C157117BA}"/>
              </a:ext>
            </a:extLst>
          </p:cNvPr>
          <p:cNvSpPr>
            <a:spLocks xmlns:a="http://schemas.openxmlformats.org/drawingml/2006/main" noGrp="1"/>
          </p:cNvSpPr>
          <p:nvPr/>
        </p:nvSpPr>
        <p:spPr>
          <a:xfrm xmlns:a="http://schemas.openxmlformats.org/drawingml/2006/main">
            <a:off x="10039350" y="2446020"/>
            <a:ext cx="259080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Response Manager</a:t>
            </a:r>
          </a:p>
        </p:txBody>
      </p:sp>
      <p:sp>
        <p:nvSpPr>
          <p:cNvPr id="150" name="dp45-comparison / n126">
            <a:extLst xmlns:a="http://schemas.openxmlformats.org/drawingml/2006/main">
              <a:ext uri="{FF2B5EF4-FFF2-40B4-BE49-F238E27FC236}">
                <a16:creationId xmlns:a16="http://schemas.microsoft.com/office/drawing/2014/main" id="{6CFD0485-7B27-4372-9A47-88EB2BD5ECF7}"/>
              </a:ext>
            </a:extLst>
          </p:cNvPr>
          <p:cNvSpPr>
            <a:spLocks xmlns:a="http://schemas.openxmlformats.org/drawingml/2006/main" noGrp="1"/>
          </p:cNvSpPr>
          <p:nvPr/>
        </p:nvSpPr>
        <p:spPr>
          <a:xfrm xmlns:a="http://schemas.openxmlformats.org/drawingml/2006/main">
            <a:off x="14620875" y="2409825"/>
            <a:ext cx="2857500" cy="295275"/>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1" name="dp45-comparison / n127 / text 1">
            <a:extLst xmlns:a="http://schemas.openxmlformats.org/drawingml/2006/main">
              <a:ext uri="{FF2B5EF4-FFF2-40B4-BE49-F238E27FC236}">
                <a16:creationId xmlns:a16="http://schemas.microsoft.com/office/drawing/2014/main" id="{96B829E6-90FB-4D1E-9D24-A5C9DCAA9061}"/>
              </a:ext>
            </a:extLst>
          </p:cNvPr>
          <p:cNvSpPr>
            <a:spLocks xmlns:a="http://schemas.openxmlformats.org/drawingml/2006/main" noGrp="1"/>
          </p:cNvSpPr>
          <p:nvPr/>
        </p:nvSpPr>
        <p:spPr>
          <a:xfrm xmlns:a="http://schemas.openxmlformats.org/drawingml/2006/main">
            <a:off x="14706600" y="2446020"/>
            <a:ext cx="2686050" cy="248602"/>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350" b="1">
                <a:solidFill>
                  <a:srgbClr val="000000"/>
                </a:solidFill>
                <a:latin typeface="Apple SD Gothic Neo"/>
                <a:ea typeface="Apple SD Gothic Neo"/>
                <a:cs typeface="Apple SD Gothic Neo"/>
              </a:defRPr>
            </a:pPr>
            <a:r>
              <a:rPr sz="1350" b="1">
                <a:solidFill>
                  <a:srgbClr val="000000"/>
                </a:solidFill>
                <a:latin typeface="Apple SD Gothic Neo"/>
                <a:ea typeface="Apple SD Gothic Neo"/>
                <a:cs typeface="Apple SD Gothic Neo"/>
              </a:rPr>
              <a:t>Task Manager</a:t>
            </a:r>
          </a:p>
        </p:txBody>
      </p:sp>
      <p:sp>
        <p:nvSpPr>
          <p:cNvPr id="152" name="dp45-comparison / n134">
            <a:extLst xmlns:a="http://schemas.openxmlformats.org/drawingml/2006/main">
              <a:ext uri="{FF2B5EF4-FFF2-40B4-BE49-F238E27FC236}">
                <a16:creationId xmlns:a16="http://schemas.microsoft.com/office/drawing/2014/main" id="{28025EF2-D43C-4F66-88F3-D594975ABFAC}"/>
              </a:ext>
            </a:extLst>
          </p:cNvPr>
          <p:cNvSpPr>
            <a:spLocks xmlns:a="http://schemas.openxmlformats.org/drawingml/2006/main" noGrp="1"/>
          </p:cNvSpPr>
          <p:nvPr/>
        </p:nvSpPr>
        <p:spPr>
          <a:xfrm xmlns:a="http://schemas.openxmlformats.org/drawingml/2006/main">
            <a:off x="9858375" y="3276600"/>
            <a:ext cx="7715250" cy="30289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53" name="dp45-comparison / n135 / text 1">
            <a:extLst xmlns:a="http://schemas.openxmlformats.org/drawingml/2006/main">
              <a:ext uri="{FF2B5EF4-FFF2-40B4-BE49-F238E27FC236}">
                <a16:creationId xmlns:a16="http://schemas.microsoft.com/office/drawing/2014/main" id="{E6FDB7C0-819E-4505-BC41-4D01C15F1D1E}"/>
              </a:ext>
            </a:extLst>
          </p:cNvPr>
          <p:cNvSpPr>
            <a:spLocks xmlns:a="http://schemas.openxmlformats.org/drawingml/2006/main" noGrp="1"/>
          </p:cNvSpPr>
          <p:nvPr/>
        </p:nvSpPr>
        <p:spPr>
          <a:xfrm xmlns:a="http://schemas.openxmlformats.org/drawingml/2006/main">
            <a:off x="9982200" y="3371850"/>
            <a:ext cx="7467600" cy="290036"/>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575" b="1">
                <a:solidFill>
                  <a:srgbClr val="000000"/>
                </a:solidFill>
                <a:latin typeface="Apple SD Gothic Neo"/>
                <a:ea typeface="Apple SD Gothic Neo"/>
                <a:cs typeface="Apple SD Gothic Neo"/>
              </a:defRPr>
            </a:pPr>
            <a:r>
              <a:rPr sz="1575" b="1">
                <a:solidFill>
                  <a:srgbClr val="000000"/>
                </a:solidFill>
                <a:latin typeface="Apple SD Gothic Neo"/>
                <a:ea typeface="Apple SD Gothic Neo"/>
                <a:cs typeface="Apple SD Gothic Neo"/>
              </a:rPr>
              <a:t>Context Manager</a:t>
            </a:r>
          </a:p>
        </p:txBody>
      </p:sp>
      <p:sp>
        <p:nvSpPr>
          <p:cNvPr id="154" name="dp45-comparison / n136">
            <a:extLst xmlns:a="http://schemas.openxmlformats.org/drawingml/2006/main">
              <a:ext uri="{FF2B5EF4-FFF2-40B4-BE49-F238E27FC236}">
                <a16:creationId xmlns:a16="http://schemas.microsoft.com/office/drawing/2014/main" id="{BD8A25EF-0D14-45EA-B574-1E8BD83270B9}"/>
              </a:ext>
            </a:extLst>
          </p:cNvPr>
          <p:cNvSpPr>
            <a:spLocks xmlns:a="http://schemas.openxmlformats.org/drawingml/2006/main" noGrp="1"/>
          </p:cNvSpPr>
          <p:nvPr/>
        </p:nvSpPr>
        <p:spPr>
          <a:xfrm xmlns:a="http://schemas.openxmlformats.org/drawingml/2006/main">
            <a:off x="10144125" y="373380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155" name="dp45-comparison / n137 / text 1">
            <a:extLst xmlns:a="http://schemas.openxmlformats.org/drawingml/2006/main">
              <a:ext uri="{FF2B5EF4-FFF2-40B4-BE49-F238E27FC236}">
                <a16:creationId xmlns:a16="http://schemas.microsoft.com/office/drawing/2014/main" id="{0C8F2563-DF9B-4551-99CD-704F1D096D19}"/>
              </a:ext>
            </a:extLst>
          </p:cNvPr>
          <p:cNvSpPr>
            <a:spLocks xmlns:a="http://schemas.openxmlformats.org/drawingml/2006/main" noGrp="1"/>
          </p:cNvSpPr>
          <p:nvPr/>
        </p:nvSpPr>
        <p:spPr>
          <a:xfrm xmlns:a="http://schemas.openxmlformats.org/drawingml/2006/main">
            <a:off x="10229850" y="379237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Memory Publisher</a:t>
            </a:r>
          </a:p>
        </p:txBody>
      </p:sp>
      <p:sp>
        <p:nvSpPr>
          <p:cNvPr id="156" name="dp45-comparison / n138">
            <a:extLst xmlns:a="http://schemas.openxmlformats.org/drawingml/2006/main">
              <a:ext uri="{FF2B5EF4-FFF2-40B4-BE49-F238E27FC236}">
                <a16:creationId xmlns:a16="http://schemas.microsoft.com/office/drawing/2014/main" id="{C685FBB3-C9F4-4A35-B72E-0276F3F4F70B}"/>
              </a:ext>
            </a:extLst>
          </p:cNvPr>
          <p:cNvSpPr>
            <a:spLocks xmlns:a="http://schemas.openxmlformats.org/drawingml/2006/main" noGrp="1"/>
          </p:cNvSpPr>
          <p:nvPr/>
        </p:nvSpPr>
        <p:spPr>
          <a:xfrm xmlns:a="http://schemas.openxmlformats.org/drawingml/2006/main">
            <a:off x="14239875" y="3733800"/>
            <a:ext cx="2952750" cy="457200"/>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57" name="dp45-comparison / n139 / text 1">
            <a:extLst xmlns:a="http://schemas.openxmlformats.org/drawingml/2006/main">
              <a:ext uri="{FF2B5EF4-FFF2-40B4-BE49-F238E27FC236}">
                <a16:creationId xmlns:a16="http://schemas.microsoft.com/office/drawing/2014/main" id="{07F4DD00-6FBF-4E19-9FF0-1AEE197699CC}"/>
              </a:ext>
            </a:extLst>
          </p:cNvPr>
          <p:cNvSpPr>
            <a:spLocks xmlns:a="http://schemas.openxmlformats.org/drawingml/2006/main" noGrp="1"/>
          </p:cNvSpPr>
          <p:nvPr/>
        </p:nvSpPr>
        <p:spPr>
          <a:xfrm xmlns:a="http://schemas.openxmlformats.org/drawingml/2006/main">
            <a:off x="14325600" y="3895725"/>
            <a:ext cx="2781300" cy="207169"/>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125" b="0">
                <a:solidFill>
                  <a:srgbClr val="18232E"/>
                </a:solidFill>
                <a:latin typeface="Apple SD Gothic Neo"/>
                <a:ea typeface="Apple SD Gothic Neo"/>
                <a:cs typeface="Apple SD Gothic Neo"/>
              </a:defRPr>
            </a:pPr>
            <a:r>
              <a:rPr sz="1125" b="0">
                <a:solidFill>
                  <a:srgbClr val="18232E"/>
                </a:solidFill>
                <a:latin typeface="Apple SD Gothic Neo"/>
                <a:ea typeface="Apple SD Gothic Neo"/>
                <a:cs typeface="Apple SD Gothic Neo"/>
              </a:rPr>
              <a:t>Episodic Memory Repository</a:t>
            </a:r>
          </a:p>
        </p:txBody>
      </p:sp>
      <p:sp>
        <p:nvSpPr>
          <p:cNvPr id="158" name="dp45-comparison / n140">
            <a:extLst xmlns:a="http://schemas.openxmlformats.org/drawingml/2006/main">
              <a:ext uri="{FF2B5EF4-FFF2-40B4-BE49-F238E27FC236}">
                <a16:creationId xmlns:a16="http://schemas.microsoft.com/office/drawing/2014/main" id="{6388AD47-01F2-4320-AB61-56A309BED39A}"/>
              </a:ext>
            </a:extLst>
          </p:cNvPr>
          <p:cNvSpPr>
            <a:spLocks xmlns:a="http://schemas.openxmlformats.org/drawingml/2006/main" noGrp="1"/>
          </p:cNvSpPr>
          <p:nvPr/>
        </p:nvSpPr>
        <p:spPr>
          <a:xfrm xmlns:a="http://schemas.openxmlformats.org/drawingml/2006/main">
            <a:off x="10144125" y="5238750"/>
            <a:ext cx="2762250" cy="352425"/>
          </a:xfrm>
          <a:prstGeom xmlns:a="http://schemas.openxmlformats.org/drawingml/2006/main" prst="roundRect">
            <a:avLst>
              <a:gd name="adj" fmla="val 21622"/>
            </a:avLst>
          </a:prstGeom>
          <a:solidFill xmlns:a="http://schemas.openxmlformats.org/drawingml/2006/main">
            <a:srgbClr val="FFF0DD"/>
          </a:solidFill>
          <a:ln xmlns:a="http://schemas.openxmlformats.org/drawingml/2006/main" w="17145">
            <a:solidFill>
              <a:srgbClr val="B8753F"/>
            </a:solidFill>
            <a:prstDash val="solid"/>
          </a:ln>
        </p:spPr>
      </p:sp>
      <p:sp>
        <p:nvSpPr>
          <p:cNvPr id="159" name="dp45-comparison / n141 / text 1">
            <a:extLst xmlns:a="http://schemas.openxmlformats.org/drawingml/2006/main">
              <a:ext uri="{FF2B5EF4-FFF2-40B4-BE49-F238E27FC236}">
                <a16:creationId xmlns:a16="http://schemas.microsoft.com/office/drawing/2014/main" id="{9C9E948F-9E52-4D46-AC86-81F524B5D263}"/>
              </a:ext>
            </a:extLst>
          </p:cNvPr>
          <p:cNvSpPr>
            <a:spLocks xmlns:a="http://schemas.openxmlformats.org/drawingml/2006/main" noGrp="1"/>
          </p:cNvSpPr>
          <p:nvPr/>
        </p:nvSpPr>
        <p:spPr>
          <a:xfrm xmlns:a="http://schemas.openxmlformats.org/drawingml/2006/main">
            <a:off x="10229850" y="5297329"/>
            <a:ext cx="2590800" cy="26241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425" b="1">
                <a:solidFill>
                  <a:srgbClr val="000000"/>
                </a:solidFill>
                <a:latin typeface="Apple SD Gothic Neo"/>
                <a:ea typeface="Apple SD Gothic Neo"/>
                <a:cs typeface="Apple SD Gothic Neo"/>
              </a:defRPr>
            </a:pPr>
            <a:r>
              <a:rPr sz="1425" b="1">
                <a:solidFill>
                  <a:srgbClr val="000000"/>
                </a:solidFill>
                <a:latin typeface="Apple SD Gothic Neo"/>
                <a:ea typeface="Apple SD Gothic Neo"/>
                <a:cs typeface="Apple SD Gothic Neo"/>
              </a:rPr>
              <a:t>Evidence Reader</a:t>
            </a:r>
          </a:p>
        </p:txBody>
      </p:sp>
      <p:sp>
        <p:nvSpPr>
          <p:cNvPr id="160" name="dp45-comparison / n142">
            <a:extLst xmlns:a="http://schemas.openxmlformats.org/drawingml/2006/main">
              <a:ext uri="{FF2B5EF4-FFF2-40B4-BE49-F238E27FC236}">
                <a16:creationId xmlns:a16="http://schemas.microsoft.com/office/drawing/2014/main" id="{14061034-EDCA-461E-8EAE-CD4802F2073C}"/>
              </a:ext>
            </a:extLst>
          </p:cNvPr>
          <p:cNvSpPr>
            <a:spLocks xmlns:a="http://schemas.openxmlformats.org/drawingml/2006/main" noGrp="1"/>
          </p:cNvSpPr>
          <p:nvPr/>
        </p:nvSpPr>
        <p:spPr>
          <a:xfrm xmlns:a="http://schemas.openxmlformats.org/drawingml/2006/main">
            <a:off x="14239875" y="5238750"/>
            <a:ext cx="2952750" cy="409575"/>
          </a:xfrm>
          <a:prstGeom xmlns:a="http://schemas.openxmlformats.org/drawingml/2006/main" prst="can">
            <a:avLst>
              <a:gd name="adj" fmla="val 20000"/>
            </a:avLst>
          </a:prstGeom>
          <a:solidFill xmlns:a="http://schemas.openxmlformats.org/drawingml/2006/main">
            <a:srgbClr val="FFF0DD"/>
          </a:solidFill>
          <a:ln xmlns:a="http://schemas.openxmlformats.org/drawingml/2006/main" w="9525">
            <a:solidFill>
              <a:srgbClr val="B8753F"/>
            </a:solidFill>
            <a:prstDash val="solid"/>
          </a:ln>
        </p:spPr>
      </p:sp>
      <p:sp>
        <p:nvSpPr>
          <p:cNvPr id="161" name="dp45-comparison / n143 / text 1">
            <a:extLst xmlns:a="http://schemas.openxmlformats.org/drawingml/2006/main">
              <a:ext uri="{FF2B5EF4-FFF2-40B4-BE49-F238E27FC236}">
                <a16:creationId xmlns:a16="http://schemas.microsoft.com/office/drawing/2014/main" id="{2056CB8F-24E3-4D3A-ABFB-26BC44D0EEFD}"/>
              </a:ext>
            </a:extLst>
          </p:cNvPr>
          <p:cNvSpPr>
            <a:spLocks xmlns:a="http://schemas.openxmlformats.org/drawingml/2006/main" noGrp="1"/>
          </p:cNvSpPr>
          <p:nvPr/>
        </p:nvSpPr>
        <p:spPr>
          <a:xfrm xmlns:a="http://schemas.openxmlformats.org/drawingml/2006/main">
            <a:off x="14325600" y="5400675"/>
            <a:ext cx="27813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0">
                <a:solidFill>
                  <a:srgbClr val="18232E"/>
                </a:solidFill>
                <a:latin typeface="Apple SD Gothic Neo"/>
                <a:ea typeface="Apple SD Gothic Neo"/>
                <a:cs typeface="Apple SD Gothic Neo"/>
              </a:defRPr>
            </a:pPr>
            <a:r>
              <a:rPr sz="1275" b="0">
                <a:solidFill>
                  <a:srgbClr val="18232E"/>
                </a:solidFill>
                <a:latin typeface="Apple SD Gothic Neo"/>
                <a:ea typeface="Apple SD Gothic Neo"/>
                <a:cs typeface="Apple SD Gothic Neo"/>
              </a:rPr>
              <a:t>Coverage State</a:t>
            </a:r>
          </a:p>
        </p:txBody>
      </p:sp>
      <p:sp>
        <p:nvSpPr>
          <p:cNvPr id="162" name="dp45-comparison / n144 / path">
            <a:extLst xmlns:a="http://schemas.openxmlformats.org/drawingml/2006/main">
              <a:ext uri="{FF2B5EF4-FFF2-40B4-BE49-F238E27FC236}">
                <a16:creationId xmlns:a16="http://schemas.microsoft.com/office/drawing/2014/main" id="{9B79A271-B0A0-457C-AB2F-4E565617FA9B}"/>
              </a:ext>
            </a:extLst>
          </p:cNvPr>
          <p:cNvSpPr>
            <a:spLocks xmlns:a="http://schemas.openxmlformats.org/drawingml/2006/main" noGrp="1"/>
          </p:cNvSpPr>
          <p:nvPr/>
        </p:nvSpPr>
        <p:spPr>
          <a:xfrm xmlns:a="http://schemas.openxmlformats.org/drawingml/2006/main">
            <a:off x="11220450" y="2705100"/>
            <a:ext cx="1143000" cy="1028700"/>
          </a:xfrm>
          <a:custGeom xmlns:a="http://schemas.openxmlformats.org/drawingml/2006/main">
            <a:pathLst>
              <a:path w="1143000" h="1028700">
                <a:moveTo>
                  <a:pt x="0" y="0"/>
                </a:moveTo>
                <a:lnTo>
                  <a:pt x="0" y="447675"/>
                </a:lnTo>
                <a:lnTo>
                  <a:pt x="1143000" y="447675"/>
                </a:lnTo>
                <a:lnTo>
                  <a:pt x="1143000" y="1028700"/>
                </a:lnTo>
              </a:path>
            </a:pathLst>
          </a:custGeom>
          <a:noFill xmlns:a="http://schemas.openxmlformats.org/drawingml/2006/main"/>
          <a:ln xmlns:a="http://schemas.openxmlformats.org/drawingml/2006/main" w="10478">
            <a:solidFill>
              <a:srgbClr val="000000"/>
            </a:solidFill>
            <a:prstDash val="solid"/>
          </a:ln>
        </p:spPr>
      </p:sp>
      <p:sp>
        <p:nvSpPr>
          <p:cNvPr id="163" name="dp45-comparison / n144 / arrow">
            <a:extLst xmlns:a="http://schemas.openxmlformats.org/drawingml/2006/main">
              <a:ext uri="{FF2B5EF4-FFF2-40B4-BE49-F238E27FC236}">
                <a16:creationId xmlns:a16="http://schemas.microsoft.com/office/drawing/2014/main" id="{DCD7C0AD-18B0-4625-93C7-FD2079829A67}"/>
              </a:ext>
            </a:extLst>
          </p:cNvPr>
          <p:cNvSpPr>
            <a:spLocks xmlns:a="http://schemas.openxmlformats.org/drawingml/2006/main" noGrp="1"/>
          </p:cNvSpPr>
          <p:nvPr/>
        </p:nvSpPr>
        <p:spPr>
          <a:xfrm xmlns:a="http://schemas.openxmlformats.org/drawingml/2006/main">
            <a:off x="123299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4" name="dp45-comparison / n145 / path">
            <a:extLst xmlns:a="http://schemas.openxmlformats.org/drawingml/2006/main">
              <a:ext uri="{FF2B5EF4-FFF2-40B4-BE49-F238E27FC236}">
                <a16:creationId xmlns:a16="http://schemas.microsoft.com/office/drawing/2014/main" id="{AA0DB6AD-640D-4AAB-B69B-13CCF95CE1EC}"/>
              </a:ext>
            </a:extLst>
          </p:cNvPr>
          <p:cNvSpPr>
            <a:spLocks xmlns:a="http://schemas.openxmlformats.org/drawingml/2006/main" noGrp="1"/>
          </p:cNvSpPr>
          <p:nvPr/>
        </p:nvSpPr>
        <p:spPr>
          <a:xfrm xmlns:a="http://schemas.openxmlformats.org/drawingml/2006/main">
            <a:off x="11277600" y="2705100"/>
            <a:ext cx="1143000" cy="1028700"/>
          </a:xfrm>
          <a:custGeom xmlns:a="http://schemas.openxmlformats.org/drawingml/2006/main">
            <a:pathLst>
              <a:path w="1143000" h="1028700">
                <a:moveTo>
                  <a:pt x="1143000" y="1028700"/>
                </a:moveTo>
                <a:lnTo>
                  <a:pt x="1143000" y="504825"/>
                </a:lnTo>
                <a:lnTo>
                  <a:pt x="0" y="504825"/>
                </a:lnTo>
                <a:lnTo>
                  <a:pt x="0" y="0"/>
                </a:lnTo>
              </a:path>
            </a:pathLst>
          </a:custGeom>
          <a:noFill xmlns:a="http://schemas.openxmlformats.org/drawingml/2006/main"/>
          <a:ln xmlns:a="http://schemas.openxmlformats.org/drawingml/2006/main" w="10478">
            <a:solidFill>
              <a:srgbClr val="000000"/>
            </a:solidFill>
            <a:prstDash val="dash"/>
          </a:ln>
        </p:spPr>
      </p:sp>
      <p:sp>
        <p:nvSpPr>
          <p:cNvPr id="165" name="dp45-comparison / n145 / arrow">
            <a:extLst xmlns:a="http://schemas.openxmlformats.org/drawingml/2006/main">
              <a:ext uri="{FF2B5EF4-FFF2-40B4-BE49-F238E27FC236}">
                <a16:creationId xmlns:a16="http://schemas.microsoft.com/office/drawing/2014/main" id="{377FC17C-6253-47CF-B55C-9E2B48C56EC6}"/>
              </a:ext>
            </a:extLst>
          </p:cNvPr>
          <p:cNvSpPr>
            <a:spLocks xmlns:a="http://schemas.openxmlformats.org/drawingml/2006/main" noGrp="1"/>
          </p:cNvSpPr>
          <p:nvPr/>
        </p:nvSpPr>
        <p:spPr>
          <a:xfrm xmlns:a="http://schemas.openxmlformats.org/drawingml/2006/main">
            <a:off x="1124407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66" name="dp45-comparison / n146 / path">
            <a:extLst xmlns:a="http://schemas.openxmlformats.org/drawingml/2006/main">
              <a:ext uri="{FF2B5EF4-FFF2-40B4-BE49-F238E27FC236}">
                <a16:creationId xmlns:a16="http://schemas.microsoft.com/office/drawing/2014/main" id="{FAAD3628-3777-4896-8E52-CB14E0E45AE7}"/>
              </a:ext>
            </a:extLst>
          </p:cNvPr>
          <p:cNvSpPr>
            <a:spLocks xmlns:a="http://schemas.openxmlformats.org/drawingml/2006/main" noGrp="1"/>
          </p:cNvSpPr>
          <p:nvPr/>
        </p:nvSpPr>
        <p:spPr>
          <a:xfrm xmlns:a="http://schemas.openxmlformats.org/drawingml/2006/main">
            <a:off x="12592050" y="2705100"/>
            <a:ext cx="3571875" cy="1028700"/>
          </a:xfrm>
          <a:custGeom xmlns:a="http://schemas.openxmlformats.org/drawingml/2006/main">
            <a:pathLst>
              <a:path w="3571875" h="1028700">
                <a:moveTo>
                  <a:pt x="3571875" y="0"/>
                </a:moveTo>
                <a:lnTo>
                  <a:pt x="3571875" y="447675"/>
                </a:lnTo>
                <a:lnTo>
                  <a:pt x="0" y="447675"/>
                </a:lnTo>
                <a:lnTo>
                  <a:pt x="0" y="1028700"/>
                </a:lnTo>
              </a:path>
            </a:pathLst>
          </a:custGeom>
          <a:noFill xmlns:a="http://schemas.openxmlformats.org/drawingml/2006/main"/>
          <a:ln xmlns:a="http://schemas.openxmlformats.org/drawingml/2006/main" w="10478">
            <a:solidFill>
              <a:srgbClr val="000000"/>
            </a:solidFill>
            <a:prstDash val="solid"/>
          </a:ln>
        </p:spPr>
      </p:sp>
      <p:sp>
        <p:nvSpPr>
          <p:cNvPr id="167" name="dp45-comparison / n146 / arrow">
            <a:extLst xmlns:a="http://schemas.openxmlformats.org/drawingml/2006/main">
              <a:ext uri="{FF2B5EF4-FFF2-40B4-BE49-F238E27FC236}">
                <a16:creationId xmlns:a16="http://schemas.microsoft.com/office/drawing/2014/main" id="{6CE7C4F1-34B6-462C-A2E9-BE4796812484}"/>
              </a:ext>
            </a:extLst>
          </p:cNvPr>
          <p:cNvSpPr>
            <a:spLocks xmlns:a="http://schemas.openxmlformats.org/drawingml/2006/main" noGrp="1"/>
          </p:cNvSpPr>
          <p:nvPr/>
        </p:nvSpPr>
        <p:spPr>
          <a:xfrm xmlns:a="http://schemas.openxmlformats.org/drawingml/2006/main">
            <a:off x="12558522" y="36667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68" name="dp45-comparison / n147 / path">
            <a:extLst xmlns:a="http://schemas.openxmlformats.org/drawingml/2006/main">
              <a:ext uri="{FF2B5EF4-FFF2-40B4-BE49-F238E27FC236}">
                <a16:creationId xmlns:a16="http://schemas.microsoft.com/office/drawing/2014/main" id="{1B528C89-9962-421D-8769-312FC7A29CAC}"/>
              </a:ext>
            </a:extLst>
          </p:cNvPr>
          <p:cNvSpPr>
            <a:spLocks xmlns:a="http://schemas.openxmlformats.org/drawingml/2006/main" noGrp="1"/>
          </p:cNvSpPr>
          <p:nvPr/>
        </p:nvSpPr>
        <p:spPr>
          <a:xfrm xmlns:a="http://schemas.openxmlformats.org/drawingml/2006/main">
            <a:off x="12649200" y="2705100"/>
            <a:ext cx="3571875" cy="1028700"/>
          </a:xfrm>
          <a:custGeom xmlns:a="http://schemas.openxmlformats.org/drawingml/2006/main">
            <a:pathLst>
              <a:path w="3571875" h="1028700">
                <a:moveTo>
                  <a:pt x="0" y="1028700"/>
                </a:moveTo>
                <a:lnTo>
                  <a:pt x="0" y="504825"/>
                </a:lnTo>
                <a:lnTo>
                  <a:pt x="3571875" y="504825"/>
                </a:lnTo>
                <a:lnTo>
                  <a:pt x="3571875" y="0"/>
                </a:lnTo>
              </a:path>
            </a:pathLst>
          </a:custGeom>
          <a:noFill xmlns:a="http://schemas.openxmlformats.org/drawingml/2006/main"/>
          <a:ln xmlns:a="http://schemas.openxmlformats.org/drawingml/2006/main" w="10478">
            <a:solidFill>
              <a:srgbClr val="000000"/>
            </a:solidFill>
            <a:prstDash val="dash"/>
          </a:ln>
        </p:spPr>
      </p:sp>
      <p:sp>
        <p:nvSpPr>
          <p:cNvPr id="169" name="dp45-comparison / n147 / arrow">
            <a:extLst xmlns:a="http://schemas.openxmlformats.org/drawingml/2006/main">
              <a:ext uri="{FF2B5EF4-FFF2-40B4-BE49-F238E27FC236}">
                <a16:creationId xmlns:a16="http://schemas.microsoft.com/office/drawing/2014/main" id="{E844376A-9C14-451E-99AC-F06855CB2F65}"/>
              </a:ext>
            </a:extLst>
          </p:cNvPr>
          <p:cNvSpPr>
            <a:spLocks xmlns:a="http://schemas.openxmlformats.org/drawingml/2006/main" noGrp="1"/>
          </p:cNvSpPr>
          <p:nvPr/>
        </p:nvSpPr>
        <p:spPr>
          <a:xfrm xmlns:a="http://schemas.openxmlformats.org/drawingml/2006/main">
            <a:off x="16187547"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70" name="dp45-comparison / n150 / path">
            <a:extLst xmlns:a="http://schemas.openxmlformats.org/drawingml/2006/main">
              <a:ext uri="{FF2B5EF4-FFF2-40B4-BE49-F238E27FC236}">
                <a16:creationId xmlns:a16="http://schemas.microsoft.com/office/drawing/2014/main" id="{A349D558-A69D-42BF-AF57-A8B486B87C4A}"/>
              </a:ext>
            </a:extLst>
          </p:cNvPr>
          <p:cNvSpPr>
            <a:spLocks xmlns:a="http://schemas.openxmlformats.org/drawingml/2006/main" noGrp="1"/>
          </p:cNvSpPr>
          <p:nvPr/>
        </p:nvSpPr>
        <p:spPr>
          <a:xfrm xmlns:a="http://schemas.openxmlformats.org/drawingml/2006/main">
            <a:off x="12906375" y="3843338"/>
            <a:ext cx="1333500" cy="4763"/>
          </a:xfrm>
          <a:custGeom xmlns:a="http://schemas.openxmlformats.org/drawingml/2006/main">
            <a:pathLst>
              <a:path w="1333500" h="4763">
                <a:moveTo>
                  <a:pt x="0" y="0"/>
                </a:moveTo>
                <a:lnTo>
                  <a:pt x="1333500" y="4763"/>
                </a:lnTo>
              </a:path>
            </a:pathLst>
          </a:custGeom>
          <a:noFill xmlns:a="http://schemas.openxmlformats.org/drawingml/2006/main"/>
          <a:ln xmlns:a="http://schemas.openxmlformats.org/drawingml/2006/main" w="10478">
            <a:solidFill>
              <a:srgbClr val="000000"/>
            </a:solidFill>
            <a:prstDash val="solid"/>
          </a:ln>
        </p:spPr>
      </p:sp>
      <p:sp>
        <p:nvSpPr>
          <p:cNvPr id="171" name="dp45-comparison / n150 / arrow">
            <a:extLst xmlns:a="http://schemas.openxmlformats.org/drawingml/2006/main">
              <a:ext uri="{FF2B5EF4-FFF2-40B4-BE49-F238E27FC236}">
                <a16:creationId xmlns:a16="http://schemas.microsoft.com/office/drawing/2014/main" id="{C1BCA46C-D0E9-4A3C-9A5C-E5056FD93101}"/>
              </a:ext>
            </a:extLst>
          </p:cNvPr>
          <p:cNvSpPr>
            <a:spLocks xmlns:a="http://schemas.openxmlformats.org/drawingml/2006/main" noGrp="1"/>
          </p:cNvSpPr>
          <p:nvPr/>
        </p:nvSpPr>
        <p:spPr>
          <a:xfrm xmlns:a="http://schemas.openxmlformats.org/drawingml/2006/main">
            <a:off x="14172700" y="3814333"/>
            <a:ext cx="67175" cy="67056"/>
          </a:xfrm>
          <a:custGeom xmlns:a="http://schemas.openxmlformats.org/drawingml/2006/main">
            <a:pathLst>
              <a:path w="67175" h="67056">
                <a:moveTo>
                  <a:pt x="0" y="67056"/>
                </a:moveTo>
                <a:lnTo>
                  <a:pt x="67175" y="33767"/>
                </a:lnTo>
                <a:lnTo>
                  <a:pt x="239" y="0"/>
                </a:lnTo>
              </a:path>
            </a:pathLst>
          </a:custGeom>
          <a:noFill xmlns:a="http://schemas.openxmlformats.org/drawingml/2006/main"/>
          <a:ln xmlns:a="http://schemas.openxmlformats.org/drawingml/2006/main" w="13411">
            <a:solidFill>
              <a:srgbClr val="000000"/>
            </a:solidFill>
            <a:prstDash val="solid"/>
          </a:ln>
        </p:spPr>
      </p:sp>
      <p:sp>
        <p:nvSpPr>
          <p:cNvPr id="172" name="dp45-comparison / n153 / path">
            <a:extLst xmlns:a="http://schemas.openxmlformats.org/drawingml/2006/main">
              <a:ext uri="{FF2B5EF4-FFF2-40B4-BE49-F238E27FC236}">
                <a16:creationId xmlns:a16="http://schemas.microsoft.com/office/drawing/2014/main" id="{856CB38D-0468-4B61-B750-32C4AB98E125}"/>
              </a:ext>
            </a:extLst>
          </p:cNvPr>
          <p:cNvSpPr>
            <a:spLocks xmlns:a="http://schemas.openxmlformats.org/drawingml/2006/main" noGrp="1"/>
          </p:cNvSpPr>
          <p:nvPr/>
        </p:nvSpPr>
        <p:spPr>
          <a:xfrm xmlns:a="http://schemas.openxmlformats.org/drawingml/2006/main">
            <a:off x="12906375" y="3995738"/>
            <a:ext cx="1333500" cy="1362075"/>
          </a:xfrm>
          <a:custGeom xmlns:a="http://schemas.openxmlformats.org/drawingml/2006/main">
            <a:pathLst>
              <a:path w="1333500" h="1362075">
                <a:moveTo>
                  <a:pt x="0" y="0"/>
                </a:moveTo>
                <a:lnTo>
                  <a:pt x="1143000" y="0"/>
                </a:lnTo>
                <a:lnTo>
                  <a:pt x="1143000" y="1362075"/>
                </a:lnTo>
                <a:lnTo>
                  <a:pt x="1333500" y="1362075"/>
                </a:lnTo>
              </a:path>
            </a:pathLst>
          </a:custGeom>
          <a:noFill xmlns:a="http://schemas.openxmlformats.org/drawingml/2006/main"/>
          <a:ln xmlns:a="http://schemas.openxmlformats.org/drawingml/2006/main" w="10478">
            <a:solidFill>
              <a:srgbClr val="000000"/>
            </a:solidFill>
            <a:prstDash val="solid"/>
          </a:ln>
        </p:spPr>
      </p:sp>
      <p:sp>
        <p:nvSpPr>
          <p:cNvPr id="173" name="dp45-comparison / n153 / arrow">
            <a:extLst xmlns:a="http://schemas.openxmlformats.org/drawingml/2006/main">
              <a:ext uri="{FF2B5EF4-FFF2-40B4-BE49-F238E27FC236}">
                <a16:creationId xmlns:a16="http://schemas.microsoft.com/office/drawing/2014/main" id="{B346F551-61BD-42E9-A79F-9577B6FAC103}"/>
              </a:ext>
            </a:extLst>
          </p:cNvPr>
          <p:cNvSpPr>
            <a:spLocks xmlns:a="http://schemas.openxmlformats.org/drawingml/2006/main" noGrp="1"/>
          </p:cNvSpPr>
          <p:nvPr/>
        </p:nvSpPr>
        <p:spPr>
          <a:xfrm xmlns:a="http://schemas.openxmlformats.org/drawingml/2006/main">
            <a:off x="14172819" y="53242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174" name="dp45-comparison / n156 / path">
            <a:extLst xmlns:a="http://schemas.openxmlformats.org/drawingml/2006/main">
              <a:ext uri="{FF2B5EF4-FFF2-40B4-BE49-F238E27FC236}">
                <a16:creationId xmlns:a16="http://schemas.microsoft.com/office/drawing/2014/main" id="{B154DEDE-6E34-4BFA-9C94-384D529F6FC2}"/>
              </a:ext>
            </a:extLst>
          </p:cNvPr>
          <p:cNvSpPr>
            <a:spLocks xmlns:a="http://schemas.openxmlformats.org/drawingml/2006/main" noGrp="1"/>
          </p:cNvSpPr>
          <p:nvPr/>
        </p:nvSpPr>
        <p:spPr>
          <a:xfrm xmlns:a="http://schemas.openxmlformats.org/drawingml/2006/main">
            <a:off x="12906375" y="4191000"/>
            <a:ext cx="2809875" cy="1128713"/>
          </a:xfrm>
          <a:custGeom xmlns:a="http://schemas.openxmlformats.org/drawingml/2006/main">
            <a:pathLst>
              <a:path w="2809875" h="1128713">
                <a:moveTo>
                  <a:pt x="0" y="1128713"/>
                </a:moveTo>
                <a:lnTo>
                  <a:pt x="666750" y="1128713"/>
                </a:lnTo>
                <a:lnTo>
                  <a:pt x="666750" y="57150"/>
                </a:lnTo>
                <a:lnTo>
                  <a:pt x="2809875" y="57150"/>
                </a:lnTo>
                <a:lnTo>
                  <a:pt x="2809875" y="0"/>
                </a:lnTo>
              </a:path>
            </a:pathLst>
          </a:custGeom>
          <a:noFill xmlns:a="http://schemas.openxmlformats.org/drawingml/2006/main"/>
          <a:ln xmlns:a="http://schemas.openxmlformats.org/drawingml/2006/main" w="10478">
            <a:solidFill>
              <a:srgbClr val="000000"/>
            </a:solidFill>
            <a:prstDash val="solid"/>
          </a:ln>
        </p:spPr>
      </p:sp>
      <p:sp>
        <p:nvSpPr>
          <p:cNvPr id="175" name="dp45-comparison / n156 / arrow">
            <a:extLst xmlns:a="http://schemas.openxmlformats.org/drawingml/2006/main">
              <a:ext uri="{FF2B5EF4-FFF2-40B4-BE49-F238E27FC236}">
                <a16:creationId xmlns:a16="http://schemas.microsoft.com/office/drawing/2014/main" id="{627F5BF5-DA2A-4E39-B4A4-6DCE87800EE1}"/>
              </a:ext>
            </a:extLst>
          </p:cNvPr>
          <p:cNvSpPr>
            <a:spLocks xmlns:a="http://schemas.openxmlformats.org/drawingml/2006/main" noGrp="1"/>
          </p:cNvSpPr>
          <p:nvPr/>
        </p:nvSpPr>
        <p:spPr>
          <a:xfrm xmlns:a="http://schemas.openxmlformats.org/drawingml/2006/main">
            <a:off x="15682722" y="41910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76" name="dp45-comparison / n157 / path">
            <a:extLst xmlns:a="http://schemas.openxmlformats.org/drawingml/2006/main">
              <a:ext uri="{FF2B5EF4-FFF2-40B4-BE49-F238E27FC236}">
                <a16:creationId xmlns:a16="http://schemas.microsoft.com/office/drawing/2014/main" id="{A9184B8B-05E0-49BA-95E0-59B079892F78}"/>
              </a:ext>
            </a:extLst>
          </p:cNvPr>
          <p:cNvSpPr>
            <a:spLocks xmlns:a="http://schemas.openxmlformats.org/drawingml/2006/main" noGrp="1"/>
          </p:cNvSpPr>
          <p:nvPr/>
        </p:nvSpPr>
        <p:spPr>
          <a:xfrm xmlns:a="http://schemas.openxmlformats.org/drawingml/2006/main">
            <a:off x="12906375" y="4191000"/>
            <a:ext cx="2952750" cy="1252538"/>
          </a:xfrm>
          <a:custGeom xmlns:a="http://schemas.openxmlformats.org/drawingml/2006/main">
            <a:pathLst>
              <a:path w="2952750" h="1252538">
                <a:moveTo>
                  <a:pt x="2952750" y="0"/>
                </a:moveTo>
                <a:lnTo>
                  <a:pt x="2952750" y="85725"/>
                </a:lnTo>
                <a:lnTo>
                  <a:pt x="762000" y="85725"/>
                </a:lnTo>
                <a:lnTo>
                  <a:pt x="762000" y="1252538"/>
                </a:lnTo>
                <a:lnTo>
                  <a:pt x="0" y="1252538"/>
                </a:lnTo>
              </a:path>
            </a:pathLst>
          </a:custGeom>
          <a:noFill xmlns:a="http://schemas.openxmlformats.org/drawingml/2006/main"/>
          <a:ln xmlns:a="http://schemas.openxmlformats.org/drawingml/2006/main" w="10478">
            <a:solidFill>
              <a:srgbClr val="000000"/>
            </a:solidFill>
            <a:prstDash val="dash"/>
          </a:ln>
        </p:spPr>
      </p:sp>
      <p:sp>
        <p:nvSpPr>
          <p:cNvPr id="177" name="dp45-comparison / n157 / arrow">
            <a:extLst xmlns:a="http://schemas.openxmlformats.org/drawingml/2006/main">
              <a:ext uri="{FF2B5EF4-FFF2-40B4-BE49-F238E27FC236}">
                <a16:creationId xmlns:a16="http://schemas.microsoft.com/office/drawing/2014/main" id="{3DFB3625-DA7B-44C1-BF14-F9C1BE376A75}"/>
              </a:ext>
            </a:extLst>
          </p:cNvPr>
          <p:cNvSpPr>
            <a:spLocks xmlns:a="http://schemas.openxmlformats.org/drawingml/2006/main" noGrp="1"/>
          </p:cNvSpPr>
          <p:nvPr/>
        </p:nvSpPr>
        <p:spPr>
          <a:xfrm xmlns:a="http://schemas.openxmlformats.org/drawingml/2006/main">
            <a:off x="12906375" y="541001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78" name="dp45-comparison / n158 / path">
            <a:extLst xmlns:a="http://schemas.openxmlformats.org/drawingml/2006/main">
              <a:ext uri="{FF2B5EF4-FFF2-40B4-BE49-F238E27FC236}">
                <a16:creationId xmlns:a16="http://schemas.microsoft.com/office/drawing/2014/main" id="{E3861460-6063-4A9E-93B5-5A09046F118A}"/>
              </a:ext>
            </a:extLst>
          </p:cNvPr>
          <p:cNvSpPr>
            <a:spLocks xmlns:a="http://schemas.openxmlformats.org/drawingml/2006/main" noGrp="1"/>
          </p:cNvSpPr>
          <p:nvPr/>
        </p:nvSpPr>
        <p:spPr>
          <a:xfrm xmlns:a="http://schemas.openxmlformats.org/drawingml/2006/main">
            <a:off x="12906375" y="5529263"/>
            <a:ext cx="1333500" cy="9525"/>
          </a:xfrm>
          <a:custGeom xmlns:a="http://schemas.openxmlformats.org/drawingml/2006/main">
            <a:pathLst>
              <a:path w="1333500" h="9525">
                <a:moveTo>
                  <a:pt x="1333500" y="0"/>
                </a:moveTo>
                <a:lnTo>
                  <a:pt x="0" y="9525"/>
                </a:lnTo>
              </a:path>
            </a:pathLst>
          </a:custGeom>
          <a:noFill xmlns:a="http://schemas.openxmlformats.org/drawingml/2006/main"/>
          <a:ln xmlns:a="http://schemas.openxmlformats.org/drawingml/2006/main" w="10478">
            <a:solidFill>
              <a:srgbClr val="000000"/>
            </a:solidFill>
            <a:prstDash val="dash"/>
          </a:ln>
        </p:spPr>
      </p:sp>
      <p:sp>
        <p:nvSpPr>
          <p:cNvPr id="179" name="dp45-comparison / n158 / arrow">
            <a:extLst xmlns:a="http://schemas.openxmlformats.org/drawingml/2006/main">
              <a:ext uri="{FF2B5EF4-FFF2-40B4-BE49-F238E27FC236}">
                <a16:creationId xmlns:a16="http://schemas.microsoft.com/office/drawing/2014/main" id="{BF4975D7-FEF8-4E02-AD73-B7EBE0BEDEEF}"/>
              </a:ext>
            </a:extLst>
          </p:cNvPr>
          <p:cNvSpPr>
            <a:spLocks xmlns:a="http://schemas.openxmlformats.org/drawingml/2006/main" noGrp="1"/>
          </p:cNvSpPr>
          <p:nvPr/>
        </p:nvSpPr>
        <p:spPr>
          <a:xfrm xmlns:a="http://schemas.openxmlformats.org/drawingml/2006/main">
            <a:off x="12906375" y="5504781"/>
            <a:ext cx="67294" cy="67054"/>
          </a:xfrm>
          <a:custGeom xmlns:a="http://schemas.openxmlformats.org/drawingml/2006/main">
            <a:pathLst>
              <a:path w="67294" h="67054">
                <a:moveTo>
                  <a:pt x="66815" y="0"/>
                </a:moveTo>
                <a:lnTo>
                  <a:pt x="0" y="34006"/>
                </a:lnTo>
                <a:lnTo>
                  <a:pt x="67294" y="67054"/>
                </a:lnTo>
              </a:path>
            </a:pathLst>
          </a:custGeom>
          <a:noFill xmlns:a="http://schemas.openxmlformats.org/drawingml/2006/main"/>
          <a:ln xmlns:a="http://schemas.openxmlformats.org/drawingml/2006/main" w="13411">
            <a:solidFill>
              <a:srgbClr val="000000"/>
            </a:solidFill>
            <a:prstDash val="solid"/>
          </a:ln>
        </p:spPr>
      </p:sp>
      <p:sp>
        <p:nvSpPr>
          <p:cNvPr id="180" name="dp45-comparison / n159 / path">
            <a:extLst xmlns:a="http://schemas.openxmlformats.org/drawingml/2006/main">
              <a:ext uri="{FF2B5EF4-FFF2-40B4-BE49-F238E27FC236}">
                <a16:creationId xmlns:a16="http://schemas.microsoft.com/office/drawing/2014/main" id="{1D4D87B6-D1B3-45D2-8CDC-1AC8040A09A0}"/>
              </a:ext>
            </a:extLst>
          </p:cNvPr>
          <p:cNvSpPr>
            <a:spLocks xmlns:a="http://schemas.openxmlformats.org/drawingml/2006/main" noGrp="1"/>
          </p:cNvSpPr>
          <p:nvPr/>
        </p:nvSpPr>
        <p:spPr>
          <a:xfrm xmlns:a="http://schemas.openxmlformats.org/drawingml/2006/main">
            <a:off x="11258550" y="4086225"/>
            <a:ext cx="953" cy="1152525"/>
          </a:xfrm>
          <a:custGeom xmlns:a="http://schemas.openxmlformats.org/drawingml/2006/main">
            <a:pathLst>
              <a:path w="953" h="1152525">
                <a:moveTo>
                  <a:pt x="0" y="1152525"/>
                </a:moveTo>
                <a:lnTo>
                  <a:pt x="0" y="0"/>
                </a:lnTo>
              </a:path>
            </a:pathLst>
          </a:custGeom>
          <a:noFill xmlns:a="http://schemas.openxmlformats.org/drawingml/2006/main"/>
          <a:ln xmlns:a="http://schemas.openxmlformats.org/drawingml/2006/main" w="10478">
            <a:solidFill>
              <a:srgbClr val="000000"/>
            </a:solidFill>
            <a:prstDash val="solid"/>
          </a:ln>
        </p:spPr>
      </p:sp>
      <p:sp>
        <p:nvSpPr>
          <p:cNvPr id="181" name="dp45-comparison / n159 / arrow">
            <a:extLst xmlns:a="http://schemas.openxmlformats.org/drawingml/2006/main">
              <a:ext uri="{FF2B5EF4-FFF2-40B4-BE49-F238E27FC236}">
                <a16:creationId xmlns:a16="http://schemas.microsoft.com/office/drawing/2014/main" id="{5D3DAF42-1A37-4FDC-A511-817BC1660DB6}"/>
              </a:ext>
            </a:extLst>
          </p:cNvPr>
          <p:cNvSpPr>
            <a:spLocks xmlns:a="http://schemas.openxmlformats.org/drawingml/2006/main" noGrp="1"/>
          </p:cNvSpPr>
          <p:nvPr/>
        </p:nvSpPr>
        <p:spPr>
          <a:xfrm xmlns:a="http://schemas.openxmlformats.org/drawingml/2006/main">
            <a:off x="11225022" y="408622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82" name="dp45-comparison / n160 / path">
            <a:extLst xmlns:a="http://schemas.openxmlformats.org/drawingml/2006/main">
              <a:ext uri="{FF2B5EF4-FFF2-40B4-BE49-F238E27FC236}">
                <a16:creationId xmlns:a16="http://schemas.microsoft.com/office/drawing/2014/main" id="{66C30AFE-F39D-4467-ABD6-865938F9AAC6}"/>
              </a:ext>
            </a:extLst>
          </p:cNvPr>
          <p:cNvSpPr>
            <a:spLocks xmlns:a="http://schemas.openxmlformats.org/drawingml/2006/main" noGrp="1"/>
          </p:cNvSpPr>
          <p:nvPr/>
        </p:nvSpPr>
        <p:spPr>
          <a:xfrm xmlns:a="http://schemas.openxmlformats.org/drawingml/2006/main">
            <a:off x="11791950" y="4086225"/>
            <a:ext cx="953" cy="1152525"/>
          </a:xfrm>
          <a:custGeom xmlns:a="http://schemas.openxmlformats.org/drawingml/2006/main">
            <a:pathLst>
              <a:path w="953" h="1152525">
                <a:moveTo>
                  <a:pt x="0" y="0"/>
                </a:moveTo>
                <a:lnTo>
                  <a:pt x="0" y="1152525"/>
                </a:lnTo>
              </a:path>
            </a:pathLst>
          </a:custGeom>
          <a:noFill xmlns:a="http://schemas.openxmlformats.org/drawingml/2006/main"/>
          <a:ln xmlns:a="http://schemas.openxmlformats.org/drawingml/2006/main" w="10478">
            <a:solidFill>
              <a:srgbClr val="000000"/>
            </a:solidFill>
            <a:prstDash val="dash"/>
          </a:ln>
        </p:spPr>
      </p:sp>
      <p:sp>
        <p:nvSpPr>
          <p:cNvPr id="183" name="dp45-comparison / n160 / arrow">
            <a:extLst xmlns:a="http://schemas.openxmlformats.org/drawingml/2006/main">
              <a:ext uri="{FF2B5EF4-FFF2-40B4-BE49-F238E27FC236}">
                <a16:creationId xmlns:a16="http://schemas.microsoft.com/office/drawing/2014/main" id="{611F1DA9-3CFE-48CA-A1F6-D3B0625B7D2D}"/>
              </a:ext>
            </a:extLst>
          </p:cNvPr>
          <p:cNvSpPr>
            <a:spLocks xmlns:a="http://schemas.openxmlformats.org/drawingml/2006/main" noGrp="1"/>
          </p:cNvSpPr>
          <p:nvPr/>
        </p:nvSpPr>
        <p:spPr>
          <a:xfrm xmlns:a="http://schemas.openxmlformats.org/drawingml/2006/main">
            <a:off x="11758422" y="517169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84" name="dp45-comparison / n169 / path">
            <a:extLst xmlns:a="http://schemas.openxmlformats.org/drawingml/2006/main">
              <a:ext uri="{FF2B5EF4-FFF2-40B4-BE49-F238E27FC236}">
                <a16:creationId xmlns:a16="http://schemas.microsoft.com/office/drawing/2014/main" id="{0B4B86F5-780A-4DC2-80D5-4EDE774A59B9}"/>
              </a:ext>
            </a:extLst>
          </p:cNvPr>
          <p:cNvSpPr>
            <a:spLocks xmlns:a="http://schemas.openxmlformats.org/drawingml/2006/main" noGrp="1"/>
          </p:cNvSpPr>
          <p:nvPr/>
        </p:nvSpPr>
        <p:spPr>
          <a:xfrm xmlns:a="http://schemas.openxmlformats.org/drawingml/2006/main">
            <a:off x="12192000" y="2643188"/>
            <a:ext cx="5505450" cy="3271838"/>
          </a:xfrm>
          <a:custGeom xmlns:a="http://schemas.openxmlformats.org/drawingml/2006/main">
            <a:pathLst>
              <a:path w="5505450" h="3271838">
                <a:moveTo>
                  <a:pt x="0" y="2947988"/>
                </a:moveTo>
                <a:lnTo>
                  <a:pt x="0" y="3271838"/>
                </a:lnTo>
                <a:lnTo>
                  <a:pt x="5505450" y="3271838"/>
                </a:lnTo>
                <a:lnTo>
                  <a:pt x="5505450" y="0"/>
                </a:lnTo>
                <a:lnTo>
                  <a:pt x="5286375" y="0"/>
                </a:lnTo>
              </a:path>
            </a:pathLst>
          </a:custGeom>
          <a:noFill xmlns:a="http://schemas.openxmlformats.org/drawingml/2006/main"/>
          <a:ln xmlns:a="http://schemas.openxmlformats.org/drawingml/2006/main" w="10478">
            <a:solidFill>
              <a:srgbClr val="000000"/>
            </a:solidFill>
            <a:prstDash val="solid"/>
          </a:ln>
        </p:spPr>
      </p:sp>
      <p:sp>
        <p:nvSpPr>
          <p:cNvPr id="185" name="dp45-comparison / n169 / arrow">
            <a:extLst xmlns:a="http://schemas.openxmlformats.org/drawingml/2006/main">
              <a:ext uri="{FF2B5EF4-FFF2-40B4-BE49-F238E27FC236}">
                <a16:creationId xmlns:a16="http://schemas.microsoft.com/office/drawing/2014/main" id="{D35F5352-6929-45B2-8C6D-2F0F437248DA}"/>
              </a:ext>
            </a:extLst>
          </p:cNvPr>
          <p:cNvSpPr>
            <a:spLocks xmlns:a="http://schemas.openxmlformats.org/drawingml/2006/main" noGrp="1"/>
          </p:cNvSpPr>
          <p:nvPr/>
        </p:nvSpPr>
        <p:spPr>
          <a:xfrm xmlns:a="http://schemas.openxmlformats.org/drawingml/2006/main">
            <a:off x="17478375" y="2609660"/>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186" name="dp45-comparison / n170 / path">
            <a:extLst xmlns:a="http://schemas.openxmlformats.org/drawingml/2006/main">
              <a:ext uri="{FF2B5EF4-FFF2-40B4-BE49-F238E27FC236}">
                <a16:creationId xmlns:a16="http://schemas.microsoft.com/office/drawing/2014/main" id="{6A7F7116-A38C-416E-B527-700630D57CBD}"/>
              </a:ext>
            </a:extLst>
          </p:cNvPr>
          <p:cNvSpPr>
            <a:spLocks xmlns:a="http://schemas.openxmlformats.org/drawingml/2006/main" noGrp="1"/>
          </p:cNvSpPr>
          <p:nvPr/>
        </p:nvSpPr>
        <p:spPr>
          <a:xfrm xmlns:a="http://schemas.openxmlformats.org/drawingml/2006/main">
            <a:off x="12239625" y="2690813"/>
            <a:ext cx="5419725" cy="3243263"/>
          </a:xfrm>
          <a:custGeom xmlns:a="http://schemas.openxmlformats.org/drawingml/2006/main">
            <a:pathLst>
              <a:path w="5419725" h="3243263">
                <a:moveTo>
                  <a:pt x="5238750" y="0"/>
                </a:moveTo>
                <a:lnTo>
                  <a:pt x="5419725" y="0"/>
                </a:lnTo>
                <a:lnTo>
                  <a:pt x="5419725" y="3243263"/>
                </a:lnTo>
                <a:lnTo>
                  <a:pt x="0" y="3243263"/>
                </a:lnTo>
                <a:lnTo>
                  <a:pt x="0" y="2900363"/>
                </a:lnTo>
              </a:path>
            </a:pathLst>
          </a:custGeom>
          <a:noFill xmlns:a="http://schemas.openxmlformats.org/drawingml/2006/main"/>
          <a:ln xmlns:a="http://schemas.openxmlformats.org/drawingml/2006/main" w="10478">
            <a:solidFill>
              <a:srgbClr val="000000"/>
            </a:solidFill>
            <a:prstDash val="dash"/>
          </a:ln>
        </p:spPr>
      </p:sp>
      <p:sp>
        <p:nvSpPr>
          <p:cNvPr id="187" name="dp45-comparison / n170 / arrow">
            <a:extLst xmlns:a="http://schemas.openxmlformats.org/drawingml/2006/main">
              <a:ext uri="{FF2B5EF4-FFF2-40B4-BE49-F238E27FC236}">
                <a16:creationId xmlns:a16="http://schemas.microsoft.com/office/drawing/2014/main" id="{D334897C-8CDD-4A17-8D43-EA313C16DCA3}"/>
              </a:ext>
            </a:extLst>
          </p:cNvPr>
          <p:cNvSpPr>
            <a:spLocks xmlns:a="http://schemas.openxmlformats.org/drawingml/2006/main" noGrp="1"/>
          </p:cNvSpPr>
          <p:nvPr/>
        </p:nvSpPr>
        <p:spPr>
          <a:xfrm xmlns:a="http://schemas.openxmlformats.org/drawingml/2006/main">
            <a:off x="12206097" y="55911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88" name="dp45-comparison / n171 / path">
            <a:extLst xmlns:a="http://schemas.openxmlformats.org/drawingml/2006/main">
              <a:ext uri="{FF2B5EF4-FFF2-40B4-BE49-F238E27FC236}">
                <a16:creationId xmlns:a16="http://schemas.microsoft.com/office/drawing/2014/main" id="{3651E45C-3067-412B-B1A9-125CD0AB1BC1}"/>
              </a:ext>
            </a:extLst>
          </p:cNvPr>
          <p:cNvSpPr>
            <a:spLocks xmlns:a="http://schemas.openxmlformats.org/drawingml/2006/main" noGrp="1"/>
          </p:cNvSpPr>
          <p:nvPr/>
        </p:nvSpPr>
        <p:spPr>
          <a:xfrm xmlns:a="http://schemas.openxmlformats.org/drawingml/2006/main">
            <a:off x="12287250" y="2705100"/>
            <a:ext cx="5334000" cy="3248025"/>
          </a:xfrm>
          <a:custGeom xmlns:a="http://schemas.openxmlformats.org/drawingml/2006/main">
            <a:pathLst>
              <a:path w="5334000" h="3248025">
                <a:moveTo>
                  <a:pt x="95250" y="2886075"/>
                </a:moveTo>
                <a:lnTo>
                  <a:pt x="95250" y="3248025"/>
                </a:lnTo>
                <a:lnTo>
                  <a:pt x="5334000" y="3248025"/>
                </a:lnTo>
                <a:lnTo>
                  <a:pt x="5334000" y="371475"/>
                </a:lnTo>
                <a:lnTo>
                  <a:pt x="0" y="371475"/>
                </a:lnTo>
                <a:lnTo>
                  <a:pt x="0" y="0"/>
                </a:lnTo>
              </a:path>
            </a:pathLst>
          </a:custGeom>
          <a:noFill xmlns:a="http://schemas.openxmlformats.org/drawingml/2006/main"/>
          <a:ln xmlns:a="http://schemas.openxmlformats.org/drawingml/2006/main" w="10478">
            <a:solidFill>
              <a:srgbClr val="000000"/>
            </a:solidFill>
            <a:prstDash val="solid"/>
          </a:ln>
        </p:spPr>
      </p:sp>
      <p:sp>
        <p:nvSpPr>
          <p:cNvPr id="189" name="dp45-comparison / n171 / arrow">
            <a:extLst xmlns:a="http://schemas.openxmlformats.org/drawingml/2006/main">
              <a:ext uri="{FF2B5EF4-FFF2-40B4-BE49-F238E27FC236}">
                <a16:creationId xmlns:a16="http://schemas.microsoft.com/office/drawing/2014/main" id="{2621F2DD-326D-4E65-A1E0-447DA86ACCE8}"/>
              </a:ext>
            </a:extLst>
          </p:cNvPr>
          <p:cNvSpPr>
            <a:spLocks xmlns:a="http://schemas.openxmlformats.org/drawingml/2006/main" noGrp="1"/>
          </p:cNvSpPr>
          <p:nvPr/>
        </p:nvSpPr>
        <p:spPr>
          <a:xfrm xmlns:a="http://schemas.openxmlformats.org/drawingml/2006/main">
            <a:off x="12253722" y="2705100"/>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0" name="dp45-comparison / n172 / path">
            <a:extLst xmlns:a="http://schemas.openxmlformats.org/drawingml/2006/main">
              <a:ext uri="{FF2B5EF4-FFF2-40B4-BE49-F238E27FC236}">
                <a16:creationId xmlns:a16="http://schemas.microsoft.com/office/drawing/2014/main" id="{398B2BB0-123B-4D99-B396-9F8FA6511D9B}"/>
              </a:ext>
            </a:extLst>
          </p:cNvPr>
          <p:cNvSpPr>
            <a:spLocks xmlns:a="http://schemas.openxmlformats.org/drawingml/2006/main" noGrp="1"/>
          </p:cNvSpPr>
          <p:nvPr/>
        </p:nvSpPr>
        <p:spPr>
          <a:xfrm xmlns:a="http://schemas.openxmlformats.org/drawingml/2006/main">
            <a:off x="12334875" y="2705100"/>
            <a:ext cx="5248275" cy="3267075"/>
          </a:xfrm>
          <a:custGeom xmlns:a="http://schemas.openxmlformats.org/drawingml/2006/main">
            <a:pathLst>
              <a:path w="5248275" h="3267075">
                <a:moveTo>
                  <a:pt x="0" y="0"/>
                </a:moveTo>
                <a:lnTo>
                  <a:pt x="0" y="409575"/>
                </a:lnTo>
                <a:lnTo>
                  <a:pt x="5248275" y="409575"/>
                </a:lnTo>
                <a:lnTo>
                  <a:pt x="5248275" y="3267075"/>
                </a:lnTo>
                <a:lnTo>
                  <a:pt x="95250" y="3267075"/>
                </a:lnTo>
                <a:lnTo>
                  <a:pt x="95250" y="2886075"/>
                </a:lnTo>
              </a:path>
            </a:pathLst>
          </a:custGeom>
          <a:noFill xmlns:a="http://schemas.openxmlformats.org/drawingml/2006/main"/>
          <a:ln xmlns:a="http://schemas.openxmlformats.org/drawingml/2006/main" w="10478">
            <a:solidFill>
              <a:srgbClr val="000000"/>
            </a:solidFill>
            <a:prstDash val="dash"/>
          </a:ln>
        </p:spPr>
      </p:sp>
      <p:sp>
        <p:nvSpPr>
          <p:cNvPr id="191" name="dp45-comparison / n172 / arrow">
            <a:extLst xmlns:a="http://schemas.openxmlformats.org/drawingml/2006/main">
              <a:ext uri="{FF2B5EF4-FFF2-40B4-BE49-F238E27FC236}">
                <a16:creationId xmlns:a16="http://schemas.microsoft.com/office/drawing/2014/main" id="{F87588C8-8094-4CF1-980E-899B9563D5DD}"/>
              </a:ext>
            </a:extLst>
          </p:cNvPr>
          <p:cNvSpPr>
            <a:spLocks xmlns:a="http://schemas.openxmlformats.org/drawingml/2006/main" noGrp="1"/>
          </p:cNvSpPr>
          <p:nvPr/>
        </p:nvSpPr>
        <p:spPr>
          <a:xfrm xmlns:a="http://schemas.openxmlformats.org/drawingml/2006/main">
            <a:off x="12396597" y="5591175"/>
            <a:ext cx="67056" cy="67056"/>
          </a:xfrm>
          <a:custGeom xmlns:a="http://schemas.openxmlformats.org/drawingml/2006/main">
            <a:pathLst>
              <a:path w="67056" h="67056">
                <a:moveTo>
                  <a:pt x="67056" y="67056"/>
                </a:moveTo>
                <a:lnTo>
                  <a:pt x="33528" y="0"/>
                </a:lnTo>
                <a:lnTo>
                  <a:pt x="0" y="67056"/>
                </a:lnTo>
              </a:path>
            </a:pathLst>
          </a:custGeom>
          <a:noFill xmlns:a="http://schemas.openxmlformats.org/drawingml/2006/main"/>
          <a:ln xmlns:a="http://schemas.openxmlformats.org/drawingml/2006/main" w="13411">
            <a:solidFill>
              <a:srgbClr val="000000"/>
            </a:solidFill>
            <a:prstDash val="solid"/>
          </a:ln>
        </p:spPr>
      </p:sp>
      <p:sp>
        <p:nvSpPr>
          <p:cNvPr id="192" name="dp45-comparison / n177">
            <a:extLst xmlns:a="http://schemas.openxmlformats.org/drawingml/2006/main">
              <a:ext uri="{FF2B5EF4-FFF2-40B4-BE49-F238E27FC236}">
                <a16:creationId xmlns:a16="http://schemas.microsoft.com/office/drawing/2014/main" id="{352DD5E5-A4B9-4CDE-B83B-993EBAC4A5B4}"/>
              </a:ext>
            </a:extLst>
          </p:cNvPr>
          <p:cNvSpPr>
            <a:spLocks xmlns:a="http://schemas.openxmlformats.org/drawingml/2006/main" noGrp="1"/>
          </p:cNvSpPr>
          <p:nvPr/>
        </p:nvSpPr>
        <p:spPr>
          <a:xfrm xmlns:a="http://schemas.openxmlformats.org/drawingml/2006/main">
            <a:off x="9953625" y="6515100"/>
            <a:ext cx="2762250" cy="2667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193" name="dp45-comparison / n178 / text 1">
            <a:extLst xmlns:a="http://schemas.openxmlformats.org/drawingml/2006/main">
              <a:ext uri="{FF2B5EF4-FFF2-40B4-BE49-F238E27FC236}">
                <a16:creationId xmlns:a16="http://schemas.microsoft.com/office/drawing/2014/main" id="{31D79D82-1249-45BA-8ED4-4C71CBD71291}"/>
              </a:ext>
            </a:extLst>
          </p:cNvPr>
          <p:cNvSpPr>
            <a:spLocks xmlns:a="http://schemas.openxmlformats.org/drawingml/2006/main" noGrp="1"/>
          </p:cNvSpPr>
          <p:nvPr/>
        </p:nvSpPr>
        <p:spPr>
          <a:xfrm xmlns:a="http://schemas.openxmlformats.org/drawingml/2006/main">
            <a:off x="10039350" y="6543199"/>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Model Access</a:t>
            </a:r>
          </a:p>
        </p:txBody>
      </p:sp>
      <p:sp>
        <p:nvSpPr>
          <p:cNvPr id="194" name="dp45-comparison / n179">
            <a:extLst xmlns:a="http://schemas.openxmlformats.org/drawingml/2006/main">
              <a:ext uri="{FF2B5EF4-FFF2-40B4-BE49-F238E27FC236}">
                <a16:creationId xmlns:a16="http://schemas.microsoft.com/office/drawing/2014/main" id="{23B38149-DC47-428C-9473-122E1A29EDDB}"/>
              </a:ext>
            </a:extLst>
          </p:cNvPr>
          <p:cNvSpPr>
            <a:spLocks xmlns:a="http://schemas.openxmlformats.org/drawingml/2006/main" noGrp="1"/>
          </p:cNvSpPr>
          <p:nvPr/>
        </p:nvSpPr>
        <p:spPr>
          <a:xfrm xmlns:a="http://schemas.openxmlformats.org/drawingml/2006/main">
            <a:off x="14620875" y="6515100"/>
            <a:ext cx="2857500" cy="266700"/>
          </a:xfrm>
          <a:prstGeom xmlns:a="http://schemas.openxmlformats.org/drawingml/2006/main" prst="hexagon">
            <a:avLst/>
          </a:prstGeom>
          <a:solidFill xmlns:a="http://schemas.openxmlformats.org/drawingml/2006/main">
            <a:srgbClr val="FFFFFF"/>
          </a:solidFill>
          <a:ln xmlns:a="http://schemas.openxmlformats.org/drawingml/2006/main" w="9525">
            <a:solidFill>
              <a:srgbClr val="000000"/>
            </a:solidFill>
            <a:prstDash val="solid"/>
          </a:ln>
        </p:spPr>
      </p:sp>
      <p:sp>
        <p:nvSpPr>
          <p:cNvPr id="195" name="dp45-comparison / n180 / text 1">
            <a:extLst xmlns:a="http://schemas.openxmlformats.org/drawingml/2006/main">
              <a:ext uri="{FF2B5EF4-FFF2-40B4-BE49-F238E27FC236}">
                <a16:creationId xmlns:a16="http://schemas.microsoft.com/office/drawing/2014/main" id="{869FD25D-CA3E-48C1-BB18-05683F30B694}"/>
              </a:ext>
            </a:extLst>
          </p:cNvPr>
          <p:cNvSpPr>
            <a:spLocks xmlns:a="http://schemas.openxmlformats.org/drawingml/2006/main" noGrp="1"/>
          </p:cNvSpPr>
          <p:nvPr/>
        </p:nvSpPr>
        <p:spPr>
          <a:xfrm xmlns:a="http://schemas.openxmlformats.org/drawingml/2006/main">
            <a:off x="14706600" y="6543199"/>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클라우드 의미 LLM</a:t>
            </a:r>
          </a:p>
        </p:txBody>
      </p:sp>
      <p:sp>
        <p:nvSpPr>
          <p:cNvPr id="196" name="dp45-comparison / n181 / path">
            <a:extLst xmlns:a="http://schemas.openxmlformats.org/drawingml/2006/main">
              <a:ext uri="{FF2B5EF4-FFF2-40B4-BE49-F238E27FC236}">
                <a16:creationId xmlns:a16="http://schemas.microsoft.com/office/drawing/2014/main" id="{26E4F445-A0E5-4BD1-A641-22411F149879}"/>
              </a:ext>
            </a:extLst>
          </p:cNvPr>
          <p:cNvSpPr>
            <a:spLocks xmlns:a="http://schemas.openxmlformats.org/drawingml/2006/main" noGrp="1"/>
          </p:cNvSpPr>
          <p:nvPr/>
        </p:nvSpPr>
        <p:spPr>
          <a:xfrm xmlns:a="http://schemas.openxmlformats.org/drawingml/2006/main">
            <a:off x="9810750" y="3910013"/>
            <a:ext cx="1524000" cy="2605088"/>
          </a:xfrm>
          <a:custGeom xmlns:a="http://schemas.openxmlformats.org/drawingml/2006/main">
            <a:pathLst>
              <a:path w="1524000" h="2605088">
                <a:moveTo>
                  <a:pt x="333375" y="0"/>
                </a:moveTo>
                <a:lnTo>
                  <a:pt x="0" y="0"/>
                </a:lnTo>
                <a:lnTo>
                  <a:pt x="0" y="2519363"/>
                </a:lnTo>
                <a:lnTo>
                  <a:pt x="1524000" y="2519363"/>
                </a:lnTo>
                <a:lnTo>
                  <a:pt x="1524000" y="2605088"/>
                </a:lnTo>
              </a:path>
            </a:pathLst>
          </a:custGeom>
          <a:noFill xmlns:a="http://schemas.openxmlformats.org/drawingml/2006/main"/>
          <a:ln xmlns:a="http://schemas.openxmlformats.org/drawingml/2006/main" w="10478">
            <a:solidFill>
              <a:srgbClr val="000000"/>
            </a:solidFill>
            <a:prstDash val="solid"/>
          </a:ln>
        </p:spPr>
      </p:sp>
      <p:sp>
        <p:nvSpPr>
          <p:cNvPr id="197" name="dp45-comparison / n181 / arrow">
            <a:extLst xmlns:a="http://schemas.openxmlformats.org/drawingml/2006/main">
              <a:ext uri="{FF2B5EF4-FFF2-40B4-BE49-F238E27FC236}">
                <a16:creationId xmlns:a16="http://schemas.microsoft.com/office/drawing/2014/main" id="{4CBA6845-A6AE-4BDC-9D27-9FA986E552E0}"/>
              </a:ext>
            </a:extLst>
          </p:cNvPr>
          <p:cNvSpPr>
            <a:spLocks xmlns:a="http://schemas.openxmlformats.org/drawingml/2006/main" noGrp="1"/>
          </p:cNvSpPr>
          <p:nvPr/>
        </p:nvSpPr>
        <p:spPr>
          <a:xfrm xmlns:a="http://schemas.openxmlformats.org/drawingml/2006/main">
            <a:off x="11301222" y="64480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198" name="dp45-comparison / n182 / path">
            <a:extLst xmlns:a="http://schemas.openxmlformats.org/drawingml/2006/main">
              <a:ext uri="{FF2B5EF4-FFF2-40B4-BE49-F238E27FC236}">
                <a16:creationId xmlns:a16="http://schemas.microsoft.com/office/drawing/2014/main" id="{0E7300D3-8FC7-4115-A215-EE398F46E49F}"/>
              </a:ext>
            </a:extLst>
          </p:cNvPr>
          <p:cNvSpPr>
            <a:spLocks xmlns:a="http://schemas.openxmlformats.org/drawingml/2006/main" noGrp="1"/>
          </p:cNvSpPr>
          <p:nvPr/>
        </p:nvSpPr>
        <p:spPr>
          <a:xfrm xmlns:a="http://schemas.openxmlformats.org/drawingml/2006/main">
            <a:off x="9734550" y="4005263"/>
            <a:ext cx="1714500" cy="2509838"/>
          </a:xfrm>
          <a:custGeom xmlns:a="http://schemas.openxmlformats.org/drawingml/2006/main">
            <a:pathLst>
              <a:path w="1714500" h="2509838">
                <a:moveTo>
                  <a:pt x="1714500" y="2509838"/>
                </a:moveTo>
                <a:lnTo>
                  <a:pt x="1714500" y="2376488"/>
                </a:lnTo>
                <a:lnTo>
                  <a:pt x="0" y="2376488"/>
                </a:lnTo>
                <a:lnTo>
                  <a:pt x="0" y="0"/>
                </a:lnTo>
                <a:lnTo>
                  <a:pt x="409575" y="0"/>
                </a:lnTo>
              </a:path>
            </a:pathLst>
          </a:custGeom>
          <a:noFill xmlns:a="http://schemas.openxmlformats.org/drawingml/2006/main"/>
          <a:ln xmlns:a="http://schemas.openxmlformats.org/drawingml/2006/main" w="10478">
            <a:solidFill>
              <a:srgbClr val="000000"/>
            </a:solidFill>
            <a:prstDash val="dash"/>
          </a:ln>
        </p:spPr>
      </p:sp>
      <p:sp>
        <p:nvSpPr>
          <p:cNvPr id="199" name="dp45-comparison / n182 / arrow">
            <a:extLst xmlns:a="http://schemas.openxmlformats.org/drawingml/2006/main">
              <a:ext uri="{FF2B5EF4-FFF2-40B4-BE49-F238E27FC236}">
                <a16:creationId xmlns:a16="http://schemas.microsoft.com/office/drawing/2014/main" id="{D2C6BCDC-7A62-4194-80EB-8071E8AA5BD8}"/>
              </a:ext>
            </a:extLst>
          </p:cNvPr>
          <p:cNvSpPr>
            <a:spLocks xmlns:a="http://schemas.openxmlformats.org/drawingml/2006/main" noGrp="1"/>
          </p:cNvSpPr>
          <p:nvPr/>
        </p:nvSpPr>
        <p:spPr>
          <a:xfrm xmlns:a="http://schemas.openxmlformats.org/drawingml/2006/main">
            <a:off x="10077069" y="397173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0" name="dp45-comparison / n183 / path">
            <a:extLst xmlns:a="http://schemas.openxmlformats.org/drawingml/2006/main">
              <a:ext uri="{FF2B5EF4-FFF2-40B4-BE49-F238E27FC236}">
                <a16:creationId xmlns:a16="http://schemas.microsoft.com/office/drawing/2014/main" id="{D7764CF5-0D1A-4602-BFF2-882294526C82}"/>
              </a:ext>
            </a:extLst>
          </p:cNvPr>
          <p:cNvSpPr>
            <a:spLocks xmlns:a="http://schemas.openxmlformats.org/drawingml/2006/main" noGrp="1"/>
          </p:cNvSpPr>
          <p:nvPr/>
        </p:nvSpPr>
        <p:spPr>
          <a:xfrm xmlns:a="http://schemas.openxmlformats.org/drawingml/2006/main">
            <a:off x="12715875" y="6610350"/>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01" name="dp45-comparison / n183 / arrow">
            <a:extLst xmlns:a="http://schemas.openxmlformats.org/drawingml/2006/main">
              <a:ext uri="{FF2B5EF4-FFF2-40B4-BE49-F238E27FC236}">
                <a16:creationId xmlns:a16="http://schemas.microsoft.com/office/drawing/2014/main" id="{74AEAEE6-4B77-4624-9D51-091BA78FCBB9}"/>
              </a:ext>
            </a:extLst>
          </p:cNvPr>
          <p:cNvSpPr>
            <a:spLocks xmlns:a="http://schemas.openxmlformats.org/drawingml/2006/main" noGrp="1"/>
          </p:cNvSpPr>
          <p:nvPr/>
        </p:nvSpPr>
        <p:spPr>
          <a:xfrm xmlns:a="http://schemas.openxmlformats.org/drawingml/2006/main">
            <a:off x="14553819" y="6576822"/>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02" name="dp45-comparison / n184 / path">
            <a:extLst xmlns:a="http://schemas.openxmlformats.org/drawingml/2006/main">
              <a:ext uri="{FF2B5EF4-FFF2-40B4-BE49-F238E27FC236}">
                <a16:creationId xmlns:a16="http://schemas.microsoft.com/office/drawing/2014/main" id="{B18A9565-DEB8-4ACF-8B7B-31A8331D2D57}"/>
              </a:ext>
            </a:extLst>
          </p:cNvPr>
          <p:cNvSpPr>
            <a:spLocks xmlns:a="http://schemas.openxmlformats.org/drawingml/2006/main" noGrp="1"/>
          </p:cNvSpPr>
          <p:nvPr/>
        </p:nvSpPr>
        <p:spPr>
          <a:xfrm xmlns:a="http://schemas.openxmlformats.org/drawingml/2006/main">
            <a:off x="12715875" y="6696075"/>
            <a:ext cx="1905000" cy="953"/>
          </a:xfrm>
          <a:custGeom xmlns:a="http://schemas.openxmlformats.org/drawingml/2006/main">
            <a:pathLst>
              <a:path w="1905000" h="953">
                <a:moveTo>
                  <a:pt x="1905000" y="0"/>
                </a:moveTo>
                <a:lnTo>
                  <a:pt x="0" y="0"/>
                </a:lnTo>
              </a:path>
            </a:pathLst>
          </a:custGeom>
          <a:noFill xmlns:a="http://schemas.openxmlformats.org/drawingml/2006/main"/>
          <a:ln xmlns:a="http://schemas.openxmlformats.org/drawingml/2006/main" w="10478">
            <a:solidFill>
              <a:srgbClr val="000000"/>
            </a:solidFill>
            <a:prstDash val="dash"/>
          </a:ln>
        </p:spPr>
      </p:sp>
      <p:sp>
        <p:nvSpPr>
          <p:cNvPr id="203" name="dp45-comparison / n184 / arrow">
            <a:extLst xmlns:a="http://schemas.openxmlformats.org/drawingml/2006/main">
              <a:ext uri="{FF2B5EF4-FFF2-40B4-BE49-F238E27FC236}">
                <a16:creationId xmlns:a16="http://schemas.microsoft.com/office/drawing/2014/main" id="{7551A686-4939-47CA-9D51-6EFC26A674B7}"/>
              </a:ext>
            </a:extLst>
          </p:cNvPr>
          <p:cNvSpPr>
            <a:spLocks xmlns:a="http://schemas.openxmlformats.org/drawingml/2006/main" noGrp="1"/>
          </p:cNvSpPr>
          <p:nvPr/>
        </p:nvSpPr>
        <p:spPr>
          <a:xfrm xmlns:a="http://schemas.openxmlformats.org/drawingml/2006/main">
            <a:off x="12715875" y="6662547"/>
            <a:ext cx="67056" cy="67056"/>
          </a:xfrm>
          <a:custGeom xmlns:a="http://schemas.openxmlformats.org/drawingml/2006/main">
            <a:pathLst>
              <a:path w="67056" h="67056">
                <a:moveTo>
                  <a:pt x="67056" y="0"/>
                </a:moveTo>
                <a:lnTo>
                  <a:pt x="0" y="33528"/>
                </a:lnTo>
                <a:lnTo>
                  <a:pt x="67056" y="67056"/>
                </a:lnTo>
              </a:path>
            </a:pathLst>
          </a:custGeom>
          <a:noFill xmlns:a="http://schemas.openxmlformats.org/drawingml/2006/main"/>
          <a:ln xmlns:a="http://schemas.openxmlformats.org/drawingml/2006/main" w="13411">
            <a:solidFill>
              <a:srgbClr val="000000"/>
            </a:solidFill>
            <a:prstDash val="solid"/>
          </a:ln>
        </p:spPr>
      </p:sp>
      <p:sp>
        <p:nvSpPr>
          <p:cNvPr id="204" name="dp45-comparison / n189">
            <a:extLst xmlns:a="http://schemas.openxmlformats.org/drawingml/2006/main">
              <a:ext uri="{FF2B5EF4-FFF2-40B4-BE49-F238E27FC236}">
                <a16:creationId xmlns:a16="http://schemas.microsoft.com/office/drawing/2014/main" id="{AFEE4DCF-961A-4170-A0F5-441E691822A5}"/>
              </a:ext>
            </a:extLst>
          </p:cNvPr>
          <p:cNvSpPr>
            <a:spLocks xmlns:a="http://schemas.openxmlformats.org/drawingml/2006/main" noGrp="1"/>
          </p:cNvSpPr>
          <p:nvPr/>
        </p:nvSpPr>
        <p:spPr>
          <a:xfrm xmlns:a="http://schemas.openxmlformats.org/drawingml/2006/main">
            <a:off x="9953625" y="7086600"/>
            <a:ext cx="276225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5" name="dp45-comparison / n190 / text 1">
            <a:extLst xmlns:a="http://schemas.openxmlformats.org/drawingml/2006/main">
              <a:ext uri="{FF2B5EF4-FFF2-40B4-BE49-F238E27FC236}">
                <a16:creationId xmlns:a16="http://schemas.microsoft.com/office/drawing/2014/main" id="{E5D0FD58-1731-4CC7-8182-71F7FDAF287D}"/>
              </a:ext>
            </a:extLst>
          </p:cNvPr>
          <p:cNvSpPr>
            <a:spLocks xmlns:a="http://schemas.openxmlformats.org/drawingml/2006/main" noGrp="1"/>
          </p:cNvSpPr>
          <p:nvPr/>
        </p:nvSpPr>
        <p:spPr>
          <a:xfrm xmlns:a="http://schemas.openxmlformats.org/drawingml/2006/main">
            <a:off x="10039350" y="7124224"/>
            <a:ext cx="259080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Interpreter</a:t>
            </a:r>
          </a:p>
        </p:txBody>
      </p:sp>
      <p:sp>
        <p:nvSpPr>
          <p:cNvPr id="206" name="dp45-comparison / n191">
            <a:extLst xmlns:a="http://schemas.openxmlformats.org/drawingml/2006/main">
              <a:ext uri="{FF2B5EF4-FFF2-40B4-BE49-F238E27FC236}">
                <a16:creationId xmlns:a16="http://schemas.microsoft.com/office/drawing/2014/main" id="{98457EC7-5342-45AC-BEEB-E5B92C7E5E9D}"/>
              </a:ext>
            </a:extLst>
          </p:cNvPr>
          <p:cNvSpPr>
            <a:spLocks xmlns:a="http://schemas.openxmlformats.org/drawingml/2006/main" noGrp="1"/>
          </p:cNvSpPr>
          <p:nvPr/>
        </p:nvSpPr>
        <p:spPr>
          <a:xfrm xmlns:a="http://schemas.openxmlformats.org/drawingml/2006/main">
            <a:off x="14620875" y="7086600"/>
            <a:ext cx="2857500" cy="28575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solidFill>
            <a:prstDash val="solid"/>
          </a:ln>
        </p:spPr>
      </p:sp>
      <p:sp>
        <p:nvSpPr>
          <p:cNvPr id="207" name="dp45-comparison / n192 / text 1">
            <a:extLst xmlns:a="http://schemas.openxmlformats.org/drawingml/2006/main">
              <a:ext uri="{FF2B5EF4-FFF2-40B4-BE49-F238E27FC236}">
                <a16:creationId xmlns:a16="http://schemas.microsoft.com/office/drawing/2014/main" id="{638D98FE-39E3-4942-9B42-DDDF3DD5D3D4}"/>
              </a:ext>
            </a:extLst>
          </p:cNvPr>
          <p:cNvSpPr>
            <a:spLocks xmlns:a="http://schemas.openxmlformats.org/drawingml/2006/main" noGrp="1"/>
          </p:cNvSpPr>
          <p:nvPr/>
        </p:nvSpPr>
        <p:spPr>
          <a:xfrm xmlns:a="http://schemas.openxmlformats.org/drawingml/2006/main">
            <a:off x="14706600" y="7124224"/>
            <a:ext cx="2686050" cy="234791"/>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ctr">
              <a:defRPr sz="1275" b="1">
                <a:solidFill>
                  <a:srgbClr val="000000"/>
                </a:solidFill>
                <a:latin typeface="Apple SD Gothic Neo"/>
                <a:ea typeface="Apple SD Gothic Neo"/>
                <a:cs typeface="Apple SD Gothic Neo"/>
              </a:defRPr>
            </a:pPr>
            <a:r>
              <a:rPr sz="1275" b="1">
                <a:solidFill>
                  <a:srgbClr val="000000"/>
                </a:solidFill>
                <a:latin typeface="Apple SD Gothic Neo"/>
                <a:ea typeface="Apple SD Gothic Neo"/>
                <a:cs typeface="Apple SD Gothic Neo"/>
              </a:rPr>
              <a:t>Request Controller</a:t>
            </a:r>
          </a:p>
        </p:txBody>
      </p:sp>
      <p:sp>
        <p:nvSpPr>
          <p:cNvPr id="208" name="dp45-comparison / n193 / path">
            <a:extLst xmlns:a="http://schemas.openxmlformats.org/drawingml/2006/main">
              <a:ext uri="{FF2B5EF4-FFF2-40B4-BE49-F238E27FC236}">
                <a16:creationId xmlns:a16="http://schemas.microsoft.com/office/drawing/2014/main" id="{101685B6-08B9-4DF3-8A9E-12027015C9C5}"/>
              </a:ext>
            </a:extLst>
          </p:cNvPr>
          <p:cNvSpPr>
            <a:spLocks xmlns:a="http://schemas.openxmlformats.org/drawingml/2006/main" noGrp="1"/>
          </p:cNvSpPr>
          <p:nvPr/>
        </p:nvSpPr>
        <p:spPr>
          <a:xfrm xmlns:a="http://schemas.openxmlformats.org/drawingml/2006/main">
            <a:off x="9696450" y="5510213"/>
            <a:ext cx="447675" cy="1719263"/>
          </a:xfrm>
          <a:custGeom xmlns:a="http://schemas.openxmlformats.org/drawingml/2006/main">
            <a:pathLst>
              <a:path w="447675" h="1719263">
                <a:moveTo>
                  <a:pt x="257175" y="1719263"/>
                </a:moveTo>
                <a:lnTo>
                  <a:pt x="0" y="1719263"/>
                </a:lnTo>
                <a:lnTo>
                  <a:pt x="0" y="0"/>
                </a:lnTo>
                <a:lnTo>
                  <a:pt x="447675" y="0"/>
                </a:lnTo>
              </a:path>
            </a:pathLst>
          </a:custGeom>
          <a:noFill xmlns:a="http://schemas.openxmlformats.org/drawingml/2006/main"/>
          <a:ln xmlns:a="http://schemas.openxmlformats.org/drawingml/2006/main" w="10478">
            <a:solidFill>
              <a:srgbClr val="000000"/>
            </a:solidFill>
            <a:prstDash val="solid"/>
          </a:ln>
        </p:spPr>
      </p:sp>
      <p:sp>
        <p:nvSpPr>
          <p:cNvPr id="209" name="dp45-comparison / n193 / arrow">
            <a:extLst xmlns:a="http://schemas.openxmlformats.org/drawingml/2006/main">
              <a:ext uri="{FF2B5EF4-FFF2-40B4-BE49-F238E27FC236}">
                <a16:creationId xmlns:a16="http://schemas.microsoft.com/office/drawing/2014/main" id="{3EE919BE-E3F3-4EBD-9288-7BF43CB4D95D}"/>
              </a:ext>
            </a:extLst>
          </p:cNvPr>
          <p:cNvSpPr>
            <a:spLocks xmlns:a="http://schemas.openxmlformats.org/drawingml/2006/main" noGrp="1"/>
          </p:cNvSpPr>
          <p:nvPr/>
        </p:nvSpPr>
        <p:spPr>
          <a:xfrm xmlns:a="http://schemas.openxmlformats.org/drawingml/2006/main">
            <a:off x="10077069" y="5476685"/>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0" name="dp45-comparison / n194 / path">
            <a:extLst xmlns:a="http://schemas.openxmlformats.org/drawingml/2006/main">
              <a:ext uri="{FF2B5EF4-FFF2-40B4-BE49-F238E27FC236}">
                <a16:creationId xmlns:a16="http://schemas.microsoft.com/office/drawing/2014/main" id="{22C19028-2D60-4E84-A871-3FA1063584D1}"/>
              </a:ext>
            </a:extLst>
          </p:cNvPr>
          <p:cNvSpPr>
            <a:spLocks xmlns:a="http://schemas.openxmlformats.org/drawingml/2006/main" noGrp="1"/>
          </p:cNvSpPr>
          <p:nvPr/>
        </p:nvSpPr>
        <p:spPr>
          <a:xfrm xmlns:a="http://schemas.openxmlformats.org/drawingml/2006/main">
            <a:off x="9906000" y="5329238"/>
            <a:ext cx="1428750" cy="1757363"/>
          </a:xfrm>
          <a:custGeom xmlns:a="http://schemas.openxmlformats.org/drawingml/2006/main">
            <a:pathLst>
              <a:path w="1428750" h="1757363">
                <a:moveTo>
                  <a:pt x="238125" y="0"/>
                </a:moveTo>
                <a:lnTo>
                  <a:pt x="0" y="0"/>
                </a:lnTo>
                <a:lnTo>
                  <a:pt x="0" y="1690688"/>
                </a:lnTo>
                <a:lnTo>
                  <a:pt x="1428750" y="1690688"/>
                </a:lnTo>
                <a:lnTo>
                  <a:pt x="1428750" y="1757363"/>
                </a:lnTo>
              </a:path>
            </a:pathLst>
          </a:custGeom>
          <a:noFill xmlns:a="http://schemas.openxmlformats.org/drawingml/2006/main"/>
          <a:ln xmlns:a="http://schemas.openxmlformats.org/drawingml/2006/main" w="10478">
            <a:solidFill>
              <a:srgbClr val="000000"/>
            </a:solidFill>
            <a:prstDash val="dash"/>
          </a:ln>
        </p:spPr>
      </p:sp>
      <p:sp>
        <p:nvSpPr>
          <p:cNvPr id="211" name="dp45-comparison / n194 / arrow">
            <a:extLst xmlns:a="http://schemas.openxmlformats.org/drawingml/2006/main">
              <a:ext uri="{FF2B5EF4-FFF2-40B4-BE49-F238E27FC236}">
                <a16:creationId xmlns:a16="http://schemas.microsoft.com/office/drawing/2014/main" id="{539CEA3E-B5E6-4B80-81FA-9C6F7D596DDD}"/>
              </a:ext>
            </a:extLst>
          </p:cNvPr>
          <p:cNvSpPr>
            <a:spLocks xmlns:a="http://schemas.openxmlformats.org/drawingml/2006/main" noGrp="1"/>
          </p:cNvSpPr>
          <p:nvPr/>
        </p:nvSpPr>
        <p:spPr>
          <a:xfrm xmlns:a="http://schemas.openxmlformats.org/drawingml/2006/main">
            <a:off x="11301222" y="7019544"/>
            <a:ext cx="67056" cy="67056"/>
          </a:xfrm>
          <a:custGeom xmlns:a="http://schemas.openxmlformats.org/drawingml/2006/main">
            <a:pathLst>
              <a:path w="67056" h="67056">
                <a:moveTo>
                  <a:pt x="0" y="0"/>
                </a:moveTo>
                <a:lnTo>
                  <a:pt x="33528" y="67056"/>
                </a:lnTo>
                <a:lnTo>
                  <a:pt x="67056" y="0"/>
                </a:lnTo>
              </a:path>
            </a:pathLst>
          </a:custGeom>
          <a:noFill xmlns:a="http://schemas.openxmlformats.org/drawingml/2006/main"/>
          <a:ln xmlns:a="http://schemas.openxmlformats.org/drawingml/2006/main" w="13411">
            <a:solidFill>
              <a:srgbClr val="000000"/>
            </a:solidFill>
            <a:prstDash val="solid"/>
          </a:ln>
        </p:spPr>
      </p:sp>
      <p:sp>
        <p:nvSpPr>
          <p:cNvPr id="212" name="dp45-comparison / n197 / path">
            <a:extLst xmlns:a="http://schemas.openxmlformats.org/drawingml/2006/main">
              <a:ext uri="{FF2B5EF4-FFF2-40B4-BE49-F238E27FC236}">
                <a16:creationId xmlns:a16="http://schemas.microsoft.com/office/drawing/2014/main" id="{CEFA49E3-7D5F-4869-966F-FA72F8A3FE3E}"/>
              </a:ext>
            </a:extLst>
          </p:cNvPr>
          <p:cNvSpPr>
            <a:spLocks xmlns:a="http://schemas.openxmlformats.org/drawingml/2006/main" noGrp="1"/>
          </p:cNvSpPr>
          <p:nvPr/>
        </p:nvSpPr>
        <p:spPr>
          <a:xfrm xmlns:a="http://schemas.openxmlformats.org/drawingml/2006/main">
            <a:off x="12715875" y="7229475"/>
            <a:ext cx="1905000" cy="953"/>
          </a:xfrm>
          <a:custGeom xmlns:a="http://schemas.openxmlformats.org/drawingml/2006/main">
            <a:pathLst>
              <a:path w="1905000" h="953">
                <a:moveTo>
                  <a:pt x="0" y="0"/>
                </a:moveTo>
                <a:lnTo>
                  <a:pt x="1905000" y="0"/>
                </a:lnTo>
              </a:path>
            </a:pathLst>
          </a:custGeom>
          <a:noFill xmlns:a="http://schemas.openxmlformats.org/drawingml/2006/main"/>
          <a:ln xmlns:a="http://schemas.openxmlformats.org/drawingml/2006/main" w="10478">
            <a:solidFill>
              <a:srgbClr val="000000"/>
            </a:solidFill>
            <a:prstDash val="solid"/>
          </a:ln>
        </p:spPr>
      </p:sp>
      <p:sp>
        <p:nvSpPr>
          <p:cNvPr id="213" name="dp45-comparison / n197 / arrow">
            <a:extLst xmlns:a="http://schemas.openxmlformats.org/drawingml/2006/main">
              <a:ext uri="{FF2B5EF4-FFF2-40B4-BE49-F238E27FC236}">
                <a16:creationId xmlns:a16="http://schemas.microsoft.com/office/drawing/2014/main" id="{B3571E6F-0DA8-41EB-8F38-57F669AE89D9}"/>
              </a:ext>
            </a:extLst>
          </p:cNvPr>
          <p:cNvSpPr>
            <a:spLocks xmlns:a="http://schemas.openxmlformats.org/drawingml/2006/main" noGrp="1"/>
          </p:cNvSpPr>
          <p:nvPr/>
        </p:nvSpPr>
        <p:spPr>
          <a:xfrm xmlns:a="http://schemas.openxmlformats.org/drawingml/2006/main">
            <a:off x="14553819" y="7195947"/>
            <a:ext cx="67056" cy="67056"/>
          </a:xfrm>
          <a:custGeom xmlns:a="http://schemas.openxmlformats.org/drawingml/2006/main">
            <a:pathLst>
              <a:path w="67056" h="67056">
                <a:moveTo>
                  <a:pt x="0" y="67056"/>
                </a:moveTo>
                <a:lnTo>
                  <a:pt x="67056" y="33528"/>
                </a:lnTo>
                <a:lnTo>
                  <a:pt x="0" y="0"/>
                </a:lnTo>
              </a:path>
            </a:pathLst>
          </a:custGeom>
          <a:noFill xmlns:a="http://schemas.openxmlformats.org/drawingml/2006/main"/>
          <a:ln xmlns:a="http://schemas.openxmlformats.org/drawingml/2006/main" w="13411">
            <a:solidFill>
              <a:srgbClr val="000000"/>
            </a:solidFill>
            <a:prstDash val="solid"/>
          </a:ln>
        </p:spPr>
      </p:sp>
      <p:sp>
        <p:nvSpPr>
          <p:cNvPr id="214" name="dp45-comparison / n128">
            <a:extLst xmlns:a="http://schemas.openxmlformats.org/drawingml/2006/main">
              <a:ext uri="{FF2B5EF4-FFF2-40B4-BE49-F238E27FC236}">
                <a16:creationId xmlns:a16="http://schemas.microsoft.com/office/drawing/2014/main" id="{3B5AF149-DB0A-4785-AE16-503FD58C5754}"/>
              </a:ext>
            </a:extLst>
          </p:cNvPr>
          <p:cNvSpPr>
            <a:spLocks xmlns:a="http://schemas.openxmlformats.org/drawingml/2006/main" noGrp="1"/>
          </p:cNvSpPr>
          <p:nvPr/>
        </p:nvSpPr>
        <p:spPr>
          <a:xfrm xmlns:a="http://schemas.openxmlformats.org/drawingml/2006/main">
            <a:off x="9934575" y="2762250"/>
            <a:ext cx="2303145"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5" name="dp45-comparison / n129 / text 1">
            <a:extLst xmlns:a="http://schemas.openxmlformats.org/drawingml/2006/main">
              <a:ext uri="{FF2B5EF4-FFF2-40B4-BE49-F238E27FC236}">
                <a16:creationId xmlns:a16="http://schemas.microsoft.com/office/drawing/2014/main" id="{B04FC5DB-52BE-4AA4-8276-CF26494D5226}"/>
              </a:ext>
            </a:extLst>
          </p:cNvPr>
          <p:cNvSpPr>
            <a:spLocks xmlns:a="http://schemas.openxmlformats.org/drawingml/2006/main" noGrp="1"/>
          </p:cNvSpPr>
          <p:nvPr/>
        </p:nvSpPr>
        <p:spPr>
          <a:xfrm xmlns:a="http://schemas.openxmlformats.org/drawingml/2006/main">
            <a:off x="9953625" y="2771775"/>
            <a:ext cx="4048125"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P20: 실제 전달 / E20: 설명 원문</a:t>
            </a:r>
          </a:p>
        </p:txBody>
      </p:sp>
      <p:sp>
        <p:nvSpPr>
          <p:cNvPr id="216" name="dp45-comparison / n130">
            <a:extLst xmlns:a="http://schemas.openxmlformats.org/drawingml/2006/main">
              <a:ext uri="{FF2B5EF4-FFF2-40B4-BE49-F238E27FC236}">
                <a16:creationId xmlns:a16="http://schemas.microsoft.com/office/drawing/2014/main" id="{9AD4C998-1EFD-4734-9912-465C2AC6FE0A}"/>
              </a:ext>
            </a:extLst>
          </p:cNvPr>
          <p:cNvSpPr>
            <a:spLocks xmlns:a="http://schemas.openxmlformats.org/drawingml/2006/main" noGrp="1"/>
          </p:cNvSpPr>
          <p:nvPr/>
        </p:nvSpPr>
        <p:spPr>
          <a:xfrm xmlns:a="http://schemas.openxmlformats.org/drawingml/2006/main">
            <a:off x="14601825" y="2762250"/>
            <a:ext cx="232333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7" name="dp45-comparison / n131 / text 1">
            <a:extLst xmlns:a="http://schemas.openxmlformats.org/drawingml/2006/main">
              <a:ext uri="{FF2B5EF4-FFF2-40B4-BE49-F238E27FC236}">
                <a16:creationId xmlns:a16="http://schemas.microsoft.com/office/drawing/2014/main" id="{FCC2F296-7190-4113-9ABF-157B91020309}"/>
              </a:ext>
            </a:extLst>
          </p:cNvPr>
          <p:cNvSpPr>
            <a:spLocks xmlns:a="http://schemas.openxmlformats.org/drawingml/2006/main" noGrp="1"/>
          </p:cNvSpPr>
          <p:nvPr/>
        </p:nvSpPr>
        <p:spPr>
          <a:xfrm xmlns:a="http://schemas.openxmlformats.org/drawingml/2006/main">
            <a:off x="14620875" y="2771775"/>
            <a:ext cx="3000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T21 → D21 개정 2 / T22 → D22 개정 1</a:t>
            </a:r>
          </a:p>
        </p:txBody>
      </p:sp>
      <p:sp>
        <p:nvSpPr>
          <p:cNvPr id="218" name="dp45-comparison / n132">
            <a:extLst xmlns:a="http://schemas.openxmlformats.org/drawingml/2006/main">
              <a:ext uri="{FF2B5EF4-FFF2-40B4-BE49-F238E27FC236}">
                <a16:creationId xmlns:a16="http://schemas.microsoft.com/office/drawing/2014/main" id="{8807E074-DB74-4112-8E4A-57BC0C7B0C3B}"/>
              </a:ext>
            </a:extLst>
          </p:cNvPr>
          <p:cNvSpPr>
            <a:spLocks xmlns:a="http://schemas.openxmlformats.org/drawingml/2006/main" noGrp="1"/>
          </p:cNvSpPr>
          <p:nvPr/>
        </p:nvSpPr>
        <p:spPr>
          <a:xfrm xmlns:a="http://schemas.openxmlformats.org/drawingml/2006/main">
            <a:off x="9934575" y="2943225"/>
            <a:ext cx="3959352"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19" name="dp45-comparison / n133 / text 1">
            <a:extLst xmlns:a="http://schemas.openxmlformats.org/drawingml/2006/main">
              <a:ext uri="{FF2B5EF4-FFF2-40B4-BE49-F238E27FC236}">
                <a16:creationId xmlns:a16="http://schemas.microsoft.com/office/drawing/2014/main" id="{E09B28C6-E1E3-4274-A4D0-FD64BED52CD8}"/>
              </a:ext>
            </a:extLst>
          </p:cNvPr>
          <p:cNvSpPr>
            <a:spLocks xmlns:a="http://schemas.openxmlformats.org/drawingml/2006/main" noGrp="1"/>
          </p:cNvSpPr>
          <p:nvPr/>
        </p:nvSpPr>
        <p:spPr>
          <a:xfrm xmlns:a="http://schemas.openxmlformats.org/drawingml/2006/main">
            <a:off x="9953625" y="2952750"/>
            <a:ext cx="75247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같은 원본: 전달한 예외 문구 + 제품 조사 결과 + 견적 결과</a:t>
            </a:r>
          </a:p>
        </p:txBody>
      </p:sp>
      <p:sp>
        <p:nvSpPr>
          <p:cNvPr id="220" name="dp45-comparison / n148">
            <a:extLst xmlns:a="http://schemas.openxmlformats.org/drawingml/2006/main">
              <a:ext uri="{FF2B5EF4-FFF2-40B4-BE49-F238E27FC236}">
                <a16:creationId xmlns:a16="http://schemas.microsoft.com/office/drawing/2014/main" id="{BE1A0B59-0777-40F9-BFCE-ED45F8C8FEE3}"/>
              </a:ext>
            </a:extLst>
          </p:cNvPr>
          <p:cNvSpPr>
            <a:spLocks xmlns:a="http://schemas.openxmlformats.org/drawingml/2006/main" noGrp="1"/>
          </p:cNvSpPr>
          <p:nvPr/>
        </p:nvSpPr>
        <p:spPr>
          <a:xfrm xmlns:a="http://schemas.openxmlformats.org/drawingml/2006/main">
            <a:off x="13315950" y="3362325"/>
            <a:ext cx="2527173" cy="17907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1" name="dp45-comparison / n149 / text 1">
            <a:extLst xmlns:a="http://schemas.openxmlformats.org/drawingml/2006/main">
              <a:ext uri="{FF2B5EF4-FFF2-40B4-BE49-F238E27FC236}">
                <a16:creationId xmlns:a16="http://schemas.microsoft.com/office/drawing/2014/main" id="{8B9B80FE-6B1D-44FB-8F75-58DAD34518D2}"/>
              </a:ext>
            </a:extLst>
          </p:cNvPr>
          <p:cNvSpPr>
            <a:spLocks xmlns:a="http://schemas.openxmlformats.org/drawingml/2006/main" noGrp="1"/>
          </p:cNvSpPr>
          <p:nvPr/>
        </p:nvSpPr>
        <p:spPr>
          <a:xfrm xmlns:a="http://schemas.openxmlformats.org/drawingml/2006/main">
            <a:off x="13335000" y="3371850"/>
            <a:ext cx="3905250" cy="19335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1050" b="0">
                <a:solidFill>
                  <a:srgbClr val="000000"/>
                </a:solidFill>
                <a:latin typeface="Apple SD Gothic Neo"/>
                <a:ea typeface="Apple SD Gothic Neo"/>
                <a:cs typeface="Apple SD Gothic Neo"/>
              </a:defRPr>
            </a:pPr>
            <a:r>
              <a:rPr sz="1050" b="0">
                <a:solidFill>
                  <a:srgbClr val="000000"/>
                </a:solidFill>
                <a:latin typeface="Apple SD Gothic Neo"/>
                <a:ea typeface="Apple SD Gothic Neo"/>
                <a:cs typeface="Apple SD Gothic Neo"/>
              </a:rPr>
              <a:t>① 원본 변경 알림 → 범위 읽기 / 생산</a:t>
            </a:r>
          </a:p>
        </p:txBody>
      </p:sp>
      <p:sp>
        <p:nvSpPr>
          <p:cNvPr id="222" name="dp45-comparison / n151">
            <a:extLst xmlns:a="http://schemas.openxmlformats.org/drawingml/2006/main">
              <a:ext uri="{FF2B5EF4-FFF2-40B4-BE49-F238E27FC236}">
                <a16:creationId xmlns:a16="http://schemas.microsoft.com/office/drawing/2014/main" id="{E2ECB48B-225B-4B2C-B393-C987CC86BEC0}"/>
              </a:ext>
            </a:extLst>
          </p:cNvPr>
          <p:cNvSpPr>
            <a:spLocks xmlns:a="http://schemas.openxmlformats.org/drawingml/2006/main" noGrp="1"/>
          </p:cNvSpPr>
          <p:nvPr/>
        </p:nvSpPr>
        <p:spPr>
          <a:xfrm xmlns:a="http://schemas.openxmlformats.org/drawingml/2006/main">
            <a:off x="12982575" y="3629025"/>
            <a:ext cx="826389"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23" name="dp45-comparison / n152 / text 1">
            <a:extLst xmlns:a="http://schemas.openxmlformats.org/drawingml/2006/main">
              <a:ext uri="{FF2B5EF4-FFF2-40B4-BE49-F238E27FC236}">
                <a16:creationId xmlns:a16="http://schemas.microsoft.com/office/drawing/2014/main" id="{3EEB52A2-FA66-45C2-B9F5-D499403A3411}"/>
              </a:ext>
            </a:extLst>
          </p:cNvPr>
          <p:cNvSpPr>
            <a:spLocks xmlns:a="http://schemas.openxmlformats.org/drawingml/2006/main" noGrp="1"/>
          </p:cNvSpPr>
          <p:nvPr/>
        </p:nvSpPr>
        <p:spPr>
          <a:xfrm xmlns:a="http://schemas.openxmlformats.org/drawingml/2006/main">
            <a:off x="13001625" y="3638550"/>
            <a:ext cx="1143000"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같은 개정 게시</a:t>
            </a:r>
          </a:p>
        </p:txBody>
      </p:sp>
      <p:sp>
        <p:nvSpPr>
          <p:cNvPr id="224" name="dp45-comparison / n154">
            <a:extLst xmlns:a="http://schemas.openxmlformats.org/drawingml/2006/main">
              <a:ext uri="{FF2B5EF4-FFF2-40B4-BE49-F238E27FC236}">
                <a16:creationId xmlns:a16="http://schemas.microsoft.com/office/drawing/2014/main" id="{0E8794C3-2BD4-4C36-A294-B0F472CD3A75}"/>
              </a:ext>
            </a:extLst>
          </p:cNvPr>
          <p:cNvSpPr>
            <a:spLocks xmlns:a="http://schemas.openxmlformats.org/drawingml/2006/main" noGrp="1"/>
          </p:cNvSpPr>
          <p:nvPr/>
        </p:nvSpPr>
        <p:spPr>
          <a:xfrm xmlns:a="http://schemas.openxmlformats.org/drawingml/2006/main">
            <a:off x="14239875" y="4314825"/>
            <a:ext cx="2952750" cy="771525"/>
          </a:xfrm>
          <a:custGeom xmlns:a="http://schemas.openxmlformats.org/drawingml/2006/main">
            <a:pathLst>
              <a:path w="2952750" h="771525">
                <a:moveTo>
                  <a:pt x="0" y="0"/>
                </a:moveTo>
                <a:lnTo>
                  <a:pt x="2781300" y="0"/>
                </a:lnTo>
                <a:lnTo>
                  <a:pt x="2952750" y="171450"/>
                </a:lnTo>
                <a:lnTo>
                  <a:pt x="2952750" y="771525"/>
                </a:lnTo>
                <a:lnTo>
                  <a:pt x="0" y="771525"/>
                </a:lnTo>
                <a:close/>
              </a:path>
            </a:pathLst>
          </a:custGeom>
          <a:solidFill xmlns:a="http://schemas.openxmlformats.org/drawingml/2006/main">
            <a:srgbClr val="FFFFFF"/>
          </a:solidFill>
          <a:ln xmlns:a="http://schemas.openxmlformats.org/drawingml/2006/main" w="9525">
            <a:solidFill>
              <a:srgbClr val="000000"/>
            </a:solidFill>
            <a:prstDash val="solid"/>
          </a:ln>
        </p:spPr>
      </p:sp>
      <p:sp>
        <p:nvSpPr>
          <p:cNvPr id="225" name="dp45-comparison / n154 / fold">
            <a:extLst xmlns:a="http://schemas.openxmlformats.org/drawingml/2006/main">
              <a:ext uri="{FF2B5EF4-FFF2-40B4-BE49-F238E27FC236}">
                <a16:creationId xmlns:a16="http://schemas.microsoft.com/office/drawing/2014/main" id="{A6F687BA-56B0-41FD-9BCD-2CAFC9B14CC6}"/>
              </a:ext>
            </a:extLst>
          </p:cNvPr>
          <p:cNvSpPr>
            <a:spLocks xmlns:a="http://schemas.openxmlformats.org/drawingml/2006/main" noGrp="1"/>
          </p:cNvSpPr>
          <p:nvPr/>
        </p:nvSpPr>
        <p:spPr>
          <a:xfrm xmlns:a="http://schemas.openxmlformats.org/drawingml/2006/main">
            <a:off x="17021175" y="4314825"/>
            <a:ext cx="171450" cy="171450"/>
          </a:xfrm>
          <a:custGeom xmlns:a="http://schemas.openxmlformats.org/drawingml/2006/main">
            <a:pathLst>
              <a:path w="171450" h="171450">
                <a:moveTo>
                  <a:pt x="0" y="0"/>
                </a:moveTo>
                <a:lnTo>
                  <a:pt x="0" y="171450"/>
                </a:lnTo>
                <a:lnTo>
                  <a:pt x="171450" y="171450"/>
                </a:lnTo>
              </a:path>
            </a:pathLst>
          </a:custGeom>
          <a:noFill xmlns:a="http://schemas.openxmlformats.org/drawingml/2006/main"/>
          <a:ln xmlns:a="http://schemas.openxmlformats.org/drawingml/2006/main" w="9525">
            <a:solidFill>
              <a:srgbClr val="000000"/>
            </a:solidFill>
            <a:prstDash val="solid"/>
          </a:ln>
        </p:spPr>
      </p:sp>
      <p:sp>
        <p:nvSpPr>
          <p:cNvPr id="226" name="dp45-comparison / n155 / text 1">
            <a:extLst xmlns:a="http://schemas.openxmlformats.org/drawingml/2006/main">
              <a:ext uri="{FF2B5EF4-FFF2-40B4-BE49-F238E27FC236}">
                <a16:creationId xmlns:a16="http://schemas.microsoft.com/office/drawing/2014/main" id="{B8CF1A39-A142-4F8D-BD22-DE49110FF3C0}"/>
              </a:ext>
            </a:extLst>
          </p:cNvPr>
          <p:cNvSpPr>
            <a:spLocks xmlns:a="http://schemas.openxmlformats.org/drawingml/2006/main" noGrp="1"/>
          </p:cNvSpPr>
          <p:nvPr/>
        </p:nvSpPr>
        <p:spPr>
          <a:xfrm xmlns:a="http://schemas.openxmlformats.org/drawingml/2006/main">
            <a:off x="14335125" y="437197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Memory1: EXPLAINS_ITEM(P20 → E20)</a:t>
            </a:r>
          </a:p>
        </p:txBody>
      </p:sp>
      <p:sp>
        <p:nvSpPr>
          <p:cNvPr id="227" name="dp45-comparison / n155 / text 2">
            <a:extLst xmlns:a="http://schemas.openxmlformats.org/drawingml/2006/main">
              <a:ext uri="{FF2B5EF4-FFF2-40B4-BE49-F238E27FC236}">
                <a16:creationId xmlns:a16="http://schemas.microsoft.com/office/drawing/2014/main" id="{59F8DF2E-7EFE-4B5B-A565-6691D26B8AD5}"/>
              </a:ext>
            </a:extLst>
          </p:cNvPr>
          <p:cNvSpPr>
            <a:spLocks xmlns:a="http://schemas.openxmlformats.org/drawingml/2006/main" noGrp="1"/>
          </p:cNvSpPr>
          <p:nvPr/>
        </p:nvSpPr>
        <p:spPr>
          <a:xfrm xmlns:a="http://schemas.openxmlformats.org/drawingml/2006/main">
            <a:off x="14335125" y="449199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MODEL_DERIVED / source[27,52)</a:t>
            </a:r>
          </a:p>
        </p:txBody>
      </p:sp>
      <p:sp>
        <p:nvSpPr>
          <p:cNvPr id="228" name="dp45-comparison / n155 / text 3">
            <a:extLst xmlns:a="http://schemas.openxmlformats.org/drawingml/2006/main">
              <a:ext uri="{FF2B5EF4-FFF2-40B4-BE49-F238E27FC236}">
                <a16:creationId xmlns:a16="http://schemas.microsoft.com/office/drawing/2014/main" id="{A56B1342-C45C-44C9-BB88-4C979B3F61BA}"/>
              </a:ext>
            </a:extLst>
          </p:cNvPr>
          <p:cNvSpPr>
            <a:spLocks xmlns:a="http://schemas.openxmlformats.org/drawingml/2006/main" noGrp="1"/>
          </p:cNvSpPr>
          <p:nvPr/>
        </p:nvSpPr>
        <p:spPr>
          <a:xfrm xmlns:a="http://schemas.openxmlformats.org/drawingml/2006/main">
            <a:off x="14335125" y="4612005"/>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Memory2/3: HAS_RESULT(T21/22 → D21/22)</a:t>
            </a:r>
          </a:p>
        </p:txBody>
      </p:sp>
      <p:sp>
        <p:nvSpPr>
          <p:cNvPr id="229" name="dp45-comparison / n155 / text 4">
            <a:extLst xmlns:a="http://schemas.openxmlformats.org/drawingml/2006/main">
              <a:ext uri="{FF2B5EF4-FFF2-40B4-BE49-F238E27FC236}">
                <a16:creationId xmlns:a16="http://schemas.microsoft.com/office/drawing/2014/main" id="{5CBD47F5-20C5-4F11-896A-4DA984C06C6E}"/>
              </a:ext>
            </a:extLst>
          </p:cNvPr>
          <p:cNvSpPr>
            <a:spLocks xmlns:a="http://schemas.openxmlformats.org/drawingml/2006/main" noGrp="1"/>
          </p:cNvSpPr>
          <p:nvPr/>
        </p:nvSpPr>
        <p:spPr>
          <a:xfrm xmlns:a="http://schemas.openxmlformats.org/drawingml/2006/main">
            <a:off x="14335125" y="4732020"/>
            <a:ext cx="26860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EXPLICIT / 확인된 개정 참조</a:t>
            </a:r>
          </a:p>
        </p:txBody>
      </p:sp>
      <p:sp>
        <p:nvSpPr>
          <p:cNvPr id="230" name="dp45-comparison / n161">
            <a:extLst xmlns:a="http://schemas.openxmlformats.org/drawingml/2006/main">
              <a:ext uri="{FF2B5EF4-FFF2-40B4-BE49-F238E27FC236}">
                <a16:creationId xmlns:a16="http://schemas.microsoft.com/office/drawing/2014/main" id="{33F0B25F-5EA6-47A9-A22F-54D51DB68617}"/>
              </a:ext>
            </a:extLst>
          </p:cNvPr>
          <p:cNvSpPr>
            <a:spLocks xmlns:a="http://schemas.openxmlformats.org/drawingml/2006/main" noGrp="1"/>
          </p:cNvSpPr>
          <p:nvPr/>
        </p:nvSpPr>
        <p:spPr>
          <a:xfrm xmlns:a="http://schemas.openxmlformats.org/drawingml/2006/main">
            <a:off x="10220325" y="4371975"/>
            <a:ext cx="182270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1" name="dp45-comparison / n162 / text 1">
            <a:extLst xmlns:a="http://schemas.openxmlformats.org/drawingml/2006/main">
              <a:ext uri="{FF2B5EF4-FFF2-40B4-BE49-F238E27FC236}">
                <a16:creationId xmlns:a16="http://schemas.microsoft.com/office/drawing/2014/main" id="{3ACEB675-B35B-4AD7-B806-D06C63141D8E}"/>
              </a:ext>
            </a:extLst>
          </p:cNvPr>
          <p:cNvSpPr>
            <a:spLocks xmlns:a="http://schemas.openxmlformats.org/drawingml/2006/main" noGrp="1"/>
          </p:cNvSpPr>
          <p:nvPr/>
        </p:nvSpPr>
        <p:spPr>
          <a:xfrm xmlns:a="http://schemas.openxmlformats.org/drawingml/2006/main">
            <a:off x="10239375" y="4381500"/>
            <a:ext cx="2619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NOT_COVERED ↑ 지원 범위 생산</a:t>
            </a:r>
          </a:p>
        </p:txBody>
      </p:sp>
      <p:sp>
        <p:nvSpPr>
          <p:cNvPr id="232" name="dp45-comparison / n163">
            <a:extLst xmlns:a="http://schemas.openxmlformats.org/drawingml/2006/main">
              <a:ext uri="{FF2B5EF4-FFF2-40B4-BE49-F238E27FC236}">
                <a16:creationId xmlns:a16="http://schemas.microsoft.com/office/drawing/2014/main" id="{07FE04CD-0E1E-485D-9541-E8DF496BE481}"/>
              </a:ext>
            </a:extLst>
          </p:cNvPr>
          <p:cNvSpPr>
            <a:spLocks xmlns:a="http://schemas.openxmlformats.org/drawingml/2006/main" noGrp="1"/>
          </p:cNvSpPr>
          <p:nvPr/>
        </p:nvSpPr>
        <p:spPr>
          <a:xfrm xmlns:a="http://schemas.openxmlformats.org/drawingml/2006/main">
            <a:off x="10220325" y="4591050"/>
            <a:ext cx="238277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3" name="dp45-comparison / n164 / text 1">
            <a:extLst xmlns:a="http://schemas.openxmlformats.org/drawingml/2006/main">
              <a:ext uri="{FF2B5EF4-FFF2-40B4-BE49-F238E27FC236}">
                <a16:creationId xmlns:a16="http://schemas.microsoft.com/office/drawing/2014/main" id="{809A4F17-69E3-445E-B5B1-85CBEB44EB7E}"/>
              </a:ext>
            </a:extLst>
          </p:cNvPr>
          <p:cNvSpPr>
            <a:spLocks xmlns:a="http://schemas.openxmlformats.org/drawingml/2006/main" noGrp="1"/>
          </p:cNvSpPr>
          <p:nvPr/>
        </p:nvSpPr>
        <p:spPr>
          <a:xfrm xmlns:a="http://schemas.openxmlformats.org/drawingml/2006/main">
            <a:off x="10239375" y="4600575"/>
            <a:ext cx="2571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게시 revision ↓ 확인 뒤 Reader 재조회</a:t>
            </a:r>
          </a:p>
        </p:txBody>
      </p:sp>
      <p:sp>
        <p:nvSpPr>
          <p:cNvPr id="234" name="dp45-comparison / n165">
            <a:extLst xmlns:a="http://schemas.openxmlformats.org/drawingml/2006/main">
              <a:ext uri="{FF2B5EF4-FFF2-40B4-BE49-F238E27FC236}">
                <a16:creationId xmlns:a16="http://schemas.microsoft.com/office/drawing/2014/main" id="{B22FF169-F944-4173-88D0-5593EBC221F4}"/>
              </a:ext>
            </a:extLst>
          </p:cNvPr>
          <p:cNvSpPr>
            <a:spLocks xmlns:a="http://schemas.openxmlformats.org/drawingml/2006/main" noGrp="1"/>
          </p:cNvSpPr>
          <p:nvPr/>
        </p:nvSpPr>
        <p:spPr>
          <a:xfrm xmlns:a="http://schemas.openxmlformats.org/drawingml/2006/main">
            <a:off x="10125075" y="5734050"/>
            <a:ext cx="273253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5" name="dp45-comparison / n166 / text 1">
            <a:extLst xmlns:a="http://schemas.openxmlformats.org/drawingml/2006/main">
              <a:ext uri="{FF2B5EF4-FFF2-40B4-BE49-F238E27FC236}">
                <a16:creationId xmlns:a16="http://schemas.microsoft.com/office/drawing/2014/main" id="{FEE5B5B0-F1B6-4682-A1DC-5BE10ECD671C}"/>
              </a:ext>
            </a:extLst>
          </p:cNvPr>
          <p:cNvSpPr>
            <a:spLocks xmlns:a="http://schemas.openxmlformats.org/drawingml/2006/main" noGrp="1"/>
          </p:cNvSpPr>
          <p:nvPr/>
        </p:nvSpPr>
        <p:spPr>
          <a:xfrm xmlns:a="http://schemas.openxmlformats.org/drawingml/2006/main">
            <a:off x="10144125" y="5743575"/>
            <a:ext cx="3333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UNSUPPORTED_RELATION: 지원 밖 / 생산 안 함</a:t>
            </a:r>
          </a:p>
        </p:txBody>
      </p:sp>
      <p:sp>
        <p:nvSpPr>
          <p:cNvPr id="236" name="dp45-comparison / n167">
            <a:extLst xmlns:a="http://schemas.openxmlformats.org/drawingml/2006/main">
              <a:ext uri="{FF2B5EF4-FFF2-40B4-BE49-F238E27FC236}">
                <a16:creationId xmlns:a16="http://schemas.microsoft.com/office/drawing/2014/main" id="{D61967C5-2822-40D8-925C-38CF067C0CD4}"/>
              </a:ext>
            </a:extLst>
          </p:cNvPr>
          <p:cNvSpPr>
            <a:spLocks xmlns:a="http://schemas.openxmlformats.org/drawingml/2006/main" noGrp="1"/>
          </p:cNvSpPr>
          <p:nvPr/>
        </p:nvSpPr>
        <p:spPr>
          <a:xfrm xmlns:a="http://schemas.openxmlformats.org/drawingml/2006/main">
            <a:off x="14220825" y="5734050"/>
            <a:ext cx="2492502"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7" name="dp45-comparison / n168 / text 1">
            <a:extLst xmlns:a="http://schemas.openxmlformats.org/drawingml/2006/main">
              <a:ext uri="{FF2B5EF4-FFF2-40B4-BE49-F238E27FC236}">
                <a16:creationId xmlns:a16="http://schemas.microsoft.com/office/drawing/2014/main" id="{4865F4BE-6739-4DFA-B104-44E48EF53B64}"/>
              </a:ext>
            </a:extLst>
          </p:cNvPr>
          <p:cNvSpPr>
            <a:spLocks xmlns:a="http://schemas.openxmlformats.org/drawingml/2006/main" noGrp="1"/>
          </p:cNvSpPr>
          <p:nvPr/>
        </p:nvSpPr>
        <p:spPr>
          <a:xfrm xmlns:a="http://schemas.openxmlformats.org/drawingml/2006/main">
            <a:off x="14239875" y="5743575"/>
            <a:ext cx="295275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Coverage1[27,52) / gap[0,27) / 개정 1</a:t>
            </a:r>
          </a:p>
        </p:txBody>
      </p:sp>
      <p:sp>
        <p:nvSpPr>
          <p:cNvPr id="238" name="dp45-comparison / n173">
            <a:extLst xmlns:a="http://schemas.openxmlformats.org/drawingml/2006/main">
              <a:ext uri="{FF2B5EF4-FFF2-40B4-BE49-F238E27FC236}">
                <a16:creationId xmlns:a16="http://schemas.microsoft.com/office/drawing/2014/main" id="{4CE9D8FA-7928-46A0-8B9E-0C0B8F14B4CD}"/>
              </a:ext>
            </a:extLst>
          </p:cNvPr>
          <p:cNvSpPr>
            <a:spLocks xmlns:a="http://schemas.openxmlformats.org/drawingml/2006/main" noGrp="1"/>
          </p:cNvSpPr>
          <p:nvPr/>
        </p:nvSpPr>
        <p:spPr>
          <a:xfrm xmlns:a="http://schemas.openxmlformats.org/drawingml/2006/main">
            <a:off x="13077825" y="5895975"/>
            <a:ext cx="2791968"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39" name="dp45-comparison / n174 / text 1">
            <a:extLst xmlns:a="http://schemas.openxmlformats.org/drawingml/2006/main">
              <a:ext uri="{FF2B5EF4-FFF2-40B4-BE49-F238E27FC236}">
                <a16:creationId xmlns:a16="http://schemas.microsoft.com/office/drawing/2014/main" id="{2CDE0CD6-7886-46A3-AC0E-B4D20372E769}"/>
              </a:ext>
            </a:extLst>
          </p:cNvPr>
          <p:cNvSpPr>
            <a:spLocks xmlns:a="http://schemas.openxmlformats.org/drawingml/2006/main" noGrp="1"/>
          </p:cNvSpPr>
          <p:nvPr/>
        </p:nvSpPr>
        <p:spPr>
          <a:xfrm xmlns:a="http://schemas.openxmlformats.org/drawingml/2006/main">
            <a:off x="13096875" y="5905500"/>
            <a:ext cx="404812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Reader → owner: 현재 개정 / 요청한 원문 확인</a:t>
            </a:r>
          </a:p>
        </p:txBody>
      </p:sp>
      <p:sp>
        <p:nvSpPr>
          <p:cNvPr id="240" name="dp45-comparison / n175">
            <a:extLst xmlns:a="http://schemas.openxmlformats.org/drawingml/2006/main">
              <a:ext uri="{FF2B5EF4-FFF2-40B4-BE49-F238E27FC236}">
                <a16:creationId xmlns:a16="http://schemas.microsoft.com/office/drawing/2014/main" id="{BCAF3EC2-A6DA-4D88-9AF6-E6DBA98B285C}"/>
              </a:ext>
            </a:extLst>
          </p:cNvPr>
          <p:cNvSpPr>
            <a:spLocks xmlns:a="http://schemas.openxmlformats.org/drawingml/2006/main" noGrp="1"/>
          </p:cNvSpPr>
          <p:nvPr/>
        </p:nvSpPr>
        <p:spPr>
          <a:xfrm xmlns:a="http://schemas.openxmlformats.org/drawingml/2006/main">
            <a:off x="10125075" y="6086475"/>
            <a:ext cx="356235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1" name="dp45-comparison / n176 / text 1">
            <a:extLst xmlns:a="http://schemas.openxmlformats.org/drawingml/2006/main">
              <a:ext uri="{FF2B5EF4-FFF2-40B4-BE49-F238E27FC236}">
                <a16:creationId xmlns:a16="http://schemas.microsoft.com/office/drawing/2014/main" id="{1655555D-A51C-4128-9BE5-9E4A59FEE7FF}"/>
              </a:ext>
            </a:extLst>
          </p:cNvPr>
          <p:cNvSpPr>
            <a:spLocks xmlns:a="http://schemas.openxmlformats.org/drawingml/2006/main" noGrp="1"/>
          </p:cNvSpPr>
          <p:nvPr/>
        </p:nvSpPr>
        <p:spPr>
          <a:xfrm xmlns:a="http://schemas.openxmlformats.org/drawingml/2006/main">
            <a:off x="10144125" y="6096000"/>
            <a:ext cx="70008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정정 / 삭제 → 사용 fence → 부분 재생산 / 옛 job 게시 거부</a:t>
            </a:r>
          </a:p>
        </p:txBody>
      </p:sp>
      <p:sp>
        <p:nvSpPr>
          <p:cNvPr id="242" name="dp45-comparison / n185">
            <a:extLst xmlns:a="http://schemas.openxmlformats.org/drawingml/2006/main">
              <a:ext uri="{FF2B5EF4-FFF2-40B4-BE49-F238E27FC236}">
                <a16:creationId xmlns:a16="http://schemas.microsoft.com/office/drawing/2014/main" id="{8B1E5DB8-BDF9-41CB-9F65-FA2674B61121}"/>
              </a:ext>
            </a:extLst>
          </p:cNvPr>
          <p:cNvSpPr>
            <a:spLocks xmlns:a="http://schemas.openxmlformats.org/drawingml/2006/main" noGrp="1"/>
          </p:cNvSpPr>
          <p:nvPr/>
        </p:nvSpPr>
        <p:spPr>
          <a:xfrm xmlns:a="http://schemas.openxmlformats.org/drawingml/2006/main">
            <a:off x="12982575" y="6496050"/>
            <a:ext cx="1082040"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3" name="dp45-comparison / n186 / text 1">
            <a:extLst xmlns:a="http://schemas.openxmlformats.org/drawingml/2006/main">
              <a:ext uri="{FF2B5EF4-FFF2-40B4-BE49-F238E27FC236}">
                <a16:creationId xmlns:a16="http://schemas.microsoft.com/office/drawing/2014/main" id="{24649DF2-D846-492A-BEE0-21D85ABA5A6B}"/>
              </a:ext>
            </a:extLst>
          </p:cNvPr>
          <p:cNvSpPr>
            <a:spLocks xmlns:a="http://schemas.openxmlformats.org/drawingml/2006/main" noGrp="1"/>
          </p:cNvSpPr>
          <p:nvPr/>
        </p:nvSpPr>
        <p:spPr>
          <a:xfrm xmlns:a="http://schemas.openxmlformats.org/drawingml/2006/main">
            <a:off x="13001625" y="6505575"/>
            <a:ext cx="1476375"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조건부 C-CONTEXT</a:t>
            </a:r>
          </a:p>
        </p:txBody>
      </p:sp>
      <p:sp>
        <p:nvSpPr>
          <p:cNvPr id="244" name="dp45-comparison / n187">
            <a:extLst xmlns:a="http://schemas.openxmlformats.org/drawingml/2006/main">
              <a:ext uri="{FF2B5EF4-FFF2-40B4-BE49-F238E27FC236}">
                <a16:creationId xmlns:a16="http://schemas.microsoft.com/office/drawing/2014/main" id="{55E3CA58-EED3-46CD-9834-4D880EC59C99}"/>
              </a:ext>
            </a:extLst>
          </p:cNvPr>
          <p:cNvSpPr>
            <a:spLocks xmlns:a="http://schemas.openxmlformats.org/drawingml/2006/main" noGrp="1"/>
          </p:cNvSpPr>
          <p:nvPr/>
        </p:nvSpPr>
        <p:spPr>
          <a:xfrm xmlns:a="http://schemas.openxmlformats.org/drawingml/2006/main">
            <a:off x="9934575" y="6819900"/>
            <a:ext cx="6166961" cy="13906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5" name="dp45-comparison / n188 / text 1">
            <a:extLst xmlns:a="http://schemas.openxmlformats.org/drawingml/2006/main">
              <a:ext uri="{FF2B5EF4-FFF2-40B4-BE49-F238E27FC236}">
                <a16:creationId xmlns:a16="http://schemas.microsoft.com/office/drawing/2014/main" id="{AB4E3358-D94B-4108-9E5B-24A1157B97D0}"/>
              </a:ext>
            </a:extLst>
          </p:cNvPr>
          <p:cNvSpPr>
            <a:spLocks xmlns:a="http://schemas.openxmlformats.org/drawingml/2006/main" noGrp="1"/>
          </p:cNvSpPr>
          <p:nvPr/>
        </p:nvSpPr>
        <p:spPr>
          <a:xfrm xmlns:a="http://schemas.openxmlformats.org/drawingml/2006/main">
            <a:off x="9953625" y="6829425"/>
            <a:ext cx="7524750" cy="145018"/>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788" b="0">
                <a:solidFill>
                  <a:srgbClr val="000000"/>
                </a:solidFill>
                <a:latin typeface="Apple SD Gothic Neo"/>
                <a:ea typeface="Apple SD Gothic Neo"/>
                <a:cs typeface="Apple SD Gothic Neo"/>
              </a:defRPr>
            </a:pPr>
            <a:r>
              <a:rPr sz="788" b="0">
                <a:solidFill>
                  <a:srgbClr val="000000"/>
                </a:solidFill>
                <a:latin typeface="Apple SD Gothic Neo"/>
                <a:ea typeface="Apple SD Gothic Neo"/>
                <a:cs typeface="Apple SD Gothic Neo"/>
              </a:rPr>
              <a:t>Query1 {purpose:REQUEST_UNDERSTANDING, relation_kinds:[EXPLAINS_ITEM,HAS_RESULT], original_required:true}</a:t>
            </a:r>
          </a:p>
        </p:txBody>
      </p:sp>
      <p:sp>
        <p:nvSpPr>
          <p:cNvPr id="246" name="dp45-comparison / n195">
            <a:extLst xmlns:a="http://schemas.openxmlformats.org/drawingml/2006/main">
              <a:ext uri="{FF2B5EF4-FFF2-40B4-BE49-F238E27FC236}">
                <a16:creationId xmlns:a16="http://schemas.microsoft.com/office/drawing/2014/main" id="{BD607B73-E86E-4F24-82AE-04A6D64144EF}"/>
              </a:ext>
            </a:extLst>
          </p:cNvPr>
          <p:cNvSpPr>
            <a:spLocks xmlns:a="http://schemas.openxmlformats.org/drawingml/2006/main" noGrp="1"/>
          </p:cNvSpPr>
          <p:nvPr/>
        </p:nvSpPr>
        <p:spPr>
          <a:xfrm xmlns:a="http://schemas.openxmlformats.org/drawingml/2006/main">
            <a:off x="13077825" y="6248400"/>
            <a:ext cx="2794254" cy="15621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7" name="dp45-comparison / n196 / text 1">
            <a:extLst xmlns:a="http://schemas.openxmlformats.org/drawingml/2006/main">
              <a:ext uri="{FF2B5EF4-FFF2-40B4-BE49-F238E27FC236}">
                <a16:creationId xmlns:a16="http://schemas.microsoft.com/office/drawing/2014/main" id="{BE09CE10-9D49-4730-88E4-BDD55A4FF1C2}"/>
              </a:ext>
            </a:extLst>
          </p:cNvPr>
          <p:cNvSpPr>
            <a:spLocks xmlns:a="http://schemas.openxmlformats.org/drawingml/2006/main" noGrp="1"/>
          </p:cNvSpPr>
          <p:nvPr/>
        </p:nvSpPr>
        <p:spPr>
          <a:xfrm xmlns:a="http://schemas.openxmlformats.org/drawingml/2006/main">
            <a:off x="13096875" y="6257925"/>
            <a:ext cx="4191000" cy="16573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900" b="0">
                <a:solidFill>
                  <a:srgbClr val="000000"/>
                </a:solidFill>
                <a:latin typeface="Apple SD Gothic Neo"/>
                <a:ea typeface="Apple SD Gothic Neo"/>
                <a:cs typeface="Apple SD Gothic Neo"/>
              </a:defRPr>
            </a:pPr>
            <a:r>
              <a:rPr sz="900" b="0">
                <a:solidFill>
                  <a:srgbClr val="000000"/>
                </a:solidFill>
                <a:latin typeface="Apple SD Gothic Neo"/>
                <a:ea typeface="Apple SD Gothic Neo"/>
                <a:cs typeface="Apple SD Gothic Neo"/>
              </a:rPr>
              <a:t>Query1 → / ← Bundle1 + Receipt1 (PARTIAL)</a:t>
            </a:r>
          </a:p>
        </p:txBody>
      </p:sp>
      <p:sp>
        <p:nvSpPr>
          <p:cNvPr id="248" name="dp45-comparison / n198">
            <a:extLst xmlns:a="http://schemas.openxmlformats.org/drawingml/2006/main">
              <a:ext uri="{FF2B5EF4-FFF2-40B4-BE49-F238E27FC236}">
                <a16:creationId xmlns:a16="http://schemas.microsoft.com/office/drawing/2014/main" id="{2F80335F-92CF-4747-BE59-89F9D8FEDDDF}"/>
              </a:ext>
            </a:extLst>
          </p:cNvPr>
          <p:cNvSpPr>
            <a:spLocks xmlns:a="http://schemas.openxmlformats.org/drawingml/2006/main" noGrp="1"/>
          </p:cNvSpPr>
          <p:nvPr/>
        </p:nvSpPr>
        <p:spPr>
          <a:xfrm xmlns:a="http://schemas.openxmlformats.org/drawingml/2006/main">
            <a:off x="12954000" y="7143750"/>
            <a:ext cx="1339786" cy="14478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249" name="dp45-comparison / n199 / text 1">
            <a:extLst xmlns:a="http://schemas.openxmlformats.org/drawingml/2006/main">
              <a:ext uri="{FF2B5EF4-FFF2-40B4-BE49-F238E27FC236}">
                <a16:creationId xmlns:a16="http://schemas.microsoft.com/office/drawing/2014/main" id="{6F707C36-3269-443D-A8F3-615486500C0C}"/>
              </a:ext>
            </a:extLst>
          </p:cNvPr>
          <p:cNvSpPr>
            <a:spLocks xmlns:a="http://schemas.openxmlformats.org/drawingml/2006/main" noGrp="1"/>
          </p:cNvSpPr>
          <p:nvPr/>
        </p:nvSpPr>
        <p:spPr>
          <a:xfrm xmlns:a="http://schemas.openxmlformats.org/drawingml/2006/main">
            <a:off x="12973050" y="7153275"/>
            <a:ext cx="1533525" cy="151924"/>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p xmlns:a="http://schemas.openxmlformats.org/drawingml/2006/main">
            <a:pPr algn="l">
              <a:defRPr sz="825" b="0">
                <a:solidFill>
                  <a:srgbClr val="000000"/>
                </a:solidFill>
                <a:latin typeface="Apple SD Gothic Neo"/>
                <a:ea typeface="Apple SD Gothic Neo"/>
                <a:cs typeface="Apple SD Gothic Neo"/>
              </a:defRPr>
            </a:pPr>
            <a:r>
              <a:rPr sz="825" b="0">
                <a:solidFill>
                  <a:srgbClr val="000000"/>
                </a:solidFill>
                <a:latin typeface="Apple SD Gothic Neo"/>
                <a:ea typeface="Apple SD Gothic Neo"/>
                <a:cs typeface="Apple SD Gothic Neo"/>
              </a:rPr>
              <a:t>의미 제안 → 검증 / 채택</a:t>
            </a:r>
          </a:p>
        </p:txBody>
      </p:sp>
    </p:spTree>
    <p:extLst>
      <p:ext uri="{BB962C8B-B14F-4D97-AF65-F5344CB8AC3E}">
        <p14:creationId xmlns:p14="http://schemas.microsoft.com/office/powerpoint/2010/main" val="169730750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2026-10-08T11:10:12.6040000Z</dcterms:created>
  <dcterms:modified xsi:type="dcterms:W3CDTF">2026-10-08T11:10:12.6040000Z</dcterms:modified>
</coreProperties>
</file>