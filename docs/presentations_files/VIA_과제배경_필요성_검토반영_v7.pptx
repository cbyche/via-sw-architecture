
<file path=[Content_Types].xml><?xml version="1.0" encoding="utf-8"?>
<Types xmlns="http://schemas.openxmlformats.org/package/2006/content-types">
  <Default Extension="xml" ContentType="application/vnd.openxmlformats-package.core-properties+xml"/>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ffa47cbace2426a" /><Relationship Type="http://schemas.openxmlformats.org/officeDocument/2006/relationships/extended-properties" Target="/docProps/app.xml" Id="R190c53686ebf41c1" /><Relationship Type="http://schemas.openxmlformats.org/officeDocument/2006/relationships/officeDocument" Target="/ppt/presentation.xml" Id="Raa63c825c5a24197" /></Relationships>
</file>

<file path=ppt/presentation.xml><?xml version="1.0" encoding="utf-8"?>
<p:presentation xmlns:p="http://schemas.openxmlformats.org/presentationml/2006/main">
  <p:sldMasterIdLst>
    <p:sldMasterId xmlns:r="http://schemas.openxmlformats.org/officeDocument/2006/relationships" id="2147483648" r:id="Rda86a757e5434fd7"/>
  </p:sldMasterIdLst>
  <p:notesMasterIdLst>
    <p:notesMasterId xmlns:r="http://schemas.openxmlformats.org/officeDocument/2006/relationships" r:id="R84b102927349435a"/>
  </p:notesMasterIdLst>
  <p:sldIdLst>
    <p:sldId xmlns:r="http://schemas.openxmlformats.org/officeDocument/2006/relationships" id="256" r:id="R0ed8ab8535834e21"/>
    <p:sldId xmlns:r="http://schemas.openxmlformats.org/officeDocument/2006/relationships" id="257" r:id="R134dc13cd6004739"/>
    <p:sldId xmlns:r="http://schemas.openxmlformats.org/officeDocument/2006/relationships" id="258" r:id="R58eb1b69cd5645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ccbe72a217409d" /><Relationship Type="http://schemas.openxmlformats.org/officeDocument/2006/relationships/slideMaster" Target="/ppt/slideMasters/slideMaster1.xml" Id="Rda86a757e5434fd7" /><Relationship Type="http://schemas.openxmlformats.org/officeDocument/2006/relationships/notesMaster" Target="/ppt/notesMasters/notesMaster1.xml" Id="R84b102927349435a" /><Relationship Type="http://schemas.openxmlformats.org/officeDocument/2006/relationships/presProps" Target="/ppt/presProps.xml" Id="Reefd9614f2e84d98" /><Relationship Type="http://schemas.openxmlformats.org/officeDocument/2006/relationships/tableStyles" Target="/ppt/tableStyles.xml" Id="R18b642d7ff6c4e1c" /><Relationship Type="http://schemas.openxmlformats.org/officeDocument/2006/relationships/slide" Target="/ppt/slides/slide1.xml" Id="R0ed8ab8535834e21" /><Relationship Type="http://schemas.openxmlformats.org/officeDocument/2006/relationships/slide" Target="/ppt/slides/slide2.xml" Id="R134dc13cd6004739" /><Relationship Type="http://schemas.openxmlformats.org/officeDocument/2006/relationships/slide" Target="/ppt/slides/slide3.xml" Id="R58eb1b69cd5645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c38049fec14e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24a483f3ba4c66" /><Relationship Type="http://schemas.openxmlformats.org/officeDocument/2006/relationships/notesMaster" Target="/ppt/notesMasters/notesMaster1.xml" Id="R832cbe33023d47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dea20ce3ff4ae4" /><Relationship Type="http://schemas.openxmlformats.org/officeDocument/2006/relationships/notesMaster" Target="/ppt/notesMasters/notesMaster1.xml" Id="Ra9bb3611ae4846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aee0f833084acd" /><Relationship Type="http://schemas.openxmlformats.org/officeDocument/2006/relationships/notesMaster" Target="/ppt/notesMasters/notesMaster1.xml" Id="R2fbd8ed86add42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페이지의 목적은 서로 다른 두 기술 동향을 당사의 과제 배경으로 연결하는 것이다. 좌측은 AI가 목표를 받아 도구를 사용하며 실제 업무를 수행하고, 적용 범위가 여러 앱에 걸친 작업과 분야별 전문 업무로 나뉠 수 있음을 보인다. 하단은 Anthropic이 공개한 사무 업무와 개발 업무의 제품 사례다. 공개 기능 설명을 요약했으며 모든 앱의 지원이나 실측 품질·시장점유율을 주장하지 않는다. Cowork는 공개 제품 사례의 명칭을 썼다. 확인 시점 제품 페이지에는 Claude로의 명칭 통합 안내가 함께 있으므로 현행 독립 제품군의 엄격한 분류로 제시하지 않는다. 두 범주는 배타적 분류가 아니다. 우측은 음성과 화면을 함께 사용하는 상호작용이 등장한 상황에서 기기 제조사가 사용자 접점을 확보하고 다양한 업무 AI의 발전을 활용한다는 사용자 제공 CTO 방향을 설명한다. 이를 검증된 공개 회사 전략이나 CTO 직접 인용으로 제시하지 않는다.</a:t>
            </a:r>
          </a:p>
          <a:p xmlns:a="http://schemas.openxmlformats.org/drawingml/2006/main">
            <a:r>
              <a:t>Anthropic original announcement: https://www.anthropic.com/news/3-5-models-and-computer-use ; original demonstration https://www.youtube.com/watch?v=ODaHJzOyVCQ . Video byte source is a repost of the same demonstration: https://www.linkedin.com/posts/alliekmiller_breaking-ai-can-now-help-with-coding-activity-7254507552476909568-31Ei . 54–106 seconds, 3x, 8fps, silent.</a:t>
            </a:r>
          </a:p>
          <a:p xmlns:a="http://schemas.openxmlformats.org/drawingml/2006/main">
            <a:r>
              <a:t>Product application sources, accessed 2026-09-30: https://claude.com/product/cowork (research, document and spreadsheet creation across files/tools; public examples of reports and presentations); https://www.anthropic.com/engineering/claude-code-sandboxing (navigate codebase, edit files, run commands, write/test/debug code). Agent concept: https://www.anthropic.com/engineering/building-effective-agents . These are paraphrased vendor-described capabilities, not measured market or quality claims.</a:t>
            </a:r>
          </a:p>
          <a:p xmlns:a="http://schemas.openxmlformats.org/drawingml/2006/main">
            <a:r>
              <a:t>OpenAI official demonstration: https://www.linkedin.com/posts/this-gpt-6-astra-ugcPost-7501364077496221696-H8XE . Official post identifies GPT-6 Astra. 17–41 seconds, 1.5x, 8fps, silent. These external demonstrations are not implementation or performance evidence for this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목적: 앞 페이지의 사용자 접점이 구체적으로 어떤 책임을 가지는지 설명한다. 일반적인 AI Agent와 VIA를 기술적으로 상호 배타적인 유형으로 분류하지 않는다. 둘 다 AI로 판단하거나 도구를 사용할 수 있다. 이 과제의 차별화된 설계 대상은 지속적인 PC interaction과 요청·대화·Task의 연결 및 제어이고, Downstream Agent의 설계 대상은 위임받은 업무의 reasoning·planning·tool selection·execution이다. 이것이 이 페이지에서 강조할 책임 경계다.</a:t>
            </a:r>
          </a:p>
          <a:p xmlns:a="http://schemas.openxmlformats.org/drawingml/2006/main">
            <a:r>
              <a:t>왼쪽 세 단계는 설명을 위한 책임 묶음이며 실제 target Component 이름이나 순차 실행 call graph가 아니다. VIA가 단순한 음성 중계기 또는 라우터라는 의미도 아니다. 시점별 근거로 목표·대상·업무 관계를 판단하고 필요한 확인을 거쳐 처리 방향을 정하며, 요청·Task·권한·상태·결과 연결을 관리한다. 범위가 명확한 설명·요약은 직접 답할 수 있으나 업무 내부 계획과 장기 tool 실행을 맡지 않는다.</a:t>
            </a:r>
          </a:p>
          <a:p xmlns:a="http://schemas.openxmlformats.org/drawingml/2006/main">
            <a:r>
              <a:t>예시의 보고서 작성과 기존 자료 조사는 독립 목표다. 하나의 업무 안의 조사·작성 내부 단계를 VIA가 임의로 분해하는 예시가 아니다. 같은 Agent가 둘을 수행할 수도 있으나 VIA의 업무 identity는 별도로 추적한다. 취소 요청 접수와 실제 취소 완료를 구분하고 확인된 상태만 전달한다.</a:t>
            </a:r>
          </a:p>
          <a:p xmlns:a="http://schemas.openxmlformats.org/drawingml/2006/main">
            <a:r>
              <a:t>Source commit a2acb638001f15b920c5ab1903053ea3c2892711: docs/architecture/01-system-mission-and-boundary.md; 03-fixed-architecture-scope.md; 05-representative-use-cases.md; 12-decisions/target-architecture/architecture.md §§1,5,6,9,11,12,13; control-and-lifecycle.md; memory-and-context-lifecycle.md; shared-omni-runtime.md; design-completeness.md. REVIEWED_BASELINE is a reviewed target design, not implemented or measured superiority. Components and runtime internals are intentionally reserved for later architecture slides. Shared Omni is one weight set used for distinct voice and semantic roles, with separated state; no additional models are implied by these conceptual responsibility groups.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VIA는 화면과 대화, 진행 중인 Task를 함께 해석해 사용자 의도대로 요청을 처리해야 한다. 후속 정정은 바꿀 범위를 구분하고 기존 조건을 유지한다.</a:t>
            </a:r>
          </a:p>
          <a:p xmlns:a="http://schemas.openxmlformats.org/drawingml/2006/main">
            <a:r>
              <a:t>첫 사례는 선택한 표와 앞선 Conversation을 현재 정정 Request에 연결한다. 메일 내용은 보고서 결론에서 선택한 표로 바꾸고, 보고서 PDF와 메일 초안 조건은 유지한다. 실제 문서 및 메일 업무 수행은 Downstream Agent 책임이다.</a:t>
            </a:r>
          </a:p>
          <a:p xmlns:a="http://schemas.openxmlformats.org/drawingml/2006/main">
            <a:r>
              <a:t>가운데 시간축은 업무 요청, 진행 확인, 결과 도착의 개념도다. 위치와 구간 길이는 실제 시간이나 처리 비율이 아니다. 최초 해석과 위임 이후 외부 보고서 작성이 진행되는 동안 VIA는 확인된 상태로 진행 질문에 답한다. 새 Agent Execution을 만들어야 한다는 뜻이 아니다. 실제 접수와 완료, 결과 도착 및 사용자 전달은 구별한다.</a:t>
            </a:r>
          </a:p>
          <a:p xmlns:a="http://schemas.openxmlformats.org/drawingml/2006/main">
            <a:r>
              <a:t>첫 반응과 준비된 결과의 전달에는 VIA의 해석, 조회, 검증 및 출력 시간이 필요하다. 외부 업무만 기다리는 시간은 VIA 처리시간과 구별한다. 입력과 인식의 지속은 해석 및 외부 실행과 병행해야 한다.</a:t>
            </a:r>
          </a:p>
          <a:p xmlns:a="http://schemas.openxmlformats.org/drawingml/2006/main">
            <a:r>
              <a:t>오른쪽은 기술 발전의 범위와 연동 확장의 개념도다. 네 영역은 기술 범위이며 Component 배치, 독립 모델 수나 선택된 대안이 아니다. 연두색 기억 영역은 변경 영향의 범위를 설명하는 예시다. 학습과 모델 내부 알고리즘 개발은 본 과제의 Architecture 범위 밖이다. VIA 내부 기술의 발전과 Downstream Agent의 변화가 모두 설계 변경의 동기가 된다.</a:t>
            </a:r>
          </a:p>
          <a:p xmlns:a="http://schemas.openxmlformats.org/drawingml/2006/main">
            <a:r>
              <a:t>배경의 세 축은 뒤에서 제시할 품질 요구사항 및 DP 검토의 배경이다. 현재 페이지에서는 품질 이름과 ID를 먼저 표시하지 않는다. 특정 구조의 우열이나 성능 수치, 대안 선택 결과를 주장하지 않는다.</a:t>
            </a:r>
          </a:p>
          <a:p xmlns:a="http://schemas.openxmlformats.org/drawingml/2006/main">
            <a:r>
              <a:t>문안 근거: docs/architecture/03-fixed-architecture-scope.md; docs/architecture/05-representative-use-cases.md; docs/presentations_files/quality-attributes.md; docs/architecture/12-decisions/decision-packages/04-41-request-resolution-control.md; 04-42-lifecycle-ownership.md; 04-43-request-interpretation.md; 04-44-continuous-interaction.md; 04-45-memory-and-context.md</a:t>
            </a:r>
          </a:p>
          <a:p xmlns:a="http://schemas.openxmlformats.org/drawingml/2006/main">
            <a:r>
              <a:t>레이아웃 참조: docs/presentations_files/presentation_example1/03-과제필요성.png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330a515c6646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a1210cbd774ebb" /><Relationship Type="http://schemas.openxmlformats.org/officeDocument/2006/relationships/slideLayout" Target="/ppt/slideLayouts/slideLayout1.xml" Id="R7bb00c503edd4a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b00c503edd4a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7f5e41819554ae7" /><Relationship Type="http://schemas.openxmlformats.org/officeDocument/2006/relationships/image" Target="/ppt/media/image.gif" Id="R413be209bf6b450f" /><Relationship Type="http://schemas.openxmlformats.org/officeDocument/2006/relationships/image" Target="/ppt/media/image2.gif" Id="R34900b255bd54306" /><Relationship Type="http://schemas.openxmlformats.org/officeDocument/2006/relationships/notesSlide" Target="/ppt/notesSlides/notesSlide1.xml" Id="R0f2a51639d8749e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0f64148ace44f45" /><Relationship Type="http://schemas.openxmlformats.org/officeDocument/2006/relationships/notesSlide" Target="/ppt/notesSlides/notesSlide2.xml" Id="R2eb99875954241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29457547904210" /><Relationship Type="http://schemas.openxmlformats.org/officeDocument/2006/relationships/notesSlide" Target="/ppt/notesSlides/notesSlide3.xml" Id="R5c747439b9b242a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r3-1">
            <a:extLst xmlns:a="http://schemas.openxmlformats.org/drawingml/2006/main">
              <a:ext uri="{FF2B5EF4-FFF2-40B4-BE49-F238E27FC236}">
                <a16:creationId xmlns:a16="http://schemas.microsoft.com/office/drawing/2014/main" id="{8CAC8117-16F8-4F9D-8317-AAE3EC84E1F0}"/>
              </a:ext>
            </a:extLst>
          </p:cNvPr>
          <p:cNvSpPr>
            <a:spLocks xmlns:a="http://schemas.openxmlformats.org/drawingml/2006/main" noGrp="1"/>
          </p:cNvSpPr>
          <p:nvPr/>
        </p:nvSpPr>
        <p:spPr>
          <a:xfrm xmlns:a="http://schemas.openxmlformats.org/drawingml/2006/main">
            <a:off x="381000" y="142875"/>
            <a:ext cx="66960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1">
                <a:solidFill>
                  <a:srgbClr val="20262C"/>
                </a:solidFill>
                <a:latin typeface="Apple SD Gothic Neo"/>
                <a:ea typeface="Apple SD Gothic Neo"/>
                <a:cs typeface="Apple SD Gothic Neo"/>
              </a:defRPr>
            </a:pPr>
            <a:r>
              <a:rPr sz="2400" b="1">
                <a:solidFill>
                  <a:srgbClr val="20262C"/>
                </a:solidFill>
                <a:latin typeface="Apple SD Gothic Neo"/>
                <a:ea typeface="Apple SD Gothic Neo"/>
                <a:cs typeface="Apple SD Gothic Neo"/>
              </a:rPr>
              <a:t>과제 배경 | 관련 동향</a:t>
            </a:r>
          </a:p>
        </p:txBody>
      </p:sp>
      <p:sp>
        <p:nvSpPr>
          <p:cNvPr id="2" name="line-2">
            <a:extLst xmlns:a="http://schemas.openxmlformats.org/drawingml/2006/main">
              <a:ext uri="{FF2B5EF4-FFF2-40B4-BE49-F238E27FC236}">
                <a16:creationId xmlns:a16="http://schemas.microsoft.com/office/drawing/2014/main" id="{1F04E5D7-6604-4B32-8D5A-9E70895E6885}"/>
              </a:ext>
            </a:extLst>
          </p:cNvPr>
          <p:cNvSpPr>
            <a:spLocks xmlns:a="http://schemas.openxmlformats.org/drawingml/2006/main" noGrp="1"/>
          </p:cNvSpPr>
          <p:nvPr/>
        </p:nvSpPr>
        <p:spPr>
          <a:xfrm xmlns:a="http://schemas.openxmlformats.org/drawingml/2006/main" flipH="0">
            <a:off x="285750" y="647700"/>
            <a:ext cx="11620500" cy="0"/>
          </a:xfrm>
          <a:prstGeom xmlns:a="http://schemas.openxmlformats.org/drawingml/2006/main" prst="line">
            <a:avLst/>
          </a:prstGeom>
          <a:noFill xmlns:a="http://schemas.openxmlformats.org/drawingml/2006/main"/>
          <a:ln xmlns:a="http://schemas.openxmlformats.org/drawingml/2006/main" w="9525">
            <a:solidFill>
              <a:srgbClr val="6C747C"/>
            </a:solidFill>
          </a:ln>
        </p:spPr>
      </p:sp>
      <p:sp>
        <p:nvSpPr>
          <p:cNvPr id="3" name="r3-3">
            <a:extLst xmlns:a="http://schemas.openxmlformats.org/drawingml/2006/main">
              <a:ext uri="{FF2B5EF4-FFF2-40B4-BE49-F238E27FC236}">
                <a16:creationId xmlns:a16="http://schemas.microsoft.com/office/drawing/2014/main" id="{5D800A3F-CABC-4308-9166-7DAF8662354C}"/>
              </a:ext>
            </a:extLst>
          </p:cNvPr>
          <p:cNvSpPr>
            <a:spLocks xmlns:a="http://schemas.openxmlformats.org/drawingml/2006/main" noGrp="1"/>
          </p:cNvSpPr>
          <p:nvPr/>
        </p:nvSpPr>
        <p:spPr>
          <a:xfrm xmlns:a="http://schemas.openxmlformats.org/drawingml/2006/main">
            <a:off x="7286625" y="190500"/>
            <a:ext cx="990600" cy="276225"/>
          </a:xfrm>
          <a:prstGeom xmlns:a="http://schemas.openxmlformats.org/drawingml/2006/main" prst="chevron">
            <a:avLst/>
          </a:prstGeom>
          <a:solidFill xmlns:a="http://schemas.openxmlformats.org/drawingml/2006/main">
            <a:srgbClr val="258FAF"/>
          </a:solidFill>
          <a:ln xmlns:a="http://schemas.openxmlformats.org/drawingml/2006/main" w="9525">
            <a:solidFill>
              <a:srgbClr val="FFFFFF"/>
            </a:solidFill>
          </a:ln>
        </p:spPr>
      </p:sp>
      <p:sp>
        <p:nvSpPr>
          <p:cNvPr id="4" name="r3-4">
            <a:extLst xmlns:a="http://schemas.openxmlformats.org/drawingml/2006/main">
              <a:ext uri="{FF2B5EF4-FFF2-40B4-BE49-F238E27FC236}">
                <a16:creationId xmlns:a16="http://schemas.microsoft.com/office/drawing/2014/main" id="{EE344BD5-A6DC-4CB7-B0B9-BACB68666A2A}"/>
              </a:ext>
            </a:extLst>
          </p:cNvPr>
          <p:cNvSpPr>
            <a:spLocks xmlns:a="http://schemas.openxmlformats.org/drawingml/2006/main" noGrp="1"/>
          </p:cNvSpPr>
          <p:nvPr/>
        </p:nvSpPr>
        <p:spPr>
          <a:xfrm xmlns:a="http://schemas.openxmlformats.org/drawingml/2006/main">
            <a:off x="73628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과제 소개</a:t>
            </a:r>
          </a:p>
        </p:txBody>
      </p:sp>
      <p:sp>
        <p:nvSpPr>
          <p:cNvPr id="5" name="r3-5">
            <a:extLst xmlns:a="http://schemas.openxmlformats.org/drawingml/2006/main">
              <a:ext uri="{FF2B5EF4-FFF2-40B4-BE49-F238E27FC236}">
                <a16:creationId xmlns:a16="http://schemas.microsoft.com/office/drawing/2014/main" id="{5ECD5165-4A5E-4669-AB00-85E21B2BA05D}"/>
              </a:ext>
            </a:extLst>
          </p:cNvPr>
          <p:cNvSpPr>
            <a:spLocks xmlns:a="http://schemas.openxmlformats.org/drawingml/2006/main" noGrp="1"/>
          </p:cNvSpPr>
          <p:nvPr/>
        </p:nvSpPr>
        <p:spPr>
          <a:xfrm xmlns:a="http://schemas.openxmlformats.org/drawingml/2006/main">
            <a:off x="81819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6" name="r3-6">
            <a:extLst xmlns:a="http://schemas.openxmlformats.org/drawingml/2006/main">
              <a:ext uri="{FF2B5EF4-FFF2-40B4-BE49-F238E27FC236}">
                <a16:creationId xmlns:a16="http://schemas.microsoft.com/office/drawing/2014/main" id="{AE7D1F32-45B1-4DA1-971C-5910B03C6135}"/>
              </a:ext>
            </a:extLst>
          </p:cNvPr>
          <p:cNvSpPr>
            <a:spLocks xmlns:a="http://schemas.openxmlformats.org/drawingml/2006/main" noGrp="1"/>
          </p:cNvSpPr>
          <p:nvPr/>
        </p:nvSpPr>
        <p:spPr>
          <a:xfrm xmlns:a="http://schemas.openxmlformats.org/drawingml/2006/main">
            <a:off x="82581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요구사항 분석</a:t>
            </a:r>
          </a:p>
        </p:txBody>
      </p:sp>
      <p:sp>
        <p:nvSpPr>
          <p:cNvPr id="7" name="r3-7">
            <a:extLst xmlns:a="http://schemas.openxmlformats.org/drawingml/2006/main">
              <a:ext uri="{FF2B5EF4-FFF2-40B4-BE49-F238E27FC236}">
                <a16:creationId xmlns:a16="http://schemas.microsoft.com/office/drawing/2014/main" id="{194B31F5-3247-439B-8C74-15BBAE0DB6C3}"/>
              </a:ext>
            </a:extLst>
          </p:cNvPr>
          <p:cNvSpPr>
            <a:spLocks xmlns:a="http://schemas.openxmlformats.org/drawingml/2006/main" noGrp="1"/>
          </p:cNvSpPr>
          <p:nvPr/>
        </p:nvSpPr>
        <p:spPr>
          <a:xfrm xmlns:a="http://schemas.openxmlformats.org/drawingml/2006/main">
            <a:off x="90773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8" name="r3-8">
            <a:extLst xmlns:a="http://schemas.openxmlformats.org/drawingml/2006/main">
              <a:ext uri="{FF2B5EF4-FFF2-40B4-BE49-F238E27FC236}">
                <a16:creationId xmlns:a16="http://schemas.microsoft.com/office/drawing/2014/main" id="{88798B45-16FB-4AB2-ACF7-6E6610600246}"/>
              </a:ext>
            </a:extLst>
          </p:cNvPr>
          <p:cNvSpPr>
            <a:spLocks xmlns:a="http://schemas.openxmlformats.org/drawingml/2006/main" noGrp="1"/>
          </p:cNvSpPr>
          <p:nvPr/>
        </p:nvSpPr>
        <p:spPr>
          <a:xfrm xmlns:a="http://schemas.openxmlformats.org/drawingml/2006/main">
            <a:off x="91535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설계</a:t>
            </a:r>
          </a:p>
        </p:txBody>
      </p:sp>
      <p:sp>
        <p:nvSpPr>
          <p:cNvPr id="9" name="r3-9">
            <a:extLst xmlns:a="http://schemas.openxmlformats.org/drawingml/2006/main">
              <a:ext uri="{FF2B5EF4-FFF2-40B4-BE49-F238E27FC236}">
                <a16:creationId xmlns:a16="http://schemas.microsoft.com/office/drawing/2014/main" id="{F6CFE006-9B0B-447D-8A36-45C993829EDA}"/>
              </a:ext>
            </a:extLst>
          </p:cNvPr>
          <p:cNvSpPr>
            <a:spLocks xmlns:a="http://schemas.openxmlformats.org/drawingml/2006/main" noGrp="1"/>
          </p:cNvSpPr>
          <p:nvPr/>
        </p:nvSpPr>
        <p:spPr>
          <a:xfrm xmlns:a="http://schemas.openxmlformats.org/drawingml/2006/main">
            <a:off x="99726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0" name="r3-10">
            <a:extLst xmlns:a="http://schemas.openxmlformats.org/drawingml/2006/main">
              <a:ext uri="{FF2B5EF4-FFF2-40B4-BE49-F238E27FC236}">
                <a16:creationId xmlns:a16="http://schemas.microsoft.com/office/drawing/2014/main" id="{6B8203DC-D402-43CF-90AB-C3619D54AA55}"/>
              </a:ext>
            </a:extLst>
          </p:cNvPr>
          <p:cNvSpPr>
            <a:spLocks xmlns:a="http://schemas.openxmlformats.org/drawingml/2006/main" noGrp="1"/>
          </p:cNvSpPr>
          <p:nvPr/>
        </p:nvSpPr>
        <p:spPr>
          <a:xfrm xmlns:a="http://schemas.openxmlformats.org/drawingml/2006/main">
            <a:off x="100488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구현 및 검증</a:t>
            </a:r>
          </a:p>
        </p:txBody>
      </p:sp>
      <p:sp>
        <p:nvSpPr>
          <p:cNvPr id="11" name="r3-11">
            <a:extLst xmlns:a="http://schemas.openxmlformats.org/drawingml/2006/main">
              <a:ext uri="{FF2B5EF4-FFF2-40B4-BE49-F238E27FC236}">
                <a16:creationId xmlns:a16="http://schemas.microsoft.com/office/drawing/2014/main" id="{47B018C3-A7AC-4BE4-A77F-68B7D6B38E2D}"/>
              </a:ext>
            </a:extLst>
          </p:cNvPr>
          <p:cNvSpPr>
            <a:spLocks xmlns:a="http://schemas.openxmlformats.org/drawingml/2006/main" noGrp="1"/>
          </p:cNvSpPr>
          <p:nvPr/>
        </p:nvSpPr>
        <p:spPr>
          <a:xfrm xmlns:a="http://schemas.openxmlformats.org/drawingml/2006/main">
            <a:off x="108680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2" name="r3-12">
            <a:extLst xmlns:a="http://schemas.openxmlformats.org/drawingml/2006/main">
              <a:ext uri="{FF2B5EF4-FFF2-40B4-BE49-F238E27FC236}">
                <a16:creationId xmlns:a16="http://schemas.microsoft.com/office/drawing/2014/main" id="{D1CDE218-9368-46CC-976D-B3F71B741ECD}"/>
              </a:ext>
            </a:extLst>
          </p:cNvPr>
          <p:cNvSpPr>
            <a:spLocks xmlns:a="http://schemas.openxmlformats.org/drawingml/2006/main" noGrp="1"/>
          </p:cNvSpPr>
          <p:nvPr/>
        </p:nvSpPr>
        <p:spPr>
          <a:xfrm xmlns:a="http://schemas.openxmlformats.org/drawingml/2006/main">
            <a:off x="109442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결론</a:t>
            </a:r>
          </a:p>
        </p:txBody>
      </p:sp>
      <p:sp>
        <p:nvSpPr>
          <p:cNvPr id="13" name="r3-13">
            <a:extLst xmlns:a="http://schemas.openxmlformats.org/drawingml/2006/main">
              <a:ext uri="{FF2B5EF4-FFF2-40B4-BE49-F238E27FC236}">
                <a16:creationId xmlns:a16="http://schemas.microsoft.com/office/drawing/2014/main" id="{AB55F528-45A3-4A2D-8761-301EFBA5BB19}"/>
              </a:ext>
            </a:extLst>
          </p:cNvPr>
          <p:cNvSpPr>
            <a:spLocks xmlns:a="http://schemas.openxmlformats.org/drawingml/2006/main" noGrp="1"/>
          </p:cNvSpPr>
          <p:nvPr/>
        </p:nvSpPr>
        <p:spPr>
          <a:xfrm xmlns:a="http://schemas.openxmlformats.org/drawingml/2006/main">
            <a:off x="11420475" y="6524625"/>
            <a:ext cx="400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975" b="0">
                <a:solidFill>
                  <a:srgbClr val="657079"/>
                </a:solidFill>
                <a:latin typeface="Apple SD Gothic Neo"/>
                <a:ea typeface="Apple SD Gothic Neo"/>
                <a:cs typeface="Apple SD Gothic Neo"/>
              </a:defRPr>
            </a:pPr>
            <a:r>
              <a:rPr sz="975" b="0">
                <a:solidFill>
                  <a:srgbClr val="657079"/>
                </a:solidFill>
                <a:latin typeface="Apple SD Gothic Neo"/>
                <a:ea typeface="Apple SD Gothic Neo"/>
                <a:cs typeface="Apple SD Gothic Neo"/>
              </a:rPr>
              <a:t>1</a:t>
            </a:r>
          </a:p>
        </p:txBody>
      </p:sp>
      <p:sp>
        <p:nvSpPr>
          <p:cNvPr id="14" name="r3-14">
            <a:extLst xmlns:a="http://schemas.openxmlformats.org/drawingml/2006/main">
              <a:ext uri="{FF2B5EF4-FFF2-40B4-BE49-F238E27FC236}">
                <a16:creationId xmlns:a16="http://schemas.microsoft.com/office/drawing/2014/main" id="{BEF4A735-9C7D-41E2-A1CB-553DC08DA2FF}"/>
              </a:ext>
            </a:extLst>
          </p:cNvPr>
          <p:cNvSpPr>
            <a:spLocks xmlns:a="http://schemas.openxmlformats.org/drawingml/2006/main" noGrp="1"/>
          </p:cNvSpPr>
          <p:nvPr/>
        </p:nvSpPr>
        <p:spPr>
          <a:xfrm xmlns:a="http://schemas.openxmlformats.org/drawingml/2006/main">
            <a:off x="647700" y="876300"/>
            <a:ext cx="5000625" cy="457200"/>
          </a:xfrm>
          <a:prstGeom xmlns:a="http://schemas.openxmlformats.org/drawingml/2006/main" prst="roundRect">
            <a:avLst>
              <a:gd name="adj" fmla="val 16667"/>
            </a:avLst>
          </a:prstGeom>
          <a:solidFill xmlns:a="http://schemas.openxmlformats.org/drawingml/2006/main">
            <a:srgbClr val="122445"/>
          </a:solidFill>
          <a:ln xmlns:a="http://schemas.openxmlformats.org/drawingml/2006/main" w="9525">
            <a:solidFill>
              <a:srgbClr val="CAD2D9"/>
            </a:solidFill>
          </a:ln>
        </p:spPr>
      </p:sp>
      <p:sp>
        <p:nvSpPr>
          <p:cNvPr id="15" name="r3-15">
            <a:extLst xmlns:a="http://schemas.openxmlformats.org/drawingml/2006/main">
              <a:ext uri="{FF2B5EF4-FFF2-40B4-BE49-F238E27FC236}">
                <a16:creationId xmlns:a16="http://schemas.microsoft.com/office/drawing/2014/main" id="{43866F53-5468-4287-8E54-A0A623F7C35D}"/>
              </a:ext>
            </a:extLst>
          </p:cNvPr>
          <p:cNvSpPr>
            <a:spLocks xmlns:a="http://schemas.openxmlformats.org/drawingml/2006/main" noGrp="1"/>
          </p:cNvSpPr>
          <p:nvPr/>
        </p:nvSpPr>
        <p:spPr>
          <a:xfrm xmlns:a="http://schemas.openxmlformats.org/drawingml/2006/main">
            <a:off x="723900" y="923925"/>
            <a:ext cx="48482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1">
                <a:solidFill>
                  <a:srgbClr val="FFFFFF"/>
                </a:solidFill>
                <a:latin typeface="Apple SD Gothic Neo"/>
                <a:ea typeface="Apple SD Gothic Neo"/>
                <a:cs typeface="Apple SD Gothic Neo"/>
              </a:defRPr>
            </a:pPr>
            <a:r>
              <a:rPr sz="1725" b="1">
                <a:solidFill>
                  <a:srgbClr val="FFFFFF"/>
                </a:solidFill>
                <a:latin typeface="Apple SD Gothic Neo"/>
                <a:ea typeface="Apple SD Gothic Neo"/>
                <a:cs typeface="Apple SD Gothic Neo"/>
              </a:rPr>
              <a:t>PC 업무를 수행하는 AI의 등장</a:t>
            </a:r>
          </a:p>
        </p:txBody>
      </p:sp>
      <p:sp>
        <p:nvSpPr>
          <p:cNvPr id="16" name="r3-16">
            <a:extLst xmlns:a="http://schemas.openxmlformats.org/drawingml/2006/main">
              <a:ext uri="{FF2B5EF4-FFF2-40B4-BE49-F238E27FC236}">
                <a16:creationId xmlns:a16="http://schemas.microsoft.com/office/drawing/2014/main" id="{61C8B37E-4868-4E50-93C4-9E5E29EA9A86}"/>
              </a:ext>
            </a:extLst>
          </p:cNvPr>
          <p:cNvSpPr>
            <a:spLocks xmlns:a="http://schemas.openxmlformats.org/drawingml/2006/main" noGrp="1"/>
          </p:cNvSpPr>
          <p:nvPr/>
        </p:nvSpPr>
        <p:spPr>
          <a:xfrm xmlns:a="http://schemas.openxmlformats.org/drawingml/2006/main">
            <a:off x="6543675" y="876300"/>
            <a:ext cx="5000625" cy="457200"/>
          </a:xfrm>
          <a:prstGeom xmlns:a="http://schemas.openxmlformats.org/drawingml/2006/main" prst="roundRect">
            <a:avLst>
              <a:gd name="adj" fmla="val 16667"/>
            </a:avLst>
          </a:prstGeom>
          <a:solidFill xmlns:a="http://schemas.openxmlformats.org/drawingml/2006/main">
            <a:srgbClr val="122445"/>
          </a:solidFill>
          <a:ln xmlns:a="http://schemas.openxmlformats.org/drawingml/2006/main" w="9525">
            <a:solidFill>
              <a:srgbClr val="CAD2D9"/>
            </a:solidFill>
          </a:ln>
        </p:spPr>
      </p:sp>
      <p:sp>
        <p:nvSpPr>
          <p:cNvPr id="17" name="r3-17">
            <a:extLst xmlns:a="http://schemas.openxmlformats.org/drawingml/2006/main">
              <a:ext uri="{FF2B5EF4-FFF2-40B4-BE49-F238E27FC236}">
                <a16:creationId xmlns:a16="http://schemas.microsoft.com/office/drawing/2014/main" id="{7C2B80B6-5FEB-4339-8F7E-9889897F2A62}"/>
              </a:ext>
            </a:extLst>
          </p:cNvPr>
          <p:cNvSpPr>
            <a:spLocks xmlns:a="http://schemas.openxmlformats.org/drawingml/2006/main" noGrp="1"/>
          </p:cNvSpPr>
          <p:nvPr/>
        </p:nvSpPr>
        <p:spPr>
          <a:xfrm xmlns:a="http://schemas.openxmlformats.org/drawingml/2006/main">
            <a:off x="6619875" y="923925"/>
            <a:ext cx="48482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1">
                <a:solidFill>
                  <a:srgbClr val="FFFFFF"/>
                </a:solidFill>
                <a:latin typeface="Apple SD Gothic Neo"/>
                <a:ea typeface="Apple SD Gothic Neo"/>
                <a:cs typeface="Apple SD Gothic Neo"/>
              </a:defRPr>
            </a:pPr>
            <a:r>
              <a:rPr sz="1725" b="1">
                <a:solidFill>
                  <a:srgbClr val="FFFFFF"/>
                </a:solidFill>
                <a:latin typeface="Apple SD Gothic Neo"/>
                <a:ea typeface="Apple SD Gothic Neo"/>
                <a:cs typeface="Apple SD Gothic Neo"/>
              </a:rPr>
              <a:t>화면을 보며 말로 지시하는 상호작용</a:t>
            </a:r>
          </a:p>
        </p:txBody>
      </p:sp>
      <p:sp>
        <p:nvSpPr>
          <p:cNvPr id="18" name="line-18">
            <a:extLst xmlns:a="http://schemas.openxmlformats.org/drawingml/2006/main">
              <a:ext uri="{FF2B5EF4-FFF2-40B4-BE49-F238E27FC236}">
                <a16:creationId xmlns:a16="http://schemas.microsoft.com/office/drawing/2014/main" id="{C974F878-DB1A-4342-B659-4A99052540B8}"/>
              </a:ext>
            </a:extLst>
          </p:cNvPr>
          <p:cNvSpPr>
            <a:spLocks xmlns:a="http://schemas.openxmlformats.org/drawingml/2006/main" noGrp="1"/>
          </p:cNvSpPr>
          <p:nvPr/>
        </p:nvSpPr>
        <p:spPr>
          <a:xfrm xmlns:a="http://schemas.openxmlformats.org/drawingml/2006/main" flipH="0">
            <a:off x="6096000" y="1438275"/>
            <a:ext cx="0" cy="4924425"/>
          </a:xfrm>
          <a:prstGeom xmlns:a="http://schemas.openxmlformats.org/drawingml/2006/main" prst="line">
            <a:avLst/>
          </a:prstGeom>
          <a:noFill xmlns:a="http://schemas.openxmlformats.org/drawingml/2006/main"/>
          <a:ln xmlns:a="http://schemas.openxmlformats.org/drawingml/2006/main" w="9525">
            <a:solidFill>
              <a:srgbClr val="BDC4CA"/>
            </a:solidFill>
          </a:ln>
        </p:spPr>
      </p:sp>
      <p:sp>
        <p:nvSpPr>
          <p:cNvPr id="19" name="r3-19">
            <a:extLst xmlns:a="http://schemas.openxmlformats.org/drawingml/2006/main">
              <a:ext uri="{FF2B5EF4-FFF2-40B4-BE49-F238E27FC236}">
                <a16:creationId xmlns:a16="http://schemas.microsoft.com/office/drawing/2014/main" id="{84A506B7-C72B-481E-8802-96982FF4C1E1}"/>
              </a:ext>
            </a:extLst>
          </p:cNvPr>
          <p:cNvSpPr>
            <a:spLocks xmlns:a="http://schemas.openxmlformats.org/drawingml/2006/main" noGrp="1"/>
          </p:cNvSpPr>
          <p:nvPr/>
        </p:nvSpPr>
        <p:spPr>
          <a:xfrm xmlns:a="http://schemas.openxmlformats.org/drawingml/2006/main">
            <a:off x="352425" y="1562100"/>
            <a:ext cx="47625" cy="47625"/>
          </a:xfrm>
          <a:prstGeom xmlns:a="http://schemas.openxmlformats.org/drawingml/2006/main" prst="rect">
            <a:avLst/>
          </a:prstGeom>
          <a:solidFill xmlns:a="http://schemas.openxmlformats.org/drawingml/2006/main">
            <a:srgbClr val="20262C"/>
          </a:solidFill>
          <a:ln xmlns:a="http://schemas.openxmlformats.org/drawingml/2006/main" w="0">
            <a:noFill/>
          </a:ln>
        </p:spPr>
      </p:sp>
      <p:sp>
        <p:nvSpPr>
          <p:cNvPr id="20" name="r3-20">
            <a:extLst xmlns:a="http://schemas.openxmlformats.org/drawingml/2006/main">
              <a:ext uri="{FF2B5EF4-FFF2-40B4-BE49-F238E27FC236}">
                <a16:creationId xmlns:a16="http://schemas.microsoft.com/office/drawing/2014/main" id="{50EC78CD-D629-4070-9782-EFF3746CB20E}"/>
              </a:ext>
            </a:extLst>
          </p:cNvPr>
          <p:cNvSpPr>
            <a:spLocks xmlns:a="http://schemas.openxmlformats.org/drawingml/2006/main" noGrp="1"/>
          </p:cNvSpPr>
          <p:nvPr/>
        </p:nvSpPr>
        <p:spPr>
          <a:xfrm xmlns:a="http://schemas.openxmlformats.org/drawingml/2006/main">
            <a:off x="504825" y="1457325"/>
            <a:ext cx="5410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20262C"/>
                </a:solidFill>
                <a:latin typeface="Apple SD Gothic Neo"/>
                <a:ea typeface="Apple SD Gothic Neo"/>
                <a:cs typeface="Apple SD Gothic Neo"/>
              </a:defRPr>
            </a:pPr>
            <a:r>
              <a:rPr sz="1650" b="1">
                <a:solidFill>
                  <a:srgbClr val="20262C"/>
                </a:solidFill>
                <a:latin typeface="Apple SD Gothic Neo"/>
                <a:ea typeface="Apple SD Gothic Neo"/>
                <a:cs typeface="Apple SD Gothic Neo"/>
              </a:rPr>
              <a:t>자료를 찾아 업무 앱까지 조작하는 AI</a:t>
            </a:r>
          </a:p>
        </p:txBody>
      </p:sp>
      <p:sp>
        <p:nvSpPr>
          <p:cNvPr id="21" name="r3-21">
            <a:extLst xmlns:a="http://schemas.openxmlformats.org/drawingml/2006/main">
              <a:ext uri="{FF2B5EF4-FFF2-40B4-BE49-F238E27FC236}">
                <a16:creationId xmlns:a16="http://schemas.microsoft.com/office/drawing/2014/main" id="{16AA4A4D-C1BC-471A-A0C1-2709618E782F}"/>
              </a:ext>
            </a:extLst>
          </p:cNvPr>
          <p:cNvSpPr>
            <a:spLocks xmlns:a="http://schemas.openxmlformats.org/drawingml/2006/main" noGrp="1"/>
          </p:cNvSpPr>
          <p:nvPr/>
        </p:nvSpPr>
        <p:spPr>
          <a:xfrm xmlns:a="http://schemas.openxmlformats.org/drawingml/2006/main">
            <a:off x="504825" y="1752600"/>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화면을 읽고, 필요한 정보를 찾아 신청서에 입력</a:t>
            </a:r>
          </a:p>
        </p:txBody>
      </p:sp>
      <p:pic>
        <p:nvPicPr>
          <p:cNvPr id="78" name=""/>
          <p:cNvPicPr>
            <a:picLocks xmlns:a="http://schemas.openxmlformats.org/drawingml/2006/main" noChangeAspect="1"/>
          </p:cNvPicPr>
          <p:nvPr/>
        </p:nvPicPr>
        <p:blipFill>
          <a:blip xmlns:r="http://schemas.openxmlformats.org/officeDocument/2006/relationships" xmlns:a="http://schemas.openxmlformats.org/drawingml/2006/main" r:embed="R413be209bf6b450f"/>
          <a:stretch xmlns:a="http://schemas.openxmlformats.org/drawingml/2006/main"/>
        </p:blipFill>
        <p:spPr>
          <a:xfrm xmlns:a="http://schemas.openxmlformats.org/drawingml/2006/main">
            <a:off x="1150408" y="2047875"/>
            <a:ext cx="3928533" cy="2209800"/>
          </a:xfrm>
          <a:prstGeom xmlns:a="http://schemas.openxmlformats.org/drawingml/2006/main" prst="rect">
            <a:avLst/>
          </a:prstGeom>
        </p:spPr>
      </p:pic>
      <p:sp>
        <p:nvSpPr>
          <p:cNvPr id="23" name="r3-22">
            <a:extLst xmlns:a="http://schemas.openxmlformats.org/drawingml/2006/main">
              <a:ext uri="{FF2B5EF4-FFF2-40B4-BE49-F238E27FC236}">
                <a16:creationId xmlns:a16="http://schemas.microsoft.com/office/drawing/2014/main" id="{5B55BA97-B98F-45F7-A1C9-E074B279CC81}"/>
              </a:ext>
            </a:extLst>
          </p:cNvPr>
          <p:cNvSpPr>
            <a:spLocks xmlns:a="http://schemas.openxmlformats.org/drawingml/2006/main" noGrp="1"/>
          </p:cNvSpPr>
          <p:nvPr/>
        </p:nvSpPr>
        <p:spPr>
          <a:xfrm xmlns:a="http://schemas.openxmlformats.org/drawingml/2006/main">
            <a:off x="523875" y="429577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22445"/>
                </a:solidFill>
                <a:latin typeface="Apple SD Gothic Neo"/>
                <a:ea typeface="Apple SD Gothic Neo"/>
                <a:cs typeface="Apple SD Gothic Neo"/>
              </a:defRPr>
            </a:pPr>
            <a:r>
              <a:rPr sz="1425" b="1">
                <a:solidFill>
                  <a:srgbClr val="122445"/>
                </a:solidFill>
                <a:latin typeface="Apple SD Gothic Neo"/>
                <a:ea typeface="Apple SD Gothic Neo"/>
                <a:cs typeface="Apple SD Gothic Neo"/>
              </a:rPr>
              <a:t>거래처 검색 → 정보 확인 → 신청서 입력</a:t>
            </a:r>
          </a:p>
        </p:txBody>
      </p:sp>
      <p:sp>
        <p:nvSpPr>
          <p:cNvPr id="24" name="r3-23">
            <a:extLst xmlns:a="http://schemas.openxmlformats.org/drawingml/2006/main">
              <a:ext uri="{FF2B5EF4-FFF2-40B4-BE49-F238E27FC236}">
                <a16:creationId xmlns:a16="http://schemas.microsoft.com/office/drawing/2014/main" id="{DABE3B1C-A404-4AF5-8982-3C4E453A15F4}"/>
              </a:ext>
            </a:extLst>
          </p:cNvPr>
          <p:cNvSpPr>
            <a:spLocks xmlns:a="http://schemas.openxmlformats.org/drawingml/2006/main" noGrp="1"/>
          </p:cNvSpPr>
          <p:nvPr/>
        </p:nvSpPr>
        <p:spPr>
          <a:xfrm xmlns:a="http://schemas.openxmlformats.org/drawingml/2006/main">
            <a:off x="428625" y="4552950"/>
            <a:ext cx="5381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75" b="0">
                <a:solidFill>
                  <a:srgbClr val="657079"/>
                </a:solidFill>
                <a:latin typeface="Apple SD Gothic Neo"/>
                <a:ea typeface="Apple SD Gothic Neo"/>
                <a:cs typeface="Apple SD Gothic Neo"/>
              </a:defRPr>
            </a:pPr>
            <a:r>
              <a:rPr sz="975" b="0">
                <a:solidFill>
                  <a:srgbClr val="657079"/>
                </a:solidFill>
                <a:latin typeface="Apple SD Gothic Neo"/>
                <a:ea typeface="Apple SD Gothic Neo"/>
                <a:cs typeface="Apple SD Gothic Neo"/>
              </a:rPr>
              <a:t>[ Anthropic computer use 공개 시연, 2024.10 / 발췌, 3배속 ]</a:t>
            </a:r>
          </a:p>
        </p:txBody>
      </p:sp>
      <p:sp>
        <p:nvSpPr>
          <p:cNvPr id="25" name="line-24">
            <a:extLst xmlns:a="http://schemas.openxmlformats.org/drawingml/2006/main">
              <a:ext uri="{FF2B5EF4-FFF2-40B4-BE49-F238E27FC236}">
                <a16:creationId xmlns:a16="http://schemas.microsoft.com/office/drawing/2014/main" id="{231CF7CE-1A9C-421A-8932-22EA46C7245B}"/>
              </a:ext>
            </a:extLst>
          </p:cNvPr>
          <p:cNvSpPr>
            <a:spLocks xmlns:a="http://schemas.openxmlformats.org/drawingml/2006/main" noGrp="1"/>
          </p:cNvSpPr>
          <p:nvPr/>
        </p:nvSpPr>
        <p:spPr>
          <a:xfrm xmlns:a="http://schemas.openxmlformats.org/drawingml/2006/main" flipH="0">
            <a:off x="361950" y="4867275"/>
            <a:ext cx="5467350" cy="0"/>
          </a:xfrm>
          <a:prstGeom xmlns:a="http://schemas.openxmlformats.org/drawingml/2006/main" prst="line">
            <a:avLst/>
          </a:prstGeom>
          <a:noFill xmlns:a="http://schemas.openxmlformats.org/drawingml/2006/main"/>
          <a:ln xmlns:a="http://schemas.openxmlformats.org/drawingml/2006/main" w="9525">
            <a:solidFill>
              <a:srgbClr val="BDC4CA"/>
            </a:solidFill>
          </a:ln>
        </p:spPr>
      </p:sp>
      <p:sp>
        <p:nvSpPr>
          <p:cNvPr id="26" name="r3-25">
            <a:extLst xmlns:a="http://schemas.openxmlformats.org/drawingml/2006/main">
              <a:ext uri="{FF2B5EF4-FFF2-40B4-BE49-F238E27FC236}">
                <a16:creationId xmlns:a16="http://schemas.microsoft.com/office/drawing/2014/main" id="{E7A4B1B7-62E3-4E28-907F-C78A10BBE8C7}"/>
              </a:ext>
            </a:extLst>
          </p:cNvPr>
          <p:cNvSpPr>
            <a:spLocks xmlns:a="http://schemas.openxmlformats.org/drawingml/2006/main" noGrp="1"/>
          </p:cNvSpPr>
          <p:nvPr/>
        </p:nvSpPr>
        <p:spPr>
          <a:xfrm xmlns:a="http://schemas.openxmlformats.org/drawingml/2006/main">
            <a:off x="361950" y="5067300"/>
            <a:ext cx="47625" cy="47625"/>
          </a:xfrm>
          <a:prstGeom xmlns:a="http://schemas.openxmlformats.org/drawingml/2006/main" prst="rect">
            <a:avLst/>
          </a:prstGeom>
          <a:solidFill xmlns:a="http://schemas.openxmlformats.org/drawingml/2006/main">
            <a:srgbClr val="20262C"/>
          </a:solidFill>
          <a:ln xmlns:a="http://schemas.openxmlformats.org/drawingml/2006/main" w="0">
            <a:noFill/>
          </a:ln>
        </p:spPr>
      </p:sp>
      <p:sp>
        <p:nvSpPr>
          <p:cNvPr id="27" name="r3-26">
            <a:extLst xmlns:a="http://schemas.openxmlformats.org/drawingml/2006/main">
              <a:ext uri="{FF2B5EF4-FFF2-40B4-BE49-F238E27FC236}">
                <a16:creationId xmlns:a16="http://schemas.microsoft.com/office/drawing/2014/main" id="{2F451365-CB00-4AD6-A81A-61AB976AE3F2}"/>
              </a:ext>
            </a:extLst>
          </p:cNvPr>
          <p:cNvSpPr>
            <a:spLocks xmlns:a="http://schemas.openxmlformats.org/drawingml/2006/main" noGrp="1"/>
          </p:cNvSpPr>
          <p:nvPr/>
        </p:nvSpPr>
        <p:spPr>
          <a:xfrm xmlns:a="http://schemas.openxmlformats.org/drawingml/2006/main">
            <a:off x="514350" y="496252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1">
                <a:solidFill>
                  <a:srgbClr val="20262C"/>
                </a:solidFill>
                <a:latin typeface="Apple SD Gothic Neo"/>
                <a:ea typeface="Apple SD Gothic Neo"/>
                <a:cs typeface="Apple SD Gothic Neo"/>
              </a:defRPr>
            </a:pPr>
            <a:r>
              <a:rPr sz="1575" b="1">
                <a:solidFill>
                  <a:srgbClr val="20262C"/>
                </a:solidFill>
                <a:latin typeface="Apple SD Gothic Neo"/>
                <a:ea typeface="Apple SD Gothic Neo"/>
                <a:cs typeface="Apple SD Gothic Neo"/>
              </a:rPr>
              <a:t>사무 업무부터 개발 업무까지 적용 영역 확대</a:t>
            </a:r>
          </a:p>
        </p:txBody>
      </p:sp>
      <p:sp>
        <p:nvSpPr>
          <p:cNvPr id="28" name="r3-27">
            <a:extLst xmlns:a="http://schemas.openxmlformats.org/drawingml/2006/main">
              <a:ext uri="{FF2B5EF4-FFF2-40B4-BE49-F238E27FC236}">
                <a16:creationId xmlns:a16="http://schemas.microsoft.com/office/drawing/2014/main" id="{27EF8A4F-288C-484E-81E0-0A870D63EC45}"/>
              </a:ext>
            </a:extLst>
          </p:cNvPr>
          <p:cNvSpPr>
            <a:spLocks xmlns:a="http://schemas.openxmlformats.org/drawingml/2006/main" noGrp="1"/>
          </p:cNvSpPr>
          <p:nvPr/>
        </p:nvSpPr>
        <p:spPr>
          <a:xfrm xmlns:a="http://schemas.openxmlformats.org/drawingml/2006/main">
            <a:off x="523875" y="5324475"/>
            <a:ext cx="23907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b="1">
                <a:solidFill>
                  <a:srgbClr val="122445"/>
                </a:solidFill>
                <a:latin typeface="Apple SD Gothic Neo"/>
                <a:ea typeface="Apple SD Gothic Neo"/>
                <a:cs typeface="Apple SD Gothic Neo"/>
              </a:defRPr>
            </a:pPr>
            <a:r>
              <a:rPr sz="1500" b="1">
                <a:solidFill>
                  <a:srgbClr val="122445"/>
                </a:solidFill>
                <a:latin typeface="Apple SD Gothic Neo"/>
                <a:ea typeface="Apple SD Gothic Neo"/>
                <a:cs typeface="Apple SD Gothic Neo"/>
              </a:rPr>
              <a:t>여러 앱을 활용한 사무 업무</a:t>
            </a:r>
          </a:p>
        </p:txBody>
      </p:sp>
      <p:sp>
        <p:nvSpPr>
          <p:cNvPr id="29" name="r3-28">
            <a:extLst xmlns:a="http://schemas.openxmlformats.org/drawingml/2006/main">
              <a:ext uri="{FF2B5EF4-FFF2-40B4-BE49-F238E27FC236}">
                <a16:creationId xmlns:a16="http://schemas.microsoft.com/office/drawing/2014/main" id="{6330F366-2F4A-4B16-AE85-794E022A42E9}"/>
              </a:ext>
            </a:extLst>
          </p:cNvPr>
          <p:cNvSpPr>
            <a:spLocks xmlns:a="http://schemas.openxmlformats.org/drawingml/2006/main" noGrp="1"/>
          </p:cNvSpPr>
          <p:nvPr/>
        </p:nvSpPr>
        <p:spPr>
          <a:xfrm xmlns:a="http://schemas.openxmlformats.org/drawingml/2006/main">
            <a:off x="523875" y="5629275"/>
            <a:ext cx="2305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b="0">
                <a:solidFill>
                  <a:srgbClr val="657079"/>
                </a:solidFill>
                <a:latin typeface="Apple SD Gothic Neo"/>
                <a:ea typeface="Apple SD Gothic Neo"/>
                <a:cs typeface="Apple SD Gothic Neo"/>
              </a:defRPr>
            </a:pPr>
            <a:r>
              <a:rPr sz="1200" b="0">
                <a:solidFill>
                  <a:srgbClr val="657079"/>
                </a:solidFill>
                <a:latin typeface="Apple SD Gothic Neo"/>
                <a:ea typeface="Apple SD Gothic Neo"/>
                <a:cs typeface="Apple SD Gothic Neo"/>
              </a:rPr>
              <a:t>Claude Cowork 사례</a:t>
            </a:r>
          </a:p>
        </p:txBody>
      </p:sp>
      <p:sp>
        <p:nvSpPr>
          <p:cNvPr id="30" name="r3-29">
            <a:extLst xmlns:a="http://schemas.openxmlformats.org/drawingml/2006/main">
              <a:ext uri="{FF2B5EF4-FFF2-40B4-BE49-F238E27FC236}">
                <a16:creationId xmlns:a16="http://schemas.microsoft.com/office/drawing/2014/main" id="{1B93C5E3-B5D3-452F-B8C1-35571A5F0141}"/>
              </a:ext>
            </a:extLst>
          </p:cNvPr>
          <p:cNvSpPr>
            <a:spLocks xmlns:a="http://schemas.openxmlformats.org/drawingml/2006/main" noGrp="1"/>
          </p:cNvSpPr>
          <p:nvPr/>
        </p:nvSpPr>
        <p:spPr>
          <a:xfrm xmlns:a="http://schemas.openxmlformats.org/drawingml/2006/main">
            <a:off x="3019425" y="5314950"/>
            <a:ext cx="27908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313" b="0">
                <a:solidFill>
                  <a:srgbClr val="20262C"/>
                </a:solidFill>
                <a:latin typeface="Apple SD Gothic Neo"/>
                <a:ea typeface="Apple SD Gothic Neo"/>
                <a:cs typeface="Apple SD Gothic Neo"/>
              </a:defRPr>
            </a:pPr>
            <a:r>
              <a:rPr sz="1313" b="0">
                <a:solidFill>
                  <a:srgbClr val="20262C"/>
                </a:solidFill>
                <a:latin typeface="Apple SD Gothic Neo"/>
                <a:ea typeface="Apple SD Gothic Neo"/>
                <a:cs typeface="Apple SD Gothic Neo"/>
              </a:rPr>
              <a:t>파일과 앱의 자료로 보고서 작성</a:t>
            </a:r>
          </a:p>
          <a:p xmlns:a="http://schemas.openxmlformats.org/drawingml/2006/main">
            <a:pPr algn="l">
              <a:defRPr sz="1313" b="0">
                <a:solidFill>
                  <a:srgbClr val="20262C"/>
                </a:solidFill>
                <a:latin typeface="Apple SD Gothic Neo"/>
                <a:ea typeface="Apple SD Gothic Neo"/>
                <a:cs typeface="Apple SD Gothic Neo"/>
              </a:defRPr>
            </a:pPr>
            <a:r>
              <a:rPr sz="1313" b="0">
                <a:solidFill>
                  <a:srgbClr val="20262C"/>
                </a:solidFill>
                <a:latin typeface="Apple SD Gothic Neo"/>
                <a:ea typeface="Apple SD Gothic Neo"/>
                <a:cs typeface="Apple SD Gothic Neo"/>
              </a:rPr>
              <a:t>자료를 비교해 표와 발표자료 생성</a:t>
            </a:r>
          </a:p>
        </p:txBody>
      </p:sp>
      <p:sp>
        <p:nvSpPr>
          <p:cNvPr id="31" name="r3-30">
            <a:extLst xmlns:a="http://schemas.openxmlformats.org/drawingml/2006/main">
              <a:ext uri="{FF2B5EF4-FFF2-40B4-BE49-F238E27FC236}">
                <a16:creationId xmlns:a16="http://schemas.microsoft.com/office/drawing/2014/main" id="{316986EB-7558-4CC4-B891-E55FE877AA0C}"/>
              </a:ext>
            </a:extLst>
          </p:cNvPr>
          <p:cNvSpPr>
            <a:spLocks xmlns:a="http://schemas.openxmlformats.org/drawingml/2006/main" noGrp="1"/>
          </p:cNvSpPr>
          <p:nvPr/>
        </p:nvSpPr>
        <p:spPr>
          <a:xfrm xmlns:a="http://schemas.openxmlformats.org/drawingml/2006/main">
            <a:off x="523875" y="5934075"/>
            <a:ext cx="23907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b="1">
                <a:solidFill>
                  <a:srgbClr val="122445"/>
                </a:solidFill>
                <a:latin typeface="Apple SD Gothic Neo"/>
                <a:ea typeface="Apple SD Gothic Neo"/>
                <a:cs typeface="Apple SD Gothic Neo"/>
              </a:defRPr>
            </a:pPr>
            <a:r>
              <a:rPr sz="1500" b="1">
                <a:solidFill>
                  <a:srgbClr val="122445"/>
                </a:solidFill>
                <a:latin typeface="Apple SD Gothic Neo"/>
                <a:ea typeface="Apple SD Gothic Neo"/>
                <a:cs typeface="Apple SD Gothic Neo"/>
              </a:rPr>
              <a:t>개발에 필요한 전문 업무</a:t>
            </a:r>
          </a:p>
        </p:txBody>
      </p:sp>
      <p:sp>
        <p:nvSpPr>
          <p:cNvPr id="32" name="r3-31">
            <a:extLst xmlns:a="http://schemas.openxmlformats.org/drawingml/2006/main">
              <a:ext uri="{FF2B5EF4-FFF2-40B4-BE49-F238E27FC236}">
                <a16:creationId xmlns:a16="http://schemas.microsoft.com/office/drawing/2014/main" id="{E452EDDA-800B-402C-AA12-50B6A3D07A8A}"/>
              </a:ext>
            </a:extLst>
          </p:cNvPr>
          <p:cNvSpPr>
            <a:spLocks xmlns:a="http://schemas.openxmlformats.org/drawingml/2006/main" noGrp="1"/>
          </p:cNvSpPr>
          <p:nvPr/>
        </p:nvSpPr>
        <p:spPr>
          <a:xfrm xmlns:a="http://schemas.openxmlformats.org/drawingml/2006/main">
            <a:off x="523875" y="6219825"/>
            <a:ext cx="2305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b="0">
                <a:solidFill>
                  <a:srgbClr val="657079"/>
                </a:solidFill>
                <a:latin typeface="Apple SD Gothic Neo"/>
                <a:ea typeface="Apple SD Gothic Neo"/>
                <a:cs typeface="Apple SD Gothic Neo"/>
              </a:defRPr>
            </a:pPr>
            <a:r>
              <a:rPr sz="1200" b="0">
                <a:solidFill>
                  <a:srgbClr val="657079"/>
                </a:solidFill>
                <a:latin typeface="Apple SD Gothic Neo"/>
                <a:ea typeface="Apple SD Gothic Neo"/>
                <a:cs typeface="Apple SD Gothic Neo"/>
              </a:rPr>
              <a:t>Claude Code 사례</a:t>
            </a:r>
          </a:p>
        </p:txBody>
      </p:sp>
      <p:sp>
        <p:nvSpPr>
          <p:cNvPr id="33" name="r3-32">
            <a:extLst xmlns:a="http://schemas.openxmlformats.org/drawingml/2006/main">
              <a:ext uri="{FF2B5EF4-FFF2-40B4-BE49-F238E27FC236}">
                <a16:creationId xmlns:a16="http://schemas.microsoft.com/office/drawing/2014/main" id="{C30D22F9-AEEF-40DF-947E-DBA6ED786212}"/>
              </a:ext>
            </a:extLst>
          </p:cNvPr>
          <p:cNvSpPr>
            <a:spLocks xmlns:a="http://schemas.openxmlformats.org/drawingml/2006/main" noGrp="1"/>
          </p:cNvSpPr>
          <p:nvPr/>
        </p:nvSpPr>
        <p:spPr>
          <a:xfrm xmlns:a="http://schemas.openxmlformats.org/drawingml/2006/main">
            <a:off x="3019425" y="5905500"/>
            <a:ext cx="27908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313" b="0">
                <a:solidFill>
                  <a:srgbClr val="20262C"/>
                </a:solidFill>
                <a:latin typeface="Apple SD Gothic Neo"/>
                <a:ea typeface="Apple SD Gothic Neo"/>
                <a:cs typeface="Apple SD Gothic Neo"/>
              </a:defRPr>
            </a:pPr>
            <a:r>
              <a:rPr sz="1313" b="0">
                <a:solidFill>
                  <a:srgbClr val="20262C"/>
                </a:solidFill>
                <a:latin typeface="Apple SD Gothic Neo"/>
                <a:ea typeface="Apple SD Gothic Neo"/>
                <a:cs typeface="Apple SD Gothic Neo"/>
              </a:rPr>
              <a:t>코드를 탐색하고 수정</a:t>
            </a:r>
          </a:p>
          <a:p xmlns:a="http://schemas.openxmlformats.org/drawingml/2006/main">
            <a:pPr algn="l">
              <a:defRPr sz="1313" b="0">
                <a:solidFill>
                  <a:srgbClr val="20262C"/>
                </a:solidFill>
                <a:latin typeface="Apple SD Gothic Neo"/>
                <a:ea typeface="Apple SD Gothic Neo"/>
                <a:cs typeface="Apple SD Gothic Neo"/>
              </a:defRPr>
            </a:pPr>
            <a:r>
              <a:rPr sz="1313" b="0">
                <a:solidFill>
                  <a:srgbClr val="20262C"/>
                </a:solidFill>
                <a:latin typeface="Apple SD Gothic Neo"/>
                <a:ea typeface="Apple SD Gothic Neo"/>
                <a:cs typeface="Apple SD Gothic Neo"/>
              </a:rPr>
              <a:t>테스트로 문제를 확인하고 보완</a:t>
            </a:r>
          </a:p>
        </p:txBody>
      </p:sp>
      <p:sp>
        <p:nvSpPr>
          <p:cNvPr id="34" name="r3-33">
            <a:extLst xmlns:a="http://schemas.openxmlformats.org/drawingml/2006/main">
              <a:ext uri="{FF2B5EF4-FFF2-40B4-BE49-F238E27FC236}">
                <a16:creationId xmlns:a16="http://schemas.microsoft.com/office/drawing/2014/main" id="{A7944648-61B7-4E08-A627-38FC846E8FAC}"/>
              </a:ext>
            </a:extLst>
          </p:cNvPr>
          <p:cNvSpPr>
            <a:spLocks xmlns:a="http://schemas.openxmlformats.org/drawingml/2006/main" noGrp="1"/>
          </p:cNvSpPr>
          <p:nvPr/>
        </p:nvSpPr>
        <p:spPr>
          <a:xfrm xmlns:a="http://schemas.openxmlformats.org/drawingml/2006/main">
            <a:off x="6296025" y="1562100"/>
            <a:ext cx="47625" cy="47625"/>
          </a:xfrm>
          <a:prstGeom xmlns:a="http://schemas.openxmlformats.org/drawingml/2006/main" prst="rect">
            <a:avLst/>
          </a:prstGeom>
          <a:solidFill xmlns:a="http://schemas.openxmlformats.org/drawingml/2006/main">
            <a:srgbClr val="20262C"/>
          </a:solidFill>
          <a:ln xmlns:a="http://schemas.openxmlformats.org/drawingml/2006/main" w="0">
            <a:noFill/>
          </a:ln>
        </p:spPr>
      </p:sp>
      <p:sp>
        <p:nvSpPr>
          <p:cNvPr id="35" name="r3-34">
            <a:extLst xmlns:a="http://schemas.openxmlformats.org/drawingml/2006/main">
              <a:ext uri="{FF2B5EF4-FFF2-40B4-BE49-F238E27FC236}">
                <a16:creationId xmlns:a16="http://schemas.microsoft.com/office/drawing/2014/main" id="{84B4062C-A917-4375-BCDE-44E482943E56}"/>
              </a:ext>
            </a:extLst>
          </p:cNvPr>
          <p:cNvSpPr>
            <a:spLocks xmlns:a="http://schemas.openxmlformats.org/drawingml/2006/main" noGrp="1"/>
          </p:cNvSpPr>
          <p:nvPr/>
        </p:nvSpPr>
        <p:spPr>
          <a:xfrm xmlns:a="http://schemas.openxmlformats.org/drawingml/2006/main">
            <a:off x="6448425" y="1457325"/>
            <a:ext cx="5410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20262C"/>
                </a:solidFill>
                <a:latin typeface="Apple SD Gothic Neo"/>
                <a:ea typeface="Apple SD Gothic Neo"/>
                <a:cs typeface="Apple SD Gothic Neo"/>
              </a:defRPr>
            </a:pPr>
            <a:r>
              <a:rPr sz="1650" b="1">
                <a:solidFill>
                  <a:srgbClr val="20262C"/>
                </a:solidFill>
                <a:latin typeface="Apple SD Gothic Neo"/>
                <a:ea typeface="Apple SD Gothic Neo"/>
                <a:cs typeface="Apple SD Gothic Neo"/>
              </a:rPr>
              <a:t>화면의 대상을 가리키며 음성으로 요청</a:t>
            </a:r>
          </a:p>
        </p:txBody>
      </p:sp>
      <p:sp>
        <p:nvSpPr>
          <p:cNvPr id="36" name="r3-35">
            <a:extLst xmlns:a="http://schemas.openxmlformats.org/drawingml/2006/main">
              <a:ext uri="{FF2B5EF4-FFF2-40B4-BE49-F238E27FC236}">
                <a16:creationId xmlns:a16="http://schemas.microsoft.com/office/drawing/2014/main" id="{A8E87FF4-F385-470C-B346-108803DE37C1}"/>
              </a:ext>
            </a:extLst>
          </p:cNvPr>
          <p:cNvSpPr>
            <a:spLocks xmlns:a="http://schemas.openxmlformats.org/drawingml/2006/main" noGrp="1"/>
          </p:cNvSpPr>
          <p:nvPr/>
        </p:nvSpPr>
        <p:spPr>
          <a:xfrm xmlns:a="http://schemas.openxmlformats.org/drawingml/2006/main">
            <a:off x="6448425" y="1752600"/>
            <a:ext cx="5334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앞선 결과를 보며 수정하고, 다음 작업으로 연결</a:t>
            </a:r>
          </a:p>
        </p:txBody>
      </p:sp>
      <p:pic>
        <p:nvPicPr>
          <p:cNvPr id="93" name=""/>
          <p:cNvPicPr>
            <a:picLocks xmlns:a="http://schemas.openxmlformats.org/drawingml/2006/main" noChangeAspect="1"/>
          </p:cNvPicPr>
          <p:nvPr/>
        </p:nvPicPr>
        <p:blipFill>
          <a:blip xmlns:r="http://schemas.openxmlformats.org/officeDocument/2006/relationships" xmlns:a="http://schemas.openxmlformats.org/drawingml/2006/main" r:embed="R34900b255bd54306"/>
          <a:stretch xmlns:a="http://schemas.openxmlformats.org/drawingml/2006/main"/>
        </p:blipFill>
        <p:spPr>
          <a:xfrm xmlns:a="http://schemas.openxmlformats.org/drawingml/2006/main">
            <a:off x="7094008" y="2047875"/>
            <a:ext cx="3928533" cy="2209800"/>
          </a:xfrm>
          <a:prstGeom xmlns:a="http://schemas.openxmlformats.org/drawingml/2006/main" prst="rect">
            <a:avLst/>
          </a:prstGeom>
        </p:spPr>
      </p:pic>
      <p:sp>
        <p:nvSpPr>
          <p:cNvPr id="38" name="r3-36">
            <a:extLst xmlns:a="http://schemas.openxmlformats.org/drawingml/2006/main">
              <a:ext uri="{FF2B5EF4-FFF2-40B4-BE49-F238E27FC236}">
                <a16:creationId xmlns:a16="http://schemas.microsoft.com/office/drawing/2014/main" id="{9AA92321-4FD3-4FFE-9653-A54A05BBFA1D}"/>
              </a:ext>
            </a:extLst>
          </p:cNvPr>
          <p:cNvSpPr>
            <a:spLocks xmlns:a="http://schemas.openxmlformats.org/drawingml/2006/main" noGrp="1"/>
          </p:cNvSpPr>
          <p:nvPr/>
        </p:nvSpPr>
        <p:spPr>
          <a:xfrm xmlns:a="http://schemas.openxmlformats.org/drawingml/2006/main">
            <a:off x="6400800" y="4295775"/>
            <a:ext cx="5391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22445"/>
                </a:solidFill>
                <a:latin typeface="Apple SD Gothic Neo"/>
                <a:ea typeface="Apple SD Gothic Neo"/>
                <a:cs typeface="Apple SD Gothic Neo"/>
              </a:defRPr>
            </a:pPr>
            <a:r>
              <a:rPr sz="1425" b="1">
                <a:solidFill>
                  <a:srgbClr val="122445"/>
                </a:solidFill>
                <a:latin typeface="Apple SD Gothic Neo"/>
                <a:ea typeface="Apple SD Gothic Neo"/>
                <a:cs typeface="Apple SD Gothic Neo"/>
              </a:rPr>
              <a:t>원을 로켓 창문으로 수정 → 3D 모델 작업으로 연결</a:t>
            </a:r>
          </a:p>
        </p:txBody>
      </p:sp>
      <p:sp>
        <p:nvSpPr>
          <p:cNvPr id="39" name="r3-37">
            <a:extLst xmlns:a="http://schemas.openxmlformats.org/drawingml/2006/main">
              <a:ext uri="{FF2B5EF4-FFF2-40B4-BE49-F238E27FC236}">
                <a16:creationId xmlns:a16="http://schemas.microsoft.com/office/drawing/2014/main" id="{B5C7B68F-E39C-4C7E-8D6B-4402BDD85459}"/>
              </a:ext>
            </a:extLst>
          </p:cNvPr>
          <p:cNvSpPr>
            <a:spLocks xmlns:a="http://schemas.openxmlformats.org/drawingml/2006/main" noGrp="1"/>
          </p:cNvSpPr>
          <p:nvPr/>
        </p:nvSpPr>
        <p:spPr>
          <a:xfrm xmlns:a="http://schemas.openxmlformats.org/drawingml/2006/main">
            <a:off x="6381750" y="4552950"/>
            <a:ext cx="5400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75" b="0">
                <a:solidFill>
                  <a:srgbClr val="657079"/>
                </a:solidFill>
                <a:latin typeface="Apple SD Gothic Neo"/>
                <a:ea typeface="Apple SD Gothic Neo"/>
                <a:cs typeface="Apple SD Gothic Neo"/>
              </a:defRPr>
            </a:pPr>
            <a:r>
              <a:rPr sz="975" b="0">
                <a:solidFill>
                  <a:srgbClr val="657079"/>
                </a:solidFill>
                <a:latin typeface="Apple SD Gothic Neo"/>
                <a:ea typeface="Apple SD Gothic Neo"/>
                <a:cs typeface="Apple SD Gothic Neo"/>
              </a:rPr>
              <a:t>[ OpenAI GPT-6 Astra 공개 시연 / 발췌, 1.5배속 ]</a:t>
            </a:r>
          </a:p>
        </p:txBody>
      </p:sp>
      <p:sp>
        <p:nvSpPr>
          <p:cNvPr id="40" name="line-38">
            <a:extLst xmlns:a="http://schemas.openxmlformats.org/drawingml/2006/main">
              <a:ext uri="{FF2B5EF4-FFF2-40B4-BE49-F238E27FC236}">
                <a16:creationId xmlns:a16="http://schemas.microsoft.com/office/drawing/2014/main" id="{564B0083-A8EE-498F-99EC-388616B7ECD6}"/>
              </a:ext>
            </a:extLst>
          </p:cNvPr>
          <p:cNvSpPr>
            <a:spLocks xmlns:a="http://schemas.openxmlformats.org/drawingml/2006/main" noGrp="1"/>
          </p:cNvSpPr>
          <p:nvPr/>
        </p:nvSpPr>
        <p:spPr>
          <a:xfrm xmlns:a="http://schemas.openxmlformats.org/drawingml/2006/main" flipH="0">
            <a:off x="6315075" y="4867275"/>
            <a:ext cx="5505450" cy="0"/>
          </a:xfrm>
          <a:prstGeom xmlns:a="http://schemas.openxmlformats.org/drawingml/2006/main" prst="line">
            <a:avLst/>
          </a:prstGeom>
          <a:noFill xmlns:a="http://schemas.openxmlformats.org/drawingml/2006/main"/>
          <a:ln xmlns:a="http://schemas.openxmlformats.org/drawingml/2006/main" w="9525">
            <a:solidFill>
              <a:srgbClr val="BDC4CA"/>
            </a:solidFill>
          </a:ln>
        </p:spPr>
      </p:sp>
      <p:sp>
        <p:nvSpPr>
          <p:cNvPr id="41" name="r3-39">
            <a:extLst xmlns:a="http://schemas.openxmlformats.org/drawingml/2006/main">
              <a:ext uri="{FF2B5EF4-FFF2-40B4-BE49-F238E27FC236}">
                <a16:creationId xmlns:a16="http://schemas.microsoft.com/office/drawing/2014/main" id="{EC5D3A82-B1FE-459D-85A9-26B246119ABF}"/>
              </a:ext>
            </a:extLst>
          </p:cNvPr>
          <p:cNvSpPr>
            <a:spLocks xmlns:a="http://schemas.openxmlformats.org/drawingml/2006/main" noGrp="1"/>
          </p:cNvSpPr>
          <p:nvPr/>
        </p:nvSpPr>
        <p:spPr>
          <a:xfrm xmlns:a="http://schemas.openxmlformats.org/drawingml/2006/main">
            <a:off x="6305550" y="5067300"/>
            <a:ext cx="47625" cy="47625"/>
          </a:xfrm>
          <a:prstGeom xmlns:a="http://schemas.openxmlformats.org/drawingml/2006/main" prst="rect">
            <a:avLst/>
          </a:prstGeom>
          <a:solidFill xmlns:a="http://schemas.openxmlformats.org/drawingml/2006/main">
            <a:srgbClr val="20262C"/>
          </a:solidFill>
          <a:ln xmlns:a="http://schemas.openxmlformats.org/drawingml/2006/main" w="0">
            <a:noFill/>
          </a:ln>
        </p:spPr>
      </p:sp>
      <p:sp>
        <p:nvSpPr>
          <p:cNvPr id="42" name="r3-40">
            <a:extLst xmlns:a="http://schemas.openxmlformats.org/drawingml/2006/main">
              <a:ext uri="{FF2B5EF4-FFF2-40B4-BE49-F238E27FC236}">
                <a16:creationId xmlns:a16="http://schemas.microsoft.com/office/drawing/2014/main" id="{36348711-F72A-46A0-BB6A-78115DBFD9E9}"/>
              </a:ext>
            </a:extLst>
          </p:cNvPr>
          <p:cNvSpPr>
            <a:spLocks xmlns:a="http://schemas.openxmlformats.org/drawingml/2006/main" noGrp="1"/>
          </p:cNvSpPr>
          <p:nvPr/>
        </p:nvSpPr>
        <p:spPr>
          <a:xfrm xmlns:a="http://schemas.openxmlformats.org/drawingml/2006/main">
            <a:off x="6457950" y="4962525"/>
            <a:ext cx="5410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1">
                <a:solidFill>
                  <a:srgbClr val="20262C"/>
                </a:solidFill>
                <a:latin typeface="Apple SD Gothic Neo"/>
                <a:ea typeface="Apple SD Gothic Neo"/>
                <a:cs typeface="Apple SD Gothic Neo"/>
              </a:defRPr>
            </a:pPr>
            <a:r>
              <a:rPr sz="1575" b="1">
                <a:solidFill>
                  <a:srgbClr val="20262C"/>
                </a:solidFill>
                <a:latin typeface="Apple SD Gothic Neo"/>
                <a:ea typeface="Apple SD Gothic Neo"/>
                <a:cs typeface="Apple SD Gothic Neo"/>
              </a:rPr>
              <a:t>당사 PC에서 시작하고 이어가는 음성 사용자 접점</a:t>
            </a:r>
          </a:p>
        </p:txBody>
      </p:sp>
      <p:sp>
        <p:nvSpPr>
          <p:cNvPr id="43" name="r3-41">
            <a:extLst xmlns:a="http://schemas.openxmlformats.org/drawingml/2006/main">
              <a:ext uri="{FF2B5EF4-FFF2-40B4-BE49-F238E27FC236}">
                <a16:creationId xmlns:a16="http://schemas.microsoft.com/office/drawing/2014/main" id="{2300BCE2-BB9A-44C1-9B72-7D224AD151AA}"/>
              </a:ext>
            </a:extLst>
          </p:cNvPr>
          <p:cNvSpPr>
            <a:spLocks xmlns:a="http://schemas.openxmlformats.org/drawingml/2006/main" noGrp="1"/>
          </p:cNvSpPr>
          <p:nvPr/>
        </p:nvSpPr>
        <p:spPr>
          <a:xfrm xmlns:a="http://schemas.openxmlformats.org/drawingml/2006/main">
            <a:off x="6505575" y="5353050"/>
            <a:ext cx="8858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22445"/>
                </a:solidFill>
                <a:latin typeface="Apple SD Gothic Neo"/>
                <a:ea typeface="Apple SD Gothic Neo"/>
                <a:cs typeface="Apple SD Gothic Neo"/>
              </a:defRPr>
            </a:pPr>
            <a:r>
              <a:rPr sz="1425" b="1">
                <a:solidFill>
                  <a:srgbClr val="122445"/>
                </a:solidFill>
                <a:latin typeface="Apple SD Gothic Neo"/>
                <a:ea typeface="Apple SD Gothic Neo"/>
                <a:cs typeface="Apple SD Gothic Neo"/>
              </a:rPr>
              <a:t>사용자</a:t>
            </a:r>
          </a:p>
        </p:txBody>
      </p:sp>
      <p:sp>
        <p:nvSpPr>
          <p:cNvPr id="44" name="line-42">
            <a:extLst xmlns:a="http://schemas.openxmlformats.org/drawingml/2006/main">
              <a:ext uri="{FF2B5EF4-FFF2-40B4-BE49-F238E27FC236}">
                <a16:creationId xmlns:a16="http://schemas.microsoft.com/office/drawing/2014/main" id="{73C5E6C1-8A8B-4EF7-BE80-02E4104DAB5E}"/>
              </a:ext>
            </a:extLst>
          </p:cNvPr>
          <p:cNvSpPr>
            <a:spLocks xmlns:a="http://schemas.openxmlformats.org/drawingml/2006/main" noGrp="1"/>
          </p:cNvSpPr>
          <p:nvPr/>
        </p:nvSpPr>
        <p:spPr>
          <a:xfrm xmlns:a="http://schemas.openxmlformats.org/drawingml/2006/main" flipH="0">
            <a:off x="7429500" y="5486400"/>
            <a:ext cx="314325" cy="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5" name="line-43">
            <a:extLst xmlns:a="http://schemas.openxmlformats.org/drawingml/2006/main">
              <a:ext uri="{FF2B5EF4-FFF2-40B4-BE49-F238E27FC236}">
                <a16:creationId xmlns:a16="http://schemas.microsoft.com/office/drawing/2014/main" id="{B2EF9791-C410-48FC-A314-5A5EFA255C9D}"/>
              </a:ext>
            </a:extLst>
          </p:cNvPr>
          <p:cNvSpPr>
            <a:spLocks xmlns:a="http://schemas.openxmlformats.org/drawingml/2006/main" noGrp="1"/>
          </p:cNvSpPr>
          <p:nvPr/>
        </p:nvSpPr>
        <p:spPr>
          <a:xfrm xmlns:a="http://schemas.openxmlformats.org/drawingml/2006/main" flipH="0">
            <a:off x="7677150" y="5448300"/>
            <a:ext cx="66675" cy="381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6" name="line-44">
            <a:extLst xmlns:a="http://schemas.openxmlformats.org/drawingml/2006/main">
              <a:ext uri="{FF2B5EF4-FFF2-40B4-BE49-F238E27FC236}">
                <a16:creationId xmlns:a16="http://schemas.microsoft.com/office/drawing/2014/main" id="{D742EDBC-825D-4CB4-A1BC-DEB68A47001E}"/>
              </a:ext>
            </a:extLst>
          </p:cNvPr>
          <p:cNvSpPr>
            <a:spLocks xmlns:a="http://schemas.openxmlformats.org/drawingml/2006/main" noGrp="1"/>
          </p:cNvSpPr>
          <p:nvPr/>
        </p:nvSpPr>
        <p:spPr>
          <a:xfrm xmlns:a="http://schemas.openxmlformats.org/drawingml/2006/main" flipH="1">
            <a:off x="7677150" y="5486400"/>
            <a:ext cx="66675" cy="381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7" name="r3-45">
            <a:extLst xmlns:a="http://schemas.openxmlformats.org/drawingml/2006/main">
              <a:ext uri="{FF2B5EF4-FFF2-40B4-BE49-F238E27FC236}">
                <a16:creationId xmlns:a16="http://schemas.microsoft.com/office/drawing/2014/main" id="{23621611-551D-49AB-AB12-82F7CBBF2D7A}"/>
              </a:ext>
            </a:extLst>
          </p:cNvPr>
          <p:cNvSpPr>
            <a:spLocks xmlns:a="http://schemas.openxmlformats.org/drawingml/2006/main" noGrp="1"/>
          </p:cNvSpPr>
          <p:nvPr/>
        </p:nvSpPr>
        <p:spPr>
          <a:xfrm xmlns:a="http://schemas.openxmlformats.org/drawingml/2006/main">
            <a:off x="7820025" y="5295900"/>
            <a:ext cx="2152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00" b="1">
                <a:solidFill>
                  <a:srgbClr val="122445"/>
                </a:solidFill>
                <a:latin typeface="Apple SD Gothic Neo"/>
                <a:ea typeface="Apple SD Gothic Neo"/>
                <a:cs typeface="Apple SD Gothic Neo"/>
              </a:defRPr>
            </a:pPr>
            <a:r>
              <a:rPr sz="1500" b="1">
                <a:solidFill>
                  <a:srgbClr val="122445"/>
                </a:solidFill>
                <a:latin typeface="Apple SD Gothic Neo"/>
                <a:ea typeface="Apple SD Gothic Neo"/>
                <a:cs typeface="Apple SD Gothic Neo"/>
              </a:rPr>
              <a:t>당사 PC의 대화 접점</a:t>
            </a:r>
          </a:p>
        </p:txBody>
      </p:sp>
      <p:sp>
        <p:nvSpPr>
          <p:cNvPr id="48" name="line-46">
            <a:extLst xmlns:a="http://schemas.openxmlformats.org/drawingml/2006/main">
              <a:ext uri="{FF2B5EF4-FFF2-40B4-BE49-F238E27FC236}">
                <a16:creationId xmlns:a16="http://schemas.microsoft.com/office/drawing/2014/main" id="{2BB66DF6-A73C-4141-A022-DF984FB5EF5D}"/>
              </a:ext>
            </a:extLst>
          </p:cNvPr>
          <p:cNvSpPr>
            <a:spLocks xmlns:a="http://schemas.openxmlformats.org/drawingml/2006/main" noGrp="1"/>
          </p:cNvSpPr>
          <p:nvPr/>
        </p:nvSpPr>
        <p:spPr>
          <a:xfrm xmlns:a="http://schemas.openxmlformats.org/drawingml/2006/main" flipH="0">
            <a:off x="7848600" y="5657850"/>
            <a:ext cx="2114550" cy="0"/>
          </a:xfrm>
          <a:prstGeom xmlns:a="http://schemas.openxmlformats.org/drawingml/2006/main" prst="line">
            <a:avLst/>
          </a:prstGeom>
          <a:noFill xmlns:a="http://schemas.openxmlformats.org/drawingml/2006/main"/>
          <a:ln xmlns:a="http://schemas.openxmlformats.org/drawingml/2006/main" w="28575">
            <a:solidFill>
              <a:srgbClr val="258FAF"/>
            </a:solidFill>
          </a:ln>
        </p:spPr>
      </p:sp>
      <p:sp>
        <p:nvSpPr>
          <p:cNvPr id="49" name="line-47">
            <a:extLst xmlns:a="http://schemas.openxmlformats.org/drawingml/2006/main">
              <a:ext uri="{FF2B5EF4-FFF2-40B4-BE49-F238E27FC236}">
                <a16:creationId xmlns:a16="http://schemas.microsoft.com/office/drawing/2014/main" id="{2FDCE490-5E8B-4311-9D90-48E8BFD886A2}"/>
              </a:ext>
            </a:extLst>
          </p:cNvPr>
          <p:cNvSpPr>
            <a:spLocks xmlns:a="http://schemas.openxmlformats.org/drawingml/2006/main" noGrp="1"/>
          </p:cNvSpPr>
          <p:nvPr/>
        </p:nvSpPr>
        <p:spPr>
          <a:xfrm xmlns:a="http://schemas.openxmlformats.org/drawingml/2006/main" flipH="0">
            <a:off x="10077450" y="5486400"/>
            <a:ext cx="333375" cy="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50" name="line-48">
            <a:extLst xmlns:a="http://schemas.openxmlformats.org/drawingml/2006/main">
              <a:ext uri="{FF2B5EF4-FFF2-40B4-BE49-F238E27FC236}">
                <a16:creationId xmlns:a16="http://schemas.microsoft.com/office/drawing/2014/main" id="{4FF32530-C279-432C-BBE0-F06FB0A1C0B1}"/>
              </a:ext>
            </a:extLst>
          </p:cNvPr>
          <p:cNvSpPr>
            <a:spLocks xmlns:a="http://schemas.openxmlformats.org/drawingml/2006/main" noGrp="1"/>
          </p:cNvSpPr>
          <p:nvPr/>
        </p:nvSpPr>
        <p:spPr>
          <a:xfrm xmlns:a="http://schemas.openxmlformats.org/drawingml/2006/main" flipH="0">
            <a:off x="10344150" y="5448300"/>
            <a:ext cx="66675" cy="381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51" name="line-49">
            <a:extLst xmlns:a="http://schemas.openxmlformats.org/drawingml/2006/main">
              <a:ext uri="{FF2B5EF4-FFF2-40B4-BE49-F238E27FC236}">
                <a16:creationId xmlns:a16="http://schemas.microsoft.com/office/drawing/2014/main" id="{E52BA8A0-EA87-4430-BE84-AC0C9408A40D}"/>
              </a:ext>
            </a:extLst>
          </p:cNvPr>
          <p:cNvSpPr>
            <a:spLocks xmlns:a="http://schemas.openxmlformats.org/drawingml/2006/main" noGrp="1"/>
          </p:cNvSpPr>
          <p:nvPr/>
        </p:nvSpPr>
        <p:spPr>
          <a:xfrm xmlns:a="http://schemas.openxmlformats.org/drawingml/2006/main" flipH="1">
            <a:off x="10344150" y="5486400"/>
            <a:ext cx="66675" cy="381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52" name="r3-50">
            <a:extLst xmlns:a="http://schemas.openxmlformats.org/drawingml/2006/main">
              <a:ext uri="{FF2B5EF4-FFF2-40B4-BE49-F238E27FC236}">
                <a16:creationId xmlns:a16="http://schemas.microsoft.com/office/drawing/2014/main" id="{68805C55-94CB-482C-9BFC-F074F6560010}"/>
              </a:ext>
            </a:extLst>
          </p:cNvPr>
          <p:cNvSpPr>
            <a:spLocks xmlns:a="http://schemas.openxmlformats.org/drawingml/2006/main" noGrp="1"/>
          </p:cNvSpPr>
          <p:nvPr/>
        </p:nvSpPr>
        <p:spPr>
          <a:xfrm xmlns:a="http://schemas.openxmlformats.org/drawingml/2006/main">
            <a:off x="10487025" y="5353050"/>
            <a:ext cx="1352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22445"/>
                </a:solidFill>
                <a:latin typeface="Apple SD Gothic Neo"/>
                <a:ea typeface="Apple SD Gothic Neo"/>
                <a:cs typeface="Apple SD Gothic Neo"/>
              </a:defRPr>
            </a:pPr>
            <a:r>
              <a:rPr sz="1425" b="1">
                <a:solidFill>
                  <a:srgbClr val="122445"/>
                </a:solidFill>
                <a:latin typeface="Apple SD Gothic Neo"/>
                <a:ea typeface="Apple SD Gothic Neo"/>
                <a:cs typeface="Apple SD Gothic Neo"/>
              </a:rPr>
              <a:t>다양한 업무 AI</a:t>
            </a:r>
          </a:p>
        </p:txBody>
      </p:sp>
      <p:sp>
        <p:nvSpPr>
          <p:cNvPr id="53" name="r3-51">
            <a:extLst xmlns:a="http://schemas.openxmlformats.org/drawingml/2006/main">
              <a:ext uri="{FF2B5EF4-FFF2-40B4-BE49-F238E27FC236}">
                <a16:creationId xmlns:a16="http://schemas.microsoft.com/office/drawing/2014/main" id="{841ABB6A-B999-476F-952D-03233F1C2705}"/>
              </a:ext>
            </a:extLst>
          </p:cNvPr>
          <p:cNvSpPr>
            <a:spLocks xmlns:a="http://schemas.openxmlformats.org/drawingml/2006/main" noGrp="1"/>
          </p:cNvSpPr>
          <p:nvPr/>
        </p:nvSpPr>
        <p:spPr>
          <a:xfrm xmlns:a="http://schemas.openxmlformats.org/drawingml/2006/main">
            <a:off x="6477000" y="5724525"/>
            <a:ext cx="5314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b="0">
                <a:solidFill>
                  <a:srgbClr val="20262C"/>
                </a:solidFill>
                <a:latin typeface="Apple SD Gothic Neo"/>
                <a:ea typeface="Apple SD Gothic Neo"/>
                <a:cs typeface="Apple SD Gothic Neo"/>
              </a:defRPr>
            </a:pPr>
            <a:r>
              <a:rPr sz="1500" b="0">
                <a:solidFill>
                  <a:srgbClr val="20262C"/>
                </a:solidFill>
                <a:latin typeface="Apple SD Gothic Neo"/>
                <a:ea typeface="Apple SD Gothic Neo"/>
                <a:cs typeface="Apple SD Gothic Neo"/>
              </a:rPr>
              <a:t>화면과 대화의 맥락을 기기 경험과 연결하고,</a:t>
            </a:r>
          </a:p>
        </p:txBody>
      </p:sp>
      <p:sp>
        <p:nvSpPr>
          <p:cNvPr id="54" name="r3-52">
            <a:extLst xmlns:a="http://schemas.openxmlformats.org/drawingml/2006/main">
              <a:ext uri="{FF2B5EF4-FFF2-40B4-BE49-F238E27FC236}">
                <a16:creationId xmlns:a16="http://schemas.microsoft.com/office/drawing/2014/main" id="{20F49BFE-5DEA-42C5-A84F-D7E8800E8A93}"/>
              </a:ext>
            </a:extLst>
          </p:cNvPr>
          <p:cNvSpPr>
            <a:spLocks xmlns:a="http://schemas.openxmlformats.org/drawingml/2006/main" noGrp="1"/>
          </p:cNvSpPr>
          <p:nvPr/>
        </p:nvSpPr>
        <p:spPr>
          <a:xfrm xmlns:a="http://schemas.openxmlformats.org/drawingml/2006/main">
            <a:off x="6477000" y="6219825"/>
            <a:ext cx="5295900" cy="114300"/>
          </a:xfrm>
          <a:prstGeom xmlns:a="http://schemas.openxmlformats.org/drawingml/2006/main" prst="rect">
            <a:avLst/>
          </a:prstGeom>
          <a:solidFill xmlns:a="http://schemas.openxmlformats.org/drawingml/2006/main">
            <a:srgbClr val="E6EACB"/>
          </a:solidFill>
          <a:ln xmlns:a="http://schemas.openxmlformats.org/drawingml/2006/main" w="0">
            <a:noFill/>
          </a:ln>
        </p:spPr>
      </p:sp>
      <p:sp>
        <p:nvSpPr>
          <p:cNvPr id="55" name="r3-53">
            <a:extLst xmlns:a="http://schemas.openxmlformats.org/drawingml/2006/main">
              <a:ext uri="{FF2B5EF4-FFF2-40B4-BE49-F238E27FC236}">
                <a16:creationId xmlns:a16="http://schemas.microsoft.com/office/drawing/2014/main" id="{2E26D995-0B1C-4856-BC72-44FB678EBD05}"/>
              </a:ext>
            </a:extLst>
          </p:cNvPr>
          <p:cNvSpPr>
            <a:spLocks xmlns:a="http://schemas.openxmlformats.org/drawingml/2006/main" noGrp="1"/>
          </p:cNvSpPr>
          <p:nvPr/>
        </p:nvSpPr>
        <p:spPr>
          <a:xfrm xmlns:a="http://schemas.openxmlformats.org/drawingml/2006/main">
            <a:off x="6477000" y="6048375"/>
            <a:ext cx="5295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00" b="1">
                <a:solidFill>
                  <a:srgbClr val="20262C"/>
                </a:solidFill>
                <a:latin typeface="Apple SD Gothic Neo"/>
                <a:ea typeface="Apple SD Gothic Neo"/>
                <a:cs typeface="Apple SD Gothic Neo"/>
              </a:defRPr>
            </a:pPr>
            <a:r>
              <a:rPr sz="1500" b="1">
                <a:solidFill>
                  <a:srgbClr val="20262C"/>
                </a:solidFill>
                <a:latin typeface="Apple SD Gothic Neo"/>
                <a:ea typeface="Apple SD Gothic Neo"/>
                <a:cs typeface="Apple SD Gothic Neo"/>
              </a:rPr>
              <a:t>AI가 달라도 요청과 진행, 결과는 같은 대화로 제공</a:t>
            </a:r>
          </a:p>
        </p:txBody>
      </p:sp>
      <p:sp>
        <p:nvSpPr>
          <p:cNvPr id="56" name="r3-54">
            <a:extLst xmlns:a="http://schemas.openxmlformats.org/drawingml/2006/main">
              <a:ext uri="{FF2B5EF4-FFF2-40B4-BE49-F238E27FC236}">
                <a16:creationId xmlns:a16="http://schemas.microsoft.com/office/drawing/2014/main" id="{3507CB38-7C61-41ED-8BA4-75D8965A2F4B}"/>
              </a:ext>
            </a:extLst>
          </p:cNvPr>
          <p:cNvSpPr>
            <a:spLocks xmlns:a="http://schemas.openxmlformats.org/drawingml/2006/main" noGrp="1"/>
          </p:cNvSpPr>
          <p:nvPr/>
        </p:nvSpPr>
        <p:spPr>
          <a:xfrm xmlns:a="http://schemas.openxmlformats.org/drawingml/2006/main">
            <a:off x="438150" y="6524625"/>
            <a:ext cx="1066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825" b="0">
                <a:solidFill>
                  <a:srgbClr val="657079"/>
                </a:solidFill>
                <a:latin typeface="Apple SD Gothic Neo"/>
                <a:ea typeface="Apple SD Gothic Neo"/>
                <a:cs typeface="Apple SD Gothic Neo"/>
              </a:defRPr>
            </a:pPr>
            <a:r>
              <a:rPr sz="825" b="0">
                <a:solidFill>
                  <a:srgbClr val="657079"/>
                </a:solidFill>
                <a:latin typeface="Apple SD Gothic Neo"/>
                <a:ea typeface="Apple SD Gothic Neo"/>
                <a:cs typeface="Apple SD Gothic Neo"/>
              </a:rPr>
              <a:t>좌: Anthropic 공개 제품 사례 / 우: 사용자가 전달한 CTO 방향을 바탕으로 정리</a:t>
            </a:r>
          </a:p>
        </p:txBody>
      </p:sp>
    </p:spTree>
    <p:extLst>
      <p:ext uri="{BB962C8B-B14F-4D97-AF65-F5344CB8AC3E}">
        <p14:creationId xmlns:p14="http://schemas.microsoft.com/office/powerpoint/2010/main" val="1825256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r3-55">
            <a:extLst xmlns:a="http://schemas.openxmlformats.org/drawingml/2006/main">
              <a:ext uri="{FF2B5EF4-FFF2-40B4-BE49-F238E27FC236}">
                <a16:creationId xmlns:a16="http://schemas.microsoft.com/office/drawing/2014/main" id="{4F10A4B6-5D16-454B-8BB5-D264799AED9B}"/>
              </a:ext>
            </a:extLst>
          </p:cNvPr>
          <p:cNvSpPr>
            <a:spLocks xmlns:a="http://schemas.openxmlformats.org/drawingml/2006/main" noGrp="1"/>
          </p:cNvSpPr>
          <p:nvPr/>
        </p:nvSpPr>
        <p:spPr>
          <a:xfrm xmlns:a="http://schemas.openxmlformats.org/drawingml/2006/main">
            <a:off x="381000" y="142875"/>
            <a:ext cx="66960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1">
                <a:solidFill>
                  <a:srgbClr val="20262C"/>
                </a:solidFill>
                <a:latin typeface="Apple SD Gothic Neo"/>
                <a:ea typeface="Apple SD Gothic Neo"/>
                <a:cs typeface="Apple SD Gothic Neo"/>
              </a:defRPr>
            </a:pPr>
            <a:r>
              <a:rPr sz="2400" b="1">
                <a:solidFill>
                  <a:srgbClr val="20262C"/>
                </a:solidFill>
                <a:latin typeface="Apple SD Gothic Neo"/>
                <a:ea typeface="Apple SD Gothic Neo"/>
                <a:cs typeface="Apple SD Gothic Neo"/>
              </a:rPr>
              <a:t>과제 소개 | VIA의 역할과 범위</a:t>
            </a:r>
          </a:p>
        </p:txBody>
      </p:sp>
      <p:sp>
        <p:nvSpPr>
          <p:cNvPr id="2" name="line-56">
            <a:extLst xmlns:a="http://schemas.openxmlformats.org/drawingml/2006/main">
              <a:ext uri="{FF2B5EF4-FFF2-40B4-BE49-F238E27FC236}">
                <a16:creationId xmlns:a16="http://schemas.microsoft.com/office/drawing/2014/main" id="{6CCC342C-0EED-4D43-8536-FFD24DC0A115}"/>
              </a:ext>
            </a:extLst>
          </p:cNvPr>
          <p:cNvSpPr>
            <a:spLocks xmlns:a="http://schemas.openxmlformats.org/drawingml/2006/main" noGrp="1"/>
          </p:cNvSpPr>
          <p:nvPr/>
        </p:nvSpPr>
        <p:spPr>
          <a:xfrm xmlns:a="http://schemas.openxmlformats.org/drawingml/2006/main" flipH="0">
            <a:off x="285750" y="647700"/>
            <a:ext cx="11620500" cy="0"/>
          </a:xfrm>
          <a:prstGeom xmlns:a="http://schemas.openxmlformats.org/drawingml/2006/main" prst="line">
            <a:avLst/>
          </a:prstGeom>
          <a:noFill xmlns:a="http://schemas.openxmlformats.org/drawingml/2006/main"/>
          <a:ln xmlns:a="http://schemas.openxmlformats.org/drawingml/2006/main" w="9525">
            <a:solidFill>
              <a:srgbClr val="6C747C"/>
            </a:solidFill>
          </a:ln>
        </p:spPr>
      </p:sp>
      <p:sp>
        <p:nvSpPr>
          <p:cNvPr id="3" name="r3-57">
            <a:extLst xmlns:a="http://schemas.openxmlformats.org/drawingml/2006/main">
              <a:ext uri="{FF2B5EF4-FFF2-40B4-BE49-F238E27FC236}">
                <a16:creationId xmlns:a16="http://schemas.microsoft.com/office/drawing/2014/main" id="{1A9B2A83-A38B-4986-ADDC-729D6C4CB177}"/>
              </a:ext>
            </a:extLst>
          </p:cNvPr>
          <p:cNvSpPr>
            <a:spLocks xmlns:a="http://schemas.openxmlformats.org/drawingml/2006/main" noGrp="1"/>
          </p:cNvSpPr>
          <p:nvPr/>
        </p:nvSpPr>
        <p:spPr>
          <a:xfrm xmlns:a="http://schemas.openxmlformats.org/drawingml/2006/main">
            <a:off x="7286625" y="190500"/>
            <a:ext cx="990600" cy="276225"/>
          </a:xfrm>
          <a:prstGeom xmlns:a="http://schemas.openxmlformats.org/drawingml/2006/main" prst="chevron">
            <a:avLst/>
          </a:prstGeom>
          <a:solidFill xmlns:a="http://schemas.openxmlformats.org/drawingml/2006/main">
            <a:srgbClr val="258FAF"/>
          </a:solidFill>
          <a:ln xmlns:a="http://schemas.openxmlformats.org/drawingml/2006/main" w="9525">
            <a:solidFill>
              <a:srgbClr val="FFFFFF"/>
            </a:solidFill>
          </a:ln>
        </p:spPr>
      </p:sp>
      <p:sp>
        <p:nvSpPr>
          <p:cNvPr id="4" name="r3-58">
            <a:extLst xmlns:a="http://schemas.openxmlformats.org/drawingml/2006/main">
              <a:ext uri="{FF2B5EF4-FFF2-40B4-BE49-F238E27FC236}">
                <a16:creationId xmlns:a16="http://schemas.microsoft.com/office/drawing/2014/main" id="{9398A36F-0235-4D32-82BE-271C56710EB4}"/>
              </a:ext>
            </a:extLst>
          </p:cNvPr>
          <p:cNvSpPr>
            <a:spLocks xmlns:a="http://schemas.openxmlformats.org/drawingml/2006/main" noGrp="1"/>
          </p:cNvSpPr>
          <p:nvPr/>
        </p:nvSpPr>
        <p:spPr>
          <a:xfrm xmlns:a="http://schemas.openxmlformats.org/drawingml/2006/main">
            <a:off x="73628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과제 소개</a:t>
            </a:r>
          </a:p>
        </p:txBody>
      </p:sp>
      <p:sp>
        <p:nvSpPr>
          <p:cNvPr id="5" name="r3-59">
            <a:extLst xmlns:a="http://schemas.openxmlformats.org/drawingml/2006/main">
              <a:ext uri="{FF2B5EF4-FFF2-40B4-BE49-F238E27FC236}">
                <a16:creationId xmlns:a16="http://schemas.microsoft.com/office/drawing/2014/main" id="{FB20379E-8FA2-4019-8608-07FD1432E489}"/>
              </a:ext>
            </a:extLst>
          </p:cNvPr>
          <p:cNvSpPr>
            <a:spLocks xmlns:a="http://schemas.openxmlformats.org/drawingml/2006/main" noGrp="1"/>
          </p:cNvSpPr>
          <p:nvPr/>
        </p:nvSpPr>
        <p:spPr>
          <a:xfrm xmlns:a="http://schemas.openxmlformats.org/drawingml/2006/main">
            <a:off x="81819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6" name="r3-60">
            <a:extLst xmlns:a="http://schemas.openxmlformats.org/drawingml/2006/main">
              <a:ext uri="{FF2B5EF4-FFF2-40B4-BE49-F238E27FC236}">
                <a16:creationId xmlns:a16="http://schemas.microsoft.com/office/drawing/2014/main" id="{FA822008-FA24-4B4D-AF89-55979FBB9513}"/>
              </a:ext>
            </a:extLst>
          </p:cNvPr>
          <p:cNvSpPr>
            <a:spLocks xmlns:a="http://schemas.openxmlformats.org/drawingml/2006/main" noGrp="1"/>
          </p:cNvSpPr>
          <p:nvPr/>
        </p:nvSpPr>
        <p:spPr>
          <a:xfrm xmlns:a="http://schemas.openxmlformats.org/drawingml/2006/main">
            <a:off x="82581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요구사항 분석</a:t>
            </a:r>
          </a:p>
        </p:txBody>
      </p:sp>
      <p:sp>
        <p:nvSpPr>
          <p:cNvPr id="7" name="r3-61">
            <a:extLst xmlns:a="http://schemas.openxmlformats.org/drawingml/2006/main">
              <a:ext uri="{FF2B5EF4-FFF2-40B4-BE49-F238E27FC236}">
                <a16:creationId xmlns:a16="http://schemas.microsoft.com/office/drawing/2014/main" id="{6EA1C1AE-C7F9-4BD4-9B6D-51582AC1D383}"/>
              </a:ext>
            </a:extLst>
          </p:cNvPr>
          <p:cNvSpPr>
            <a:spLocks xmlns:a="http://schemas.openxmlformats.org/drawingml/2006/main" noGrp="1"/>
          </p:cNvSpPr>
          <p:nvPr/>
        </p:nvSpPr>
        <p:spPr>
          <a:xfrm xmlns:a="http://schemas.openxmlformats.org/drawingml/2006/main">
            <a:off x="90773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8" name="r3-62">
            <a:extLst xmlns:a="http://schemas.openxmlformats.org/drawingml/2006/main">
              <a:ext uri="{FF2B5EF4-FFF2-40B4-BE49-F238E27FC236}">
                <a16:creationId xmlns:a16="http://schemas.microsoft.com/office/drawing/2014/main" id="{321E688F-4A70-49BB-B0D0-39BA71F6F574}"/>
              </a:ext>
            </a:extLst>
          </p:cNvPr>
          <p:cNvSpPr>
            <a:spLocks xmlns:a="http://schemas.openxmlformats.org/drawingml/2006/main" noGrp="1"/>
          </p:cNvSpPr>
          <p:nvPr/>
        </p:nvSpPr>
        <p:spPr>
          <a:xfrm xmlns:a="http://schemas.openxmlformats.org/drawingml/2006/main">
            <a:off x="91535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설계</a:t>
            </a:r>
          </a:p>
        </p:txBody>
      </p:sp>
      <p:sp>
        <p:nvSpPr>
          <p:cNvPr id="9" name="r3-63">
            <a:extLst xmlns:a="http://schemas.openxmlformats.org/drawingml/2006/main">
              <a:ext uri="{FF2B5EF4-FFF2-40B4-BE49-F238E27FC236}">
                <a16:creationId xmlns:a16="http://schemas.microsoft.com/office/drawing/2014/main" id="{84726BA7-2CEF-416F-8A44-1E8C2509AF07}"/>
              </a:ext>
            </a:extLst>
          </p:cNvPr>
          <p:cNvSpPr>
            <a:spLocks xmlns:a="http://schemas.openxmlformats.org/drawingml/2006/main" noGrp="1"/>
          </p:cNvSpPr>
          <p:nvPr/>
        </p:nvSpPr>
        <p:spPr>
          <a:xfrm xmlns:a="http://schemas.openxmlformats.org/drawingml/2006/main">
            <a:off x="99726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0" name="r3-64">
            <a:extLst xmlns:a="http://schemas.openxmlformats.org/drawingml/2006/main">
              <a:ext uri="{FF2B5EF4-FFF2-40B4-BE49-F238E27FC236}">
                <a16:creationId xmlns:a16="http://schemas.microsoft.com/office/drawing/2014/main" id="{F1D4221E-EF21-4AB0-9DE0-FA7E942F7741}"/>
              </a:ext>
            </a:extLst>
          </p:cNvPr>
          <p:cNvSpPr>
            <a:spLocks xmlns:a="http://schemas.openxmlformats.org/drawingml/2006/main" noGrp="1"/>
          </p:cNvSpPr>
          <p:nvPr/>
        </p:nvSpPr>
        <p:spPr>
          <a:xfrm xmlns:a="http://schemas.openxmlformats.org/drawingml/2006/main">
            <a:off x="100488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구현 및 검증</a:t>
            </a:r>
          </a:p>
        </p:txBody>
      </p:sp>
      <p:sp>
        <p:nvSpPr>
          <p:cNvPr id="11" name="r3-65">
            <a:extLst xmlns:a="http://schemas.openxmlformats.org/drawingml/2006/main">
              <a:ext uri="{FF2B5EF4-FFF2-40B4-BE49-F238E27FC236}">
                <a16:creationId xmlns:a16="http://schemas.microsoft.com/office/drawing/2014/main" id="{6AC10B34-3669-4AF2-8EA1-207CD83D43E0}"/>
              </a:ext>
            </a:extLst>
          </p:cNvPr>
          <p:cNvSpPr>
            <a:spLocks xmlns:a="http://schemas.openxmlformats.org/drawingml/2006/main" noGrp="1"/>
          </p:cNvSpPr>
          <p:nvPr/>
        </p:nvSpPr>
        <p:spPr>
          <a:xfrm xmlns:a="http://schemas.openxmlformats.org/drawingml/2006/main">
            <a:off x="108680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2" name="r3-66">
            <a:extLst xmlns:a="http://schemas.openxmlformats.org/drawingml/2006/main">
              <a:ext uri="{FF2B5EF4-FFF2-40B4-BE49-F238E27FC236}">
                <a16:creationId xmlns:a16="http://schemas.microsoft.com/office/drawing/2014/main" id="{4F8EB712-84F7-41A3-9A45-5CAFB06A2111}"/>
              </a:ext>
            </a:extLst>
          </p:cNvPr>
          <p:cNvSpPr>
            <a:spLocks xmlns:a="http://schemas.openxmlformats.org/drawingml/2006/main" noGrp="1"/>
          </p:cNvSpPr>
          <p:nvPr/>
        </p:nvSpPr>
        <p:spPr>
          <a:xfrm xmlns:a="http://schemas.openxmlformats.org/drawingml/2006/main">
            <a:off x="109442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결론</a:t>
            </a:r>
          </a:p>
        </p:txBody>
      </p:sp>
      <p:sp>
        <p:nvSpPr>
          <p:cNvPr id="13" name="r3-67">
            <a:extLst xmlns:a="http://schemas.openxmlformats.org/drawingml/2006/main">
              <a:ext uri="{FF2B5EF4-FFF2-40B4-BE49-F238E27FC236}">
                <a16:creationId xmlns:a16="http://schemas.microsoft.com/office/drawing/2014/main" id="{9F97487A-F1C4-41C1-8065-DC043571BB71}"/>
              </a:ext>
            </a:extLst>
          </p:cNvPr>
          <p:cNvSpPr>
            <a:spLocks xmlns:a="http://schemas.openxmlformats.org/drawingml/2006/main" noGrp="1"/>
          </p:cNvSpPr>
          <p:nvPr/>
        </p:nvSpPr>
        <p:spPr>
          <a:xfrm xmlns:a="http://schemas.openxmlformats.org/drawingml/2006/main">
            <a:off x="11420475" y="6524625"/>
            <a:ext cx="400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975" b="0">
                <a:solidFill>
                  <a:srgbClr val="657079"/>
                </a:solidFill>
                <a:latin typeface="Apple SD Gothic Neo"/>
                <a:ea typeface="Apple SD Gothic Neo"/>
                <a:cs typeface="Apple SD Gothic Neo"/>
              </a:defRPr>
            </a:pPr>
            <a:r>
              <a:rPr sz="975" b="0">
                <a:solidFill>
                  <a:srgbClr val="657079"/>
                </a:solidFill>
                <a:latin typeface="Apple SD Gothic Neo"/>
                <a:ea typeface="Apple SD Gothic Neo"/>
                <a:cs typeface="Apple SD Gothic Neo"/>
              </a:rPr>
              <a:t>2</a:t>
            </a:r>
          </a:p>
        </p:txBody>
      </p:sp>
      <p:sp>
        <p:nvSpPr>
          <p:cNvPr id="14" name="r3-68">
            <a:extLst xmlns:a="http://schemas.openxmlformats.org/drawingml/2006/main">
              <a:ext uri="{FF2B5EF4-FFF2-40B4-BE49-F238E27FC236}">
                <a16:creationId xmlns:a16="http://schemas.microsoft.com/office/drawing/2014/main" id="{40E96CE0-40F7-4FC2-8C60-11A6F666980B}"/>
              </a:ext>
            </a:extLst>
          </p:cNvPr>
          <p:cNvSpPr>
            <a:spLocks xmlns:a="http://schemas.openxmlformats.org/drawingml/2006/main" noGrp="1"/>
          </p:cNvSpPr>
          <p:nvPr/>
        </p:nvSpPr>
        <p:spPr>
          <a:xfrm xmlns:a="http://schemas.openxmlformats.org/drawingml/2006/main">
            <a:off x="409575" y="876300"/>
            <a:ext cx="11410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100" b="1">
                <a:solidFill>
                  <a:srgbClr val="122445"/>
                </a:solidFill>
                <a:latin typeface="Apple SD Gothic Neo"/>
                <a:ea typeface="Apple SD Gothic Neo"/>
                <a:cs typeface="Apple SD Gothic Neo"/>
              </a:defRPr>
            </a:pPr>
            <a:r>
              <a:rPr sz="2100" b="1">
                <a:solidFill>
                  <a:srgbClr val="122445"/>
                </a:solidFill>
                <a:latin typeface="Apple SD Gothic Neo"/>
                <a:ea typeface="Apple SD Gothic Neo"/>
                <a:cs typeface="Apple SD Gothic Neo"/>
              </a:rPr>
              <a:t>VIA는 사용자의 요청과 AI의 업무 수행을 같은 대화와 업무 맥락으로 연결</a:t>
            </a:r>
          </a:p>
        </p:txBody>
      </p:sp>
      <p:sp>
        <p:nvSpPr>
          <p:cNvPr id="15" name="r3-69">
            <a:extLst xmlns:a="http://schemas.openxmlformats.org/drawingml/2006/main">
              <a:ext uri="{FF2B5EF4-FFF2-40B4-BE49-F238E27FC236}">
                <a16:creationId xmlns:a16="http://schemas.microsoft.com/office/drawing/2014/main" id="{A49D47A5-50EE-4DAB-88F2-6085862A3268}"/>
              </a:ext>
            </a:extLst>
          </p:cNvPr>
          <p:cNvSpPr>
            <a:spLocks xmlns:a="http://schemas.openxmlformats.org/drawingml/2006/main" noGrp="1"/>
          </p:cNvSpPr>
          <p:nvPr/>
        </p:nvSpPr>
        <p:spPr>
          <a:xfrm xmlns:a="http://schemas.openxmlformats.org/drawingml/2006/main">
            <a:off x="447675" y="1495425"/>
            <a:ext cx="7029450" cy="457200"/>
          </a:xfrm>
          <a:prstGeom xmlns:a="http://schemas.openxmlformats.org/drawingml/2006/main" prst="roundRect">
            <a:avLst>
              <a:gd name="adj" fmla="val 16667"/>
            </a:avLst>
          </a:prstGeom>
          <a:solidFill xmlns:a="http://schemas.openxmlformats.org/drawingml/2006/main">
            <a:srgbClr val="122445"/>
          </a:solidFill>
          <a:ln xmlns:a="http://schemas.openxmlformats.org/drawingml/2006/main" w="9525">
            <a:solidFill>
              <a:srgbClr val="CAD2D9"/>
            </a:solidFill>
          </a:ln>
        </p:spPr>
      </p:sp>
      <p:sp>
        <p:nvSpPr>
          <p:cNvPr id="16" name="r3-70">
            <a:extLst xmlns:a="http://schemas.openxmlformats.org/drawingml/2006/main">
              <a:ext uri="{FF2B5EF4-FFF2-40B4-BE49-F238E27FC236}">
                <a16:creationId xmlns:a16="http://schemas.microsoft.com/office/drawing/2014/main" id="{6E18A2A2-C644-4E28-9F32-4FF1CE83DB78}"/>
              </a:ext>
            </a:extLst>
          </p:cNvPr>
          <p:cNvSpPr>
            <a:spLocks xmlns:a="http://schemas.openxmlformats.org/drawingml/2006/main" noGrp="1"/>
          </p:cNvSpPr>
          <p:nvPr/>
        </p:nvSpPr>
        <p:spPr>
          <a:xfrm xmlns:a="http://schemas.openxmlformats.org/drawingml/2006/main">
            <a:off x="523875" y="1543050"/>
            <a:ext cx="6877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1">
                <a:solidFill>
                  <a:srgbClr val="FFFFFF"/>
                </a:solidFill>
                <a:latin typeface="Apple SD Gothic Neo"/>
                <a:ea typeface="Apple SD Gothic Neo"/>
                <a:cs typeface="Apple SD Gothic Neo"/>
              </a:defRPr>
            </a:pPr>
            <a:r>
              <a:rPr sz="1725" b="1">
                <a:solidFill>
                  <a:srgbClr val="FFFFFF"/>
                </a:solidFill>
                <a:latin typeface="Apple SD Gothic Neo"/>
                <a:ea typeface="Apple SD Gothic Neo"/>
                <a:cs typeface="Apple SD Gothic Neo"/>
              </a:rPr>
              <a:t>VIA: PC에서 대화와 업무 연결을 담당</a:t>
            </a:r>
          </a:p>
        </p:txBody>
      </p:sp>
      <p:sp>
        <p:nvSpPr>
          <p:cNvPr id="17" name="r3-71">
            <a:extLst xmlns:a="http://schemas.openxmlformats.org/drawingml/2006/main">
              <a:ext uri="{FF2B5EF4-FFF2-40B4-BE49-F238E27FC236}">
                <a16:creationId xmlns:a16="http://schemas.microsoft.com/office/drawing/2014/main" id="{D643B815-6F76-4A8B-965B-C816B50B3C6E}"/>
              </a:ext>
            </a:extLst>
          </p:cNvPr>
          <p:cNvSpPr>
            <a:spLocks xmlns:a="http://schemas.openxmlformats.org/drawingml/2006/main" noGrp="1"/>
          </p:cNvSpPr>
          <p:nvPr/>
        </p:nvSpPr>
        <p:spPr>
          <a:xfrm xmlns:a="http://schemas.openxmlformats.org/drawingml/2006/main">
            <a:off x="8353425" y="1495425"/>
            <a:ext cx="3429000" cy="457200"/>
          </a:xfrm>
          <a:prstGeom xmlns:a="http://schemas.openxmlformats.org/drawingml/2006/main" prst="roundRect">
            <a:avLst>
              <a:gd name="adj" fmla="val 16667"/>
            </a:avLst>
          </a:prstGeom>
          <a:solidFill xmlns:a="http://schemas.openxmlformats.org/drawingml/2006/main">
            <a:srgbClr val="122445"/>
          </a:solidFill>
          <a:ln xmlns:a="http://schemas.openxmlformats.org/drawingml/2006/main" w="9525">
            <a:solidFill>
              <a:srgbClr val="CAD2D9"/>
            </a:solidFill>
          </a:ln>
        </p:spPr>
      </p:sp>
      <p:sp>
        <p:nvSpPr>
          <p:cNvPr id="18" name="r3-72">
            <a:extLst xmlns:a="http://schemas.openxmlformats.org/drawingml/2006/main">
              <a:ext uri="{FF2B5EF4-FFF2-40B4-BE49-F238E27FC236}">
                <a16:creationId xmlns:a16="http://schemas.microsoft.com/office/drawing/2014/main" id="{E1A06081-B3D9-4326-93D4-AA213D3D281C}"/>
              </a:ext>
            </a:extLst>
          </p:cNvPr>
          <p:cNvSpPr>
            <a:spLocks xmlns:a="http://schemas.openxmlformats.org/drawingml/2006/main" noGrp="1"/>
          </p:cNvSpPr>
          <p:nvPr/>
        </p:nvSpPr>
        <p:spPr>
          <a:xfrm xmlns:a="http://schemas.openxmlformats.org/drawingml/2006/main">
            <a:off x="8429625" y="1543050"/>
            <a:ext cx="3276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연결된 AI: 맡은 업무를 수행</a:t>
            </a:r>
          </a:p>
        </p:txBody>
      </p:sp>
      <p:sp>
        <p:nvSpPr>
          <p:cNvPr id="19" name="r3-73">
            <a:extLst xmlns:a="http://schemas.openxmlformats.org/drawingml/2006/main">
              <a:ext uri="{FF2B5EF4-FFF2-40B4-BE49-F238E27FC236}">
                <a16:creationId xmlns:a16="http://schemas.microsoft.com/office/drawing/2014/main" id="{550DD2E1-D50D-410B-9F07-A3F15DB41D56}"/>
              </a:ext>
            </a:extLst>
          </p:cNvPr>
          <p:cNvSpPr>
            <a:spLocks xmlns:a="http://schemas.openxmlformats.org/drawingml/2006/main" noGrp="1"/>
          </p:cNvSpPr>
          <p:nvPr/>
        </p:nvSpPr>
        <p:spPr>
          <a:xfrm xmlns:a="http://schemas.openxmlformats.org/drawingml/2006/main">
            <a:off x="638175" y="2076450"/>
            <a:ext cx="6515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1">
                <a:solidFill>
                  <a:srgbClr val="258FAF"/>
                </a:solidFill>
                <a:latin typeface="Apple SD Gothic Neo"/>
                <a:ea typeface="Apple SD Gothic Neo"/>
                <a:cs typeface="Apple SD Gothic Neo"/>
              </a:defRPr>
            </a:pPr>
            <a:r>
              <a:rPr sz="1575" b="1">
                <a:solidFill>
                  <a:srgbClr val="258FAF"/>
                </a:solidFill>
                <a:latin typeface="Apple SD Gothic Neo"/>
                <a:ea typeface="Apple SD Gothic Neo"/>
                <a:cs typeface="Apple SD Gothic Neo"/>
              </a:rPr>
              <a:t>음성 또는 텍스트 + 당시 화면 + 앞선 대화와 진행 업무</a:t>
            </a:r>
          </a:p>
        </p:txBody>
      </p:sp>
      <p:sp>
        <p:nvSpPr>
          <p:cNvPr id="20" name="line-74">
            <a:extLst xmlns:a="http://schemas.openxmlformats.org/drawingml/2006/main">
              <a:ext uri="{FF2B5EF4-FFF2-40B4-BE49-F238E27FC236}">
                <a16:creationId xmlns:a16="http://schemas.microsoft.com/office/drawing/2014/main" id="{9DA5F896-06A3-46B1-A6CE-D25DF6892C10}"/>
              </a:ext>
            </a:extLst>
          </p:cNvPr>
          <p:cNvSpPr>
            <a:spLocks xmlns:a="http://schemas.openxmlformats.org/drawingml/2006/main" noGrp="1"/>
          </p:cNvSpPr>
          <p:nvPr/>
        </p:nvSpPr>
        <p:spPr>
          <a:xfrm xmlns:a="http://schemas.openxmlformats.org/drawingml/2006/main" flipH="0">
            <a:off x="638175" y="2457450"/>
            <a:ext cx="6619875" cy="0"/>
          </a:xfrm>
          <a:prstGeom xmlns:a="http://schemas.openxmlformats.org/drawingml/2006/main" prst="line">
            <a:avLst/>
          </a:prstGeom>
          <a:noFill xmlns:a="http://schemas.openxmlformats.org/drawingml/2006/main"/>
          <a:ln xmlns:a="http://schemas.openxmlformats.org/drawingml/2006/main" w="9525">
            <a:solidFill>
              <a:srgbClr val="BDC4CA"/>
            </a:solidFill>
          </a:ln>
        </p:spPr>
      </p:sp>
      <p:sp>
        <p:nvSpPr>
          <p:cNvPr id="21" name="r3-75">
            <a:extLst xmlns:a="http://schemas.openxmlformats.org/drawingml/2006/main">
              <a:ext uri="{FF2B5EF4-FFF2-40B4-BE49-F238E27FC236}">
                <a16:creationId xmlns:a16="http://schemas.microsoft.com/office/drawing/2014/main" id="{3052DF42-A9AE-454A-816D-A8441D9B47FE}"/>
              </a:ext>
            </a:extLst>
          </p:cNvPr>
          <p:cNvSpPr>
            <a:spLocks xmlns:a="http://schemas.openxmlformats.org/drawingml/2006/main" noGrp="1"/>
          </p:cNvSpPr>
          <p:nvPr/>
        </p:nvSpPr>
        <p:spPr>
          <a:xfrm xmlns:a="http://schemas.openxmlformats.org/drawingml/2006/main">
            <a:off x="638175" y="2600325"/>
            <a:ext cx="276225" cy="276225"/>
          </a:xfrm>
          <a:prstGeom xmlns:a="http://schemas.openxmlformats.org/drawingml/2006/main" prst="ellipse">
            <a:avLst/>
          </a:prstGeom>
          <a:solidFill xmlns:a="http://schemas.openxmlformats.org/drawingml/2006/main">
            <a:srgbClr val="122445"/>
          </a:solidFill>
          <a:ln xmlns:a="http://schemas.openxmlformats.org/drawingml/2006/main" w="0">
            <a:noFill/>
          </a:ln>
        </p:spPr>
      </p:sp>
      <p:sp>
        <p:nvSpPr>
          <p:cNvPr id="22" name="r3-76">
            <a:extLst xmlns:a="http://schemas.openxmlformats.org/drawingml/2006/main">
              <a:ext uri="{FF2B5EF4-FFF2-40B4-BE49-F238E27FC236}">
                <a16:creationId xmlns:a16="http://schemas.microsoft.com/office/drawing/2014/main" id="{B1F82549-7471-4B25-B99C-719B1F269AD6}"/>
              </a:ext>
            </a:extLst>
          </p:cNvPr>
          <p:cNvSpPr>
            <a:spLocks xmlns:a="http://schemas.openxmlformats.org/drawingml/2006/main" noGrp="1"/>
          </p:cNvSpPr>
          <p:nvPr/>
        </p:nvSpPr>
        <p:spPr>
          <a:xfrm xmlns:a="http://schemas.openxmlformats.org/drawingml/2006/main">
            <a:off x="638175" y="2600325"/>
            <a:ext cx="27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75" b="1">
                <a:solidFill>
                  <a:srgbClr val="FFFFFF"/>
                </a:solidFill>
                <a:latin typeface="Apple SD Gothic Neo"/>
                <a:ea typeface="Apple SD Gothic Neo"/>
                <a:cs typeface="Apple SD Gothic Neo"/>
              </a:defRPr>
            </a:pPr>
            <a:r>
              <a:rPr sz="1275" b="1">
                <a:solidFill>
                  <a:srgbClr val="FFFFFF"/>
                </a:solidFill>
                <a:latin typeface="Apple SD Gothic Neo"/>
                <a:ea typeface="Apple SD Gothic Neo"/>
                <a:cs typeface="Apple SD Gothic Neo"/>
              </a:rPr>
              <a:t>1</a:t>
            </a:r>
          </a:p>
        </p:txBody>
      </p:sp>
      <p:sp>
        <p:nvSpPr>
          <p:cNvPr id="23" name="r3-77">
            <a:extLst xmlns:a="http://schemas.openxmlformats.org/drawingml/2006/main">
              <a:ext uri="{FF2B5EF4-FFF2-40B4-BE49-F238E27FC236}">
                <a16:creationId xmlns:a16="http://schemas.microsoft.com/office/drawing/2014/main" id="{025E0116-580B-4B74-9D19-D24966F4D020}"/>
              </a:ext>
            </a:extLst>
          </p:cNvPr>
          <p:cNvSpPr>
            <a:spLocks xmlns:a="http://schemas.openxmlformats.org/drawingml/2006/main" noGrp="1"/>
          </p:cNvSpPr>
          <p:nvPr/>
        </p:nvSpPr>
        <p:spPr>
          <a:xfrm xmlns:a="http://schemas.openxmlformats.org/drawingml/2006/main">
            <a:off x="1028700" y="256222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122445"/>
                </a:solidFill>
                <a:latin typeface="Apple SD Gothic Neo"/>
                <a:ea typeface="Apple SD Gothic Neo"/>
                <a:cs typeface="Apple SD Gothic Neo"/>
              </a:defRPr>
            </a:pPr>
            <a:r>
              <a:rPr sz="1650" b="1">
                <a:solidFill>
                  <a:srgbClr val="122445"/>
                </a:solidFill>
                <a:latin typeface="Apple SD Gothic Neo"/>
                <a:ea typeface="Apple SD Gothic Neo"/>
                <a:cs typeface="Apple SD Gothic Neo"/>
              </a:rPr>
              <a:t>요청의 의미와 대상 확정</a:t>
            </a:r>
          </a:p>
        </p:txBody>
      </p:sp>
      <p:sp>
        <p:nvSpPr>
          <p:cNvPr id="24" name="r3-78">
            <a:extLst xmlns:a="http://schemas.openxmlformats.org/drawingml/2006/main">
              <a:ext uri="{FF2B5EF4-FFF2-40B4-BE49-F238E27FC236}">
                <a16:creationId xmlns:a16="http://schemas.microsoft.com/office/drawing/2014/main" id="{5E78FC7F-9277-4A39-82A4-77BC781926E1}"/>
              </a:ext>
            </a:extLst>
          </p:cNvPr>
          <p:cNvSpPr>
            <a:spLocks xmlns:a="http://schemas.openxmlformats.org/drawingml/2006/main" noGrp="1"/>
          </p:cNvSpPr>
          <p:nvPr/>
        </p:nvSpPr>
        <p:spPr>
          <a:xfrm xmlns:a="http://schemas.openxmlformats.org/drawingml/2006/main">
            <a:off x="1028700" y="2847975"/>
            <a:ext cx="614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목표와 조건, 정정 내용 파악</a:t>
            </a:r>
          </a:p>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새 업무인지 기존 업무인지 판단</a:t>
            </a:r>
          </a:p>
        </p:txBody>
      </p:sp>
      <p:sp>
        <p:nvSpPr>
          <p:cNvPr id="25" name="r3-79">
            <a:extLst xmlns:a="http://schemas.openxmlformats.org/drawingml/2006/main">
              <a:ext uri="{FF2B5EF4-FFF2-40B4-BE49-F238E27FC236}">
                <a16:creationId xmlns:a16="http://schemas.microsoft.com/office/drawing/2014/main" id="{D923310E-189D-499C-9DD1-483D843ACD58}"/>
              </a:ext>
            </a:extLst>
          </p:cNvPr>
          <p:cNvSpPr>
            <a:spLocks xmlns:a="http://schemas.openxmlformats.org/drawingml/2006/main" noGrp="1"/>
          </p:cNvSpPr>
          <p:nvPr/>
        </p:nvSpPr>
        <p:spPr>
          <a:xfrm xmlns:a="http://schemas.openxmlformats.org/drawingml/2006/main">
            <a:off x="638175" y="3343275"/>
            <a:ext cx="276225" cy="276225"/>
          </a:xfrm>
          <a:prstGeom xmlns:a="http://schemas.openxmlformats.org/drawingml/2006/main" prst="ellipse">
            <a:avLst/>
          </a:prstGeom>
          <a:solidFill xmlns:a="http://schemas.openxmlformats.org/drawingml/2006/main">
            <a:srgbClr val="122445"/>
          </a:solidFill>
          <a:ln xmlns:a="http://schemas.openxmlformats.org/drawingml/2006/main" w="0">
            <a:noFill/>
          </a:ln>
        </p:spPr>
      </p:sp>
      <p:sp>
        <p:nvSpPr>
          <p:cNvPr id="26" name="r3-80">
            <a:extLst xmlns:a="http://schemas.openxmlformats.org/drawingml/2006/main">
              <a:ext uri="{FF2B5EF4-FFF2-40B4-BE49-F238E27FC236}">
                <a16:creationId xmlns:a16="http://schemas.microsoft.com/office/drawing/2014/main" id="{93AD9379-ED6A-42A1-8E4F-E289506218D9}"/>
              </a:ext>
            </a:extLst>
          </p:cNvPr>
          <p:cNvSpPr>
            <a:spLocks xmlns:a="http://schemas.openxmlformats.org/drawingml/2006/main" noGrp="1"/>
          </p:cNvSpPr>
          <p:nvPr/>
        </p:nvSpPr>
        <p:spPr>
          <a:xfrm xmlns:a="http://schemas.openxmlformats.org/drawingml/2006/main">
            <a:off x="638175" y="3343275"/>
            <a:ext cx="27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75" b="1">
                <a:solidFill>
                  <a:srgbClr val="FFFFFF"/>
                </a:solidFill>
                <a:latin typeface="Apple SD Gothic Neo"/>
                <a:ea typeface="Apple SD Gothic Neo"/>
                <a:cs typeface="Apple SD Gothic Neo"/>
              </a:defRPr>
            </a:pPr>
            <a:r>
              <a:rPr sz="1275" b="1">
                <a:solidFill>
                  <a:srgbClr val="FFFFFF"/>
                </a:solidFill>
                <a:latin typeface="Apple SD Gothic Neo"/>
                <a:ea typeface="Apple SD Gothic Neo"/>
                <a:cs typeface="Apple SD Gothic Neo"/>
              </a:rPr>
              <a:t>2</a:t>
            </a:r>
          </a:p>
        </p:txBody>
      </p:sp>
      <p:sp>
        <p:nvSpPr>
          <p:cNvPr id="27" name="r3-81">
            <a:extLst xmlns:a="http://schemas.openxmlformats.org/drawingml/2006/main">
              <a:ext uri="{FF2B5EF4-FFF2-40B4-BE49-F238E27FC236}">
                <a16:creationId xmlns:a16="http://schemas.microsoft.com/office/drawing/2014/main" id="{A65A87E2-DBAB-4C51-A9D9-463319B64B5B}"/>
              </a:ext>
            </a:extLst>
          </p:cNvPr>
          <p:cNvSpPr>
            <a:spLocks xmlns:a="http://schemas.openxmlformats.org/drawingml/2006/main" noGrp="1"/>
          </p:cNvSpPr>
          <p:nvPr/>
        </p:nvSpPr>
        <p:spPr>
          <a:xfrm xmlns:a="http://schemas.openxmlformats.org/drawingml/2006/main">
            <a:off x="1028700" y="330517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122445"/>
                </a:solidFill>
                <a:latin typeface="Apple SD Gothic Neo"/>
                <a:ea typeface="Apple SD Gothic Neo"/>
                <a:cs typeface="Apple SD Gothic Neo"/>
              </a:defRPr>
            </a:pPr>
            <a:r>
              <a:rPr sz="1650" b="1">
                <a:solidFill>
                  <a:srgbClr val="122445"/>
                </a:solidFill>
                <a:latin typeface="Apple SD Gothic Neo"/>
                <a:ea typeface="Apple SD Gothic Neo"/>
                <a:cs typeface="Apple SD Gothic Neo"/>
              </a:rPr>
              <a:t>직접 응답 또는 업무 위임</a:t>
            </a:r>
          </a:p>
        </p:txBody>
      </p:sp>
      <p:sp>
        <p:nvSpPr>
          <p:cNvPr id="28" name="r3-82">
            <a:extLst xmlns:a="http://schemas.openxmlformats.org/drawingml/2006/main">
              <a:ext uri="{FF2B5EF4-FFF2-40B4-BE49-F238E27FC236}">
                <a16:creationId xmlns:a16="http://schemas.microsoft.com/office/drawing/2014/main" id="{A15D4FFA-CDB2-4D02-8BCA-39986E1F1A94}"/>
              </a:ext>
            </a:extLst>
          </p:cNvPr>
          <p:cNvSpPr>
            <a:spLocks xmlns:a="http://schemas.openxmlformats.org/drawingml/2006/main" noGrp="1"/>
          </p:cNvSpPr>
          <p:nvPr/>
        </p:nvSpPr>
        <p:spPr>
          <a:xfrm xmlns:a="http://schemas.openxmlformats.org/drawingml/2006/main">
            <a:off x="1028700" y="3609975"/>
            <a:ext cx="6143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범위가 명확한 설명은 직접 답하고, 실제 업무는 AI에 위임</a:t>
            </a:r>
          </a:p>
        </p:txBody>
      </p:sp>
      <p:sp>
        <p:nvSpPr>
          <p:cNvPr id="29" name="r3-83">
            <a:extLst xmlns:a="http://schemas.openxmlformats.org/drawingml/2006/main">
              <a:ext uri="{FF2B5EF4-FFF2-40B4-BE49-F238E27FC236}">
                <a16:creationId xmlns:a16="http://schemas.microsoft.com/office/drawing/2014/main" id="{F0062F88-022F-467E-8BEB-072935757D4D}"/>
              </a:ext>
            </a:extLst>
          </p:cNvPr>
          <p:cNvSpPr>
            <a:spLocks xmlns:a="http://schemas.openxmlformats.org/drawingml/2006/main" noGrp="1"/>
          </p:cNvSpPr>
          <p:nvPr/>
        </p:nvSpPr>
        <p:spPr>
          <a:xfrm xmlns:a="http://schemas.openxmlformats.org/drawingml/2006/main">
            <a:off x="638175" y="3981450"/>
            <a:ext cx="276225" cy="276225"/>
          </a:xfrm>
          <a:prstGeom xmlns:a="http://schemas.openxmlformats.org/drawingml/2006/main" prst="ellipse">
            <a:avLst/>
          </a:prstGeom>
          <a:solidFill xmlns:a="http://schemas.openxmlformats.org/drawingml/2006/main">
            <a:srgbClr val="122445"/>
          </a:solidFill>
          <a:ln xmlns:a="http://schemas.openxmlformats.org/drawingml/2006/main" w="0">
            <a:noFill/>
          </a:ln>
        </p:spPr>
      </p:sp>
      <p:sp>
        <p:nvSpPr>
          <p:cNvPr id="30" name="r3-84">
            <a:extLst xmlns:a="http://schemas.openxmlformats.org/drawingml/2006/main">
              <a:ext uri="{FF2B5EF4-FFF2-40B4-BE49-F238E27FC236}">
                <a16:creationId xmlns:a16="http://schemas.microsoft.com/office/drawing/2014/main" id="{473D0A13-E8CD-4C0A-BBC7-766A6E3FBD92}"/>
              </a:ext>
            </a:extLst>
          </p:cNvPr>
          <p:cNvSpPr>
            <a:spLocks xmlns:a="http://schemas.openxmlformats.org/drawingml/2006/main" noGrp="1"/>
          </p:cNvSpPr>
          <p:nvPr/>
        </p:nvSpPr>
        <p:spPr>
          <a:xfrm xmlns:a="http://schemas.openxmlformats.org/drawingml/2006/main">
            <a:off x="638175" y="3981450"/>
            <a:ext cx="2762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75" b="1">
                <a:solidFill>
                  <a:srgbClr val="FFFFFF"/>
                </a:solidFill>
                <a:latin typeface="Apple SD Gothic Neo"/>
                <a:ea typeface="Apple SD Gothic Neo"/>
                <a:cs typeface="Apple SD Gothic Neo"/>
              </a:defRPr>
            </a:pPr>
            <a:r>
              <a:rPr sz="1275" b="1">
                <a:solidFill>
                  <a:srgbClr val="FFFFFF"/>
                </a:solidFill>
                <a:latin typeface="Apple SD Gothic Neo"/>
                <a:ea typeface="Apple SD Gothic Neo"/>
                <a:cs typeface="Apple SD Gothic Neo"/>
              </a:rPr>
              <a:t>3</a:t>
            </a:r>
          </a:p>
        </p:txBody>
      </p:sp>
      <p:sp>
        <p:nvSpPr>
          <p:cNvPr id="31" name="r3-85">
            <a:extLst xmlns:a="http://schemas.openxmlformats.org/drawingml/2006/main">
              <a:ext uri="{FF2B5EF4-FFF2-40B4-BE49-F238E27FC236}">
                <a16:creationId xmlns:a16="http://schemas.microsoft.com/office/drawing/2014/main" id="{63C45FC8-7F2D-41AE-A7D7-4B823AC48EB4}"/>
              </a:ext>
            </a:extLst>
          </p:cNvPr>
          <p:cNvSpPr>
            <a:spLocks xmlns:a="http://schemas.openxmlformats.org/drawingml/2006/main" noGrp="1"/>
          </p:cNvSpPr>
          <p:nvPr/>
        </p:nvSpPr>
        <p:spPr>
          <a:xfrm xmlns:a="http://schemas.openxmlformats.org/drawingml/2006/main">
            <a:off x="1028700" y="394335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122445"/>
                </a:solidFill>
                <a:latin typeface="Apple SD Gothic Neo"/>
                <a:ea typeface="Apple SD Gothic Neo"/>
                <a:cs typeface="Apple SD Gothic Neo"/>
              </a:defRPr>
            </a:pPr>
            <a:r>
              <a:rPr sz="1650" b="1">
                <a:solidFill>
                  <a:srgbClr val="122445"/>
                </a:solidFill>
                <a:latin typeface="Apple SD Gothic Neo"/>
                <a:ea typeface="Apple SD Gothic Neo"/>
                <a:cs typeface="Apple SD Gothic Neo"/>
              </a:rPr>
              <a:t>대화와 업무 상태 관리</a:t>
            </a:r>
          </a:p>
        </p:txBody>
      </p:sp>
      <p:sp>
        <p:nvSpPr>
          <p:cNvPr id="32" name="r3-86">
            <a:extLst xmlns:a="http://schemas.openxmlformats.org/drawingml/2006/main">
              <a:ext uri="{FF2B5EF4-FFF2-40B4-BE49-F238E27FC236}">
                <a16:creationId xmlns:a16="http://schemas.microsoft.com/office/drawing/2014/main" id="{B6CE67E3-DB03-4E92-8702-A61469EDC549}"/>
              </a:ext>
            </a:extLst>
          </p:cNvPr>
          <p:cNvSpPr>
            <a:spLocks xmlns:a="http://schemas.openxmlformats.org/drawingml/2006/main" noGrp="1"/>
          </p:cNvSpPr>
          <p:nvPr/>
        </p:nvSpPr>
        <p:spPr>
          <a:xfrm xmlns:a="http://schemas.openxmlformats.org/drawingml/2006/main">
            <a:off x="1028700" y="4248150"/>
            <a:ext cx="6143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질문과 추가 지시, 취소를 해당 업무에 연결</a:t>
            </a:r>
          </a:p>
          <a:p xmlns:a="http://schemas.openxmlformats.org/drawingml/2006/main">
            <a:pPr algn="l">
              <a:defRPr sz="1425" b="0">
                <a:solidFill>
                  <a:srgbClr val="20262C"/>
                </a:solidFill>
                <a:latin typeface="Apple SD Gothic Neo"/>
                <a:ea typeface="Apple SD Gothic Neo"/>
                <a:cs typeface="Apple SD Gothic Neo"/>
              </a:defRPr>
            </a:pPr>
            <a:r>
              <a:rPr sz="1425" b="0">
                <a:solidFill>
                  <a:srgbClr val="20262C"/>
                </a:solidFill>
                <a:latin typeface="Apple SD Gothic Neo"/>
                <a:ea typeface="Apple SD Gothic Neo"/>
                <a:cs typeface="Apple SD Gothic Neo"/>
              </a:rPr>
              <a:t>진행 상황과 결과도 같은 업무에서 관리</a:t>
            </a:r>
          </a:p>
        </p:txBody>
      </p:sp>
      <p:sp>
        <p:nvSpPr>
          <p:cNvPr id="33" name="r3-87">
            <a:extLst xmlns:a="http://schemas.openxmlformats.org/drawingml/2006/main">
              <a:ext uri="{FF2B5EF4-FFF2-40B4-BE49-F238E27FC236}">
                <a16:creationId xmlns:a16="http://schemas.microsoft.com/office/drawing/2014/main" id="{F8FDDC4A-7A5C-45E7-9EE8-199AE9514DC2}"/>
              </a:ext>
            </a:extLst>
          </p:cNvPr>
          <p:cNvSpPr>
            <a:spLocks xmlns:a="http://schemas.openxmlformats.org/drawingml/2006/main" noGrp="1"/>
          </p:cNvSpPr>
          <p:nvPr/>
        </p:nvSpPr>
        <p:spPr>
          <a:xfrm xmlns:a="http://schemas.openxmlformats.org/drawingml/2006/main">
            <a:off x="7477125" y="2647950"/>
            <a:ext cx="9239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25" b="1">
                <a:solidFill>
                  <a:srgbClr val="657079"/>
                </a:solidFill>
                <a:latin typeface="Apple SD Gothic Neo"/>
                <a:ea typeface="Apple SD Gothic Neo"/>
                <a:cs typeface="Apple SD Gothic Neo"/>
              </a:defRPr>
            </a:pPr>
            <a:r>
              <a:rPr sz="1125" b="1">
                <a:solidFill>
                  <a:srgbClr val="657079"/>
                </a:solidFill>
                <a:latin typeface="Apple SD Gothic Neo"/>
                <a:ea typeface="Apple SD Gothic Neo"/>
                <a:cs typeface="Apple SD Gothic Neo"/>
              </a:rPr>
              <a:t>목표와 조건</a:t>
            </a:r>
          </a:p>
        </p:txBody>
      </p:sp>
      <p:sp>
        <p:nvSpPr>
          <p:cNvPr id="34" name="line-88">
            <a:extLst xmlns:a="http://schemas.openxmlformats.org/drawingml/2006/main">
              <a:ext uri="{FF2B5EF4-FFF2-40B4-BE49-F238E27FC236}">
                <a16:creationId xmlns:a16="http://schemas.microsoft.com/office/drawing/2014/main" id="{F65DB34C-2CFB-4F69-AFA4-DF6DBE81C915}"/>
              </a:ext>
            </a:extLst>
          </p:cNvPr>
          <p:cNvSpPr>
            <a:spLocks xmlns:a="http://schemas.openxmlformats.org/drawingml/2006/main" noGrp="1"/>
          </p:cNvSpPr>
          <p:nvPr/>
        </p:nvSpPr>
        <p:spPr>
          <a:xfrm xmlns:a="http://schemas.openxmlformats.org/drawingml/2006/main" flipH="0">
            <a:off x="7496175" y="2981325"/>
            <a:ext cx="828675" cy="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35" name="line-89">
            <a:extLst xmlns:a="http://schemas.openxmlformats.org/drawingml/2006/main">
              <a:ext uri="{FF2B5EF4-FFF2-40B4-BE49-F238E27FC236}">
                <a16:creationId xmlns:a16="http://schemas.microsoft.com/office/drawing/2014/main" id="{58996F9C-CAA2-442F-A7F8-77FAF118416C}"/>
              </a:ext>
            </a:extLst>
          </p:cNvPr>
          <p:cNvSpPr>
            <a:spLocks xmlns:a="http://schemas.openxmlformats.org/drawingml/2006/main" noGrp="1"/>
          </p:cNvSpPr>
          <p:nvPr/>
        </p:nvSpPr>
        <p:spPr>
          <a:xfrm xmlns:a="http://schemas.openxmlformats.org/drawingml/2006/main" flipH="0">
            <a:off x="8258175" y="2943225"/>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36" name="line-90">
            <a:extLst xmlns:a="http://schemas.openxmlformats.org/drawingml/2006/main">
              <a:ext uri="{FF2B5EF4-FFF2-40B4-BE49-F238E27FC236}">
                <a16:creationId xmlns:a16="http://schemas.microsoft.com/office/drawing/2014/main" id="{7991858B-2EEF-4BCB-8B75-3835EEC5755F}"/>
              </a:ext>
            </a:extLst>
          </p:cNvPr>
          <p:cNvSpPr>
            <a:spLocks xmlns:a="http://schemas.openxmlformats.org/drawingml/2006/main" noGrp="1"/>
          </p:cNvSpPr>
          <p:nvPr/>
        </p:nvSpPr>
        <p:spPr>
          <a:xfrm xmlns:a="http://schemas.openxmlformats.org/drawingml/2006/main" flipH="1">
            <a:off x="8258175" y="2981325"/>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37" name="line-91">
            <a:extLst xmlns:a="http://schemas.openxmlformats.org/drawingml/2006/main">
              <a:ext uri="{FF2B5EF4-FFF2-40B4-BE49-F238E27FC236}">
                <a16:creationId xmlns:a16="http://schemas.microsoft.com/office/drawing/2014/main" id="{666D66A2-8A43-4C3F-88DF-0E02D97174C3}"/>
              </a:ext>
            </a:extLst>
          </p:cNvPr>
          <p:cNvSpPr>
            <a:spLocks xmlns:a="http://schemas.openxmlformats.org/drawingml/2006/main" noGrp="1"/>
          </p:cNvSpPr>
          <p:nvPr/>
        </p:nvSpPr>
        <p:spPr>
          <a:xfrm xmlns:a="http://schemas.openxmlformats.org/drawingml/2006/main" flipH="0">
            <a:off x="7496175" y="3838575"/>
            <a:ext cx="828675" cy="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38" name="line-92">
            <a:extLst xmlns:a="http://schemas.openxmlformats.org/drawingml/2006/main">
              <a:ext uri="{FF2B5EF4-FFF2-40B4-BE49-F238E27FC236}">
                <a16:creationId xmlns:a16="http://schemas.microsoft.com/office/drawing/2014/main" id="{1EA8433E-026E-4591-A3FF-6532C023B2EA}"/>
              </a:ext>
            </a:extLst>
          </p:cNvPr>
          <p:cNvSpPr>
            <a:spLocks xmlns:a="http://schemas.openxmlformats.org/drawingml/2006/main" noGrp="1"/>
          </p:cNvSpPr>
          <p:nvPr/>
        </p:nvSpPr>
        <p:spPr>
          <a:xfrm xmlns:a="http://schemas.openxmlformats.org/drawingml/2006/main" flipH="1">
            <a:off x="7496175" y="3800475"/>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39" name="line-93">
            <a:extLst xmlns:a="http://schemas.openxmlformats.org/drawingml/2006/main">
              <a:ext uri="{FF2B5EF4-FFF2-40B4-BE49-F238E27FC236}">
                <a16:creationId xmlns:a16="http://schemas.microsoft.com/office/drawing/2014/main" id="{82A8FDDE-4730-4DFA-8464-791F6FE48436}"/>
              </a:ext>
            </a:extLst>
          </p:cNvPr>
          <p:cNvSpPr>
            <a:spLocks xmlns:a="http://schemas.openxmlformats.org/drawingml/2006/main" noGrp="1"/>
          </p:cNvSpPr>
          <p:nvPr/>
        </p:nvSpPr>
        <p:spPr>
          <a:xfrm xmlns:a="http://schemas.openxmlformats.org/drawingml/2006/main" flipH="0">
            <a:off x="7496175" y="3838575"/>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40" name="r3-94">
            <a:extLst xmlns:a="http://schemas.openxmlformats.org/drawingml/2006/main">
              <a:ext uri="{FF2B5EF4-FFF2-40B4-BE49-F238E27FC236}">
                <a16:creationId xmlns:a16="http://schemas.microsoft.com/office/drawing/2014/main" id="{E31C9647-E896-4611-B221-0B4DCB01017C}"/>
              </a:ext>
            </a:extLst>
          </p:cNvPr>
          <p:cNvSpPr>
            <a:spLocks xmlns:a="http://schemas.openxmlformats.org/drawingml/2006/main" noGrp="1"/>
          </p:cNvSpPr>
          <p:nvPr/>
        </p:nvSpPr>
        <p:spPr>
          <a:xfrm xmlns:a="http://schemas.openxmlformats.org/drawingml/2006/main">
            <a:off x="7477125" y="3933825"/>
            <a:ext cx="9239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25" b="1">
                <a:solidFill>
                  <a:srgbClr val="657079"/>
                </a:solidFill>
                <a:latin typeface="Apple SD Gothic Neo"/>
                <a:ea typeface="Apple SD Gothic Neo"/>
                <a:cs typeface="Apple SD Gothic Neo"/>
              </a:defRPr>
            </a:pPr>
            <a:r>
              <a:rPr sz="1125" b="1">
                <a:solidFill>
                  <a:srgbClr val="657079"/>
                </a:solidFill>
                <a:latin typeface="Apple SD Gothic Neo"/>
                <a:ea typeface="Apple SD Gothic Neo"/>
                <a:cs typeface="Apple SD Gothic Neo"/>
              </a:rPr>
              <a:t>질문과 상태</a:t>
            </a:r>
          </a:p>
        </p:txBody>
      </p:sp>
      <p:sp>
        <p:nvSpPr>
          <p:cNvPr id="41" name="r3-95">
            <a:extLst xmlns:a="http://schemas.openxmlformats.org/drawingml/2006/main">
              <a:ext uri="{FF2B5EF4-FFF2-40B4-BE49-F238E27FC236}">
                <a16:creationId xmlns:a16="http://schemas.microsoft.com/office/drawing/2014/main" id="{D1230799-3BF4-415F-9CF7-BD6E5B405CB8}"/>
              </a:ext>
            </a:extLst>
          </p:cNvPr>
          <p:cNvSpPr>
            <a:spLocks xmlns:a="http://schemas.openxmlformats.org/drawingml/2006/main" noGrp="1"/>
          </p:cNvSpPr>
          <p:nvPr/>
        </p:nvSpPr>
        <p:spPr>
          <a:xfrm xmlns:a="http://schemas.openxmlformats.org/drawingml/2006/main">
            <a:off x="7477125" y="4162425"/>
            <a:ext cx="9239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25" b="1">
                <a:solidFill>
                  <a:srgbClr val="657079"/>
                </a:solidFill>
                <a:latin typeface="Apple SD Gothic Neo"/>
                <a:ea typeface="Apple SD Gothic Neo"/>
                <a:cs typeface="Apple SD Gothic Neo"/>
              </a:defRPr>
            </a:pPr>
            <a:r>
              <a:rPr sz="1125" b="1">
                <a:solidFill>
                  <a:srgbClr val="657079"/>
                </a:solidFill>
                <a:latin typeface="Apple SD Gothic Neo"/>
                <a:ea typeface="Apple SD Gothic Neo"/>
                <a:cs typeface="Apple SD Gothic Neo"/>
              </a:rPr>
              <a:t>결과</a:t>
            </a:r>
          </a:p>
        </p:txBody>
      </p:sp>
      <p:sp>
        <p:nvSpPr>
          <p:cNvPr id="42" name="r3-96">
            <a:extLst xmlns:a="http://schemas.openxmlformats.org/drawingml/2006/main">
              <a:ext uri="{FF2B5EF4-FFF2-40B4-BE49-F238E27FC236}">
                <a16:creationId xmlns:a16="http://schemas.microsoft.com/office/drawing/2014/main" id="{CC4784CC-B8CB-4E7E-B6EF-A8E27A9071AA}"/>
              </a:ext>
            </a:extLst>
          </p:cNvPr>
          <p:cNvSpPr>
            <a:spLocks xmlns:a="http://schemas.openxmlformats.org/drawingml/2006/main" noGrp="1"/>
          </p:cNvSpPr>
          <p:nvPr/>
        </p:nvSpPr>
        <p:spPr>
          <a:xfrm xmlns:a="http://schemas.openxmlformats.org/drawingml/2006/main">
            <a:off x="8562975" y="2276475"/>
            <a:ext cx="3057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725" b="1">
                <a:solidFill>
                  <a:srgbClr val="122445"/>
                </a:solidFill>
                <a:latin typeface="Apple SD Gothic Neo"/>
                <a:ea typeface="Apple SD Gothic Neo"/>
                <a:cs typeface="Apple SD Gothic Neo"/>
              </a:defRPr>
            </a:pPr>
            <a:r>
              <a:rPr sz="1725" b="1">
                <a:solidFill>
                  <a:srgbClr val="122445"/>
                </a:solidFill>
                <a:latin typeface="Apple SD Gothic Neo"/>
                <a:ea typeface="Apple SD Gothic Neo"/>
                <a:cs typeface="Apple SD Gothic Neo"/>
              </a:rPr>
              <a:t>업무 방법과 도구 선택</a:t>
            </a:r>
          </a:p>
        </p:txBody>
      </p:sp>
      <p:sp>
        <p:nvSpPr>
          <p:cNvPr id="43" name="line-97">
            <a:extLst xmlns:a="http://schemas.openxmlformats.org/drawingml/2006/main">
              <a:ext uri="{FF2B5EF4-FFF2-40B4-BE49-F238E27FC236}">
                <a16:creationId xmlns:a16="http://schemas.microsoft.com/office/drawing/2014/main" id="{E256A8AA-9488-49D8-BEB7-7E5BE2E90EC4}"/>
              </a:ext>
            </a:extLst>
          </p:cNvPr>
          <p:cNvSpPr>
            <a:spLocks xmlns:a="http://schemas.openxmlformats.org/drawingml/2006/main" noGrp="1"/>
          </p:cNvSpPr>
          <p:nvPr/>
        </p:nvSpPr>
        <p:spPr>
          <a:xfrm xmlns:a="http://schemas.openxmlformats.org/drawingml/2006/main" flipH="0">
            <a:off x="10096500" y="2686050"/>
            <a:ext cx="0" cy="2667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4" name="line-98">
            <a:extLst xmlns:a="http://schemas.openxmlformats.org/drawingml/2006/main">
              <a:ext uri="{FF2B5EF4-FFF2-40B4-BE49-F238E27FC236}">
                <a16:creationId xmlns:a16="http://schemas.microsoft.com/office/drawing/2014/main" id="{39A4B293-284C-459F-BC36-69B4F143C33C}"/>
              </a:ext>
            </a:extLst>
          </p:cNvPr>
          <p:cNvSpPr>
            <a:spLocks xmlns:a="http://schemas.openxmlformats.org/drawingml/2006/main" noGrp="1"/>
          </p:cNvSpPr>
          <p:nvPr/>
        </p:nvSpPr>
        <p:spPr>
          <a:xfrm xmlns:a="http://schemas.openxmlformats.org/drawingml/2006/main" flipH="0">
            <a:off x="10058400" y="2886075"/>
            <a:ext cx="38100" cy="66675"/>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5" name="line-99">
            <a:extLst xmlns:a="http://schemas.openxmlformats.org/drawingml/2006/main">
              <a:ext uri="{FF2B5EF4-FFF2-40B4-BE49-F238E27FC236}">
                <a16:creationId xmlns:a16="http://schemas.microsoft.com/office/drawing/2014/main" id="{0437A239-626D-44D8-91DE-98E3973B65A7}"/>
              </a:ext>
            </a:extLst>
          </p:cNvPr>
          <p:cNvSpPr>
            <a:spLocks xmlns:a="http://schemas.openxmlformats.org/drawingml/2006/main" noGrp="1"/>
          </p:cNvSpPr>
          <p:nvPr/>
        </p:nvSpPr>
        <p:spPr>
          <a:xfrm xmlns:a="http://schemas.openxmlformats.org/drawingml/2006/main" flipH="1">
            <a:off x="10096500" y="2886075"/>
            <a:ext cx="38100" cy="66675"/>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6" name="r3-100">
            <a:extLst xmlns:a="http://schemas.openxmlformats.org/drawingml/2006/main">
              <a:ext uri="{FF2B5EF4-FFF2-40B4-BE49-F238E27FC236}">
                <a16:creationId xmlns:a16="http://schemas.microsoft.com/office/drawing/2014/main" id="{083BB3A9-902D-4B48-9FAF-C5FBDEB45BE1}"/>
              </a:ext>
            </a:extLst>
          </p:cNvPr>
          <p:cNvSpPr>
            <a:spLocks xmlns:a="http://schemas.openxmlformats.org/drawingml/2006/main" noGrp="1"/>
          </p:cNvSpPr>
          <p:nvPr/>
        </p:nvSpPr>
        <p:spPr>
          <a:xfrm xmlns:a="http://schemas.openxmlformats.org/drawingml/2006/main">
            <a:off x="8524875" y="3057525"/>
            <a:ext cx="3114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122445"/>
                </a:solidFill>
                <a:latin typeface="Apple SD Gothic Neo"/>
                <a:ea typeface="Apple SD Gothic Neo"/>
                <a:cs typeface="Apple SD Gothic Neo"/>
              </a:defRPr>
            </a:pPr>
            <a:r>
              <a:rPr sz="1650" b="1">
                <a:solidFill>
                  <a:srgbClr val="122445"/>
                </a:solidFill>
                <a:latin typeface="Apple SD Gothic Neo"/>
                <a:ea typeface="Apple SD Gothic Neo"/>
                <a:cs typeface="Apple SD Gothic Neo"/>
              </a:rPr>
              <a:t>자료 조사와 문서 작성</a:t>
            </a:r>
          </a:p>
        </p:txBody>
      </p:sp>
      <p:sp>
        <p:nvSpPr>
          <p:cNvPr id="47" name="r3-101">
            <a:extLst xmlns:a="http://schemas.openxmlformats.org/drawingml/2006/main">
              <a:ext uri="{FF2B5EF4-FFF2-40B4-BE49-F238E27FC236}">
                <a16:creationId xmlns:a16="http://schemas.microsoft.com/office/drawing/2014/main" id="{48A4984D-00C5-4DE3-A661-93E02598DE4B}"/>
              </a:ext>
            </a:extLst>
          </p:cNvPr>
          <p:cNvSpPr>
            <a:spLocks xmlns:a="http://schemas.openxmlformats.org/drawingml/2006/main" noGrp="1"/>
          </p:cNvSpPr>
          <p:nvPr/>
        </p:nvSpPr>
        <p:spPr>
          <a:xfrm xmlns:a="http://schemas.openxmlformats.org/drawingml/2006/main">
            <a:off x="8524875" y="3362325"/>
            <a:ext cx="3114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00" b="0">
                <a:solidFill>
                  <a:srgbClr val="20262C"/>
                </a:solidFill>
                <a:latin typeface="Apple SD Gothic Neo"/>
                <a:ea typeface="Apple SD Gothic Neo"/>
                <a:cs typeface="Apple SD Gothic Neo"/>
              </a:defRPr>
            </a:pPr>
            <a:r>
              <a:rPr sz="1500" b="0">
                <a:solidFill>
                  <a:srgbClr val="20262C"/>
                </a:solidFill>
                <a:latin typeface="Apple SD Gothic Neo"/>
                <a:ea typeface="Apple SD Gothic Neo"/>
                <a:cs typeface="Apple SD Gothic Neo"/>
              </a:rPr>
              <a:t>앱 조작, 코드 수정과 시험 등</a:t>
            </a:r>
          </a:p>
        </p:txBody>
      </p:sp>
      <p:sp>
        <p:nvSpPr>
          <p:cNvPr id="48" name="line-102">
            <a:extLst xmlns:a="http://schemas.openxmlformats.org/drawingml/2006/main">
              <a:ext uri="{FF2B5EF4-FFF2-40B4-BE49-F238E27FC236}">
                <a16:creationId xmlns:a16="http://schemas.microsoft.com/office/drawing/2014/main" id="{052B5794-0D1C-491A-A20C-BEFB7C022802}"/>
              </a:ext>
            </a:extLst>
          </p:cNvPr>
          <p:cNvSpPr>
            <a:spLocks xmlns:a="http://schemas.openxmlformats.org/drawingml/2006/main" noGrp="1"/>
          </p:cNvSpPr>
          <p:nvPr/>
        </p:nvSpPr>
        <p:spPr>
          <a:xfrm xmlns:a="http://schemas.openxmlformats.org/drawingml/2006/main" flipH="0">
            <a:off x="10096500" y="3724275"/>
            <a:ext cx="0" cy="266700"/>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49" name="line-103">
            <a:extLst xmlns:a="http://schemas.openxmlformats.org/drawingml/2006/main">
              <a:ext uri="{FF2B5EF4-FFF2-40B4-BE49-F238E27FC236}">
                <a16:creationId xmlns:a16="http://schemas.microsoft.com/office/drawing/2014/main" id="{730E5816-ED30-4FD2-BFFF-2D5C05EBD78F}"/>
              </a:ext>
            </a:extLst>
          </p:cNvPr>
          <p:cNvSpPr>
            <a:spLocks xmlns:a="http://schemas.openxmlformats.org/drawingml/2006/main" noGrp="1"/>
          </p:cNvSpPr>
          <p:nvPr/>
        </p:nvSpPr>
        <p:spPr>
          <a:xfrm xmlns:a="http://schemas.openxmlformats.org/drawingml/2006/main" flipH="0">
            <a:off x="10058400" y="3924300"/>
            <a:ext cx="38100" cy="66675"/>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50" name="line-104">
            <a:extLst xmlns:a="http://schemas.openxmlformats.org/drawingml/2006/main">
              <a:ext uri="{FF2B5EF4-FFF2-40B4-BE49-F238E27FC236}">
                <a16:creationId xmlns:a16="http://schemas.microsoft.com/office/drawing/2014/main" id="{177ACB4A-DB5E-4B09-950C-4A602EC636E8}"/>
              </a:ext>
            </a:extLst>
          </p:cNvPr>
          <p:cNvSpPr>
            <a:spLocks xmlns:a="http://schemas.openxmlformats.org/drawingml/2006/main" noGrp="1"/>
          </p:cNvSpPr>
          <p:nvPr/>
        </p:nvSpPr>
        <p:spPr>
          <a:xfrm xmlns:a="http://schemas.openxmlformats.org/drawingml/2006/main" flipH="1">
            <a:off x="10096500" y="3924300"/>
            <a:ext cx="38100" cy="66675"/>
          </a:xfrm>
          <a:prstGeom xmlns:a="http://schemas.openxmlformats.org/drawingml/2006/main" prst="line">
            <a:avLst/>
          </a:prstGeom>
          <a:noFill xmlns:a="http://schemas.openxmlformats.org/drawingml/2006/main"/>
          <a:ln xmlns:a="http://schemas.openxmlformats.org/drawingml/2006/main" w="16193">
            <a:solidFill>
              <a:srgbClr val="657079"/>
            </a:solidFill>
          </a:ln>
        </p:spPr>
      </p:sp>
      <p:sp>
        <p:nvSpPr>
          <p:cNvPr id="51" name="r3-105">
            <a:extLst xmlns:a="http://schemas.openxmlformats.org/drawingml/2006/main">
              <a:ext uri="{FF2B5EF4-FFF2-40B4-BE49-F238E27FC236}">
                <a16:creationId xmlns:a16="http://schemas.microsoft.com/office/drawing/2014/main" id="{798D6441-C4D2-46AD-B37C-2890EB8E92BF}"/>
              </a:ext>
            </a:extLst>
          </p:cNvPr>
          <p:cNvSpPr>
            <a:spLocks xmlns:a="http://schemas.openxmlformats.org/drawingml/2006/main" noGrp="1"/>
          </p:cNvSpPr>
          <p:nvPr/>
        </p:nvSpPr>
        <p:spPr>
          <a:xfrm xmlns:a="http://schemas.openxmlformats.org/drawingml/2006/main">
            <a:off x="8496300" y="4105275"/>
            <a:ext cx="3181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00" b="1">
                <a:solidFill>
                  <a:srgbClr val="122445"/>
                </a:solidFill>
                <a:latin typeface="Apple SD Gothic Neo"/>
                <a:ea typeface="Apple SD Gothic Neo"/>
                <a:cs typeface="Apple SD Gothic Neo"/>
              </a:defRPr>
            </a:pPr>
            <a:r>
              <a:rPr sz="1500" b="1">
                <a:solidFill>
                  <a:srgbClr val="122445"/>
                </a:solidFill>
                <a:latin typeface="Apple SD Gothic Neo"/>
                <a:ea typeface="Apple SD Gothic Neo"/>
                <a:cs typeface="Apple SD Gothic Neo"/>
              </a:rPr>
              <a:t>결과를 확인하고 작업을 이어감</a:t>
            </a:r>
          </a:p>
        </p:txBody>
      </p:sp>
      <p:sp>
        <p:nvSpPr>
          <p:cNvPr id="52" name="line-106">
            <a:extLst xmlns:a="http://schemas.openxmlformats.org/drawingml/2006/main">
              <a:ext uri="{FF2B5EF4-FFF2-40B4-BE49-F238E27FC236}">
                <a16:creationId xmlns:a16="http://schemas.microsoft.com/office/drawing/2014/main" id="{F1F78D25-F197-4E57-9F2F-0E09CF9CE618}"/>
              </a:ext>
            </a:extLst>
          </p:cNvPr>
          <p:cNvSpPr>
            <a:spLocks xmlns:a="http://schemas.openxmlformats.org/drawingml/2006/main" noGrp="1"/>
          </p:cNvSpPr>
          <p:nvPr/>
        </p:nvSpPr>
        <p:spPr>
          <a:xfrm xmlns:a="http://schemas.openxmlformats.org/drawingml/2006/main" flipH="0">
            <a:off x="400050" y="4724400"/>
            <a:ext cx="11382375" cy="0"/>
          </a:xfrm>
          <a:prstGeom xmlns:a="http://schemas.openxmlformats.org/drawingml/2006/main" prst="line">
            <a:avLst/>
          </a:prstGeom>
          <a:noFill xmlns:a="http://schemas.openxmlformats.org/drawingml/2006/main"/>
          <a:ln xmlns:a="http://schemas.openxmlformats.org/drawingml/2006/main" w="9525">
            <a:solidFill>
              <a:srgbClr val="BDC4CA"/>
            </a:solidFill>
          </a:ln>
        </p:spPr>
      </p:sp>
      <p:sp>
        <p:nvSpPr>
          <p:cNvPr id="53" name="r3-107">
            <a:extLst xmlns:a="http://schemas.openxmlformats.org/drawingml/2006/main">
              <a:ext uri="{FF2B5EF4-FFF2-40B4-BE49-F238E27FC236}">
                <a16:creationId xmlns:a16="http://schemas.microsoft.com/office/drawing/2014/main" id="{C0871C85-E493-43F7-B3A9-E9748A43F307}"/>
              </a:ext>
            </a:extLst>
          </p:cNvPr>
          <p:cNvSpPr>
            <a:spLocks xmlns:a="http://schemas.openxmlformats.org/drawingml/2006/main" noGrp="1"/>
          </p:cNvSpPr>
          <p:nvPr/>
        </p:nvSpPr>
        <p:spPr>
          <a:xfrm xmlns:a="http://schemas.openxmlformats.org/drawingml/2006/main">
            <a:off x="438150" y="4848225"/>
            <a:ext cx="113061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650" b="1">
                <a:solidFill>
                  <a:srgbClr val="122445"/>
                </a:solidFill>
                <a:latin typeface="Apple SD Gothic Neo"/>
                <a:ea typeface="Apple SD Gothic Neo"/>
                <a:cs typeface="Apple SD Gothic Neo"/>
              </a:defRPr>
            </a:pPr>
            <a:r>
              <a:rPr sz="1650" b="1">
                <a:solidFill>
                  <a:srgbClr val="122445"/>
                </a:solidFill>
                <a:latin typeface="Apple SD Gothic Neo"/>
                <a:ea typeface="Apple SD Gothic Neo"/>
                <a:cs typeface="Apple SD Gothic Neo"/>
              </a:rPr>
              <a:t>같은 대화 안에서 두 업무를 구분하는 예</a:t>
            </a:r>
          </a:p>
        </p:txBody>
      </p:sp>
      <p:sp>
        <p:nvSpPr>
          <p:cNvPr id="54" name="r3-108">
            <a:extLst xmlns:a="http://schemas.openxmlformats.org/drawingml/2006/main">
              <a:ext uri="{FF2B5EF4-FFF2-40B4-BE49-F238E27FC236}">
                <a16:creationId xmlns:a16="http://schemas.microsoft.com/office/drawing/2014/main" id="{C0A6B9A1-FFC4-43DA-B774-46267B5DDDF9}"/>
              </a:ext>
            </a:extLst>
          </p:cNvPr>
          <p:cNvSpPr>
            <a:spLocks xmlns:a="http://schemas.openxmlformats.org/drawingml/2006/main" noGrp="1"/>
          </p:cNvSpPr>
          <p:nvPr/>
        </p:nvSpPr>
        <p:spPr>
          <a:xfrm xmlns:a="http://schemas.openxmlformats.org/drawingml/2006/main">
            <a:off x="457200" y="5286375"/>
            <a:ext cx="1219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425" b="1">
                <a:solidFill>
                  <a:srgbClr val="657079"/>
                </a:solidFill>
                <a:latin typeface="Apple SD Gothic Neo"/>
                <a:ea typeface="Apple SD Gothic Neo"/>
                <a:cs typeface="Apple SD Gothic Neo"/>
              </a:defRPr>
            </a:pPr>
            <a:r>
              <a:rPr sz="1425" b="1">
                <a:solidFill>
                  <a:srgbClr val="657079"/>
                </a:solidFill>
                <a:latin typeface="Apple SD Gothic Neo"/>
                <a:ea typeface="Apple SD Gothic Neo"/>
                <a:cs typeface="Apple SD Gothic Neo"/>
              </a:rPr>
              <a:t>사용자 요청</a:t>
            </a:r>
          </a:p>
        </p:txBody>
      </p:sp>
      <p:sp>
        <p:nvSpPr>
          <p:cNvPr id="55" name="r3-109">
            <a:extLst xmlns:a="http://schemas.openxmlformats.org/drawingml/2006/main">
              <a:ext uri="{FF2B5EF4-FFF2-40B4-BE49-F238E27FC236}">
                <a16:creationId xmlns:a16="http://schemas.microsoft.com/office/drawing/2014/main" id="{63DE9316-8F24-40C3-945B-481297795F63}"/>
              </a:ext>
            </a:extLst>
          </p:cNvPr>
          <p:cNvSpPr>
            <a:spLocks xmlns:a="http://schemas.openxmlformats.org/drawingml/2006/main" noGrp="1"/>
          </p:cNvSpPr>
          <p:nvPr/>
        </p:nvSpPr>
        <p:spPr>
          <a:xfrm xmlns:a="http://schemas.openxmlformats.org/drawingml/2006/main">
            <a:off x="1828800" y="521970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1">
                <a:solidFill>
                  <a:srgbClr val="122445"/>
                </a:solidFill>
                <a:latin typeface="Apple SD Gothic Neo"/>
                <a:ea typeface="Apple SD Gothic Neo"/>
                <a:cs typeface="Apple SD Gothic Neo"/>
              </a:defRPr>
            </a:pPr>
            <a:r>
              <a:rPr sz="1725" b="1">
                <a:solidFill>
                  <a:srgbClr val="122445"/>
                </a:solidFill>
                <a:latin typeface="Apple SD Gothic Neo"/>
                <a:ea typeface="Apple SD Gothic Neo"/>
                <a:cs typeface="Apple SD Gothic Neo"/>
              </a:rPr>
              <a:t>“이 표로 보고서 만들어줘.</a:t>
            </a:r>
          </a:p>
          <a:p xmlns:a="http://schemas.openxmlformats.org/drawingml/2006/main">
            <a:pPr algn="l">
              <a:defRPr sz="1725" b="1">
                <a:solidFill>
                  <a:srgbClr val="122445"/>
                </a:solidFill>
                <a:latin typeface="Apple SD Gothic Neo"/>
                <a:ea typeface="Apple SD Gothic Neo"/>
                <a:cs typeface="Apple SD Gothic Neo"/>
              </a:defRPr>
            </a:pPr>
            <a:r>
              <a:rPr sz="1725" b="1">
                <a:solidFill>
                  <a:srgbClr val="122445"/>
                </a:solidFill>
                <a:latin typeface="Apple SD Gothic Neo"/>
                <a:ea typeface="Apple SD Gothic Neo"/>
                <a:cs typeface="Apple SD Gothic Neo"/>
              </a:rPr>
              <a:t>아까 자료 조사는 계속해.”</a:t>
            </a:r>
          </a:p>
        </p:txBody>
      </p:sp>
      <p:sp>
        <p:nvSpPr>
          <p:cNvPr id="56" name="line-110">
            <a:extLst xmlns:a="http://schemas.openxmlformats.org/drawingml/2006/main">
              <a:ext uri="{FF2B5EF4-FFF2-40B4-BE49-F238E27FC236}">
                <a16:creationId xmlns:a16="http://schemas.microsoft.com/office/drawing/2014/main" id="{9165C477-AA8C-4826-8D89-B6E6ABFFEEDD}"/>
              </a:ext>
            </a:extLst>
          </p:cNvPr>
          <p:cNvSpPr>
            <a:spLocks xmlns:a="http://schemas.openxmlformats.org/drawingml/2006/main" noGrp="1"/>
          </p:cNvSpPr>
          <p:nvPr/>
        </p:nvSpPr>
        <p:spPr>
          <a:xfrm xmlns:a="http://schemas.openxmlformats.org/drawingml/2006/main" flipH="0">
            <a:off x="5553075" y="5524500"/>
            <a:ext cx="361950" cy="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57" name="line-111">
            <a:extLst xmlns:a="http://schemas.openxmlformats.org/drawingml/2006/main">
              <a:ext uri="{FF2B5EF4-FFF2-40B4-BE49-F238E27FC236}">
                <a16:creationId xmlns:a16="http://schemas.microsoft.com/office/drawing/2014/main" id="{BC6DBE98-C8F7-48DB-AC44-1C28F24F2A4B}"/>
              </a:ext>
            </a:extLst>
          </p:cNvPr>
          <p:cNvSpPr>
            <a:spLocks xmlns:a="http://schemas.openxmlformats.org/drawingml/2006/main" noGrp="1"/>
          </p:cNvSpPr>
          <p:nvPr/>
        </p:nvSpPr>
        <p:spPr>
          <a:xfrm xmlns:a="http://schemas.openxmlformats.org/drawingml/2006/main" flipH="0">
            <a:off x="5848350" y="5486400"/>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58" name="line-112">
            <a:extLst xmlns:a="http://schemas.openxmlformats.org/drawingml/2006/main">
              <a:ext uri="{FF2B5EF4-FFF2-40B4-BE49-F238E27FC236}">
                <a16:creationId xmlns:a16="http://schemas.microsoft.com/office/drawing/2014/main" id="{BEDD854A-1459-416B-8554-917A14071099}"/>
              </a:ext>
            </a:extLst>
          </p:cNvPr>
          <p:cNvSpPr>
            <a:spLocks xmlns:a="http://schemas.openxmlformats.org/drawingml/2006/main" noGrp="1"/>
          </p:cNvSpPr>
          <p:nvPr/>
        </p:nvSpPr>
        <p:spPr>
          <a:xfrm xmlns:a="http://schemas.openxmlformats.org/drawingml/2006/main" flipH="1">
            <a:off x="5848350" y="5524500"/>
            <a:ext cx="66675" cy="38100"/>
          </a:xfrm>
          <a:prstGeom xmlns:a="http://schemas.openxmlformats.org/drawingml/2006/main" prst="line">
            <a:avLst/>
          </a:prstGeom>
          <a:noFill xmlns:a="http://schemas.openxmlformats.org/drawingml/2006/main"/>
          <a:ln xmlns:a="http://schemas.openxmlformats.org/drawingml/2006/main" w="16193">
            <a:solidFill>
              <a:srgbClr val="258FAF"/>
            </a:solidFill>
          </a:ln>
        </p:spPr>
      </p:sp>
      <p:sp>
        <p:nvSpPr>
          <p:cNvPr id="59" name="r3-113">
            <a:extLst xmlns:a="http://schemas.openxmlformats.org/drawingml/2006/main">
              <a:ext uri="{FF2B5EF4-FFF2-40B4-BE49-F238E27FC236}">
                <a16:creationId xmlns:a16="http://schemas.microsoft.com/office/drawing/2014/main" id="{7A9AB08B-356C-44EA-91CD-54EE45CD69AA}"/>
              </a:ext>
            </a:extLst>
          </p:cNvPr>
          <p:cNvSpPr>
            <a:spLocks xmlns:a="http://schemas.openxmlformats.org/drawingml/2006/main" noGrp="1"/>
          </p:cNvSpPr>
          <p:nvPr/>
        </p:nvSpPr>
        <p:spPr>
          <a:xfrm xmlns:a="http://schemas.openxmlformats.org/drawingml/2006/main">
            <a:off x="6105525" y="5219700"/>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1">
                <a:solidFill>
                  <a:srgbClr val="122445"/>
                </a:solidFill>
                <a:latin typeface="Apple SD Gothic Neo"/>
                <a:ea typeface="Apple SD Gothic Neo"/>
                <a:cs typeface="Apple SD Gothic Neo"/>
              </a:defRPr>
            </a:pPr>
            <a:r>
              <a:rPr sz="1575" b="1">
                <a:solidFill>
                  <a:srgbClr val="122445"/>
                </a:solidFill>
                <a:latin typeface="Apple SD Gothic Neo"/>
                <a:ea typeface="Apple SD Gothic Neo"/>
                <a:cs typeface="Apple SD Gothic Neo"/>
              </a:rPr>
              <a:t>보고서 작성</a:t>
            </a:r>
          </a:p>
        </p:txBody>
      </p:sp>
      <p:sp>
        <p:nvSpPr>
          <p:cNvPr id="60" name="r3-114">
            <a:extLst xmlns:a="http://schemas.openxmlformats.org/drawingml/2006/main">
              <a:ext uri="{FF2B5EF4-FFF2-40B4-BE49-F238E27FC236}">
                <a16:creationId xmlns:a16="http://schemas.microsoft.com/office/drawing/2014/main" id="{7351902C-416E-434B-8212-026AB1FF0252}"/>
              </a:ext>
            </a:extLst>
          </p:cNvPr>
          <p:cNvSpPr>
            <a:spLocks xmlns:a="http://schemas.openxmlformats.org/drawingml/2006/main" noGrp="1"/>
          </p:cNvSpPr>
          <p:nvPr/>
        </p:nvSpPr>
        <p:spPr>
          <a:xfrm xmlns:a="http://schemas.openxmlformats.org/drawingml/2006/main">
            <a:off x="7810500" y="5219700"/>
            <a:ext cx="3676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20262C"/>
                </a:solidFill>
                <a:latin typeface="Apple SD Gothic Neo"/>
                <a:ea typeface="Apple SD Gothic Neo"/>
                <a:cs typeface="Apple SD Gothic Neo"/>
              </a:defRPr>
            </a:pPr>
            <a:r>
              <a:rPr sz="1575" b="0">
                <a:solidFill>
                  <a:srgbClr val="20262C"/>
                </a:solidFill>
                <a:latin typeface="Apple SD Gothic Neo"/>
                <a:ea typeface="Apple SD Gothic Neo"/>
                <a:cs typeface="Apple SD Gothic Neo"/>
              </a:rPr>
              <a:t>새 업무로 위임</a:t>
            </a:r>
          </a:p>
        </p:txBody>
      </p:sp>
      <p:sp>
        <p:nvSpPr>
          <p:cNvPr id="61" name="r3-115">
            <a:extLst xmlns:a="http://schemas.openxmlformats.org/drawingml/2006/main">
              <a:ext uri="{FF2B5EF4-FFF2-40B4-BE49-F238E27FC236}">
                <a16:creationId xmlns:a16="http://schemas.microsoft.com/office/drawing/2014/main" id="{9A2A461E-FC36-42EE-99EA-C95157AF9EA1}"/>
              </a:ext>
            </a:extLst>
          </p:cNvPr>
          <p:cNvSpPr>
            <a:spLocks xmlns:a="http://schemas.openxmlformats.org/drawingml/2006/main" noGrp="1"/>
          </p:cNvSpPr>
          <p:nvPr/>
        </p:nvSpPr>
        <p:spPr>
          <a:xfrm xmlns:a="http://schemas.openxmlformats.org/drawingml/2006/main">
            <a:off x="6105525" y="5591175"/>
            <a:ext cx="1562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1">
                <a:solidFill>
                  <a:srgbClr val="122445"/>
                </a:solidFill>
                <a:latin typeface="Apple SD Gothic Neo"/>
                <a:ea typeface="Apple SD Gothic Neo"/>
                <a:cs typeface="Apple SD Gothic Neo"/>
              </a:defRPr>
            </a:pPr>
            <a:r>
              <a:rPr sz="1575" b="1">
                <a:solidFill>
                  <a:srgbClr val="122445"/>
                </a:solidFill>
                <a:latin typeface="Apple SD Gothic Neo"/>
                <a:ea typeface="Apple SD Gothic Neo"/>
                <a:cs typeface="Apple SD Gothic Neo"/>
              </a:rPr>
              <a:t>기존 자료 조사</a:t>
            </a:r>
          </a:p>
        </p:txBody>
      </p:sp>
      <p:sp>
        <p:nvSpPr>
          <p:cNvPr id="62" name="r3-116">
            <a:extLst xmlns:a="http://schemas.openxmlformats.org/drawingml/2006/main">
              <a:ext uri="{FF2B5EF4-FFF2-40B4-BE49-F238E27FC236}">
                <a16:creationId xmlns:a16="http://schemas.microsoft.com/office/drawing/2014/main" id="{7770F0DE-D709-438A-AFC9-6716CC78C5DE}"/>
              </a:ext>
            </a:extLst>
          </p:cNvPr>
          <p:cNvSpPr>
            <a:spLocks xmlns:a="http://schemas.openxmlformats.org/drawingml/2006/main" noGrp="1"/>
          </p:cNvSpPr>
          <p:nvPr/>
        </p:nvSpPr>
        <p:spPr>
          <a:xfrm xmlns:a="http://schemas.openxmlformats.org/drawingml/2006/main">
            <a:off x="7810500" y="5591175"/>
            <a:ext cx="381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575" b="0">
                <a:solidFill>
                  <a:srgbClr val="20262C"/>
                </a:solidFill>
                <a:latin typeface="Apple SD Gothic Neo"/>
                <a:ea typeface="Apple SD Gothic Neo"/>
                <a:cs typeface="Apple SD Gothic Neo"/>
              </a:defRPr>
            </a:pPr>
            <a:r>
              <a:rPr sz="1575" b="0">
                <a:solidFill>
                  <a:srgbClr val="20262C"/>
                </a:solidFill>
                <a:latin typeface="Apple SD Gothic Neo"/>
                <a:ea typeface="Apple SD Gothic Neo"/>
                <a:cs typeface="Apple SD Gothic Neo"/>
              </a:rPr>
              <a:t>진행 상태를 유지하며 별도로 추적</a:t>
            </a:r>
          </a:p>
        </p:txBody>
      </p:sp>
      <p:sp>
        <p:nvSpPr>
          <p:cNvPr id="63" name="r3-117">
            <a:extLst xmlns:a="http://schemas.openxmlformats.org/drawingml/2006/main">
              <a:ext uri="{FF2B5EF4-FFF2-40B4-BE49-F238E27FC236}">
                <a16:creationId xmlns:a16="http://schemas.microsoft.com/office/drawing/2014/main" id="{F232015C-7A9E-45D9-B384-21EF82077322}"/>
              </a:ext>
            </a:extLst>
          </p:cNvPr>
          <p:cNvSpPr>
            <a:spLocks xmlns:a="http://schemas.openxmlformats.org/drawingml/2006/main" noGrp="1"/>
          </p:cNvSpPr>
          <p:nvPr/>
        </p:nvSpPr>
        <p:spPr>
          <a:xfrm xmlns:a="http://schemas.openxmlformats.org/drawingml/2006/main">
            <a:off x="447675" y="6238875"/>
            <a:ext cx="11249025" cy="114300"/>
          </a:xfrm>
          <a:prstGeom xmlns:a="http://schemas.openxmlformats.org/drawingml/2006/main" prst="rect">
            <a:avLst/>
          </a:prstGeom>
          <a:solidFill xmlns:a="http://schemas.openxmlformats.org/drawingml/2006/main">
            <a:srgbClr val="E6EACB"/>
          </a:solidFill>
          <a:ln xmlns:a="http://schemas.openxmlformats.org/drawingml/2006/main" w="0">
            <a:noFill/>
          </a:ln>
        </p:spPr>
      </p:sp>
      <p:sp>
        <p:nvSpPr>
          <p:cNvPr id="64" name="r3-118">
            <a:extLst xmlns:a="http://schemas.openxmlformats.org/drawingml/2006/main">
              <a:ext uri="{FF2B5EF4-FFF2-40B4-BE49-F238E27FC236}">
                <a16:creationId xmlns:a16="http://schemas.microsoft.com/office/drawing/2014/main" id="{1A77A7AB-92D7-4735-9916-0F1D0E24D2A8}"/>
              </a:ext>
            </a:extLst>
          </p:cNvPr>
          <p:cNvSpPr>
            <a:spLocks xmlns:a="http://schemas.openxmlformats.org/drawingml/2006/main" noGrp="1"/>
          </p:cNvSpPr>
          <p:nvPr/>
        </p:nvSpPr>
        <p:spPr>
          <a:xfrm xmlns:a="http://schemas.openxmlformats.org/drawingml/2006/main">
            <a:off x="447675" y="6067425"/>
            <a:ext cx="112490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725" b="1">
                <a:solidFill>
                  <a:srgbClr val="20262C"/>
                </a:solidFill>
                <a:latin typeface="Apple SD Gothic Neo"/>
                <a:ea typeface="Apple SD Gothic Neo"/>
                <a:cs typeface="Apple SD Gothic Neo"/>
              </a:defRPr>
            </a:pPr>
            <a:r>
              <a:rPr sz="1725" b="1">
                <a:solidFill>
                  <a:srgbClr val="20262C"/>
                </a:solidFill>
                <a:latin typeface="Apple SD Gothic Neo"/>
                <a:ea typeface="Apple SD Gothic Neo"/>
                <a:cs typeface="Apple SD Gothic Neo"/>
              </a:rPr>
              <a:t>후속 지시 “보고서만 취소해줘”도 해당 업무에 연결하고, 확인된 처리 상태를 전달</a:t>
            </a:r>
          </a:p>
        </p:txBody>
      </p:sp>
      <p:sp>
        <p:nvSpPr>
          <p:cNvPr id="65" name="r3-119">
            <a:extLst xmlns:a="http://schemas.openxmlformats.org/drawingml/2006/main">
              <a:ext uri="{FF2B5EF4-FFF2-40B4-BE49-F238E27FC236}">
                <a16:creationId xmlns:a16="http://schemas.microsoft.com/office/drawing/2014/main" id="{D2B565C3-54D1-4DF3-9AF1-DFD6EE4EEBC4}"/>
              </a:ext>
            </a:extLst>
          </p:cNvPr>
          <p:cNvSpPr>
            <a:spLocks xmlns:a="http://schemas.openxmlformats.org/drawingml/2006/main" noGrp="1"/>
          </p:cNvSpPr>
          <p:nvPr/>
        </p:nvSpPr>
        <p:spPr>
          <a:xfrm xmlns:a="http://schemas.openxmlformats.org/drawingml/2006/main">
            <a:off x="447675" y="6524625"/>
            <a:ext cx="1066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900" b="0">
                <a:solidFill>
                  <a:srgbClr val="657079"/>
                </a:solidFill>
                <a:latin typeface="Apple SD Gothic Neo"/>
                <a:ea typeface="Apple SD Gothic Neo"/>
                <a:cs typeface="Apple SD Gothic Neo"/>
              </a:defRPr>
            </a:pPr>
            <a:r>
              <a:rPr sz="900" b="0">
                <a:solidFill>
                  <a:srgbClr val="657079"/>
                </a:solidFill>
                <a:latin typeface="Apple SD Gothic Neo"/>
                <a:ea typeface="Apple SD Gothic Neo"/>
                <a:cs typeface="Apple SD Gothic Neo"/>
              </a:rPr>
              <a:t>본 과제 범위: 요청 판단과 상호작용, 업무 연결과 상태 관리</a:t>
            </a:r>
          </a:p>
        </p:txBody>
      </p:sp>
    </p:spTree>
    <p:extLst>
      <p:ext uri="{BB962C8B-B14F-4D97-AF65-F5344CB8AC3E}">
        <p14:creationId xmlns:p14="http://schemas.microsoft.com/office/powerpoint/2010/main" val="76326553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4" name="r3-120">
            <a:extLst xmlns:a="http://schemas.openxmlformats.org/drawingml/2006/main">
              <a:ext uri="{FF2B5EF4-FFF2-40B4-BE49-F238E27FC236}">
                <a16:creationId xmlns:a16="http://schemas.microsoft.com/office/drawing/2014/main" id="{79938AC9-7988-4911-A169-5A612A4BC8D0}"/>
              </a:ext>
            </a:extLst>
          </p:cNvPr>
          <p:cNvSpPr>
            <a:spLocks xmlns:a="http://schemas.openxmlformats.org/drawingml/2006/main" noGrp="1"/>
          </p:cNvSpPr>
          <p:nvPr/>
        </p:nvSpPr>
        <p:spPr>
          <a:xfrm xmlns:a="http://schemas.openxmlformats.org/drawingml/2006/main">
            <a:off x="381000" y="142875"/>
            <a:ext cx="66960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l">
              <a:defRPr sz="2400" b="1">
                <a:solidFill>
                  <a:srgbClr val="20262C"/>
                </a:solidFill>
                <a:latin typeface="Apple SD Gothic Neo"/>
                <a:ea typeface="Apple SD Gothic Neo"/>
                <a:cs typeface="Apple SD Gothic Neo"/>
              </a:defRPr>
            </a:pPr>
            <a:r>
              <a:rPr sz="2400" b="1">
                <a:solidFill>
                  <a:srgbClr val="20262C"/>
                </a:solidFill>
                <a:latin typeface="Apple SD Gothic Neo"/>
                <a:ea typeface="Apple SD Gothic Neo"/>
                <a:cs typeface="Apple SD Gothic Neo"/>
              </a:rPr>
              <a:t>과제 소개 | 필요성</a:t>
            </a:r>
          </a:p>
        </p:txBody>
      </p:sp>
      <p:sp>
        <p:nvSpPr>
          <p:cNvPr id="2" name="line-121">
            <a:extLst xmlns:a="http://schemas.openxmlformats.org/drawingml/2006/main">
              <a:ext uri="{FF2B5EF4-FFF2-40B4-BE49-F238E27FC236}">
                <a16:creationId xmlns:a16="http://schemas.microsoft.com/office/drawing/2014/main" id="{7F75D080-77EA-446A-8594-78D9DAFE1E76}"/>
              </a:ext>
            </a:extLst>
          </p:cNvPr>
          <p:cNvSpPr>
            <a:spLocks xmlns:a="http://schemas.openxmlformats.org/drawingml/2006/main" noGrp="1"/>
          </p:cNvSpPr>
          <p:nvPr/>
        </p:nvSpPr>
        <p:spPr>
          <a:xfrm xmlns:a="http://schemas.openxmlformats.org/drawingml/2006/main" flipH="0">
            <a:off x="285750" y="647700"/>
            <a:ext cx="11620500" cy="0"/>
          </a:xfrm>
          <a:prstGeom xmlns:a="http://schemas.openxmlformats.org/drawingml/2006/main" prst="line">
            <a:avLst/>
          </a:prstGeom>
          <a:noFill xmlns:a="http://schemas.openxmlformats.org/drawingml/2006/main"/>
          <a:ln xmlns:a="http://schemas.openxmlformats.org/drawingml/2006/main" w="9525">
            <a:solidFill>
              <a:srgbClr val="6C747C"/>
            </a:solidFill>
          </a:ln>
        </p:spPr>
      </p:sp>
      <p:sp>
        <p:nvSpPr>
          <p:cNvPr id="3" name="r3-122">
            <a:extLst xmlns:a="http://schemas.openxmlformats.org/drawingml/2006/main">
              <a:ext uri="{FF2B5EF4-FFF2-40B4-BE49-F238E27FC236}">
                <a16:creationId xmlns:a16="http://schemas.microsoft.com/office/drawing/2014/main" id="{CC39F6D7-A9ED-46BC-ACDF-A772A6644084}"/>
              </a:ext>
            </a:extLst>
          </p:cNvPr>
          <p:cNvSpPr>
            <a:spLocks xmlns:a="http://schemas.openxmlformats.org/drawingml/2006/main" noGrp="1"/>
          </p:cNvSpPr>
          <p:nvPr/>
        </p:nvSpPr>
        <p:spPr>
          <a:xfrm xmlns:a="http://schemas.openxmlformats.org/drawingml/2006/main">
            <a:off x="7286625" y="190500"/>
            <a:ext cx="990600" cy="276225"/>
          </a:xfrm>
          <a:prstGeom xmlns:a="http://schemas.openxmlformats.org/drawingml/2006/main" prst="chevron">
            <a:avLst/>
          </a:prstGeom>
          <a:solidFill xmlns:a="http://schemas.openxmlformats.org/drawingml/2006/main">
            <a:srgbClr val="258FAF"/>
          </a:solidFill>
          <a:ln xmlns:a="http://schemas.openxmlformats.org/drawingml/2006/main" w="9525">
            <a:solidFill>
              <a:srgbClr val="FFFFFF"/>
            </a:solidFill>
          </a:ln>
        </p:spPr>
      </p:sp>
      <p:sp>
        <p:nvSpPr>
          <p:cNvPr id="4" name="r3-123">
            <a:extLst xmlns:a="http://schemas.openxmlformats.org/drawingml/2006/main">
              <a:ext uri="{FF2B5EF4-FFF2-40B4-BE49-F238E27FC236}">
                <a16:creationId xmlns:a16="http://schemas.microsoft.com/office/drawing/2014/main" id="{10B5EB16-ACE8-4DF4-91E2-5D4A5CC8ED9C}"/>
              </a:ext>
            </a:extLst>
          </p:cNvPr>
          <p:cNvSpPr>
            <a:spLocks xmlns:a="http://schemas.openxmlformats.org/drawingml/2006/main" noGrp="1"/>
          </p:cNvSpPr>
          <p:nvPr/>
        </p:nvSpPr>
        <p:spPr>
          <a:xfrm xmlns:a="http://schemas.openxmlformats.org/drawingml/2006/main">
            <a:off x="73628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과제 소개</a:t>
            </a:r>
          </a:p>
        </p:txBody>
      </p:sp>
      <p:sp>
        <p:nvSpPr>
          <p:cNvPr id="5" name="r3-124">
            <a:extLst xmlns:a="http://schemas.openxmlformats.org/drawingml/2006/main">
              <a:ext uri="{FF2B5EF4-FFF2-40B4-BE49-F238E27FC236}">
                <a16:creationId xmlns:a16="http://schemas.microsoft.com/office/drawing/2014/main" id="{1B7D5BAC-D760-40A5-873C-A185E12900C1}"/>
              </a:ext>
            </a:extLst>
          </p:cNvPr>
          <p:cNvSpPr>
            <a:spLocks xmlns:a="http://schemas.openxmlformats.org/drawingml/2006/main" noGrp="1"/>
          </p:cNvSpPr>
          <p:nvPr/>
        </p:nvSpPr>
        <p:spPr>
          <a:xfrm xmlns:a="http://schemas.openxmlformats.org/drawingml/2006/main">
            <a:off x="81819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6" name="r3-125">
            <a:extLst xmlns:a="http://schemas.openxmlformats.org/drawingml/2006/main">
              <a:ext uri="{FF2B5EF4-FFF2-40B4-BE49-F238E27FC236}">
                <a16:creationId xmlns:a16="http://schemas.microsoft.com/office/drawing/2014/main" id="{E341AE14-735E-404E-8B0D-9F824B04618D}"/>
              </a:ext>
            </a:extLst>
          </p:cNvPr>
          <p:cNvSpPr>
            <a:spLocks xmlns:a="http://schemas.openxmlformats.org/drawingml/2006/main" noGrp="1"/>
          </p:cNvSpPr>
          <p:nvPr/>
        </p:nvSpPr>
        <p:spPr>
          <a:xfrm xmlns:a="http://schemas.openxmlformats.org/drawingml/2006/main">
            <a:off x="82581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요구사항 분석</a:t>
            </a:r>
          </a:p>
        </p:txBody>
      </p:sp>
      <p:sp>
        <p:nvSpPr>
          <p:cNvPr id="7" name="r3-126">
            <a:extLst xmlns:a="http://schemas.openxmlformats.org/drawingml/2006/main">
              <a:ext uri="{FF2B5EF4-FFF2-40B4-BE49-F238E27FC236}">
                <a16:creationId xmlns:a16="http://schemas.microsoft.com/office/drawing/2014/main" id="{7A73B6C8-828A-4028-BDF8-A7FE45606445}"/>
              </a:ext>
            </a:extLst>
          </p:cNvPr>
          <p:cNvSpPr>
            <a:spLocks xmlns:a="http://schemas.openxmlformats.org/drawingml/2006/main" noGrp="1"/>
          </p:cNvSpPr>
          <p:nvPr/>
        </p:nvSpPr>
        <p:spPr>
          <a:xfrm xmlns:a="http://schemas.openxmlformats.org/drawingml/2006/main">
            <a:off x="90773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8" name="r3-127">
            <a:extLst xmlns:a="http://schemas.openxmlformats.org/drawingml/2006/main">
              <a:ext uri="{FF2B5EF4-FFF2-40B4-BE49-F238E27FC236}">
                <a16:creationId xmlns:a16="http://schemas.microsoft.com/office/drawing/2014/main" id="{7D1B32F9-2BE2-4CB6-BF46-746305D3DBE8}"/>
              </a:ext>
            </a:extLst>
          </p:cNvPr>
          <p:cNvSpPr>
            <a:spLocks xmlns:a="http://schemas.openxmlformats.org/drawingml/2006/main" noGrp="1"/>
          </p:cNvSpPr>
          <p:nvPr/>
        </p:nvSpPr>
        <p:spPr>
          <a:xfrm xmlns:a="http://schemas.openxmlformats.org/drawingml/2006/main">
            <a:off x="91535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설계</a:t>
            </a:r>
          </a:p>
        </p:txBody>
      </p:sp>
      <p:sp>
        <p:nvSpPr>
          <p:cNvPr id="9" name="r3-128">
            <a:extLst xmlns:a="http://schemas.openxmlformats.org/drawingml/2006/main">
              <a:ext uri="{FF2B5EF4-FFF2-40B4-BE49-F238E27FC236}">
                <a16:creationId xmlns:a16="http://schemas.microsoft.com/office/drawing/2014/main" id="{40D16FFB-6FE9-4D14-A7DE-7B80C76FB166}"/>
              </a:ext>
            </a:extLst>
          </p:cNvPr>
          <p:cNvSpPr>
            <a:spLocks xmlns:a="http://schemas.openxmlformats.org/drawingml/2006/main" noGrp="1"/>
          </p:cNvSpPr>
          <p:nvPr/>
        </p:nvSpPr>
        <p:spPr>
          <a:xfrm xmlns:a="http://schemas.openxmlformats.org/drawingml/2006/main">
            <a:off x="997267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0" name="r3-129">
            <a:extLst xmlns:a="http://schemas.openxmlformats.org/drawingml/2006/main">
              <a:ext uri="{FF2B5EF4-FFF2-40B4-BE49-F238E27FC236}">
                <a16:creationId xmlns:a16="http://schemas.microsoft.com/office/drawing/2014/main" id="{61A5E572-CA7F-4D3D-BB04-9B332B9060C4}"/>
              </a:ext>
            </a:extLst>
          </p:cNvPr>
          <p:cNvSpPr>
            <a:spLocks xmlns:a="http://schemas.openxmlformats.org/drawingml/2006/main" noGrp="1"/>
          </p:cNvSpPr>
          <p:nvPr/>
        </p:nvSpPr>
        <p:spPr>
          <a:xfrm xmlns:a="http://schemas.openxmlformats.org/drawingml/2006/main">
            <a:off x="1004887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구현 및 검증</a:t>
            </a:r>
          </a:p>
        </p:txBody>
      </p:sp>
      <p:sp>
        <p:nvSpPr>
          <p:cNvPr id="11" name="r3-130">
            <a:extLst xmlns:a="http://schemas.openxmlformats.org/drawingml/2006/main">
              <a:ext uri="{FF2B5EF4-FFF2-40B4-BE49-F238E27FC236}">
                <a16:creationId xmlns:a16="http://schemas.microsoft.com/office/drawing/2014/main" id="{65535DF5-2567-4035-8573-C214352078CA}"/>
              </a:ext>
            </a:extLst>
          </p:cNvPr>
          <p:cNvSpPr>
            <a:spLocks xmlns:a="http://schemas.openxmlformats.org/drawingml/2006/main" noGrp="1"/>
          </p:cNvSpPr>
          <p:nvPr/>
        </p:nvSpPr>
        <p:spPr>
          <a:xfrm xmlns:a="http://schemas.openxmlformats.org/drawingml/2006/main">
            <a:off x="10868025" y="190500"/>
            <a:ext cx="990600" cy="276225"/>
          </a:xfrm>
          <a:prstGeom xmlns:a="http://schemas.openxmlformats.org/drawingml/2006/main" prst="chevron">
            <a:avLst/>
          </a:prstGeom>
          <a:solidFill xmlns:a="http://schemas.openxmlformats.org/drawingml/2006/main">
            <a:srgbClr val="60666B"/>
          </a:solidFill>
          <a:ln xmlns:a="http://schemas.openxmlformats.org/drawingml/2006/main" w="9525">
            <a:solidFill>
              <a:srgbClr val="FFFFFF"/>
            </a:solidFill>
          </a:ln>
        </p:spPr>
      </p:sp>
      <p:sp>
        <p:nvSpPr>
          <p:cNvPr id="12" name="r3-131">
            <a:extLst xmlns:a="http://schemas.openxmlformats.org/drawingml/2006/main">
              <a:ext uri="{FF2B5EF4-FFF2-40B4-BE49-F238E27FC236}">
                <a16:creationId xmlns:a16="http://schemas.microsoft.com/office/drawing/2014/main" id="{5C7C9C7A-1BC7-43F5-9967-EC43FFF2A567}"/>
              </a:ext>
            </a:extLst>
          </p:cNvPr>
          <p:cNvSpPr>
            <a:spLocks xmlns:a="http://schemas.openxmlformats.org/drawingml/2006/main" noGrp="1"/>
          </p:cNvSpPr>
          <p:nvPr/>
        </p:nvSpPr>
        <p:spPr>
          <a:xfrm xmlns:a="http://schemas.openxmlformats.org/drawingml/2006/main">
            <a:off x="10944225" y="209550"/>
            <a:ext cx="7905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900" b="1">
                <a:solidFill>
                  <a:srgbClr val="FFFFFF"/>
                </a:solidFill>
                <a:latin typeface="Apple SD Gothic Neo"/>
                <a:ea typeface="Apple SD Gothic Neo"/>
                <a:cs typeface="Apple SD Gothic Neo"/>
              </a:defRPr>
            </a:pPr>
            <a:r>
              <a:rPr sz="900" b="1">
                <a:solidFill>
                  <a:srgbClr val="FFFFFF"/>
                </a:solidFill>
                <a:latin typeface="Apple SD Gothic Neo"/>
                <a:ea typeface="Apple SD Gothic Neo"/>
                <a:cs typeface="Apple SD Gothic Neo"/>
              </a:rPr>
              <a:t>결론</a:t>
            </a:r>
          </a:p>
        </p:txBody>
      </p:sp>
      <p:sp>
        <p:nvSpPr>
          <p:cNvPr id="13" name="r3-132">
            <a:extLst xmlns:a="http://schemas.openxmlformats.org/drawingml/2006/main">
              <a:ext uri="{FF2B5EF4-FFF2-40B4-BE49-F238E27FC236}">
                <a16:creationId xmlns:a16="http://schemas.microsoft.com/office/drawing/2014/main" id="{9C914759-83B1-4DA9-B1B3-9DBD0CB3AE44}"/>
              </a:ext>
            </a:extLst>
          </p:cNvPr>
          <p:cNvSpPr>
            <a:spLocks xmlns:a="http://schemas.openxmlformats.org/drawingml/2006/main" noGrp="1"/>
          </p:cNvSpPr>
          <p:nvPr/>
        </p:nvSpPr>
        <p:spPr>
          <a:xfrm xmlns:a="http://schemas.openxmlformats.org/drawingml/2006/main">
            <a:off x="11420475" y="6524625"/>
            <a:ext cx="400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lgn="r">
              <a:defRPr sz="975" b="0">
                <a:solidFill>
                  <a:srgbClr val="657079"/>
                </a:solidFill>
                <a:latin typeface="Apple SD Gothic Neo"/>
                <a:ea typeface="Apple SD Gothic Neo"/>
                <a:cs typeface="Apple SD Gothic Neo"/>
              </a:defRPr>
            </a:pPr>
            <a:r>
              <a:rPr sz="975" b="0">
                <a:solidFill>
                  <a:srgbClr val="657079"/>
                </a:solidFill>
                <a:latin typeface="Apple SD Gothic Neo"/>
                <a:ea typeface="Apple SD Gothic Neo"/>
                <a:cs typeface="Apple SD Gothic Neo"/>
              </a:rPr>
              <a:t>3</a:t>
            </a:r>
          </a:p>
        </p:txBody>
      </p:sp>
      <p:sp>
        <p:nvSpPr>
          <p:cNvPr id="1000" name="necessity-v7-frame-0">
            <a:extLst xmlns:a="http://schemas.openxmlformats.org/drawingml/2006/main">
              <a:ext uri="{FF2B5EF4-FFF2-40B4-BE49-F238E27FC236}">
                <a16:creationId xmlns:a16="http://schemas.microsoft.com/office/drawing/2014/main" id="{FC0BF294-337D-464D-BEF8-3C5A69E2A1A4}"/>
              </a:ext>
            </a:extLst>
          </p:cNvPr>
          <p:cNvSpPr>
            <a:spLocks xmlns:a="http://schemas.openxmlformats.org/drawingml/2006/main" noGrp="1"/>
          </p:cNvSpPr>
          <p:nvPr/>
        </p:nvSpPr>
        <p:spPr>
          <a:xfrm xmlns:a="http://schemas.openxmlformats.org/drawingml/2006/main">
            <a:off x="152400" y="1428750"/>
            <a:ext cx="3848100" cy="5076825"/>
          </a:xfrm>
          <a:prstGeom xmlns:a="http://schemas.openxmlformats.org/drawingml/2006/main" prst="roundRect">
            <a:avLst>
              <a:gd name="adj" fmla="val 2723"/>
            </a:avLst>
          </a:prstGeom>
          <a:solidFill xmlns:a="http://schemas.openxmlformats.org/drawingml/2006/main">
            <a:srgbClr val="FFFFFF"/>
          </a:solidFill>
          <a:ln xmlns:a="http://schemas.openxmlformats.org/drawingml/2006/main" w="15240">
            <a:solidFill>
              <a:srgbClr val="D5DCE5"/>
            </a:solidFill>
            <a:prstDash val="solid"/>
          </a:ln>
        </p:spPr>
      </p:sp>
      <p:sp>
        <p:nvSpPr>
          <p:cNvPr id="1001" name="necessity-v7-tab-0">
            <a:extLst xmlns:a="http://schemas.openxmlformats.org/drawingml/2006/main">
              <a:ext uri="{FF2B5EF4-FFF2-40B4-BE49-F238E27FC236}">
                <a16:creationId xmlns:a16="http://schemas.microsoft.com/office/drawing/2014/main" id="{4B263459-A8F1-4334-9264-5701B92C7787}"/>
              </a:ext>
            </a:extLst>
          </p:cNvPr>
          <p:cNvSpPr>
            <a:spLocks xmlns:a="http://schemas.openxmlformats.org/drawingml/2006/main" noGrp="1"/>
          </p:cNvSpPr>
          <p:nvPr/>
        </p:nvSpPr>
        <p:spPr>
          <a:xfrm xmlns:a="http://schemas.openxmlformats.org/drawingml/2006/main">
            <a:off x="381000" y="990600"/>
            <a:ext cx="3390900" cy="495300"/>
          </a:xfrm>
          <a:prstGeom xmlns:a="http://schemas.openxmlformats.org/drawingml/2006/main" prst="roundRect">
            <a:avLst>
              <a:gd name="adj" fmla="val 23077"/>
            </a:avLst>
          </a:prstGeom>
          <a:solidFill xmlns:a="http://schemas.openxmlformats.org/drawingml/2006/main">
            <a:srgbClr val="06255C"/>
          </a:solidFill>
          <a:ln xmlns:a="http://schemas.openxmlformats.org/drawingml/2006/main" w="17145">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02" name="necessity-v7-tab-text-0">
            <a:extLst xmlns:a="http://schemas.openxmlformats.org/drawingml/2006/main">
              <a:ext uri="{FF2B5EF4-FFF2-40B4-BE49-F238E27FC236}">
                <a16:creationId xmlns:a16="http://schemas.microsoft.com/office/drawing/2014/main" id="{4C5A6A7E-3374-41E9-B387-7A6C40FE85F9}"/>
              </a:ext>
            </a:extLst>
          </p:cNvPr>
          <p:cNvSpPr>
            <a:spLocks xmlns:a="http://schemas.openxmlformats.org/drawingml/2006/main" noGrp="1"/>
          </p:cNvSpPr>
          <p:nvPr/>
        </p:nvSpPr>
        <p:spPr>
          <a:xfrm xmlns:a="http://schemas.openxmlformats.org/drawingml/2006/main">
            <a:off x="447675" y="1057275"/>
            <a:ext cx="3257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의도에 맞는 정확한 처리 필요</a:t>
            </a:r>
          </a:p>
        </p:txBody>
      </p:sp>
      <p:sp>
        <p:nvSpPr>
          <p:cNvPr id="1003" name="necessity-v7-frame-1">
            <a:extLst xmlns:a="http://schemas.openxmlformats.org/drawingml/2006/main">
              <a:ext uri="{FF2B5EF4-FFF2-40B4-BE49-F238E27FC236}">
                <a16:creationId xmlns:a16="http://schemas.microsoft.com/office/drawing/2014/main" id="{CA8FCD03-0459-4702-99FE-AFA05D615BE3}"/>
              </a:ext>
            </a:extLst>
          </p:cNvPr>
          <p:cNvSpPr>
            <a:spLocks xmlns:a="http://schemas.openxmlformats.org/drawingml/2006/main" noGrp="1"/>
          </p:cNvSpPr>
          <p:nvPr/>
        </p:nvSpPr>
        <p:spPr>
          <a:xfrm xmlns:a="http://schemas.openxmlformats.org/drawingml/2006/main">
            <a:off x="4171950" y="1428750"/>
            <a:ext cx="3848100" cy="5076825"/>
          </a:xfrm>
          <a:prstGeom xmlns:a="http://schemas.openxmlformats.org/drawingml/2006/main" prst="roundRect">
            <a:avLst>
              <a:gd name="adj" fmla="val 2723"/>
            </a:avLst>
          </a:prstGeom>
          <a:solidFill xmlns:a="http://schemas.openxmlformats.org/drawingml/2006/main">
            <a:srgbClr val="FFFFFF"/>
          </a:solidFill>
          <a:ln xmlns:a="http://schemas.openxmlformats.org/drawingml/2006/main" w="15240">
            <a:solidFill>
              <a:srgbClr val="D5DCE5"/>
            </a:solidFill>
            <a:prstDash val="solid"/>
          </a:ln>
        </p:spPr>
      </p:sp>
      <p:sp>
        <p:nvSpPr>
          <p:cNvPr id="1004" name="necessity-v7-tab-1">
            <a:extLst xmlns:a="http://schemas.openxmlformats.org/drawingml/2006/main">
              <a:ext uri="{FF2B5EF4-FFF2-40B4-BE49-F238E27FC236}">
                <a16:creationId xmlns:a16="http://schemas.microsoft.com/office/drawing/2014/main" id="{1F248CD0-8EC7-40AD-9F5F-765FAF558C5E}"/>
              </a:ext>
            </a:extLst>
          </p:cNvPr>
          <p:cNvSpPr>
            <a:spLocks xmlns:a="http://schemas.openxmlformats.org/drawingml/2006/main" noGrp="1"/>
          </p:cNvSpPr>
          <p:nvPr/>
        </p:nvSpPr>
        <p:spPr>
          <a:xfrm xmlns:a="http://schemas.openxmlformats.org/drawingml/2006/main">
            <a:off x="4400550" y="990600"/>
            <a:ext cx="3390900" cy="495300"/>
          </a:xfrm>
          <a:prstGeom xmlns:a="http://schemas.openxmlformats.org/drawingml/2006/main" prst="roundRect">
            <a:avLst>
              <a:gd name="adj" fmla="val 23077"/>
            </a:avLst>
          </a:prstGeom>
          <a:solidFill xmlns:a="http://schemas.openxmlformats.org/drawingml/2006/main">
            <a:srgbClr val="06255C"/>
          </a:solidFill>
          <a:ln xmlns:a="http://schemas.openxmlformats.org/drawingml/2006/main" w="17145">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05" name="necessity-v7-tab-text-1">
            <a:extLst xmlns:a="http://schemas.openxmlformats.org/drawingml/2006/main">
              <a:ext uri="{FF2B5EF4-FFF2-40B4-BE49-F238E27FC236}">
                <a16:creationId xmlns:a16="http://schemas.microsoft.com/office/drawing/2014/main" id="{1D67BE0D-62F9-4102-B79D-3327770347B0}"/>
              </a:ext>
            </a:extLst>
          </p:cNvPr>
          <p:cNvSpPr>
            <a:spLocks xmlns:a="http://schemas.openxmlformats.org/drawingml/2006/main" noGrp="1"/>
          </p:cNvSpPr>
          <p:nvPr/>
        </p:nvSpPr>
        <p:spPr>
          <a:xfrm xmlns:a="http://schemas.openxmlformats.org/drawingml/2006/main">
            <a:off x="4467225" y="1057275"/>
            <a:ext cx="3257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대화를 이어가는 빠른 처리 필요</a:t>
            </a:r>
          </a:p>
        </p:txBody>
      </p:sp>
      <p:sp>
        <p:nvSpPr>
          <p:cNvPr id="1006" name="necessity-v7-frame-2">
            <a:extLst xmlns:a="http://schemas.openxmlformats.org/drawingml/2006/main">
              <a:ext uri="{FF2B5EF4-FFF2-40B4-BE49-F238E27FC236}">
                <a16:creationId xmlns:a16="http://schemas.microsoft.com/office/drawing/2014/main" id="{C76E352C-EF75-4750-A727-B51A2EFA1875}"/>
              </a:ext>
            </a:extLst>
          </p:cNvPr>
          <p:cNvSpPr>
            <a:spLocks xmlns:a="http://schemas.openxmlformats.org/drawingml/2006/main" noGrp="1"/>
          </p:cNvSpPr>
          <p:nvPr/>
        </p:nvSpPr>
        <p:spPr>
          <a:xfrm xmlns:a="http://schemas.openxmlformats.org/drawingml/2006/main">
            <a:off x="8191500" y="1428750"/>
            <a:ext cx="3848100" cy="5076825"/>
          </a:xfrm>
          <a:prstGeom xmlns:a="http://schemas.openxmlformats.org/drawingml/2006/main" prst="roundRect">
            <a:avLst>
              <a:gd name="adj" fmla="val 2723"/>
            </a:avLst>
          </a:prstGeom>
          <a:solidFill xmlns:a="http://schemas.openxmlformats.org/drawingml/2006/main">
            <a:srgbClr val="FFFFFF"/>
          </a:solidFill>
          <a:ln xmlns:a="http://schemas.openxmlformats.org/drawingml/2006/main" w="15240">
            <a:solidFill>
              <a:srgbClr val="D5DCE5"/>
            </a:solidFill>
            <a:prstDash val="solid"/>
          </a:ln>
        </p:spPr>
      </p:sp>
      <p:sp>
        <p:nvSpPr>
          <p:cNvPr id="1007" name="necessity-v7-tab-2">
            <a:extLst xmlns:a="http://schemas.openxmlformats.org/drawingml/2006/main">
              <a:ext uri="{FF2B5EF4-FFF2-40B4-BE49-F238E27FC236}">
                <a16:creationId xmlns:a16="http://schemas.microsoft.com/office/drawing/2014/main" id="{AEF38FB8-D7DB-4313-B180-79337923E5FE}"/>
              </a:ext>
            </a:extLst>
          </p:cNvPr>
          <p:cNvSpPr>
            <a:spLocks xmlns:a="http://schemas.openxmlformats.org/drawingml/2006/main" noGrp="1"/>
          </p:cNvSpPr>
          <p:nvPr/>
        </p:nvSpPr>
        <p:spPr>
          <a:xfrm xmlns:a="http://schemas.openxmlformats.org/drawingml/2006/main">
            <a:off x="8420100" y="990600"/>
            <a:ext cx="3390900" cy="495300"/>
          </a:xfrm>
          <a:prstGeom xmlns:a="http://schemas.openxmlformats.org/drawingml/2006/main" prst="roundRect">
            <a:avLst>
              <a:gd name="adj" fmla="val 23077"/>
            </a:avLst>
          </a:prstGeom>
          <a:solidFill xmlns:a="http://schemas.openxmlformats.org/drawingml/2006/main">
            <a:srgbClr val="06255C"/>
          </a:solidFill>
          <a:ln xmlns:a="http://schemas.openxmlformats.org/drawingml/2006/main" w="17145">
            <a:solidFill>
              <a:srgbClr val="FFFFFF"/>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sp>
        <p:nvSpPr>
          <p:cNvPr id="1008" name="necessity-v7-tab-text-2">
            <a:extLst xmlns:a="http://schemas.openxmlformats.org/drawingml/2006/main">
              <a:ext uri="{FF2B5EF4-FFF2-40B4-BE49-F238E27FC236}">
                <a16:creationId xmlns:a16="http://schemas.microsoft.com/office/drawing/2014/main" id="{D752F9E4-653F-4DD9-B4A1-EDE57608E197}"/>
              </a:ext>
            </a:extLst>
          </p:cNvPr>
          <p:cNvSpPr>
            <a:spLocks xmlns:a="http://schemas.openxmlformats.org/drawingml/2006/main" noGrp="1"/>
          </p:cNvSpPr>
          <p:nvPr/>
        </p:nvSpPr>
        <p:spPr>
          <a:xfrm xmlns:a="http://schemas.openxmlformats.org/drawingml/2006/main">
            <a:off x="8486775" y="1057275"/>
            <a:ext cx="3257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650" b="1">
                <a:solidFill>
                  <a:srgbClr val="FFFFFF"/>
                </a:solidFill>
                <a:latin typeface="Apple SD Gothic Neo"/>
                <a:ea typeface="Apple SD Gothic Neo"/>
                <a:cs typeface="Apple SD Gothic Neo"/>
              </a:defRPr>
            </a:pPr>
            <a:r>
              <a:rPr sz="1650" b="1">
                <a:solidFill>
                  <a:srgbClr val="FFFFFF"/>
                </a:solidFill>
                <a:latin typeface="Apple SD Gothic Neo"/>
                <a:ea typeface="Apple SD Gothic Neo"/>
                <a:cs typeface="Apple SD Gothic Neo"/>
              </a:rPr>
              <a:t>Agent 기술 발전에 대응 필요</a:t>
            </a:r>
          </a:p>
        </p:txBody>
      </p:sp>
      <p:sp>
        <p:nvSpPr>
          <p:cNvPr id="1009" name="necessity-v7-accuracy-heading-1">
            <a:extLst xmlns:a="http://schemas.openxmlformats.org/drawingml/2006/main">
              <a:ext uri="{FF2B5EF4-FFF2-40B4-BE49-F238E27FC236}">
                <a16:creationId xmlns:a16="http://schemas.microsoft.com/office/drawing/2014/main" id="{9E713DAB-C456-4763-A34A-637690E29ED6}"/>
              </a:ext>
            </a:extLst>
          </p:cNvPr>
          <p:cNvSpPr>
            <a:spLocks xmlns:a="http://schemas.openxmlformats.org/drawingml/2006/main" noGrp="1"/>
          </p:cNvSpPr>
          <p:nvPr/>
        </p:nvSpPr>
        <p:spPr>
          <a:xfrm xmlns:a="http://schemas.openxmlformats.org/drawingml/2006/main">
            <a:off x="276225" y="1695450"/>
            <a:ext cx="3562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짧은 요청에도 여러 판단이 필요</a:t>
            </a:r>
          </a:p>
        </p:txBody>
      </p:sp>
      <p:sp>
        <p:nvSpPr>
          <p:cNvPr id="1010" name="necessity-v7-accuracy-desc-1">
            <a:extLst xmlns:a="http://schemas.openxmlformats.org/drawingml/2006/main">
              <a:ext uri="{FF2B5EF4-FFF2-40B4-BE49-F238E27FC236}">
                <a16:creationId xmlns:a16="http://schemas.microsoft.com/office/drawing/2014/main" id="{CACDB8CC-4A3B-46D4-BAF0-79892FFAB262}"/>
              </a:ext>
            </a:extLst>
          </p:cNvPr>
          <p:cNvSpPr>
            <a:spLocks xmlns:a="http://schemas.openxmlformats.org/drawingml/2006/main" noGrp="1"/>
          </p:cNvSpPr>
          <p:nvPr/>
        </p:nvSpPr>
        <p:spPr>
          <a:xfrm xmlns:a="http://schemas.openxmlformats.org/drawingml/2006/main">
            <a:off x="447675" y="2085975"/>
            <a:ext cx="3333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화면과 대화, 진행 중인 Task를
함께 해석</a:t>
            </a:r>
          </a:p>
        </p:txBody>
      </p:sp>
      <p:sp>
        <p:nvSpPr>
          <p:cNvPr id="1011" name="necessity-v7-screen-label">
            <a:extLst xmlns:a="http://schemas.openxmlformats.org/drawingml/2006/main">
              <a:ext uri="{FF2B5EF4-FFF2-40B4-BE49-F238E27FC236}">
                <a16:creationId xmlns:a16="http://schemas.microsoft.com/office/drawing/2014/main" id="{C54FFCE3-C3F0-485F-998B-C18171DE5E5D}"/>
              </a:ext>
            </a:extLst>
          </p:cNvPr>
          <p:cNvSpPr>
            <a:spLocks xmlns:a="http://schemas.openxmlformats.org/drawingml/2006/main" noGrp="1"/>
          </p:cNvSpPr>
          <p:nvPr/>
        </p:nvSpPr>
        <p:spPr>
          <a:xfrm xmlns:a="http://schemas.openxmlformats.org/drawingml/2006/main">
            <a:off x="447675" y="2657475"/>
            <a:ext cx="105727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b="1">
                <a:solidFill>
                  <a:srgbClr val="697783"/>
                </a:solidFill>
                <a:latin typeface="Apple SD Gothic Neo"/>
                <a:ea typeface="Apple SD Gothic Neo"/>
                <a:cs typeface="Apple SD Gothic Neo"/>
              </a:defRPr>
            </a:pPr>
            <a:r>
              <a:rPr sz="1200" b="1">
                <a:solidFill>
                  <a:srgbClr val="697783"/>
                </a:solidFill>
                <a:latin typeface="Apple SD Gothic Neo"/>
                <a:ea typeface="Apple SD Gothic Neo"/>
                <a:cs typeface="Apple SD Gothic Neo"/>
              </a:rPr>
              <a:t>화면</a:t>
            </a:r>
          </a:p>
        </p:txBody>
      </p:sp>
      <p:sp>
        <p:nvSpPr>
          <p:cNvPr id="1012" name="necessity-v7-conversation-label">
            <a:extLst xmlns:a="http://schemas.openxmlformats.org/drawingml/2006/main">
              <a:ext uri="{FF2B5EF4-FFF2-40B4-BE49-F238E27FC236}">
                <a16:creationId xmlns:a16="http://schemas.microsoft.com/office/drawing/2014/main" id="{8F5F3459-D000-4948-BA5E-F757331030D6}"/>
              </a:ext>
            </a:extLst>
          </p:cNvPr>
          <p:cNvSpPr>
            <a:spLocks xmlns:a="http://schemas.openxmlformats.org/drawingml/2006/main" noGrp="1"/>
          </p:cNvSpPr>
          <p:nvPr/>
        </p:nvSpPr>
        <p:spPr>
          <a:xfrm xmlns:a="http://schemas.openxmlformats.org/drawingml/2006/main">
            <a:off x="1724025" y="2657475"/>
            <a:ext cx="206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00" b="1">
                <a:solidFill>
                  <a:srgbClr val="697783"/>
                </a:solidFill>
                <a:latin typeface="Apple SD Gothic Neo"/>
                <a:ea typeface="Apple SD Gothic Neo"/>
                <a:cs typeface="Apple SD Gothic Neo"/>
              </a:defRPr>
            </a:pPr>
            <a:r>
              <a:rPr sz="1200" b="1">
                <a:solidFill>
                  <a:srgbClr val="697783"/>
                </a:solidFill>
                <a:latin typeface="Apple SD Gothic Neo"/>
                <a:ea typeface="Apple SD Gothic Neo"/>
                <a:cs typeface="Apple SD Gothic Neo"/>
              </a:rPr>
              <a:t>Conversation</a:t>
            </a:r>
          </a:p>
        </p:txBody>
      </p:sp>
      <p:sp>
        <p:nvSpPr>
          <p:cNvPr id="1013" name="necessity-v7-screen-evidence">
            <a:extLst xmlns:a="http://schemas.openxmlformats.org/drawingml/2006/main">
              <a:ext uri="{FF2B5EF4-FFF2-40B4-BE49-F238E27FC236}">
                <a16:creationId xmlns:a16="http://schemas.microsoft.com/office/drawing/2014/main" id="{D99F6DFA-22F4-4AFF-92A1-37E833ACCFA1}"/>
              </a:ext>
            </a:extLst>
          </p:cNvPr>
          <p:cNvSpPr>
            <a:spLocks xmlns:a="http://schemas.openxmlformats.org/drawingml/2006/main" noGrp="1"/>
          </p:cNvSpPr>
          <p:nvPr/>
        </p:nvSpPr>
        <p:spPr>
          <a:xfrm xmlns:a="http://schemas.openxmlformats.org/drawingml/2006/main">
            <a:off x="447675" y="2924175"/>
            <a:ext cx="1076325" cy="695325"/>
          </a:xfrm>
          <a:prstGeom xmlns:a="http://schemas.openxmlformats.org/drawingml/2006/main" prst="roundRect">
            <a:avLst>
              <a:gd name="adj" fmla="val 4110"/>
            </a:avLst>
          </a:prstGeom>
          <a:solidFill xmlns:a="http://schemas.openxmlformats.org/drawingml/2006/main">
            <a:srgbClr val="FFFFFF"/>
          </a:solidFill>
          <a:ln xmlns:a="http://schemas.openxmlformats.org/drawingml/2006/main" w="9525">
            <a:solidFill>
              <a:srgbClr val="AEBBC8"/>
            </a:solidFill>
            <a:prstDash val="solid"/>
          </a:ln>
        </p:spPr>
      </p:sp>
      <p:sp>
        <p:nvSpPr>
          <p:cNvPr id="1014" name="necessity-v7-screen-titlebar">
            <a:extLst xmlns:a="http://schemas.openxmlformats.org/drawingml/2006/main">
              <a:ext uri="{FF2B5EF4-FFF2-40B4-BE49-F238E27FC236}">
                <a16:creationId xmlns:a16="http://schemas.microsoft.com/office/drawing/2014/main" id="{7A2CAE18-E637-4F15-9005-74083D50E503}"/>
              </a:ext>
            </a:extLst>
          </p:cNvPr>
          <p:cNvSpPr>
            <a:spLocks xmlns:a="http://schemas.openxmlformats.org/drawingml/2006/main" noGrp="1"/>
          </p:cNvSpPr>
          <p:nvPr/>
        </p:nvSpPr>
        <p:spPr>
          <a:xfrm xmlns:a="http://schemas.openxmlformats.org/drawingml/2006/main">
            <a:off x="447675" y="2924175"/>
            <a:ext cx="1076325" cy="114300"/>
          </a:xfrm>
          <a:prstGeom xmlns:a="http://schemas.openxmlformats.org/drawingml/2006/main" prst="rect">
            <a:avLst/>
          </a:prstGeom>
          <a:solidFill xmlns:a="http://schemas.openxmlformats.org/drawingml/2006/main">
            <a:srgbClr val="F2F4F6"/>
          </a:solidFill>
          <a:ln xmlns:a="http://schemas.openxmlformats.org/drawingml/2006/main" w="0">
            <a:noFill/>
            <a:prstDash val="solid"/>
          </a:ln>
        </p:spPr>
      </p:sp>
      <p:sp>
        <p:nvSpPr>
          <p:cNvPr id="1015" name="necessity-v7-table-grid-h-1">
            <a:extLst xmlns:a="http://schemas.openxmlformats.org/drawingml/2006/main">
              <a:ext uri="{FF2B5EF4-FFF2-40B4-BE49-F238E27FC236}">
                <a16:creationId xmlns:a16="http://schemas.microsoft.com/office/drawing/2014/main" id="{CDDE4B5A-0F83-4199-A022-CC8981034A16}"/>
              </a:ext>
            </a:extLst>
          </p:cNvPr>
          <p:cNvSpPr>
            <a:spLocks xmlns:a="http://schemas.openxmlformats.org/drawingml/2006/main" noGrp="1"/>
          </p:cNvSpPr>
          <p:nvPr/>
        </p:nvSpPr>
        <p:spPr>
          <a:xfrm xmlns:a="http://schemas.openxmlformats.org/drawingml/2006/main">
            <a:off x="542925" y="3143250"/>
            <a:ext cx="885825" cy="0"/>
          </a:xfrm>
          <a:prstGeom xmlns:a="http://schemas.openxmlformats.org/drawingml/2006/main" prst="line">
            <a:avLst/>
          </a:prstGeom>
          <a:noFill xmlns:a="http://schemas.openxmlformats.org/drawingml/2006/main"/>
          <a:ln xmlns:a="http://schemas.openxmlformats.org/drawingml/2006/main" w="9525">
            <a:solidFill>
              <a:srgbClr val="C4CED6"/>
            </a:solidFill>
            <a:prstDash val="solid"/>
          </a:ln>
        </p:spPr>
      </p:sp>
      <p:sp>
        <p:nvSpPr>
          <p:cNvPr id="1016" name="necessity-v7-table-grid-h-2">
            <a:extLst xmlns:a="http://schemas.openxmlformats.org/drawingml/2006/main">
              <a:ext uri="{FF2B5EF4-FFF2-40B4-BE49-F238E27FC236}">
                <a16:creationId xmlns:a16="http://schemas.microsoft.com/office/drawing/2014/main" id="{59D72349-605F-4F77-8107-82381B576ACF}"/>
              </a:ext>
            </a:extLst>
          </p:cNvPr>
          <p:cNvSpPr>
            <a:spLocks xmlns:a="http://schemas.openxmlformats.org/drawingml/2006/main" noGrp="1"/>
          </p:cNvSpPr>
          <p:nvPr/>
        </p:nvSpPr>
        <p:spPr>
          <a:xfrm xmlns:a="http://schemas.openxmlformats.org/drawingml/2006/main">
            <a:off x="542925" y="3276600"/>
            <a:ext cx="885825" cy="0"/>
          </a:xfrm>
          <a:prstGeom xmlns:a="http://schemas.openxmlformats.org/drawingml/2006/main" prst="line">
            <a:avLst/>
          </a:prstGeom>
          <a:noFill xmlns:a="http://schemas.openxmlformats.org/drawingml/2006/main"/>
          <a:ln xmlns:a="http://schemas.openxmlformats.org/drawingml/2006/main" w="9525">
            <a:solidFill>
              <a:srgbClr val="C4CED6"/>
            </a:solidFill>
            <a:prstDash val="solid"/>
          </a:ln>
        </p:spPr>
      </p:sp>
      <p:sp>
        <p:nvSpPr>
          <p:cNvPr id="1017" name="necessity-v7-table-grid-v">
            <a:extLst xmlns:a="http://schemas.openxmlformats.org/drawingml/2006/main">
              <a:ext uri="{FF2B5EF4-FFF2-40B4-BE49-F238E27FC236}">
                <a16:creationId xmlns:a16="http://schemas.microsoft.com/office/drawing/2014/main" id="{B52831AA-93C9-4656-9FBB-8819C79D7D33}"/>
              </a:ext>
            </a:extLst>
          </p:cNvPr>
          <p:cNvSpPr>
            <a:spLocks xmlns:a="http://schemas.openxmlformats.org/drawingml/2006/main" noGrp="1"/>
          </p:cNvSpPr>
          <p:nvPr/>
        </p:nvSpPr>
        <p:spPr>
          <a:xfrm xmlns:a="http://schemas.openxmlformats.org/drawingml/2006/main">
            <a:off x="914400" y="3067050"/>
            <a:ext cx="0" cy="466725"/>
          </a:xfrm>
          <a:prstGeom xmlns:a="http://schemas.openxmlformats.org/drawingml/2006/main" prst="line">
            <a:avLst/>
          </a:prstGeom>
          <a:noFill xmlns:a="http://schemas.openxmlformats.org/drawingml/2006/main"/>
          <a:ln xmlns:a="http://schemas.openxmlformats.org/drawingml/2006/main" w="9525">
            <a:solidFill>
              <a:srgbClr val="C4CED6"/>
            </a:solidFill>
            <a:prstDash val="solid"/>
          </a:ln>
        </p:spPr>
      </p:sp>
      <p:sp>
        <p:nvSpPr>
          <p:cNvPr id="1018" name="necessity-v7-selected-table">
            <a:extLst xmlns:a="http://schemas.openxmlformats.org/drawingml/2006/main">
              <a:ext uri="{FF2B5EF4-FFF2-40B4-BE49-F238E27FC236}">
                <a16:creationId xmlns:a16="http://schemas.microsoft.com/office/drawing/2014/main" id="{D7AF5EA7-B61E-4CF9-B90C-90FEDA65C511}"/>
              </a:ext>
            </a:extLst>
          </p:cNvPr>
          <p:cNvSpPr>
            <a:spLocks xmlns:a="http://schemas.openxmlformats.org/drawingml/2006/main" noGrp="1"/>
          </p:cNvSpPr>
          <p:nvPr/>
        </p:nvSpPr>
        <p:spPr>
          <a:xfrm xmlns:a="http://schemas.openxmlformats.org/drawingml/2006/main">
            <a:off x="523875" y="3295650"/>
            <a:ext cx="923925" cy="247650"/>
          </a:xfrm>
          <a:prstGeom xmlns:a="http://schemas.openxmlformats.org/drawingml/2006/main" prst="rect">
            <a:avLst/>
          </a:prstGeom>
          <a:solidFill xmlns:a="http://schemas.openxmlformats.org/drawingml/2006/main">
            <a:srgbClr val="E7F3F8"/>
          </a:solidFill>
          <a:ln xmlns:a="http://schemas.openxmlformats.org/drawingml/2006/main" w="13335">
            <a:solidFill>
              <a:srgbClr val="218FAF"/>
            </a:solidFill>
            <a:prstDash val="solid"/>
          </a:ln>
        </p:spPr>
      </p:sp>
      <p:sp>
        <p:nvSpPr>
          <p:cNvPr id="1019" name="necessity-v7-selected-table-label">
            <a:extLst xmlns:a="http://schemas.openxmlformats.org/drawingml/2006/main">
              <a:ext uri="{FF2B5EF4-FFF2-40B4-BE49-F238E27FC236}">
                <a16:creationId xmlns:a16="http://schemas.microsoft.com/office/drawing/2014/main" id="{50A02D1A-6A2D-49F5-86D5-F7D1F564219A}"/>
              </a:ext>
            </a:extLst>
          </p:cNvPr>
          <p:cNvSpPr>
            <a:spLocks xmlns:a="http://schemas.openxmlformats.org/drawingml/2006/main" noGrp="1"/>
          </p:cNvSpPr>
          <p:nvPr/>
        </p:nvSpPr>
        <p:spPr>
          <a:xfrm xmlns:a="http://schemas.openxmlformats.org/drawingml/2006/main">
            <a:off x="542925" y="3305175"/>
            <a:ext cx="8858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63" b="1">
                <a:solidFill>
                  <a:srgbClr val="218FAF"/>
                </a:solidFill>
                <a:latin typeface="Apple SD Gothic Neo"/>
                <a:ea typeface="Apple SD Gothic Neo"/>
                <a:cs typeface="Apple SD Gothic Neo"/>
              </a:defRPr>
            </a:pPr>
            <a:r>
              <a:rPr sz="1163" b="1">
                <a:solidFill>
                  <a:srgbClr val="218FAF"/>
                </a:solidFill>
                <a:latin typeface="Apple SD Gothic Neo"/>
                <a:ea typeface="Apple SD Gothic Neo"/>
                <a:cs typeface="Apple SD Gothic Neo"/>
              </a:rPr>
              <a:t>선택한 표</a:t>
            </a:r>
          </a:p>
        </p:txBody>
      </p:sp>
      <p:sp>
        <p:nvSpPr>
          <p:cNvPr id="1020" name="necessity-v7-previous-request">
            <a:extLst xmlns:a="http://schemas.openxmlformats.org/drawingml/2006/main">
              <a:ext uri="{FF2B5EF4-FFF2-40B4-BE49-F238E27FC236}">
                <a16:creationId xmlns:a16="http://schemas.microsoft.com/office/drawing/2014/main" id="{436931CA-1B56-4A73-B7C5-944C45C14686}"/>
              </a:ext>
            </a:extLst>
          </p:cNvPr>
          <p:cNvSpPr>
            <a:spLocks xmlns:a="http://schemas.openxmlformats.org/drawingml/2006/main" noGrp="1"/>
          </p:cNvSpPr>
          <p:nvPr/>
        </p:nvSpPr>
        <p:spPr>
          <a:xfrm xmlns:a="http://schemas.openxmlformats.org/drawingml/2006/main">
            <a:off x="1724025" y="2924175"/>
            <a:ext cx="20669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“보고서는 PDF로,</a:t>
            </a:r>
          </a:p>
          <a:p xmlns:a="http://schemas.openxmlformats.org/drawingml/2006/main">
            <a:pPr algn="l">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메일은 결론으로 초안만”</a:t>
            </a:r>
          </a:p>
        </p:txBody>
      </p:sp>
      <p:sp>
        <p:nvSpPr>
          <p:cNvPr id="1021" name="necessity-v7-correction">
            <a:extLst xmlns:a="http://schemas.openxmlformats.org/drawingml/2006/main">
              <a:ext uri="{FF2B5EF4-FFF2-40B4-BE49-F238E27FC236}">
                <a16:creationId xmlns:a16="http://schemas.microsoft.com/office/drawing/2014/main" id="{8E3342E3-2074-4F1A-BD01-FED042991145}"/>
              </a:ext>
            </a:extLst>
          </p:cNvPr>
          <p:cNvSpPr>
            <a:spLocks xmlns:a="http://schemas.openxmlformats.org/drawingml/2006/main" noGrp="1"/>
          </p:cNvSpPr>
          <p:nvPr/>
        </p:nvSpPr>
        <p:spPr>
          <a:xfrm xmlns:a="http://schemas.openxmlformats.org/drawingml/2006/main">
            <a:off x="666750" y="3714750"/>
            <a:ext cx="30670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00" b="1">
                <a:solidFill>
                  <a:srgbClr val="218FAF"/>
                </a:solidFill>
                <a:latin typeface="Apple SD Gothic Neo"/>
                <a:ea typeface="Apple SD Gothic Neo"/>
                <a:cs typeface="Apple SD Gothic Neo"/>
              </a:defRPr>
            </a:pPr>
            <a:r>
              <a:rPr sz="1500" b="1">
                <a:solidFill>
                  <a:srgbClr val="218FAF"/>
                </a:solidFill>
                <a:latin typeface="Apple SD Gothic Neo"/>
                <a:ea typeface="Apple SD Gothic Neo"/>
                <a:cs typeface="Apple SD Gothic Neo"/>
              </a:rPr>
              <a:t>“메일에는 이 표를 넣어줘”</a:t>
            </a:r>
          </a:p>
        </p:txBody>
      </p:sp>
      <p:cxnSp>
        <p:nvCxnSpPr>
          <p:cNvPr id="1022" name=""/>
          <p:cNvCxnSpPr>
            <a:stCxn xmlns:a="http://schemas.openxmlformats.org/drawingml/2006/main" id="1013" idx="2"/>
            <a:endCxn xmlns:a="http://schemas.openxmlformats.org/drawingml/2006/main" id="1021" idx="1"/>
          </p:cNvCxnSpPr>
          <p:nvPr/>
        </p:nvCxnSpPr>
        <p:spPr>
          <a:xfrm xmlns:a="http://schemas.openxmlformats.org/drawingml/2006/main" flipH="1">
            <a:off x="666750" y="3619500"/>
            <a:ext cx="319088" cy="252413"/>
          </a:xfrm>
          <a:prstGeom xmlns:a="http://schemas.openxmlformats.org/drawingml/2006/main" prst="straightConnector1">
            <a:avLst/>
          </a:prstGeom>
          <a:ln xmlns:a="http://schemas.openxmlformats.org/drawingml/2006/main" w="13335">
            <a:solidFill>
              <a:srgbClr val="218FAF"/>
            </a:solidFill>
            <a:prstDash val="dash"/>
          </a:ln>
        </p:spPr>
      </p:cxnSp>
      <p:sp>
        <p:nvSpPr>
          <p:cNvPr id="1023" name="necessity-v7-accuracy-heading-2">
            <a:extLst xmlns:a="http://schemas.openxmlformats.org/drawingml/2006/main">
              <a:ext uri="{FF2B5EF4-FFF2-40B4-BE49-F238E27FC236}">
                <a16:creationId xmlns:a16="http://schemas.microsoft.com/office/drawing/2014/main" id="{0E48B659-6E5E-4F2A-A3FE-E16D36A1716E}"/>
              </a:ext>
            </a:extLst>
          </p:cNvPr>
          <p:cNvSpPr>
            <a:spLocks xmlns:a="http://schemas.openxmlformats.org/drawingml/2006/main" noGrp="1"/>
          </p:cNvSpPr>
          <p:nvPr/>
        </p:nvSpPr>
        <p:spPr>
          <a:xfrm xmlns:a="http://schemas.openxmlformats.org/drawingml/2006/main">
            <a:off x="276225" y="4229100"/>
            <a:ext cx="3562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정정 범위와 기존 조건을 함께 반영</a:t>
            </a:r>
          </a:p>
        </p:txBody>
      </p:sp>
      <p:sp>
        <p:nvSpPr>
          <p:cNvPr id="1024" name="necessity-v7-accuracy-desc-2">
            <a:extLst xmlns:a="http://schemas.openxmlformats.org/drawingml/2006/main">
              <a:ext uri="{FF2B5EF4-FFF2-40B4-BE49-F238E27FC236}">
                <a16:creationId xmlns:a16="http://schemas.microsoft.com/office/drawing/2014/main" id="{ED584EFD-21CE-40DD-8129-A8A928B17989}"/>
              </a:ext>
            </a:extLst>
          </p:cNvPr>
          <p:cNvSpPr>
            <a:spLocks xmlns:a="http://schemas.openxmlformats.org/drawingml/2006/main" noGrp="1"/>
          </p:cNvSpPr>
          <p:nvPr/>
        </p:nvSpPr>
        <p:spPr>
          <a:xfrm xmlns:a="http://schemas.openxmlformats.org/drawingml/2006/main">
            <a:off x="447675" y="4619625"/>
            <a:ext cx="3333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메일 내용은 바꾸고 다른 조건은 보존</a:t>
            </a:r>
          </a:p>
        </p:txBody>
      </p:sp>
      <p:graphicFrame>
        <p:nvGraphicFramePr>
          <p:cNvPr id="1025" name=""/>
          <p:cNvGraphicFramePr/>
          <p:nvPr/>
        </p:nvGraphicFramePr>
        <p:xfrm>
          <a:off xmlns:a="http://schemas.openxmlformats.org/drawingml/2006/main" x="419100" y="4933950"/>
          <a:ext xmlns:a="http://schemas.openxmlformats.org/drawingml/2006/main" cx="3333750" cy="1047750"/>
        </p:xfrm>
        <a:graphic xmlns:a="http://schemas.openxmlformats.org/drawingml/2006/main">
          <a:graphicData uri="http://schemas.openxmlformats.org/drawingml/2006/table">
            <a:tbl>
              <a:tblPr firstRow="0" firstCol="0" bandRow="0" bandCol="0"/>
              <a:tblGrid>
                <a:gridCol w="1047750"/>
                <a:gridCol w="1143000"/>
                <a:gridCol w="1143000"/>
              </a:tblGrid>
              <a:tr h="261938">
                <a:tc>
                  <a:txBody>
                    <a:bodyPr lIns="28575" tIns="19050" rIns="28575" bIns="19050">
                      <a:noAutofit/>
                    </a:bodyPr>
                    <a:lstStyle/>
                    <a:p>
                      <a:pPr algn="ctr"/>
                      <a:r>
                        <a:rPr sz="1238" b="1">
                          <a:solidFill>
                            <a:srgbClr val="171B20"/>
                          </a:solidFill>
                          <a:latin typeface="Apple SD Gothic Neo"/>
                          <a:ea typeface="Apple SD Gothic Neo"/>
                          <a:cs typeface="Apple SD Gothic Neo"/>
                        </a:rPr>
                        <a:t>항목</a:t>
                      </a:r>
                    </a:p>
                  </a:txBody>
                  <a:tcPr marL="28575" marR="28575" marT="19050" marB="19050" anchor="ctr">
                    <a:solidFill>
                      <a:srgbClr val="F2F4F6"/>
                    </a:solidFill>
                  </a:tcPr>
                </a:tc>
                <a:tc>
                  <a:txBody>
                    <a:bodyPr lIns="28575" tIns="19050" rIns="28575" bIns="19050">
                      <a:noAutofit/>
                    </a:bodyPr>
                    <a:lstStyle/>
                    <a:p>
                      <a:pPr algn="ctr"/>
                      <a:r>
                        <a:rPr sz="1238" b="1">
                          <a:solidFill>
                            <a:srgbClr val="171B20"/>
                          </a:solidFill>
                          <a:latin typeface="Apple SD Gothic Neo"/>
                          <a:ea typeface="Apple SD Gothic Neo"/>
                          <a:cs typeface="Apple SD Gothic Neo"/>
                        </a:rPr>
                        <a:t>정정 전</a:t>
                      </a:r>
                    </a:p>
                  </a:txBody>
                  <a:tcPr marL="28575" marR="28575" marT="19050" marB="19050" anchor="ctr">
                    <a:solidFill>
                      <a:srgbClr val="F2F4F6"/>
                    </a:solidFill>
                  </a:tcPr>
                </a:tc>
                <a:tc>
                  <a:txBody>
                    <a:bodyPr lIns="28575" tIns="19050" rIns="28575" bIns="19050">
                      <a:noAutofit/>
                    </a:bodyPr>
                    <a:lstStyle/>
                    <a:p>
                      <a:pPr algn="ctr"/>
                      <a:r>
                        <a:rPr sz="1238" b="1">
                          <a:solidFill>
                            <a:srgbClr val="171B20"/>
                          </a:solidFill>
                          <a:latin typeface="Apple SD Gothic Neo"/>
                          <a:ea typeface="Apple SD Gothic Neo"/>
                          <a:cs typeface="Apple SD Gothic Neo"/>
                        </a:rPr>
                        <a:t>정정 후</a:t>
                      </a:r>
                    </a:p>
                  </a:txBody>
                  <a:tcPr marL="28575" marR="28575" marT="19050" marB="19050" anchor="ctr">
                    <a:solidFill>
                      <a:srgbClr val="F2F4F6"/>
                    </a:solidFill>
                  </a:tcPr>
                </a:tc>
              </a:tr>
              <a:tr h="261938">
                <a:tc>
                  <a:txBody>
                    <a:bodyPr lIns="28575" tIns="19050" rIns="28575" bIns="19050">
                      <a:noAutofit/>
                    </a:bodyPr>
                    <a:lstStyle/>
                    <a:p>
                      <a:pPr algn="ctr"/>
                      <a:r>
                        <a:rPr sz="1238" b="0">
                          <a:solidFill>
                            <a:srgbClr val="171B20"/>
                          </a:solidFill>
                          <a:latin typeface="Apple SD Gothic Neo"/>
                          <a:ea typeface="Apple SD Gothic Neo"/>
                          <a:cs typeface="Apple SD Gothic Neo"/>
                        </a:rPr>
                        <a:t>메일 내용</a:t>
                      </a:r>
                    </a:p>
                  </a:txBody>
                  <a:tcPr marL="28575" marR="28575" marT="19050" marB="19050" anchor="ctr">
                    <a:solidFill>
                      <a:srgbClr val="FFFFFF"/>
                    </a:solidFill>
                  </a:tcPr>
                </a:tc>
                <a:tc>
                  <a:txBody>
                    <a:bodyPr lIns="28575" tIns="19050" rIns="28575" bIns="19050">
                      <a:noAutofit/>
                    </a:bodyPr>
                    <a:lstStyle/>
                    <a:p>
                      <a:pPr algn="ctr"/>
                      <a:r>
                        <a:rPr sz="1238" b="0">
                          <a:solidFill>
                            <a:srgbClr val="171B20"/>
                          </a:solidFill>
                          <a:latin typeface="Apple SD Gothic Neo"/>
                          <a:ea typeface="Apple SD Gothic Neo"/>
                          <a:cs typeface="Apple SD Gothic Neo"/>
                        </a:rPr>
                        <a:t>보고서 결론</a:t>
                      </a:r>
                    </a:p>
                  </a:txBody>
                  <a:tcPr marL="28575" marR="28575" marT="19050" marB="19050" anchor="ctr">
                    <a:solidFill>
                      <a:srgbClr val="FFFFFF"/>
                    </a:solidFill>
                  </a:tcPr>
                </a:tc>
                <a:tc>
                  <a:txBody>
                    <a:bodyPr lIns="28575" tIns="19050" rIns="28575" bIns="19050">
                      <a:noAutofit/>
                    </a:bodyPr>
                    <a:lstStyle/>
                    <a:p>
                      <a:pPr algn="ctr"/>
                      <a:r>
                        <a:rPr sz="1238" b="1">
                          <a:solidFill>
                            <a:srgbClr val="218FAF"/>
                          </a:solidFill>
                          <a:latin typeface="Apple SD Gothic Neo"/>
                          <a:ea typeface="Apple SD Gothic Neo"/>
                          <a:cs typeface="Apple SD Gothic Neo"/>
                        </a:rPr>
                        <a:t>선택한 표</a:t>
                      </a:r>
                    </a:p>
                  </a:txBody>
                  <a:tcPr marL="28575" marR="28575" marT="19050" marB="19050" anchor="ctr">
                    <a:solidFill>
                      <a:srgbClr val="E7F3F8"/>
                    </a:solidFill>
                  </a:tcPr>
                </a:tc>
              </a:tr>
              <a:tr h="261938">
                <a:tc>
                  <a:txBody>
                    <a:bodyPr lIns="28575" tIns="19050" rIns="28575" bIns="19050">
                      <a:noAutofit/>
                    </a:bodyPr>
                    <a:lstStyle/>
                    <a:p>
                      <a:pPr algn="ctr"/>
                      <a:r>
                        <a:rPr sz="1238" b="0">
                          <a:solidFill>
                            <a:srgbClr val="171B20"/>
                          </a:solidFill>
                          <a:latin typeface="Apple SD Gothic Neo"/>
                          <a:ea typeface="Apple SD Gothic Neo"/>
                          <a:cs typeface="Apple SD Gothic Neo"/>
                        </a:rPr>
                        <a:t>보고서 형식</a:t>
                      </a:r>
                    </a:p>
                  </a:txBody>
                  <a:tcPr marL="28575" marR="28575" marT="19050" marB="19050" anchor="ctr">
                    <a:solidFill>
                      <a:srgbClr val="FFFFFF"/>
                    </a:solidFill>
                  </a:tcPr>
                </a:tc>
                <a:tc>
                  <a:txBody>
                    <a:bodyPr lIns="28575" tIns="19050" rIns="28575" bIns="19050">
                      <a:noAutofit/>
                    </a:bodyPr>
                    <a:lstStyle/>
                    <a:p>
                      <a:pPr algn="ctr"/>
                      <a:r>
                        <a:rPr sz="1238" b="0">
                          <a:solidFill>
                            <a:srgbClr val="171B20"/>
                          </a:solidFill>
                          <a:latin typeface="Apple SD Gothic Neo"/>
                          <a:ea typeface="Apple SD Gothic Neo"/>
                          <a:cs typeface="Apple SD Gothic Neo"/>
                        </a:rPr>
                        <a:t>PDF</a:t>
                      </a:r>
                    </a:p>
                  </a:txBody>
                  <a:tcPr marL="28575" marR="28575" marT="19050" marB="19050" anchor="ctr">
                    <a:solidFill>
                      <a:srgbClr val="FFFFFF"/>
                    </a:solidFill>
                  </a:tcPr>
                </a:tc>
                <a:tc>
                  <a:txBody>
                    <a:bodyPr lIns="28575" tIns="19050" rIns="28575" bIns="19050">
                      <a:noAutofit/>
                    </a:bodyPr>
                    <a:lstStyle/>
                    <a:p>
                      <a:pPr algn="ctr"/>
                      <a:r>
                        <a:rPr sz="1238" b="1">
                          <a:solidFill>
                            <a:srgbClr val="171B20"/>
                          </a:solidFill>
                          <a:latin typeface="Apple SD Gothic Neo"/>
                          <a:ea typeface="Apple SD Gothic Neo"/>
                          <a:cs typeface="Apple SD Gothic Neo"/>
                        </a:rPr>
                        <a:t>PDF 유지</a:t>
                      </a:r>
                    </a:p>
                  </a:txBody>
                  <a:tcPr marL="28575" marR="28575" marT="19050" marB="19050" anchor="ctr">
                    <a:solidFill>
                      <a:srgbClr val="EAF3E2"/>
                    </a:solidFill>
                  </a:tcPr>
                </a:tc>
              </a:tr>
              <a:tr h="261938">
                <a:tc>
                  <a:txBody>
                    <a:bodyPr lIns="28575" tIns="19050" rIns="28575" bIns="19050">
                      <a:noAutofit/>
                    </a:bodyPr>
                    <a:lstStyle/>
                    <a:p>
                      <a:pPr algn="ctr"/>
                      <a:r>
                        <a:rPr sz="1238" b="0">
                          <a:solidFill>
                            <a:srgbClr val="171B20"/>
                          </a:solidFill>
                          <a:latin typeface="Apple SD Gothic Neo"/>
                          <a:ea typeface="Apple SD Gothic Neo"/>
                          <a:cs typeface="Apple SD Gothic Neo"/>
                        </a:rPr>
                        <a:t>메일 처리</a:t>
                      </a:r>
                    </a:p>
                  </a:txBody>
                  <a:tcPr marL="28575" marR="28575" marT="19050" marB="19050" anchor="ctr">
                    <a:solidFill>
                      <a:srgbClr val="FFFFFF"/>
                    </a:solidFill>
                  </a:tcPr>
                </a:tc>
                <a:tc>
                  <a:txBody>
                    <a:bodyPr lIns="28575" tIns="19050" rIns="28575" bIns="19050">
                      <a:noAutofit/>
                    </a:bodyPr>
                    <a:lstStyle/>
                    <a:p>
                      <a:pPr algn="ctr"/>
                      <a:r>
                        <a:rPr sz="1238" b="0">
                          <a:solidFill>
                            <a:srgbClr val="171B20"/>
                          </a:solidFill>
                          <a:latin typeface="Apple SD Gothic Neo"/>
                          <a:ea typeface="Apple SD Gothic Neo"/>
                          <a:cs typeface="Apple SD Gothic Neo"/>
                        </a:rPr>
                        <a:t>초안만</a:t>
                      </a:r>
                    </a:p>
                  </a:txBody>
                  <a:tcPr marL="28575" marR="28575" marT="19050" marB="19050" anchor="ctr">
                    <a:solidFill>
                      <a:srgbClr val="FFFFFF"/>
                    </a:solidFill>
                  </a:tcPr>
                </a:tc>
                <a:tc>
                  <a:txBody>
                    <a:bodyPr lIns="28575" tIns="19050" rIns="28575" bIns="19050">
                      <a:noAutofit/>
                    </a:bodyPr>
                    <a:lstStyle/>
                    <a:p>
                      <a:pPr algn="ctr"/>
                      <a:r>
                        <a:rPr sz="1238" b="1">
                          <a:solidFill>
                            <a:srgbClr val="171B20"/>
                          </a:solidFill>
                          <a:latin typeface="Apple SD Gothic Neo"/>
                          <a:ea typeface="Apple SD Gothic Neo"/>
                          <a:cs typeface="Apple SD Gothic Neo"/>
                        </a:rPr>
                        <a:t>초안만 유지</a:t>
                      </a:r>
                    </a:p>
                  </a:txBody>
                  <a:tcPr marL="28575" marR="28575" marT="19050" marB="19050" anchor="ctr">
                    <a:solidFill>
                      <a:srgbClr val="EAF3E2"/>
                    </a:solidFill>
                  </a:tcPr>
                </a:tc>
              </a:tr>
            </a:tbl>
          </a:graphicData>
        </a:graphic>
      </p:graphicFrame>
      <p:sp>
        <p:nvSpPr>
          <p:cNvPr id="1026" name="necessity-v7-accuracy-conclusion-green">
            <a:extLst xmlns:a="http://schemas.openxmlformats.org/drawingml/2006/main">
              <a:ext uri="{FF2B5EF4-FFF2-40B4-BE49-F238E27FC236}">
                <a16:creationId xmlns:a16="http://schemas.microsoft.com/office/drawing/2014/main" id="{5EB2E91E-BED0-4C66-A5F6-676A2E8B5B09}"/>
              </a:ext>
            </a:extLst>
          </p:cNvPr>
          <p:cNvSpPr>
            <a:spLocks xmlns:a="http://schemas.openxmlformats.org/drawingml/2006/main" noGrp="1"/>
          </p:cNvSpPr>
          <p:nvPr/>
        </p:nvSpPr>
        <p:spPr>
          <a:xfrm xmlns:a="http://schemas.openxmlformats.org/drawingml/2006/main">
            <a:off x="447675" y="6296025"/>
            <a:ext cx="3314700" cy="114300"/>
          </a:xfrm>
          <a:prstGeom xmlns:a="http://schemas.openxmlformats.org/drawingml/2006/main" prst="rect">
            <a:avLst/>
          </a:prstGeom>
          <a:solidFill xmlns:a="http://schemas.openxmlformats.org/drawingml/2006/main">
            <a:srgbClr val="CDE5BB"/>
          </a:solidFill>
          <a:ln xmlns:a="http://schemas.openxmlformats.org/drawingml/2006/main" w="0">
            <a:noFill/>
            <a:prstDash val="solid"/>
          </a:ln>
        </p:spPr>
      </p:sp>
      <p:sp>
        <p:nvSpPr>
          <p:cNvPr id="1027" name="necessity-v7-accuracy-conclusion">
            <a:extLst xmlns:a="http://schemas.openxmlformats.org/drawingml/2006/main">
              <a:ext uri="{FF2B5EF4-FFF2-40B4-BE49-F238E27FC236}">
                <a16:creationId xmlns:a16="http://schemas.microsoft.com/office/drawing/2014/main" id="{088C0EBF-D971-4D03-AED9-44BA5530AD9B}"/>
              </a:ext>
            </a:extLst>
          </p:cNvPr>
          <p:cNvSpPr>
            <a:spLocks xmlns:a="http://schemas.openxmlformats.org/drawingml/2006/main" noGrp="1"/>
          </p:cNvSpPr>
          <p:nvPr/>
        </p:nvSpPr>
        <p:spPr>
          <a:xfrm xmlns:a="http://schemas.openxmlformats.org/drawingml/2006/main">
            <a:off x="447675" y="6143625"/>
            <a:ext cx="3314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71B20"/>
                </a:solidFill>
                <a:latin typeface="Apple SD Gothic Neo"/>
                <a:ea typeface="Apple SD Gothic Neo"/>
                <a:cs typeface="Apple SD Gothic Neo"/>
              </a:defRPr>
            </a:pPr>
            <a:r>
              <a:rPr sz="1425" b="1">
                <a:solidFill>
                  <a:srgbClr val="171B20"/>
                </a:solidFill>
                <a:latin typeface="Apple SD Gothic Neo"/>
                <a:ea typeface="Apple SD Gothic Neo"/>
                <a:cs typeface="Apple SD Gothic Neo"/>
              </a:rPr>
              <a:t>바꿀 부분과 유지할 조건을 정확히 구분</a:t>
            </a:r>
          </a:p>
        </p:txBody>
      </p:sp>
      <p:sp>
        <p:nvSpPr>
          <p:cNvPr id="1028" name="necessity-v7-speed-heading-1">
            <a:extLst xmlns:a="http://schemas.openxmlformats.org/drawingml/2006/main">
              <a:ext uri="{FF2B5EF4-FFF2-40B4-BE49-F238E27FC236}">
                <a16:creationId xmlns:a16="http://schemas.microsoft.com/office/drawing/2014/main" id="{6D35BAB1-4856-4CAA-9A88-6F74073B467A}"/>
              </a:ext>
            </a:extLst>
          </p:cNvPr>
          <p:cNvSpPr>
            <a:spLocks xmlns:a="http://schemas.openxmlformats.org/drawingml/2006/main" noGrp="1"/>
          </p:cNvSpPr>
          <p:nvPr/>
        </p:nvSpPr>
        <p:spPr>
          <a:xfrm xmlns:a="http://schemas.openxmlformats.org/drawingml/2006/main">
            <a:off x="4295775" y="1695450"/>
            <a:ext cx="3562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업무 진행 중에도 대화는 계속됨</a:t>
            </a:r>
          </a:p>
        </p:txBody>
      </p:sp>
      <p:sp>
        <p:nvSpPr>
          <p:cNvPr id="1029" name="necessity-v7-speed-desc-1">
            <a:extLst xmlns:a="http://schemas.openxmlformats.org/drawingml/2006/main">
              <a:ext uri="{FF2B5EF4-FFF2-40B4-BE49-F238E27FC236}">
                <a16:creationId xmlns:a16="http://schemas.microsoft.com/office/drawing/2014/main" id="{055459E9-9284-432B-A9CD-54B755624B27}"/>
              </a:ext>
            </a:extLst>
          </p:cNvPr>
          <p:cNvSpPr>
            <a:spLocks xmlns:a="http://schemas.openxmlformats.org/drawingml/2006/main" noGrp="1"/>
          </p:cNvSpPr>
          <p:nvPr/>
        </p:nvSpPr>
        <p:spPr>
          <a:xfrm xmlns:a="http://schemas.openxmlformats.org/drawingml/2006/main">
            <a:off x="4467225" y="2085975"/>
            <a:ext cx="3333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새 발화와 Agent의 질문, 결과가
서로 다른 시점에 도착</a:t>
            </a:r>
          </a:p>
        </p:txBody>
      </p:sp>
      <p:sp>
        <p:nvSpPr>
          <p:cNvPr id="1030" name="necessity-v7-event-request">
            <a:extLst xmlns:a="http://schemas.openxmlformats.org/drawingml/2006/main">
              <a:ext uri="{FF2B5EF4-FFF2-40B4-BE49-F238E27FC236}">
                <a16:creationId xmlns:a16="http://schemas.microsoft.com/office/drawing/2014/main" id="{BAAC2C2A-D90E-422D-8364-2A927A3BB114}"/>
              </a:ext>
            </a:extLst>
          </p:cNvPr>
          <p:cNvSpPr>
            <a:spLocks xmlns:a="http://schemas.openxmlformats.org/drawingml/2006/main" noGrp="1"/>
          </p:cNvSpPr>
          <p:nvPr/>
        </p:nvSpPr>
        <p:spPr>
          <a:xfrm xmlns:a="http://schemas.openxmlformats.org/drawingml/2006/main">
            <a:off x="4648200" y="2676525"/>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00" b="1">
                <a:solidFill>
                  <a:srgbClr val="697783"/>
                </a:solidFill>
                <a:latin typeface="Apple SD Gothic Neo"/>
                <a:ea typeface="Apple SD Gothic Neo"/>
                <a:cs typeface="Apple SD Gothic Neo"/>
              </a:defRPr>
            </a:pPr>
            <a:r>
              <a:rPr sz="1200" b="1">
                <a:solidFill>
                  <a:srgbClr val="697783"/>
                </a:solidFill>
                <a:latin typeface="Apple SD Gothic Neo"/>
                <a:ea typeface="Apple SD Gothic Neo"/>
                <a:cs typeface="Apple SD Gothic Neo"/>
              </a:rPr>
              <a:t>업무 요청</a:t>
            </a:r>
          </a:p>
        </p:txBody>
      </p:sp>
      <p:sp>
        <p:nvSpPr>
          <p:cNvPr id="1031" name="necessity-v7-event-query">
            <a:extLst xmlns:a="http://schemas.openxmlformats.org/drawingml/2006/main">
              <a:ext uri="{FF2B5EF4-FFF2-40B4-BE49-F238E27FC236}">
                <a16:creationId xmlns:a16="http://schemas.microsoft.com/office/drawing/2014/main" id="{230E2869-D5FC-470E-BBE0-4548282E6E7D}"/>
              </a:ext>
            </a:extLst>
          </p:cNvPr>
          <p:cNvSpPr>
            <a:spLocks xmlns:a="http://schemas.openxmlformats.org/drawingml/2006/main" noGrp="1"/>
          </p:cNvSpPr>
          <p:nvPr/>
        </p:nvSpPr>
        <p:spPr>
          <a:xfrm xmlns:a="http://schemas.openxmlformats.org/drawingml/2006/main">
            <a:off x="5819775" y="2676525"/>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00" b="1">
                <a:solidFill>
                  <a:srgbClr val="697783"/>
                </a:solidFill>
                <a:latin typeface="Apple SD Gothic Neo"/>
                <a:ea typeface="Apple SD Gothic Neo"/>
                <a:cs typeface="Apple SD Gothic Neo"/>
              </a:defRPr>
            </a:pPr>
            <a:r>
              <a:rPr sz="1200" b="1">
                <a:solidFill>
                  <a:srgbClr val="697783"/>
                </a:solidFill>
                <a:latin typeface="Apple SD Gothic Neo"/>
                <a:ea typeface="Apple SD Gothic Neo"/>
                <a:cs typeface="Apple SD Gothic Neo"/>
              </a:rPr>
              <a:t>진행 확인</a:t>
            </a:r>
          </a:p>
        </p:txBody>
      </p:sp>
      <p:sp>
        <p:nvSpPr>
          <p:cNvPr id="1032" name="necessity-v7-event-result">
            <a:extLst xmlns:a="http://schemas.openxmlformats.org/drawingml/2006/main">
              <a:ext uri="{FF2B5EF4-FFF2-40B4-BE49-F238E27FC236}">
                <a16:creationId xmlns:a16="http://schemas.microsoft.com/office/drawing/2014/main" id="{D400CF83-3142-4E04-9A12-7799A1B6CC32}"/>
              </a:ext>
            </a:extLst>
          </p:cNvPr>
          <p:cNvSpPr>
            <a:spLocks xmlns:a="http://schemas.openxmlformats.org/drawingml/2006/main" noGrp="1"/>
          </p:cNvSpPr>
          <p:nvPr/>
        </p:nvSpPr>
        <p:spPr>
          <a:xfrm xmlns:a="http://schemas.openxmlformats.org/drawingml/2006/main">
            <a:off x="6724650" y="2676525"/>
            <a:ext cx="7810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00" b="1">
                <a:solidFill>
                  <a:srgbClr val="697783"/>
                </a:solidFill>
                <a:latin typeface="Apple SD Gothic Neo"/>
                <a:ea typeface="Apple SD Gothic Neo"/>
                <a:cs typeface="Apple SD Gothic Neo"/>
              </a:defRPr>
            </a:pPr>
            <a:r>
              <a:rPr sz="1200" b="1">
                <a:solidFill>
                  <a:srgbClr val="697783"/>
                </a:solidFill>
                <a:latin typeface="Apple SD Gothic Neo"/>
                <a:ea typeface="Apple SD Gothic Neo"/>
                <a:cs typeface="Apple SD Gothic Neo"/>
              </a:rPr>
              <a:t>결과 도착</a:t>
            </a:r>
          </a:p>
        </p:txBody>
      </p:sp>
      <p:sp>
        <p:nvSpPr>
          <p:cNvPr id="1033" name="necessity-v7-guide-request">
            <a:extLst xmlns:a="http://schemas.openxmlformats.org/drawingml/2006/main">
              <a:ext uri="{FF2B5EF4-FFF2-40B4-BE49-F238E27FC236}">
                <a16:creationId xmlns:a16="http://schemas.microsoft.com/office/drawing/2014/main" id="{096932ED-64FC-4B20-8C23-6B8CFC02AAC7}"/>
              </a:ext>
            </a:extLst>
          </p:cNvPr>
          <p:cNvSpPr>
            <a:spLocks xmlns:a="http://schemas.openxmlformats.org/drawingml/2006/main" noGrp="1"/>
          </p:cNvSpPr>
          <p:nvPr/>
        </p:nvSpPr>
        <p:spPr>
          <a:xfrm xmlns:a="http://schemas.openxmlformats.org/drawingml/2006/main">
            <a:off x="5038725" y="2981325"/>
            <a:ext cx="0" cy="1343025"/>
          </a:xfrm>
          <a:prstGeom xmlns:a="http://schemas.openxmlformats.org/drawingml/2006/main" prst="line">
            <a:avLst/>
          </a:prstGeom>
          <a:noFill xmlns:a="http://schemas.openxmlformats.org/drawingml/2006/main"/>
          <a:ln xmlns:a="http://schemas.openxmlformats.org/drawingml/2006/main" w="7620">
            <a:solidFill>
              <a:srgbClr val="DCE3E9"/>
            </a:solidFill>
            <a:prstDash val="dash"/>
          </a:ln>
        </p:spPr>
      </p:sp>
      <p:sp>
        <p:nvSpPr>
          <p:cNvPr id="1034" name="necessity-v7-guide-query">
            <a:extLst xmlns:a="http://schemas.openxmlformats.org/drawingml/2006/main">
              <a:ext uri="{FF2B5EF4-FFF2-40B4-BE49-F238E27FC236}">
                <a16:creationId xmlns:a16="http://schemas.microsoft.com/office/drawing/2014/main" id="{AC895DC4-2FE8-4778-AF6D-3305B17A5DEF}"/>
              </a:ext>
            </a:extLst>
          </p:cNvPr>
          <p:cNvSpPr>
            <a:spLocks xmlns:a="http://schemas.openxmlformats.org/drawingml/2006/main" noGrp="1"/>
          </p:cNvSpPr>
          <p:nvPr/>
        </p:nvSpPr>
        <p:spPr>
          <a:xfrm xmlns:a="http://schemas.openxmlformats.org/drawingml/2006/main">
            <a:off x="6210300" y="2981325"/>
            <a:ext cx="0" cy="1343025"/>
          </a:xfrm>
          <a:prstGeom xmlns:a="http://schemas.openxmlformats.org/drawingml/2006/main" prst="line">
            <a:avLst/>
          </a:prstGeom>
          <a:noFill xmlns:a="http://schemas.openxmlformats.org/drawingml/2006/main"/>
          <a:ln xmlns:a="http://schemas.openxmlformats.org/drawingml/2006/main" w="7620">
            <a:solidFill>
              <a:srgbClr val="DCE3E9"/>
            </a:solidFill>
            <a:prstDash val="dash"/>
          </a:ln>
        </p:spPr>
      </p:sp>
      <p:sp>
        <p:nvSpPr>
          <p:cNvPr id="1035" name="necessity-v7-guide-result">
            <a:extLst xmlns:a="http://schemas.openxmlformats.org/drawingml/2006/main">
              <a:ext uri="{FF2B5EF4-FFF2-40B4-BE49-F238E27FC236}">
                <a16:creationId xmlns:a16="http://schemas.microsoft.com/office/drawing/2014/main" id="{ED3D8580-B3FC-4BAE-9984-ABADEA18E0A1}"/>
              </a:ext>
            </a:extLst>
          </p:cNvPr>
          <p:cNvSpPr>
            <a:spLocks xmlns:a="http://schemas.openxmlformats.org/drawingml/2006/main" noGrp="1"/>
          </p:cNvSpPr>
          <p:nvPr/>
        </p:nvSpPr>
        <p:spPr>
          <a:xfrm xmlns:a="http://schemas.openxmlformats.org/drawingml/2006/main">
            <a:off x="7115175" y="2981325"/>
            <a:ext cx="0" cy="1343025"/>
          </a:xfrm>
          <a:prstGeom xmlns:a="http://schemas.openxmlformats.org/drawingml/2006/main" prst="line">
            <a:avLst/>
          </a:prstGeom>
          <a:noFill xmlns:a="http://schemas.openxmlformats.org/drawingml/2006/main"/>
          <a:ln xmlns:a="http://schemas.openxmlformats.org/drawingml/2006/main" w="7620">
            <a:solidFill>
              <a:srgbClr val="DCE3E9"/>
            </a:solidFill>
            <a:prstDash val="dash"/>
          </a:ln>
        </p:spPr>
      </p:sp>
      <p:sp>
        <p:nvSpPr>
          <p:cNvPr id="1036" name="necessity-v7-lane-user">
            <a:extLst xmlns:a="http://schemas.openxmlformats.org/drawingml/2006/main">
              <a:ext uri="{FF2B5EF4-FFF2-40B4-BE49-F238E27FC236}">
                <a16:creationId xmlns:a16="http://schemas.microsoft.com/office/drawing/2014/main" id="{E44072D5-689B-4FD7-99C1-B40BFA378EC3}"/>
              </a:ext>
            </a:extLst>
          </p:cNvPr>
          <p:cNvSpPr>
            <a:spLocks xmlns:a="http://schemas.openxmlformats.org/drawingml/2006/main" noGrp="1"/>
          </p:cNvSpPr>
          <p:nvPr/>
        </p:nvSpPr>
        <p:spPr>
          <a:xfrm xmlns:a="http://schemas.openxmlformats.org/drawingml/2006/main">
            <a:off x="4352925" y="3038475"/>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1">
                <a:solidFill>
                  <a:srgbClr val="697783"/>
                </a:solidFill>
                <a:latin typeface="Apple SD Gothic Neo"/>
                <a:ea typeface="Apple SD Gothic Neo"/>
                <a:cs typeface="Apple SD Gothic Neo"/>
              </a:defRPr>
            </a:pPr>
            <a:r>
              <a:rPr sz="1275" b="1">
                <a:solidFill>
                  <a:srgbClr val="697783"/>
                </a:solidFill>
                <a:latin typeface="Apple SD Gothic Neo"/>
                <a:ea typeface="Apple SD Gothic Neo"/>
                <a:cs typeface="Apple SD Gothic Neo"/>
              </a:rPr>
              <a:t>사용자</a:t>
            </a:r>
          </a:p>
        </p:txBody>
      </p:sp>
      <p:sp>
        <p:nvSpPr>
          <p:cNvPr id="1037" name="necessity-v7-lane-via">
            <a:extLst xmlns:a="http://schemas.openxmlformats.org/drawingml/2006/main">
              <a:ext uri="{FF2B5EF4-FFF2-40B4-BE49-F238E27FC236}">
                <a16:creationId xmlns:a16="http://schemas.microsoft.com/office/drawing/2014/main" id="{00DAA73D-DAD7-4873-A907-998FB2FA9A7D}"/>
              </a:ext>
            </a:extLst>
          </p:cNvPr>
          <p:cNvSpPr>
            <a:spLocks xmlns:a="http://schemas.openxmlformats.org/drawingml/2006/main" noGrp="1"/>
          </p:cNvSpPr>
          <p:nvPr/>
        </p:nvSpPr>
        <p:spPr>
          <a:xfrm xmlns:a="http://schemas.openxmlformats.org/drawingml/2006/main">
            <a:off x="4352925" y="3476625"/>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1">
                <a:solidFill>
                  <a:srgbClr val="218FAF"/>
                </a:solidFill>
                <a:latin typeface="Apple SD Gothic Neo"/>
                <a:ea typeface="Apple SD Gothic Neo"/>
                <a:cs typeface="Apple SD Gothic Neo"/>
              </a:defRPr>
            </a:pPr>
            <a:r>
              <a:rPr sz="1275" b="1">
                <a:solidFill>
                  <a:srgbClr val="218FAF"/>
                </a:solidFill>
                <a:latin typeface="Apple SD Gothic Neo"/>
                <a:ea typeface="Apple SD Gothic Neo"/>
                <a:cs typeface="Apple SD Gothic Neo"/>
              </a:rPr>
              <a:t>VIA</a:t>
            </a:r>
          </a:p>
        </p:txBody>
      </p:sp>
      <p:sp>
        <p:nvSpPr>
          <p:cNvPr id="1038" name="necessity-v7-lane-agent">
            <a:extLst xmlns:a="http://schemas.openxmlformats.org/drawingml/2006/main">
              <a:ext uri="{FF2B5EF4-FFF2-40B4-BE49-F238E27FC236}">
                <a16:creationId xmlns:a16="http://schemas.microsoft.com/office/drawing/2014/main" id="{1F99EF9A-1C8F-42AF-9027-E059609B0F47}"/>
              </a:ext>
            </a:extLst>
          </p:cNvPr>
          <p:cNvSpPr>
            <a:spLocks xmlns:a="http://schemas.openxmlformats.org/drawingml/2006/main" noGrp="1"/>
          </p:cNvSpPr>
          <p:nvPr/>
        </p:nvSpPr>
        <p:spPr>
          <a:xfrm xmlns:a="http://schemas.openxmlformats.org/drawingml/2006/main">
            <a:off x="4352925" y="394335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75" b="1">
                <a:solidFill>
                  <a:srgbClr val="06255C"/>
                </a:solidFill>
                <a:latin typeface="Apple SD Gothic Neo"/>
                <a:ea typeface="Apple SD Gothic Neo"/>
                <a:cs typeface="Apple SD Gothic Neo"/>
              </a:defRPr>
            </a:pPr>
            <a:r>
              <a:rPr sz="1275" b="1">
                <a:solidFill>
                  <a:srgbClr val="06255C"/>
                </a:solidFill>
                <a:latin typeface="Apple SD Gothic Neo"/>
                <a:ea typeface="Apple SD Gothic Neo"/>
                <a:cs typeface="Apple SD Gothic Neo"/>
              </a:rPr>
              <a:t>Agent</a:t>
            </a:r>
          </a:p>
        </p:txBody>
      </p:sp>
      <p:sp>
        <p:nvSpPr>
          <p:cNvPr id="1039" name="necessity-v7-user-lane">
            <a:extLst xmlns:a="http://schemas.openxmlformats.org/drawingml/2006/main">
              <a:ext uri="{FF2B5EF4-FFF2-40B4-BE49-F238E27FC236}">
                <a16:creationId xmlns:a16="http://schemas.microsoft.com/office/drawing/2014/main" id="{9B7071E6-A24A-4C6D-9748-E9EDB5F5803F}"/>
              </a:ext>
            </a:extLst>
          </p:cNvPr>
          <p:cNvSpPr>
            <a:spLocks xmlns:a="http://schemas.openxmlformats.org/drawingml/2006/main" noGrp="1"/>
          </p:cNvSpPr>
          <p:nvPr/>
        </p:nvSpPr>
        <p:spPr>
          <a:xfrm xmlns:a="http://schemas.openxmlformats.org/drawingml/2006/main">
            <a:off x="5038725" y="3152775"/>
            <a:ext cx="2857500" cy="0"/>
          </a:xfrm>
          <a:prstGeom xmlns:a="http://schemas.openxmlformats.org/drawingml/2006/main" prst="line">
            <a:avLst/>
          </a:prstGeom>
          <a:noFill xmlns:a="http://schemas.openxmlformats.org/drawingml/2006/main"/>
          <a:ln xmlns:a="http://schemas.openxmlformats.org/drawingml/2006/main" w="11430">
            <a:solidFill>
              <a:srgbClr val="AEBBC8"/>
            </a:solidFill>
            <a:prstDash val="solid"/>
          </a:ln>
        </p:spPr>
      </p:sp>
      <p:sp>
        <p:nvSpPr>
          <p:cNvPr id="1040" name="necessity-v7-user-request">
            <a:extLst xmlns:a="http://schemas.openxmlformats.org/drawingml/2006/main">
              <a:ext uri="{FF2B5EF4-FFF2-40B4-BE49-F238E27FC236}">
                <a16:creationId xmlns:a16="http://schemas.microsoft.com/office/drawing/2014/main" id="{1B735936-40F5-45EA-98E3-E121EA3B7213}"/>
              </a:ext>
            </a:extLst>
          </p:cNvPr>
          <p:cNvSpPr>
            <a:spLocks xmlns:a="http://schemas.openxmlformats.org/drawingml/2006/main" noGrp="1"/>
          </p:cNvSpPr>
          <p:nvPr/>
        </p:nvSpPr>
        <p:spPr>
          <a:xfrm xmlns:a="http://schemas.openxmlformats.org/drawingml/2006/main">
            <a:off x="5000625" y="3114675"/>
            <a:ext cx="76200" cy="76200"/>
          </a:xfrm>
          <a:prstGeom xmlns:a="http://schemas.openxmlformats.org/drawingml/2006/main" prst="ellipse">
            <a:avLst/>
          </a:prstGeom>
          <a:solidFill xmlns:a="http://schemas.openxmlformats.org/drawingml/2006/main">
            <a:srgbClr val="218FAF"/>
          </a:solidFill>
          <a:ln xmlns:a="http://schemas.openxmlformats.org/drawingml/2006/main" w="0">
            <a:noFill/>
            <a:prstDash val="solid"/>
          </a:ln>
        </p:spPr>
      </p:sp>
      <p:sp>
        <p:nvSpPr>
          <p:cNvPr id="1041" name="necessity-v7-user-query">
            <a:extLst xmlns:a="http://schemas.openxmlformats.org/drawingml/2006/main">
              <a:ext uri="{FF2B5EF4-FFF2-40B4-BE49-F238E27FC236}">
                <a16:creationId xmlns:a16="http://schemas.microsoft.com/office/drawing/2014/main" id="{D4CC6BCF-E84E-40DD-A33D-5437217A5E1B}"/>
              </a:ext>
            </a:extLst>
          </p:cNvPr>
          <p:cNvSpPr>
            <a:spLocks xmlns:a="http://schemas.openxmlformats.org/drawingml/2006/main" noGrp="1"/>
          </p:cNvSpPr>
          <p:nvPr/>
        </p:nvSpPr>
        <p:spPr>
          <a:xfrm xmlns:a="http://schemas.openxmlformats.org/drawingml/2006/main">
            <a:off x="6172200" y="3114675"/>
            <a:ext cx="76200" cy="76200"/>
          </a:xfrm>
          <a:prstGeom xmlns:a="http://schemas.openxmlformats.org/drawingml/2006/main" prst="ellipse">
            <a:avLst/>
          </a:prstGeom>
          <a:solidFill xmlns:a="http://schemas.openxmlformats.org/drawingml/2006/main">
            <a:srgbClr val="218FAF"/>
          </a:solidFill>
          <a:ln xmlns:a="http://schemas.openxmlformats.org/drawingml/2006/main" w="0">
            <a:noFill/>
            <a:prstDash val="solid"/>
          </a:ln>
        </p:spPr>
      </p:sp>
      <p:sp>
        <p:nvSpPr>
          <p:cNvPr id="1042" name="necessity-v7-user-result">
            <a:extLst xmlns:a="http://schemas.openxmlformats.org/drawingml/2006/main">
              <a:ext uri="{FF2B5EF4-FFF2-40B4-BE49-F238E27FC236}">
                <a16:creationId xmlns:a16="http://schemas.microsoft.com/office/drawing/2014/main" id="{CCE4E654-2E6D-4CAE-A5FD-A3605CD7694B}"/>
              </a:ext>
            </a:extLst>
          </p:cNvPr>
          <p:cNvSpPr>
            <a:spLocks xmlns:a="http://schemas.openxmlformats.org/drawingml/2006/main" noGrp="1"/>
          </p:cNvSpPr>
          <p:nvPr/>
        </p:nvSpPr>
        <p:spPr>
          <a:xfrm xmlns:a="http://schemas.openxmlformats.org/drawingml/2006/main">
            <a:off x="7800975" y="3114675"/>
            <a:ext cx="76200" cy="76200"/>
          </a:xfrm>
          <a:prstGeom xmlns:a="http://schemas.openxmlformats.org/drawingml/2006/main" prst="ellipse">
            <a:avLst/>
          </a:prstGeom>
          <a:solidFill xmlns:a="http://schemas.openxmlformats.org/drawingml/2006/main">
            <a:srgbClr val="218FAF"/>
          </a:solidFill>
          <a:ln xmlns:a="http://schemas.openxmlformats.org/drawingml/2006/main" w="0">
            <a:noFill/>
            <a:prstDash val="solid"/>
          </a:ln>
        </p:spPr>
      </p:sp>
      <p:sp>
        <p:nvSpPr>
          <p:cNvPr id="1043" name="necessity-v7-via-request-work">
            <a:extLst xmlns:a="http://schemas.openxmlformats.org/drawingml/2006/main">
              <a:ext uri="{FF2B5EF4-FFF2-40B4-BE49-F238E27FC236}">
                <a16:creationId xmlns:a16="http://schemas.microsoft.com/office/drawing/2014/main" id="{686F9E3E-3205-4C4B-BD5C-A70A870EE3E7}"/>
              </a:ext>
            </a:extLst>
          </p:cNvPr>
          <p:cNvSpPr>
            <a:spLocks xmlns:a="http://schemas.openxmlformats.org/drawingml/2006/main" noGrp="1"/>
          </p:cNvSpPr>
          <p:nvPr/>
        </p:nvSpPr>
        <p:spPr>
          <a:xfrm xmlns:a="http://schemas.openxmlformats.org/drawingml/2006/main">
            <a:off x="4962525" y="3476625"/>
            <a:ext cx="885825" cy="257175"/>
          </a:xfrm>
          <a:prstGeom xmlns:a="http://schemas.openxmlformats.org/drawingml/2006/main" prst="roundRect">
            <a:avLst>
              <a:gd name="adj" fmla="val 11111"/>
            </a:avLst>
          </a:prstGeom>
          <a:solidFill xmlns:a="http://schemas.openxmlformats.org/drawingml/2006/main">
            <a:srgbClr val="E7F3F8"/>
          </a:solidFill>
          <a:ln xmlns:a="http://schemas.openxmlformats.org/drawingml/2006/main" w="7620">
            <a:solidFill>
              <a:srgbClr val="218FAF"/>
            </a:solidFill>
            <a:prstDash val="solid"/>
          </a:ln>
        </p:spPr>
      </p:sp>
      <p:sp>
        <p:nvSpPr>
          <p:cNvPr id="1044" name="necessity-v7-via-query-work">
            <a:extLst xmlns:a="http://schemas.openxmlformats.org/drawingml/2006/main">
              <a:ext uri="{FF2B5EF4-FFF2-40B4-BE49-F238E27FC236}">
                <a16:creationId xmlns:a16="http://schemas.microsoft.com/office/drawing/2014/main" id="{478E46BD-5478-4344-96B5-B9747E5A730E}"/>
              </a:ext>
            </a:extLst>
          </p:cNvPr>
          <p:cNvSpPr>
            <a:spLocks xmlns:a="http://schemas.openxmlformats.org/drawingml/2006/main" noGrp="1"/>
          </p:cNvSpPr>
          <p:nvPr/>
        </p:nvSpPr>
        <p:spPr>
          <a:xfrm xmlns:a="http://schemas.openxmlformats.org/drawingml/2006/main">
            <a:off x="5924550" y="3476625"/>
            <a:ext cx="819150" cy="257175"/>
          </a:xfrm>
          <a:prstGeom xmlns:a="http://schemas.openxmlformats.org/drawingml/2006/main" prst="roundRect">
            <a:avLst>
              <a:gd name="adj" fmla="val 11111"/>
            </a:avLst>
          </a:prstGeom>
          <a:solidFill xmlns:a="http://schemas.openxmlformats.org/drawingml/2006/main">
            <a:srgbClr val="E7F3F8"/>
          </a:solidFill>
          <a:ln xmlns:a="http://schemas.openxmlformats.org/drawingml/2006/main" w="7620">
            <a:solidFill>
              <a:srgbClr val="218FAF"/>
            </a:solidFill>
            <a:prstDash val="solid"/>
          </a:ln>
        </p:spPr>
      </p:sp>
      <p:sp>
        <p:nvSpPr>
          <p:cNvPr id="1045" name="necessity-v7-via-result-work">
            <a:extLst xmlns:a="http://schemas.openxmlformats.org/drawingml/2006/main">
              <a:ext uri="{FF2B5EF4-FFF2-40B4-BE49-F238E27FC236}">
                <a16:creationId xmlns:a16="http://schemas.microsoft.com/office/drawing/2014/main" id="{6333A53C-1C2D-4DA6-92AE-BA1C86DDAA39}"/>
              </a:ext>
            </a:extLst>
          </p:cNvPr>
          <p:cNvSpPr>
            <a:spLocks xmlns:a="http://schemas.openxmlformats.org/drawingml/2006/main" noGrp="1"/>
          </p:cNvSpPr>
          <p:nvPr/>
        </p:nvSpPr>
        <p:spPr>
          <a:xfrm xmlns:a="http://schemas.openxmlformats.org/drawingml/2006/main">
            <a:off x="7115175" y="3476625"/>
            <a:ext cx="771525" cy="257175"/>
          </a:xfrm>
          <a:prstGeom xmlns:a="http://schemas.openxmlformats.org/drawingml/2006/main" prst="roundRect">
            <a:avLst>
              <a:gd name="adj" fmla="val 11111"/>
            </a:avLst>
          </a:prstGeom>
          <a:solidFill xmlns:a="http://schemas.openxmlformats.org/drawingml/2006/main">
            <a:srgbClr val="E7F3F8"/>
          </a:solidFill>
          <a:ln xmlns:a="http://schemas.openxmlformats.org/drawingml/2006/main" w="7620">
            <a:solidFill>
              <a:srgbClr val="218FAF"/>
            </a:solidFill>
            <a:prstDash val="solid"/>
          </a:ln>
        </p:spPr>
      </p:sp>
      <p:sp>
        <p:nvSpPr>
          <p:cNvPr id="1046" name="necessity-v7-request-work-label">
            <a:extLst xmlns:a="http://schemas.openxmlformats.org/drawingml/2006/main">
              <a:ext uri="{FF2B5EF4-FFF2-40B4-BE49-F238E27FC236}">
                <a16:creationId xmlns:a16="http://schemas.microsoft.com/office/drawing/2014/main" id="{A12DDDB1-EF02-4F16-B3BC-349D18FD2ECA}"/>
              </a:ext>
            </a:extLst>
          </p:cNvPr>
          <p:cNvSpPr>
            <a:spLocks xmlns:a="http://schemas.openxmlformats.org/drawingml/2006/main" noGrp="1"/>
          </p:cNvSpPr>
          <p:nvPr/>
        </p:nvSpPr>
        <p:spPr>
          <a:xfrm xmlns:a="http://schemas.openxmlformats.org/drawingml/2006/main">
            <a:off x="4962525" y="3486150"/>
            <a:ext cx="8858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63" b="1">
                <a:solidFill>
                  <a:srgbClr val="218FAF"/>
                </a:solidFill>
                <a:latin typeface="Apple SD Gothic Neo"/>
                <a:ea typeface="Apple SD Gothic Neo"/>
                <a:cs typeface="Apple SD Gothic Neo"/>
              </a:defRPr>
            </a:pPr>
            <a:r>
              <a:rPr sz="1163" b="1">
                <a:solidFill>
                  <a:srgbClr val="218FAF"/>
                </a:solidFill>
                <a:latin typeface="Apple SD Gothic Neo"/>
                <a:ea typeface="Apple SD Gothic Neo"/>
                <a:cs typeface="Apple SD Gothic Neo"/>
              </a:rPr>
              <a:t>해석과 위임</a:t>
            </a:r>
          </a:p>
        </p:txBody>
      </p:sp>
      <p:sp>
        <p:nvSpPr>
          <p:cNvPr id="1047" name="necessity-v7-query-work-label">
            <a:extLst xmlns:a="http://schemas.openxmlformats.org/drawingml/2006/main">
              <a:ext uri="{FF2B5EF4-FFF2-40B4-BE49-F238E27FC236}">
                <a16:creationId xmlns:a16="http://schemas.microsoft.com/office/drawing/2014/main" id="{647FA020-1E01-47BB-9921-272A1699DEDB}"/>
              </a:ext>
            </a:extLst>
          </p:cNvPr>
          <p:cNvSpPr>
            <a:spLocks xmlns:a="http://schemas.openxmlformats.org/drawingml/2006/main" noGrp="1"/>
          </p:cNvSpPr>
          <p:nvPr/>
        </p:nvSpPr>
        <p:spPr>
          <a:xfrm xmlns:a="http://schemas.openxmlformats.org/drawingml/2006/main">
            <a:off x="5924550" y="3486150"/>
            <a:ext cx="819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63" b="1">
                <a:solidFill>
                  <a:srgbClr val="218FAF"/>
                </a:solidFill>
                <a:latin typeface="Apple SD Gothic Neo"/>
                <a:ea typeface="Apple SD Gothic Neo"/>
                <a:cs typeface="Apple SD Gothic Neo"/>
              </a:defRPr>
            </a:pPr>
            <a:r>
              <a:rPr sz="1163" b="1">
                <a:solidFill>
                  <a:srgbClr val="218FAF"/>
                </a:solidFill>
                <a:latin typeface="Apple SD Gothic Neo"/>
                <a:ea typeface="Apple SD Gothic Neo"/>
                <a:cs typeface="Apple SD Gothic Neo"/>
              </a:rPr>
              <a:t>상태 안내</a:t>
            </a:r>
          </a:p>
        </p:txBody>
      </p:sp>
      <p:sp>
        <p:nvSpPr>
          <p:cNvPr id="1048" name="necessity-v7-result-work-label">
            <a:extLst xmlns:a="http://schemas.openxmlformats.org/drawingml/2006/main">
              <a:ext uri="{FF2B5EF4-FFF2-40B4-BE49-F238E27FC236}">
                <a16:creationId xmlns:a16="http://schemas.microsoft.com/office/drawing/2014/main" id="{F3F8406A-A1AB-4F9D-9D3F-0FE2E1C35FC8}"/>
              </a:ext>
            </a:extLst>
          </p:cNvPr>
          <p:cNvSpPr>
            <a:spLocks xmlns:a="http://schemas.openxmlformats.org/drawingml/2006/main" noGrp="1"/>
          </p:cNvSpPr>
          <p:nvPr/>
        </p:nvSpPr>
        <p:spPr>
          <a:xfrm xmlns:a="http://schemas.openxmlformats.org/drawingml/2006/main">
            <a:off x="7115175" y="3486150"/>
            <a:ext cx="7715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163" b="1">
                <a:solidFill>
                  <a:srgbClr val="218FAF"/>
                </a:solidFill>
                <a:latin typeface="Apple SD Gothic Neo"/>
                <a:ea typeface="Apple SD Gothic Neo"/>
                <a:cs typeface="Apple SD Gothic Neo"/>
              </a:defRPr>
            </a:pPr>
            <a:r>
              <a:rPr sz="1163" b="1">
                <a:solidFill>
                  <a:srgbClr val="218FAF"/>
                </a:solidFill>
                <a:latin typeface="Apple SD Gothic Neo"/>
                <a:ea typeface="Apple SD Gothic Neo"/>
                <a:cs typeface="Apple SD Gothic Neo"/>
              </a:rPr>
              <a:t>결과 전달</a:t>
            </a:r>
          </a:p>
        </p:txBody>
      </p:sp>
      <p:sp>
        <p:nvSpPr>
          <p:cNvPr id="1049" name="necessity-v7-agent-running-work">
            <a:extLst xmlns:a="http://schemas.openxmlformats.org/drawingml/2006/main">
              <a:ext uri="{FF2B5EF4-FFF2-40B4-BE49-F238E27FC236}">
                <a16:creationId xmlns:a16="http://schemas.microsoft.com/office/drawing/2014/main" id="{94335B9B-CB6E-4BA0-844E-E0F22E254EB3}"/>
              </a:ext>
            </a:extLst>
          </p:cNvPr>
          <p:cNvSpPr>
            <a:spLocks xmlns:a="http://schemas.openxmlformats.org/drawingml/2006/main" noGrp="1"/>
          </p:cNvSpPr>
          <p:nvPr/>
        </p:nvSpPr>
        <p:spPr>
          <a:xfrm xmlns:a="http://schemas.openxmlformats.org/drawingml/2006/main">
            <a:off x="5781675" y="3971925"/>
            <a:ext cx="1333500" cy="257175"/>
          </a:xfrm>
          <a:prstGeom xmlns:a="http://schemas.openxmlformats.org/drawingml/2006/main" prst="roundRect">
            <a:avLst>
              <a:gd name="adj" fmla="val 11111"/>
            </a:avLst>
          </a:prstGeom>
          <a:solidFill xmlns:a="http://schemas.openxmlformats.org/drawingml/2006/main">
            <a:srgbClr val="06255C"/>
          </a:solidFill>
          <a:ln xmlns:a="http://schemas.openxmlformats.org/drawingml/2006/main" w="0">
            <a:noFill/>
            <a:prstDash val="solid"/>
          </a:ln>
        </p:spPr>
      </p:sp>
      <p:sp>
        <p:nvSpPr>
          <p:cNvPr id="1050" name="necessity-v7-agent-running-label">
            <a:extLst xmlns:a="http://schemas.openxmlformats.org/drawingml/2006/main">
              <a:ext uri="{FF2B5EF4-FFF2-40B4-BE49-F238E27FC236}">
                <a16:creationId xmlns:a16="http://schemas.microsoft.com/office/drawing/2014/main" id="{78F93CD1-63B7-4313-B433-B11D3FAA5CE9}"/>
              </a:ext>
            </a:extLst>
          </p:cNvPr>
          <p:cNvSpPr>
            <a:spLocks xmlns:a="http://schemas.openxmlformats.org/drawingml/2006/main" noGrp="1"/>
          </p:cNvSpPr>
          <p:nvPr/>
        </p:nvSpPr>
        <p:spPr>
          <a:xfrm xmlns:a="http://schemas.openxmlformats.org/drawingml/2006/main">
            <a:off x="5781675" y="3981450"/>
            <a:ext cx="1333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38" b="1">
                <a:solidFill>
                  <a:srgbClr val="FFFFFF"/>
                </a:solidFill>
                <a:latin typeface="Apple SD Gothic Neo"/>
                <a:ea typeface="Apple SD Gothic Neo"/>
                <a:cs typeface="Apple SD Gothic Neo"/>
              </a:defRPr>
            </a:pPr>
            <a:r>
              <a:rPr sz="1238" b="1">
                <a:solidFill>
                  <a:srgbClr val="FFFFFF"/>
                </a:solidFill>
                <a:latin typeface="Apple SD Gothic Neo"/>
                <a:ea typeface="Apple SD Gothic Neo"/>
                <a:cs typeface="Apple SD Gothic Neo"/>
              </a:rPr>
              <a:t>보고서 작성</a:t>
            </a:r>
          </a:p>
        </p:txBody>
      </p:sp>
      <p:sp>
        <p:nvSpPr>
          <p:cNvPr id="1051" name="necessity-v7-via-request-in">
            <a:extLst xmlns:a="http://schemas.openxmlformats.org/drawingml/2006/main">
              <a:ext uri="{FF2B5EF4-FFF2-40B4-BE49-F238E27FC236}">
                <a16:creationId xmlns:a16="http://schemas.microsoft.com/office/drawing/2014/main" id="{B16159C5-2668-424D-A71F-BA42DB3ECFC9}"/>
              </a:ext>
            </a:extLst>
          </p:cNvPr>
          <p:cNvSpPr>
            <a:spLocks xmlns:a="http://schemas.openxmlformats.org/drawingml/2006/main" noGrp="1"/>
          </p:cNvSpPr>
          <p:nvPr/>
        </p:nvSpPr>
        <p:spPr>
          <a:xfrm xmlns:a="http://schemas.openxmlformats.org/drawingml/2006/main">
            <a:off x="5033963" y="34718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52" name=""/>
          <p:cNvCxnSpPr>
            <a:stCxn xmlns:a="http://schemas.openxmlformats.org/drawingml/2006/main" id="1040" idx="4"/>
            <a:endCxn xmlns:a="http://schemas.openxmlformats.org/drawingml/2006/main" id="1051" idx="0"/>
          </p:cNvCxnSpPr>
          <p:nvPr/>
        </p:nvCxnSpPr>
        <p:spPr>
          <a:xfrm xmlns:a="http://schemas.openxmlformats.org/drawingml/2006/main">
            <a:off x="5038725" y="3190875"/>
            <a:ext cx="1" cy="280988"/>
          </a:xfrm>
          <a:prstGeom xmlns:a="http://schemas.openxmlformats.org/drawingml/2006/main" prst="straightConnector1">
            <a:avLst/>
          </a:prstGeom>
          <a:ln xmlns:a="http://schemas.openxmlformats.org/drawingml/2006/main" w="13335">
            <a:solidFill>
              <a:srgbClr val="218FAF"/>
            </a:solidFill>
            <a:prstDash val="solid"/>
            <a:tailEnd type="triangle" w="sm" len="sm"/>
          </a:ln>
        </p:spPr>
      </p:cxnSp>
      <p:sp>
        <p:nvSpPr>
          <p:cNvPr id="1053" name="necessity-v7-via-query-in">
            <a:extLst xmlns:a="http://schemas.openxmlformats.org/drawingml/2006/main">
              <a:ext uri="{FF2B5EF4-FFF2-40B4-BE49-F238E27FC236}">
                <a16:creationId xmlns:a16="http://schemas.microsoft.com/office/drawing/2014/main" id="{7F2CBCB2-360F-412B-8143-E146816ED308}"/>
              </a:ext>
            </a:extLst>
          </p:cNvPr>
          <p:cNvSpPr>
            <a:spLocks xmlns:a="http://schemas.openxmlformats.org/drawingml/2006/main" noGrp="1"/>
          </p:cNvSpPr>
          <p:nvPr/>
        </p:nvSpPr>
        <p:spPr>
          <a:xfrm xmlns:a="http://schemas.openxmlformats.org/drawingml/2006/main">
            <a:off x="6205538" y="34718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54" name=""/>
          <p:cNvCxnSpPr>
            <a:stCxn xmlns:a="http://schemas.openxmlformats.org/drawingml/2006/main" id="1041" idx="4"/>
            <a:endCxn xmlns:a="http://schemas.openxmlformats.org/drawingml/2006/main" id="1053" idx="0"/>
          </p:cNvCxnSpPr>
          <p:nvPr/>
        </p:nvCxnSpPr>
        <p:spPr>
          <a:xfrm xmlns:a="http://schemas.openxmlformats.org/drawingml/2006/main">
            <a:off x="6210300" y="3190875"/>
            <a:ext cx="1" cy="280988"/>
          </a:xfrm>
          <a:prstGeom xmlns:a="http://schemas.openxmlformats.org/drawingml/2006/main" prst="straightConnector1">
            <a:avLst/>
          </a:prstGeom>
          <a:ln xmlns:a="http://schemas.openxmlformats.org/drawingml/2006/main" w="13335">
            <a:solidFill>
              <a:srgbClr val="218FAF"/>
            </a:solidFill>
            <a:prstDash val="solid"/>
            <a:tailEnd type="triangle" w="sm" len="sm"/>
          </a:ln>
        </p:spPr>
      </p:cxnSp>
      <p:sp>
        <p:nvSpPr>
          <p:cNvPr id="1055" name="necessity-v7-via-result-out">
            <a:extLst xmlns:a="http://schemas.openxmlformats.org/drawingml/2006/main">
              <a:ext uri="{FF2B5EF4-FFF2-40B4-BE49-F238E27FC236}">
                <a16:creationId xmlns:a16="http://schemas.microsoft.com/office/drawing/2014/main" id="{6447D944-FEF3-4C2D-BB7C-88778ECE1674}"/>
              </a:ext>
            </a:extLst>
          </p:cNvPr>
          <p:cNvSpPr>
            <a:spLocks xmlns:a="http://schemas.openxmlformats.org/drawingml/2006/main" noGrp="1"/>
          </p:cNvSpPr>
          <p:nvPr/>
        </p:nvSpPr>
        <p:spPr>
          <a:xfrm xmlns:a="http://schemas.openxmlformats.org/drawingml/2006/main">
            <a:off x="7834313" y="34718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56" name=""/>
          <p:cNvCxnSpPr>
            <a:stCxn xmlns:a="http://schemas.openxmlformats.org/drawingml/2006/main" id="1055" idx="0"/>
            <a:endCxn xmlns:a="http://schemas.openxmlformats.org/drawingml/2006/main" id="1042" idx="4"/>
          </p:cNvCxnSpPr>
          <p:nvPr/>
        </p:nvCxnSpPr>
        <p:spPr>
          <a:xfrm xmlns:a="http://schemas.openxmlformats.org/drawingml/2006/main" flipH="1" flipV="1">
            <a:off x="7839075" y="3190875"/>
            <a:ext cx="1" cy="280988"/>
          </a:xfrm>
          <a:prstGeom xmlns:a="http://schemas.openxmlformats.org/drawingml/2006/main" prst="straightConnector1">
            <a:avLst/>
          </a:prstGeom>
          <a:ln xmlns:a="http://schemas.openxmlformats.org/drawingml/2006/main" w="13335">
            <a:solidFill>
              <a:srgbClr val="218FAF"/>
            </a:solidFill>
            <a:prstDash val="solid"/>
            <a:tailEnd type="triangle" w="sm" len="sm"/>
          </a:ln>
        </p:spPr>
      </p:cxnSp>
      <p:sp>
        <p:nvSpPr>
          <p:cNvPr id="1057" name="necessity-v7-user-progress-reply">
            <a:extLst xmlns:a="http://schemas.openxmlformats.org/drawingml/2006/main">
              <a:ext uri="{FF2B5EF4-FFF2-40B4-BE49-F238E27FC236}">
                <a16:creationId xmlns:a16="http://schemas.microsoft.com/office/drawing/2014/main" id="{B0A57132-B939-46CA-AC9D-E67FCB2F0BEE}"/>
              </a:ext>
            </a:extLst>
          </p:cNvPr>
          <p:cNvSpPr>
            <a:spLocks xmlns:a="http://schemas.openxmlformats.org/drawingml/2006/main" noGrp="1"/>
          </p:cNvSpPr>
          <p:nvPr/>
        </p:nvSpPr>
        <p:spPr>
          <a:xfrm xmlns:a="http://schemas.openxmlformats.org/drawingml/2006/main">
            <a:off x="6610350" y="3114675"/>
            <a:ext cx="76200" cy="76200"/>
          </a:xfrm>
          <a:prstGeom xmlns:a="http://schemas.openxmlformats.org/drawingml/2006/main" prst="ellipse">
            <a:avLst/>
          </a:prstGeom>
          <a:solidFill xmlns:a="http://schemas.openxmlformats.org/drawingml/2006/main">
            <a:srgbClr val="218FAF"/>
          </a:solidFill>
          <a:ln xmlns:a="http://schemas.openxmlformats.org/drawingml/2006/main" w="0">
            <a:noFill/>
            <a:prstDash val="solid"/>
          </a:ln>
        </p:spPr>
      </p:sp>
      <p:sp>
        <p:nvSpPr>
          <p:cNvPr id="1058" name="necessity-v7-via-query-out">
            <a:extLst xmlns:a="http://schemas.openxmlformats.org/drawingml/2006/main">
              <a:ext uri="{FF2B5EF4-FFF2-40B4-BE49-F238E27FC236}">
                <a16:creationId xmlns:a16="http://schemas.microsoft.com/office/drawing/2014/main" id="{57CB692F-F742-4C86-94D5-8F2A0E7E4421}"/>
              </a:ext>
            </a:extLst>
          </p:cNvPr>
          <p:cNvSpPr>
            <a:spLocks xmlns:a="http://schemas.openxmlformats.org/drawingml/2006/main" noGrp="1"/>
          </p:cNvSpPr>
          <p:nvPr/>
        </p:nvSpPr>
        <p:spPr>
          <a:xfrm xmlns:a="http://schemas.openxmlformats.org/drawingml/2006/main">
            <a:off x="6643688" y="3471863"/>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59" name=""/>
          <p:cNvCxnSpPr>
            <a:stCxn xmlns:a="http://schemas.openxmlformats.org/drawingml/2006/main" id="1058" idx="0"/>
            <a:endCxn xmlns:a="http://schemas.openxmlformats.org/drawingml/2006/main" id="1057" idx="4"/>
          </p:cNvCxnSpPr>
          <p:nvPr/>
        </p:nvCxnSpPr>
        <p:spPr>
          <a:xfrm xmlns:a="http://schemas.openxmlformats.org/drawingml/2006/main" flipH="1" flipV="1">
            <a:off x="6648450" y="3190875"/>
            <a:ext cx="1" cy="280988"/>
          </a:xfrm>
          <a:prstGeom xmlns:a="http://schemas.openxmlformats.org/drawingml/2006/main" prst="straightConnector1">
            <a:avLst/>
          </a:prstGeom>
          <a:ln xmlns:a="http://schemas.openxmlformats.org/drawingml/2006/main" w="13335">
            <a:solidFill>
              <a:srgbClr val="218FAF"/>
            </a:solidFill>
            <a:prstDash val="solid"/>
            <a:tailEnd type="triangle" w="sm" len="sm"/>
          </a:ln>
        </p:spPr>
      </p:cxnSp>
      <p:sp>
        <p:nvSpPr>
          <p:cNvPr id="1060" name="necessity-v7-delegate-from">
            <a:extLst xmlns:a="http://schemas.openxmlformats.org/drawingml/2006/main">
              <a:ext uri="{FF2B5EF4-FFF2-40B4-BE49-F238E27FC236}">
                <a16:creationId xmlns:a16="http://schemas.microsoft.com/office/drawing/2014/main" id="{10D83ABE-E809-4E83-AC79-3797A17C4A49}"/>
              </a:ext>
            </a:extLst>
          </p:cNvPr>
          <p:cNvSpPr>
            <a:spLocks xmlns:a="http://schemas.openxmlformats.org/drawingml/2006/main" noGrp="1"/>
          </p:cNvSpPr>
          <p:nvPr/>
        </p:nvSpPr>
        <p:spPr>
          <a:xfrm xmlns:a="http://schemas.openxmlformats.org/drawingml/2006/main">
            <a:off x="5776913" y="3729038"/>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61" name="necessity-v7-delegate-to">
            <a:extLst xmlns:a="http://schemas.openxmlformats.org/drawingml/2006/main">
              <a:ext uri="{FF2B5EF4-FFF2-40B4-BE49-F238E27FC236}">
                <a16:creationId xmlns:a16="http://schemas.microsoft.com/office/drawing/2014/main" id="{3A024DE9-6035-45ED-ADB3-B6B8EA500F72}"/>
              </a:ext>
            </a:extLst>
          </p:cNvPr>
          <p:cNvSpPr>
            <a:spLocks xmlns:a="http://schemas.openxmlformats.org/drawingml/2006/main" noGrp="1"/>
          </p:cNvSpPr>
          <p:nvPr/>
        </p:nvSpPr>
        <p:spPr>
          <a:xfrm xmlns:a="http://schemas.openxmlformats.org/drawingml/2006/main">
            <a:off x="5776913" y="39671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62" name="necessity-v7-result-from">
            <a:extLst xmlns:a="http://schemas.openxmlformats.org/drawingml/2006/main">
              <a:ext uri="{FF2B5EF4-FFF2-40B4-BE49-F238E27FC236}">
                <a16:creationId xmlns:a16="http://schemas.microsoft.com/office/drawing/2014/main" id="{F540D682-D638-42F1-B638-2FD57FF3AF92}"/>
              </a:ext>
            </a:extLst>
          </p:cNvPr>
          <p:cNvSpPr>
            <a:spLocks xmlns:a="http://schemas.openxmlformats.org/drawingml/2006/main" noGrp="1"/>
          </p:cNvSpPr>
          <p:nvPr/>
        </p:nvSpPr>
        <p:spPr>
          <a:xfrm xmlns:a="http://schemas.openxmlformats.org/drawingml/2006/main">
            <a:off x="7110413" y="3967163"/>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63" name="necessity-v7-result-to">
            <a:extLst xmlns:a="http://schemas.openxmlformats.org/drawingml/2006/main">
              <a:ext uri="{FF2B5EF4-FFF2-40B4-BE49-F238E27FC236}">
                <a16:creationId xmlns:a16="http://schemas.microsoft.com/office/drawing/2014/main" id="{FAD98E1D-493A-4CD6-9483-730AA8B54B68}"/>
              </a:ext>
            </a:extLst>
          </p:cNvPr>
          <p:cNvSpPr>
            <a:spLocks xmlns:a="http://schemas.openxmlformats.org/drawingml/2006/main" noGrp="1"/>
          </p:cNvSpPr>
          <p:nvPr/>
        </p:nvSpPr>
        <p:spPr>
          <a:xfrm xmlns:a="http://schemas.openxmlformats.org/drawingml/2006/main">
            <a:off x="7110413" y="3729038"/>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64" name=""/>
          <p:cNvCxnSpPr>
            <a:stCxn xmlns:a="http://schemas.openxmlformats.org/drawingml/2006/main" id="1060" idx="2"/>
            <a:endCxn xmlns:a="http://schemas.openxmlformats.org/drawingml/2006/main" id="1061" idx="0"/>
          </p:cNvCxnSpPr>
          <p:nvPr/>
        </p:nvCxnSpPr>
        <p:spPr>
          <a:xfrm xmlns:a="http://schemas.openxmlformats.org/drawingml/2006/main">
            <a:off x="5781676" y="3738563"/>
            <a:ext cx="0" cy="228600"/>
          </a:xfrm>
          <a:prstGeom xmlns:a="http://schemas.openxmlformats.org/drawingml/2006/main" prst="straightConnector1">
            <a:avLst/>
          </a:prstGeom>
          <a:ln xmlns:a="http://schemas.openxmlformats.org/drawingml/2006/main" w="13335">
            <a:solidFill>
              <a:srgbClr val="06255C"/>
            </a:solidFill>
            <a:prstDash val="solid"/>
            <a:tailEnd type="triangle" w="sm" len="sm"/>
          </a:ln>
        </p:spPr>
      </p:cxnSp>
      <p:cxnSp>
        <p:nvCxnSpPr>
          <p:cNvPr id="1065" name=""/>
          <p:cNvCxnSpPr>
            <a:stCxn xmlns:a="http://schemas.openxmlformats.org/drawingml/2006/main" id="1062" idx="0"/>
            <a:endCxn xmlns:a="http://schemas.openxmlformats.org/drawingml/2006/main" id="1063" idx="2"/>
          </p:cNvCxnSpPr>
          <p:nvPr/>
        </p:nvCxnSpPr>
        <p:spPr>
          <a:xfrm xmlns:a="http://schemas.openxmlformats.org/drawingml/2006/main" flipV="1">
            <a:off x="7115176" y="3738563"/>
            <a:ext cx="0" cy="228600"/>
          </a:xfrm>
          <a:prstGeom xmlns:a="http://schemas.openxmlformats.org/drawingml/2006/main" prst="straightConnector1">
            <a:avLst/>
          </a:prstGeom>
          <a:ln xmlns:a="http://schemas.openxmlformats.org/drawingml/2006/main" w="13335">
            <a:solidFill>
              <a:srgbClr val="06255C"/>
            </a:solidFill>
            <a:prstDash val="solid"/>
            <a:tailEnd type="triangle" w="sm" len="sm"/>
          </a:ln>
        </p:spPr>
      </p:cxnSp>
      <p:sp>
        <p:nvSpPr>
          <p:cNvPr id="1066" name="necessity-v7-work-query-caption">
            <a:extLst xmlns:a="http://schemas.openxmlformats.org/drawingml/2006/main">
              <a:ext uri="{FF2B5EF4-FFF2-40B4-BE49-F238E27FC236}">
                <a16:creationId xmlns:a16="http://schemas.microsoft.com/office/drawing/2014/main" id="{9BF0F9DA-39A2-42FB-8736-631A71841F45}"/>
              </a:ext>
            </a:extLst>
          </p:cNvPr>
          <p:cNvSpPr>
            <a:spLocks xmlns:a="http://schemas.openxmlformats.org/drawingml/2006/main" noGrp="1"/>
          </p:cNvSpPr>
          <p:nvPr/>
        </p:nvSpPr>
        <p:spPr>
          <a:xfrm xmlns:a="http://schemas.openxmlformats.org/drawingml/2006/main">
            <a:off x="4419600" y="4381500"/>
            <a:ext cx="34004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75" b="0">
                <a:solidFill>
                  <a:srgbClr val="697783"/>
                </a:solidFill>
                <a:latin typeface="Apple SD Gothic Neo"/>
                <a:ea typeface="Apple SD Gothic Neo"/>
                <a:cs typeface="Apple SD Gothic Neo"/>
              </a:defRPr>
            </a:pPr>
            <a:r>
              <a:rPr sz="1275" b="0">
                <a:solidFill>
                  <a:srgbClr val="697783"/>
                </a:solidFill>
                <a:latin typeface="Apple SD Gothic Neo"/>
                <a:ea typeface="Apple SD Gothic Neo"/>
                <a:cs typeface="Apple SD Gothic Neo"/>
              </a:rPr>
              <a:t>진행 질문에 답하는 동안에도 업무는 계속</a:t>
            </a:r>
          </a:p>
        </p:txBody>
      </p:sp>
      <p:sp>
        <p:nvSpPr>
          <p:cNvPr id="1067" name="necessity-v7-speed-heading-2">
            <a:extLst xmlns:a="http://schemas.openxmlformats.org/drawingml/2006/main">
              <a:ext uri="{FF2B5EF4-FFF2-40B4-BE49-F238E27FC236}">
                <a16:creationId xmlns:a16="http://schemas.microsoft.com/office/drawing/2014/main" id="{807F0C52-39ED-422A-A249-980499250F47}"/>
              </a:ext>
            </a:extLst>
          </p:cNvPr>
          <p:cNvSpPr>
            <a:spLocks xmlns:a="http://schemas.openxmlformats.org/drawingml/2006/main" noGrp="1"/>
          </p:cNvSpPr>
          <p:nvPr/>
        </p:nvSpPr>
        <p:spPr>
          <a:xfrm xmlns:a="http://schemas.openxmlformats.org/drawingml/2006/main">
            <a:off x="4295775" y="4829175"/>
            <a:ext cx="3562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반응과 결과 전달까지 빠르게</a:t>
            </a:r>
          </a:p>
        </p:txBody>
      </p:sp>
      <p:sp>
        <p:nvSpPr>
          <p:cNvPr id="1068" name="necessity-v7-speed-desc-2">
            <a:extLst xmlns:a="http://schemas.openxmlformats.org/drawingml/2006/main">
              <a:ext uri="{FF2B5EF4-FFF2-40B4-BE49-F238E27FC236}">
                <a16:creationId xmlns:a16="http://schemas.microsoft.com/office/drawing/2014/main" id="{FA20A37A-CC0D-47F2-A555-6CDE64F67426}"/>
              </a:ext>
            </a:extLst>
          </p:cNvPr>
          <p:cNvSpPr>
            <a:spLocks xmlns:a="http://schemas.openxmlformats.org/drawingml/2006/main" noGrp="1"/>
          </p:cNvSpPr>
          <p:nvPr/>
        </p:nvSpPr>
        <p:spPr>
          <a:xfrm xmlns:a="http://schemas.openxmlformats.org/drawingml/2006/main">
            <a:off x="4467225" y="5210175"/>
            <a:ext cx="3333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입력에 반응하고 준비된 결과를
전달하는 VIA 처리시간을 줄여야 함</a:t>
            </a:r>
          </a:p>
        </p:txBody>
      </p:sp>
      <p:sp>
        <p:nvSpPr>
          <p:cNvPr id="1069" name="necessity-v7-external-cost-distinction">
            <a:extLst xmlns:a="http://schemas.openxmlformats.org/drawingml/2006/main">
              <a:ext uri="{FF2B5EF4-FFF2-40B4-BE49-F238E27FC236}">
                <a16:creationId xmlns:a16="http://schemas.microsoft.com/office/drawing/2014/main" id="{AFE12C3F-B3A1-4838-BD63-9AF56A9FA9EB}"/>
              </a:ext>
            </a:extLst>
          </p:cNvPr>
          <p:cNvSpPr>
            <a:spLocks xmlns:a="http://schemas.openxmlformats.org/drawingml/2006/main" noGrp="1"/>
          </p:cNvSpPr>
          <p:nvPr/>
        </p:nvSpPr>
        <p:spPr>
          <a:xfrm xmlns:a="http://schemas.openxmlformats.org/drawingml/2006/main">
            <a:off x="4467225" y="5781675"/>
            <a:ext cx="3333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defRPr sz="1238" b="0">
                <a:solidFill>
                  <a:srgbClr val="697783"/>
                </a:solidFill>
                <a:latin typeface="Apple SD Gothic Neo"/>
                <a:ea typeface="Apple SD Gothic Neo"/>
                <a:cs typeface="Apple SD Gothic Neo"/>
              </a:defRPr>
            </a:pPr>
            <a:r>
              <a:rPr sz="1238" b="0">
                <a:solidFill>
                  <a:srgbClr val="697783"/>
                </a:solidFill>
                <a:latin typeface="Apple SD Gothic Neo"/>
                <a:ea typeface="Apple SD Gothic Neo"/>
                <a:cs typeface="Apple SD Gothic Neo"/>
              </a:rPr>
              <a:t>실제 업무 실행시간과 VIA 처리시간을 구분</a:t>
            </a:r>
          </a:p>
        </p:txBody>
      </p:sp>
      <p:sp>
        <p:nvSpPr>
          <p:cNvPr id="1070" name="necessity-v7-speed-conclusion-green">
            <a:extLst xmlns:a="http://schemas.openxmlformats.org/drawingml/2006/main">
              <a:ext uri="{FF2B5EF4-FFF2-40B4-BE49-F238E27FC236}">
                <a16:creationId xmlns:a16="http://schemas.microsoft.com/office/drawing/2014/main" id="{73C760FD-6514-4070-9ED1-B0FD5837C18E}"/>
              </a:ext>
            </a:extLst>
          </p:cNvPr>
          <p:cNvSpPr>
            <a:spLocks xmlns:a="http://schemas.openxmlformats.org/drawingml/2006/main" noGrp="1"/>
          </p:cNvSpPr>
          <p:nvPr/>
        </p:nvSpPr>
        <p:spPr>
          <a:xfrm xmlns:a="http://schemas.openxmlformats.org/drawingml/2006/main">
            <a:off x="4467225" y="6296025"/>
            <a:ext cx="3314700" cy="114300"/>
          </a:xfrm>
          <a:prstGeom xmlns:a="http://schemas.openxmlformats.org/drawingml/2006/main" prst="rect">
            <a:avLst/>
          </a:prstGeom>
          <a:solidFill xmlns:a="http://schemas.openxmlformats.org/drawingml/2006/main">
            <a:srgbClr val="CDE5BB"/>
          </a:solidFill>
          <a:ln xmlns:a="http://schemas.openxmlformats.org/drawingml/2006/main" w="0">
            <a:noFill/>
            <a:prstDash val="solid"/>
          </a:ln>
        </p:spPr>
      </p:sp>
      <p:sp>
        <p:nvSpPr>
          <p:cNvPr id="1071" name="necessity-v7-speed-conclusion">
            <a:extLst xmlns:a="http://schemas.openxmlformats.org/drawingml/2006/main">
              <a:ext uri="{FF2B5EF4-FFF2-40B4-BE49-F238E27FC236}">
                <a16:creationId xmlns:a16="http://schemas.microsoft.com/office/drawing/2014/main" id="{FE4B9B11-39CB-47DB-BD27-0B1D903F02C6}"/>
              </a:ext>
            </a:extLst>
          </p:cNvPr>
          <p:cNvSpPr>
            <a:spLocks xmlns:a="http://schemas.openxmlformats.org/drawingml/2006/main" noGrp="1"/>
          </p:cNvSpPr>
          <p:nvPr/>
        </p:nvSpPr>
        <p:spPr>
          <a:xfrm xmlns:a="http://schemas.openxmlformats.org/drawingml/2006/main">
            <a:off x="4467225" y="6143625"/>
            <a:ext cx="3314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71B20"/>
                </a:solidFill>
                <a:latin typeface="Apple SD Gothic Neo"/>
                <a:ea typeface="Apple SD Gothic Neo"/>
                <a:cs typeface="Apple SD Gothic Neo"/>
              </a:defRPr>
            </a:pPr>
            <a:r>
              <a:rPr sz="1425" b="1">
                <a:solidFill>
                  <a:srgbClr val="171B20"/>
                </a:solidFill>
                <a:latin typeface="Apple SD Gothic Neo"/>
                <a:ea typeface="Apple SD Gothic Neo"/>
                <a:cs typeface="Apple SD Gothic Neo"/>
              </a:rPr>
              <a:t>VIA 처리시간을 줄여 대화 흐름 유지</a:t>
            </a:r>
          </a:p>
        </p:txBody>
      </p:sp>
      <p:sp>
        <p:nvSpPr>
          <p:cNvPr id="1072" name="necessity-v7-change-heading-1">
            <a:extLst xmlns:a="http://schemas.openxmlformats.org/drawingml/2006/main">
              <a:ext uri="{FF2B5EF4-FFF2-40B4-BE49-F238E27FC236}">
                <a16:creationId xmlns:a16="http://schemas.microsoft.com/office/drawing/2014/main" id="{E89318EF-F55E-4648-A496-AD0441FA92BB}"/>
              </a:ext>
            </a:extLst>
          </p:cNvPr>
          <p:cNvSpPr>
            <a:spLocks xmlns:a="http://schemas.openxmlformats.org/drawingml/2006/main" noGrp="1"/>
          </p:cNvSpPr>
          <p:nvPr/>
        </p:nvSpPr>
        <p:spPr>
          <a:xfrm xmlns:a="http://schemas.openxmlformats.org/drawingml/2006/main">
            <a:off x="8315325" y="1695450"/>
            <a:ext cx="3562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VIA 내부의 Agent 기술도 발전</a:t>
            </a:r>
          </a:p>
        </p:txBody>
      </p:sp>
      <p:sp>
        <p:nvSpPr>
          <p:cNvPr id="1073" name="necessity-v7-change-desc-1">
            <a:extLst xmlns:a="http://schemas.openxmlformats.org/drawingml/2006/main">
              <a:ext uri="{FF2B5EF4-FFF2-40B4-BE49-F238E27FC236}">
                <a16:creationId xmlns:a16="http://schemas.microsoft.com/office/drawing/2014/main" id="{C474007C-BA48-4456-B8C1-020D23BC176B}"/>
              </a:ext>
            </a:extLst>
          </p:cNvPr>
          <p:cNvSpPr>
            <a:spLocks xmlns:a="http://schemas.openxmlformats.org/drawingml/2006/main" noGrp="1"/>
          </p:cNvSpPr>
          <p:nvPr/>
        </p:nvSpPr>
        <p:spPr>
          <a:xfrm xmlns:a="http://schemas.openxmlformats.org/drawingml/2006/main">
            <a:off x="8486775" y="2085975"/>
            <a:ext cx="3333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요청 이해와 기억, Context,
상호작용 방식의 변화를 수용</a:t>
            </a:r>
          </a:p>
        </p:txBody>
      </p:sp>
      <p:sp>
        <p:nvSpPr>
          <p:cNvPr id="1074" name="necessity-v7-technology-scope-label">
            <a:extLst xmlns:a="http://schemas.openxmlformats.org/drawingml/2006/main">
              <a:ext uri="{FF2B5EF4-FFF2-40B4-BE49-F238E27FC236}">
                <a16:creationId xmlns:a16="http://schemas.microsoft.com/office/drawing/2014/main" id="{E94C2921-D2C7-42BA-B630-9E4D107E3B19}"/>
              </a:ext>
            </a:extLst>
          </p:cNvPr>
          <p:cNvSpPr>
            <a:spLocks xmlns:a="http://schemas.openxmlformats.org/drawingml/2006/main" noGrp="1"/>
          </p:cNvSpPr>
          <p:nvPr/>
        </p:nvSpPr>
        <p:spPr>
          <a:xfrm xmlns:a="http://schemas.openxmlformats.org/drawingml/2006/main">
            <a:off x="8543925" y="2686050"/>
            <a:ext cx="32766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1">
                <a:solidFill>
                  <a:srgbClr val="06255C"/>
                </a:solidFill>
                <a:latin typeface="Apple SD Gothic Neo"/>
                <a:ea typeface="Apple SD Gothic Neo"/>
                <a:cs typeface="Apple SD Gothic Neo"/>
              </a:defRPr>
            </a:pPr>
            <a:r>
              <a:rPr sz="1575" b="1">
                <a:solidFill>
                  <a:srgbClr val="06255C"/>
                </a:solidFill>
                <a:latin typeface="Apple SD Gothic Neo"/>
                <a:ea typeface="Apple SD Gothic Neo"/>
                <a:cs typeface="Apple SD Gothic Neo"/>
              </a:rPr>
              <a:t>VIA</a:t>
            </a:r>
          </a:p>
        </p:txBody>
      </p:sp>
      <p:sp>
        <p:nvSpPr>
          <p:cNvPr id="1075" name="necessity-v7-technology-scope">
            <a:extLst xmlns:a="http://schemas.openxmlformats.org/drawingml/2006/main">
              <a:ext uri="{FF2B5EF4-FFF2-40B4-BE49-F238E27FC236}">
                <a16:creationId xmlns:a16="http://schemas.microsoft.com/office/drawing/2014/main" id="{1BA43815-939E-4D2F-A475-E6E73732DDE3}"/>
              </a:ext>
            </a:extLst>
          </p:cNvPr>
          <p:cNvSpPr>
            <a:spLocks xmlns:a="http://schemas.openxmlformats.org/drawingml/2006/main" noGrp="1"/>
          </p:cNvSpPr>
          <p:nvPr/>
        </p:nvSpPr>
        <p:spPr>
          <a:xfrm xmlns:a="http://schemas.openxmlformats.org/drawingml/2006/main">
            <a:off x="8486775" y="3000375"/>
            <a:ext cx="3295650" cy="1057275"/>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11430">
            <a:solidFill>
              <a:srgbClr val="AEBBC8"/>
            </a:solidFill>
            <a:prstDash val="solid"/>
          </a:ln>
        </p:spPr>
      </p:sp>
      <p:sp>
        <p:nvSpPr>
          <p:cNvPr id="1076" name="necessity-v7-scope-middle">
            <a:extLst xmlns:a="http://schemas.openxmlformats.org/drawingml/2006/main">
              <a:ext uri="{FF2B5EF4-FFF2-40B4-BE49-F238E27FC236}">
                <a16:creationId xmlns:a16="http://schemas.microsoft.com/office/drawing/2014/main" id="{7D88DD82-4476-41D4-B4CE-B9514B6604C0}"/>
              </a:ext>
            </a:extLst>
          </p:cNvPr>
          <p:cNvSpPr>
            <a:spLocks xmlns:a="http://schemas.openxmlformats.org/drawingml/2006/main" noGrp="1"/>
          </p:cNvSpPr>
          <p:nvPr/>
        </p:nvSpPr>
        <p:spPr>
          <a:xfrm xmlns:a="http://schemas.openxmlformats.org/drawingml/2006/main">
            <a:off x="10134600" y="3133725"/>
            <a:ext cx="0" cy="790575"/>
          </a:xfrm>
          <a:prstGeom xmlns:a="http://schemas.openxmlformats.org/drawingml/2006/main" prst="line">
            <a:avLst/>
          </a:prstGeom>
          <a:noFill xmlns:a="http://schemas.openxmlformats.org/drawingml/2006/main"/>
          <a:ln xmlns:a="http://schemas.openxmlformats.org/drawingml/2006/main" w="9525">
            <a:solidFill>
              <a:srgbClr val="DCE3E9"/>
            </a:solidFill>
            <a:prstDash val="solid"/>
          </a:ln>
        </p:spPr>
      </p:sp>
      <p:sp>
        <p:nvSpPr>
          <p:cNvPr id="1077" name="necessity-v7-scope-horizontal">
            <a:extLst xmlns:a="http://schemas.openxmlformats.org/drawingml/2006/main">
              <a:ext uri="{FF2B5EF4-FFF2-40B4-BE49-F238E27FC236}">
                <a16:creationId xmlns:a16="http://schemas.microsoft.com/office/drawing/2014/main" id="{32C8606C-B2A5-4202-8CAC-1B385B0F7A09}"/>
              </a:ext>
            </a:extLst>
          </p:cNvPr>
          <p:cNvSpPr>
            <a:spLocks xmlns:a="http://schemas.openxmlformats.org/drawingml/2006/main" noGrp="1"/>
          </p:cNvSpPr>
          <p:nvPr/>
        </p:nvSpPr>
        <p:spPr>
          <a:xfrm xmlns:a="http://schemas.openxmlformats.org/drawingml/2006/main">
            <a:off x="8620125" y="3524250"/>
            <a:ext cx="3028950" cy="0"/>
          </a:xfrm>
          <a:prstGeom xmlns:a="http://schemas.openxmlformats.org/drawingml/2006/main" prst="line">
            <a:avLst/>
          </a:prstGeom>
          <a:noFill xmlns:a="http://schemas.openxmlformats.org/drawingml/2006/main"/>
          <a:ln xmlns:a="http://schemas.openxmlformats.org/drawingml/2006/main" w="9525">
            <a:solidFill>
              <a:srgbClr val="DCE3E9"/>
            </a:solidFill>
            <a:prstDash val="solid"/>
          </a:ln>
        </p:spPr>
      </p:sp>
      <p:sp>
        <p:nvSpPr>
          <p:cNvPr id="1078" name="necessity-v7-technology-model">
            <a:extLst xmlns:a="http://schemas.openxmlformats.org/drawingml/2006/main">
              <a:ext uri="{FF2B5EF4-FFF2-40B4-BE49-F238E27FC236}">
                <a16:creationId xmlns:a16="http://schemas.microsoft.com/office/drawing/2014/main" id="{D24EC2E3-CB7B-4DAC-9556-164E54EEEB9A}"/>
              </a:ext>
            </a:extLst>
          </p:cNvPr>
          <p:cNvSpPr>
            <a:spLocks xmlns:a="http://schemas.openxmlformats.org/drawingml/2006/main" noGrp="1"/>
          </p:cNvSpPr>
          <p:nvPr/>
        </p:nvSpPr>
        <p:spPr>
          <a:xfrm xmlns:a="http://schemas.openxmlformats.org/drawingml/2006/main">
            <a:off x="8582025" y="3143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350" b="0">
                <a:solidFill>
                  <a:srgbClr val="06255C"/>
                </a:solidFill>
                <a:latin typeface="Apple SD Gothic Neo"/>
                <a:ea typeface="Apple SD Gothic Neo"/>
                <a:cs typeface="Apple SD Gothic Neo"/>
              </a:defRPr>
            </a:pPr>
            <a:r>
              <a:rPr sz="1350" b="0">
                <a:solidFill>
                  <a:srgbClr val="06255C"/>
                </a:solidFill>
                <a:latin typeface="Apple SD Gothic Neo"/>
                <a:ea typeface="Apple SD Gothic Neo"/>
                <a:cs typeface="Apple SD Gothic Neo"/>
              </a:rPr>
              <a:t>모델과 Runtime</a:t>
            </a:r>
          </a:p>
        </p:txBody>
      </p:sp>
      <p:sp>
        <p:nvSpPr>
          <p:cNvPr id="1079" name="necessity-v7-technology-meaning">
            <a:extLst xmlns:a="http://schemas.openxmlformats.org/drawingml/2006/main">
              <a:ext uri="{FF2B5EF4-FFF2-40B4-BE49-F238E27FC236}">
                <a16:creationId xmlns:a16="http://schemas.microsoft.com/office/drawing/2014/main" id="{C4D20125-88A5-4886-B8CD-7284F9BCD91B}"/>
              </a:ext>
            </a:extLst>
          </p:cNvPr>
          <p:cNvSpPr>
            <a:spLocks xmlns:a="http://schemas.openxmlformats.org/drawingml/2006/main" noGrp="1"/>
          </p:cNvSpPr>
          <p:nvPr/>
        </p:nvSpPr>
        <p:spPr>
          <a:xfrm xmlns:a="http://schemas.openxmlformats.org/drawingml/2006/main">
            <a:off x="10201275" y="3143250"/>
            <a:ext cx="1485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350" b="0">
                <a:solidFill>
                  <a:srgbClr val="06255C"/>
                </a:solidFill>
                <a:latin typeface="Apple SD Gothic Neo"/>
                <a:ea typeface="Apple SD Gothic Neo"/>
                <a:cs typeface="Apple SD Gothic Neo"/>
              </a:defRPr>
            </a:pPr>
            <a:r>
              <a:rPr sz="1350" b="0">
                <a:solidFill>
                  <a:srgbClr val="06255C"/>
                </a:solidFill>
                <a:latin typeface="Apple SD Gothic Neo"/>
                <a:ea typeface="Apple SD Gothic Neo"/>
                <a:cs typeface="Apple SD Gothic Neo"/>
              </a:rPr>
              <a:t>요청 이해</a:t>
            </a:r>
          </a:p>
        </p:txBody>
      </p:sp>
      <p:sp>
        <p:nvSpPr>
          <p:cNvPr id="1080" name="necessity-v7-changed-context">
            <a:extLst xmlns:a="http://schemas.openxmlformats.org/drawingml/2006/main">
              <a:ext uri="{FF2B5EF4-FFF2-40B4-BE49-F238E27FC236}">
                <a16:creationId xmlns:a16="http://schemas.microsoft.com/office/drawing/2014/main" id="{70BE06C4-3741-4171-9704-FE580A766FF6}"/>
              </a:ext>
            </a:extLst>
          </p:cNvPr>
          <p:cNvSpPr>
            <a:spLocks xmlns:a="http://schemas.openxmlformats.org/drawingml/2006/main" noGrp="1"/>
          </p:cNvSpPr>
          <p:nvPr/>
        </p:nvSpPr>
        <p:spPr>
          <a:xfrm xmlns:a="http://schemas.openxmlformats.org/drawingml/2006/main">
            <a:off x="8562975" y="3590925"/>
            <a:ext cx="1543050" cy="323850"/>
          </a:xfrm>
          <a:prstGeom xmlns:a="http://schemas.openxmlformats.org/drawingml/2006/main" prst="roundRect">
            <a:avLst>
              <a:gd name="adj" fmla="val 8824"/>
            </a:avLst>
          </a:prstGeom>
          <a:solidFill xmlns:a="http://schemas.openxmlformats.org/drawingml/2006/main">
            <a:srgbClr val="EAF3E2"/>
          </a:solidFill>
          <a:ln xmlns:a="http://schemas.openxmlformats.org/drawingml/2006/main" w="0">
            <a:noFill/>
            <a:prstDash val="solid"/>
          </a:ln>
        </p:spPr>
      </p:sp>
      <p:sp>
        <p:nvSpPr>
          <p:cNvPr id="1081" name="necessity-v7-technology-context">
            <a:extLst xmlns:a="http://schemas.openxmlformats.org/drawingml/2006/main">
              <a:ext uri="{FF2B5EF4-FFF2-40B4-BE49-F238E27FC236}">
                <a16:creationId xmlns:a16="http://schemas.microsoft.com/office/drawing/2014/main" id="{E29BD903-1114-4BB1-9F1E-56081B016991}"/>
              </a:ext>
            </a:extLst>
          </p:cNvPr>
          <p:cNvSpPr>
            <a:spLocks xmlns:a="http://schemas.openxmlformats.org/drawingml/2006/main" noGrp="1"/>
          </p:cNvSpPr>
          <p:nvPr/>
        </p:nvSpPr>
        <p:spPr>
          <a:xfrm xmlns:a="http://schemas.openxmlformats.org/drawingml/2006/main">
            <a:off x="8582025" y="360997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350" b="1">
                <a:solidFill>
                  <a:srgbClr val="06255C"/>
                </a:solidFill>
                <a:latin typeface="Apple SD Gothic Neo"/>
                <a:ea typeface="Apple SD Gothic Neo"/>
                <a:cs typeface="Apple SD Gothic Neo"/>
              </a:defRPr>
            </a:pPr>
            <a:r>
              <a:rPr sz="1350" b="1">
                <a:solidFill>
                  <a:srgbClr val="06255C"/>
                </a:solidFill>
                <a:latin typeface="Apple SD Gothic Neo"/>
                <a:ea typeface="Apple SD Gothic Neo"/>
                <a:cs typeface="Apple SD Gothic Neo"/>
              </a:rPr>
              <a:t>기억과 Context</a:t>
            </a:r>
          </a:p>
        </p:txBody>
      </p:sp>
      <p:sp>
        <p:nvSpPr>
          <p:cNvPr id="1082" name="necessity-v7-technology-interaction">
            <a:extLst xmlns:a="http://schemas.openxmlformats.org/drawingml/2006/main">
              <a:ext uri="{FF2B5EF4-FFF2-40B4-BE49-F238E27FC236}">
                <a16:creationId xmlns:a16="http://schemas.microsoft.com/office/drawing/2014/main" id="{527F0424-4AA4-411C-9120-A6162EE40B1A}"/>
              </a:ext>
            </a:extLst>
          </p:cNvPr>
          <p:cNvSpPr>
            <a:spLocks xmlns:a="http://schemas.openxmlformats.org/drawingml/2006/main" noGrp="1"/>
          </p:cNvSpPr>
          <p:nvPr/>
        </p:nvSpPr>
        <p:spPr>
          <a:xfrm xmlns:a="http://schemas.openxmlformats.org/drawingml/2006/main">
            <a:off x="10201275" y="3609975"/>
            <a:ext cx="1485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350" b="0">
                <a:solidFill>
                  <a:srgbClr val="06255C"/>
                </a:solidFill>
                <a:latin typeface="Apple SD Gothic Neo"/>
                <a:ea typeface="Apple SD Gothic Neo"/>
                <a:cs typeface="Apple SD Gothic Neo"/>
              </a:defRPr>
            </a:pPr>
            <a:r>
              <a:rPr sz="1350" b="0">
                <a:solidFill>
                  <a:srgbClr val="06255C"/>
                </a:solidFill>
                <a:latin typeface="Apple SD Gothic Neo"/>
                <a:ea typeface="Apple SD Gothic Neo"/>
                <a:cs typeface="Apple SD Gothic Neo"/>
              </a:rPr>
              <a:t>연속 상호작용</a:t>
            </a:r>
          </a:p>
        </p:txBody>
      </p:sp>
      <p:sp>
        <p:nvSpPr>
          <p:cNvPr id="1083" name="necessity-v7-technology-change-caption">
            <a:extLst xmlns:a="http://schemas.openxmlformats.org/drawingml/2006/main">
              <a:ext uri="{FF2B5EF4-FFF2-40B4-BE49-F238E27FC236}">
                <a16:creationId xmlns:a16="http://schemas.microsoft.com/office/drawing/2014/main" id="{31BD7A7C-A8FC-4F2F-917B-17B09F9A11A5}"/>
              </a:ext>
            </a:extLst>
          </p:cNvPr>
          <p:cNvSpPr>
            <a:spLocks xmlns:a="http://schemas.openxmlformats.org/drawingml/2006/main" noGrp="1"/>
          </p:cNvSpPr>
          <p:nvPr/>
        </p:nvSpPr>
        <p:spPr>
          <a:xfrm xmlns:a="http://schemas.openxmlformats.org/drawingml/2006/main">
            <a:off x="8486775" y="4171950"/>
            <a:ext cx="3295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75" b="0">
                <a:solidFill>
                  <a:srgbClr val="697783"/>
                </a:solidFill>
                <a:latin typeface="Apple SD Gothic Neo"/>
                <a:ea typeface="Apple SD Gothic Neo"/>
                <a:cs typeface="Apple SD Gothic Neo"/>
              </a:defRPr>
            </a:pPr>
            <a:r>
              <a:rPr sz="1275" b="0">
                <a:solidFill>
                  <a:srgbClr val="697783"/>
                </a:solidFill>
                <a:latin typeface="Apple SD Gothic Neo"/>
                <a:ea typeface="Apple SD Gothic Neo"/>
                <a:cs typeface="Apple SD Gothic Neo"/>
              </a:rPr>
              <a:t>새 기술의 적용 범위를 필요한 부분에 한정</a:t>
            </a:r>
          </a:p>
        </p:txBody>
      </p:sp>
      <p:sp>
        <p:nvSpPr>
          <p:cNvPr id="1084" name="necessity-v7-change-heading-2">
            <a:extLst xmlns:a="http://schemas.openxmlformats.org/drawingml/2006/main">
              <a:ext uri="{FF2B5EF4-FFF2-40B4-BE49-F238E27FC236}">
                <a16:creationId xmlns:a16="http://schemas.microsoft.com/office/drawing/2014/main" id="{DC379961-8C7D-4DFF-AC93-0CA086D9EBDC}"/>
              </a:ext>
            </a:extLst>
          </p:cNvPr>
          <p:cNvSpPr>
            <a:spLocks xmlns:a="http://schemas.openxmlformats.org/drawingml/2006/main" noGrp="1"/>
          </p:cNvSpPr>
          <p:nvPr/>
        </p:nvSpPr>
        <p:spPr>
          <a:xfrm xmlns:a="http://schemas.openxmlformats.org/drawingml/2006/main">
            <a:off x="8315325" y="4514850"/>
            <a:ext cx="35623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90500" indent="-152400">
              <a:spcAft>
                <a:spcPts val="0"/>
              </a:spcAft>
              <a:buChar char="▪"/>
              <a:defRPr sz="1575" b="1">
                <a:solidFill>
                  <a:srgbClr val="171B20"/>
                </a:solidFill>
                <a:latin typeface="Apple SD Gothic Neo"/>
                <a:ea typeface="Apple SD Gothic Neo"/>
                <a:cs typeface="Apple SD Gothic Neo"/>
              </a:defRPr>
            </a:pPr>
            <a:r>
              <a:rPr sz="1575" b="1">
                <a:solidFill>
                  <a:srgbClr val="171B20"/>
                </a:solidFill>
                <a:latin typeface="Apple SD Gothic Neo"/>
                <a:ea typeface="Apple SD Gothic Neo"/>
                <a:cs typeface="Apple SD Gothic Neo"/>
              </a:rPr>
              <a:t>새로운 Agent와 연동 방식도 등장</a:t>
            </a:r>
          </a:p>
        </p:txBody>
      </p:sp>
      <p:sp>
        <p:nvSpPr>
          <p:cNvPr id="1085" name="necessity-v7-change-desc-2">
            <a:extLst xmlns:a="http://schemas.openxmlformats.org/drawingml/2006/main">
              <a:ext uri="{FF2B5EF4-FFF2-40B4-BE49-F238E27FC236}">
                <a16:creationId xmlns:a16="http://schemas.microsoft.com/office/drawing/2014/main" id="{0A83B57D-CB98-49CB-B8FD-68B54D2F3B27}"/>
              </a:ext>
            </a:extLst>
          </p:cNvPr>
          <p:cNvSpPr>
            <a:spLocks xmlns:a="http://schemas.openxmlformats.org/drawingml/2006/main" noGrp="1"/>
          </p:cNvSpPr>
          <p:nvPr/>
        </p:nvSpPr>
        <p:spPr>
          <a:xfrm xmlns:a="http://schemas.openxmlformats.org/drawingml/2006/main">
            <a:off x="8486775" y="4895850"/>
            <a:ext cx="3333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marL="177800" indent="-101600">
              <a:spcAft>
                <a:spcPts val="0"/>
              </a:spcAft>
              <a:buChar char="-"/>
              <a:defRPr sz="1350" b="0">
                <a:solidFill>
                  <a:srgbClr val="171B20"/>
                </a:solidFill>
                <a:latin typeface="Apple SD Gothic Neo"/>
                <a:ea typeface="Apple SD Gothic Neo"/>
                <a:cs typeface="Apple SD Gothic Neo"/>
              </a:defRPr>
            </a:pPr>
            <a:r>
              <a:rPr sz="1350" b="0">
                <a:solidFill>
                  <a:srgbClr val="171B20"/>
                </a:solidFill>
                <a:latin typeface="Apple SD Gothic Neo"/>
                <a:ea typeface="Apple SD Gothic Neo"/>
                <a:cs typeface="Apple SD Gothic Neo"/>
              </a:rPr>
              <a:t>Downstream Agent의 추가와
연동 방식 변화에 대응</a:t>
            </a:r>
          </a:p>
        </p:txBody>
      </p:sp>
      <p:sp>
        <p:nvSpPr>
          <p:cNvPr id="1086" name="necessity-v7-integration-via">
            <a:extLst xmlns:a="http://schemas.openxmlformats.org/drawingml/2006/main">
              <a:ext uri="{FF2B5EF4-FFF2-40B4-BE49-F238E27FC236}">
                <a16:creationId xmlns:a16="http://schemas.microsoft.com/office/drawing/2014/main" id="{7F08B833-7789-4542-8A6F-30A4F6D22EE8}"/>
              </a:ext>
            </a:extLst>
          </p:cNvPr>
          <p:cNvSpPr>
            <a:spLocks xmlns:a="http://schemas.openxmlformats.org/drawingml/2006/main" noGrp="1"/>
          </p:cNvSpPr>
          <p:nvPr/>
        </p:nvSpPr>
        <p:spPr>
          <a:xfrm xmlns:a="http://schemas.openxmlformats.org/drawingml/2006/main">
            <a:off x="8591550" y="5495925"/>
            <a:ext cx="723900" cy="409575"/>
          </a:xfrm>
          <a:prstGeom xmlns:a="http://schemas.openxmlformats.org/drawingml/2006/main" prst="roundRect">
            <a:avLst>
              <a:gd name="adj" fmla="val 9302"/>
            </a:avLst>
          </a:prstGeom>
          <a:solidFill xmlns:a="http://schemas.openxmlformats.org/drawingml/2006/main">
            <a:srgbClr val="06255C"/>
          </a:solidFill>
          <a:ln xmlns:a="http://schemas.openxmlformats.org/drawingml/2006/main" w="0">
            <a:noFill/>
            <a:prstDash val="solid"/>
          </a:ln>
        </p:spPr>
      </p:sp>
      <p:sp>
        <p:nvSpPr>
          <p:cNvPr id="1087" name="necessity-v7-integration-via-label">
            <a:extLst xmlns:a="http://schemas.openxmlformats.org/drawingml/2006/main">
              <a:ext uri="{FF2B5EF4-FFF2-40B4-BE49-F238E27FC236}">
                <a16:creationId xmlns:a16="http://schemas.microsoft.com/office/drawing/2014/main" id="{452FDE1F-5570-463A-ADED-D8D3F01AC83E}"/>
              </a:ext>
            </a:extLst>
          </p:cNvPr>
          <p:cNvSpPr>
            <a:spLocks xmlns:a="http://schemas.openxmlformats.org/drawingml/2006/main" noGrp="1"/>
          </p:cNvSpPr>
          <p:nvPr/>
        </p:nvSpPr>
        <p:spPr>
          <a:xfrm xmlns:a="http://schemas.openxmlformats.org/drawingml/2006/main">
            <a:off x="8591550" y="5505450"/>
            <a:ext cx="72390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575" b="1">
                <a:solidFill>
                  <a:srgbClr val="FFFFFF"/>
                </a:solidFill>
                <a:latin typeface="Apple SD Gothic Neo"/>
                <a:ea typeface="Apple SD Gothic Neo"/>
                <a:cs typeface="Apple SD Gothic Neo"/>
              </a:defRPr>
            </a:pPr>
            <a:r>
              <a:rPr sz="1575" b="1">
                <a:solidFill>
                  <a:srgbClr val="FFFFFF"/>
                </a:solidFill>
                <a:latin typeface="Apple SD Gothic Neo"/>
                <a:ea typeface="Apple SD Gothic Neo"/>
                <a:cs typeface="Apple SD Gothic Neo"/>
              </a:rPr>
              <a:t>VIA</a:t>
            </a:r>
          </a:p>
        </p:txBody>
      </p:sp>
      <p:sp>
        <p:nvSpPr>
          <p:cNvPr id="1088" name="necessity-v7-integration-junction">
            <a:extLst xmlns:a="http://schemas.openxmlformats.org/drawingml/2006/main">
              <a:ext uri="{FF2B5EF4-FFF2-40B4-BE49-F238E27FC236}">
                <a16:creationId xmlns:a16="http://schemas.microsoft.com/office/drawing/2014/main" id="{65C80AE5-3DEF-41BA-ABC9-FC000B456E47}"/>
              </a:ext>
            </a:extLst>
          </p:cNvPr>
          <p:cNvSpPr>
            <a:spLocks xmlns:a="http://schemas.openxmlformats.org/drawingml/2006/main" noGrp="1"/>
          </p:cNvSpPr>
          <p:nvPr/>
        </p:nvSpPr>
        <p:spPr>
          <a:xfrm xmlns:a="http://schemas.openxmlformats.org/drawingml/2006/main">
            <a:off x="9586913" y="5695950"/>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89" name=""/>
          <p:cNvCxnSpPr>
            <a:stCxn xmlns:a="http://schemas.openxmlformats.org/drawingml/2006/main" id="1086" idx="3"/>
            <a:endCxn xmlns:a="http://schemas.openxmlformats.org/drawingml/2006/main" id="1088" idx="1"/>
          </p:cNvCxnSpPr>
          <p:nvPr/>
        </p:nvCxnSpPr>
        <p:spPr>
          <a:xfrm xmlns:a="http://schemas.openxmlformats.org/drawingml/2006/main">
            <a:off x="9315450" y="5700713"/>
            <a:ext cx="271463" cy="0"/>
          </a:xfrm>
          <a:prstGeom xmlns:a="http://schemas.openxmlformats.org/drawingml/2006/main" prst="straightConnector1">
            <a:avLst/>
          </a:prstGeom>
          <a:ln xmlns:a="http://schemas.openxmlformats.org/drawingml/2006/main" w="13335">
            <a:solidFill>
              <a:srgbClr val="697783"/>
            </a:solidFill>
            <a:prstDash val="solid"/>
          </a:ln>
        </p:spPr>
      </p:cxnSp>
      <p:sp>
        <p:nvSpPr>
          <p:cNvPr id="1090" name="necessity-v7-integration-agent-0">
            <a:extLst xmlns:a="http://schemas.openxmlformats.org/drawingml/2006/main">
              <a:ext uri="{FF2B5EF4-FFF2-40B4-BE49-F238E27FC236}">
                <a16:creationId xmlns:a16="http://schemas.microsoft.com/office/drawing/2014/main" id="{97882924-D104-4292-89FF-E588FC1B14DC}"/>
              </a:ext>
            </a:extLst>
          </p:cNvPr>
          <p:cNvSpPr>
            <a:spLocks xmlns:a="http://schemas.openxmlformats.org/drawingml/2006/main" noGrp="1"/>
          </p:cNvSpPr>
          <p:nvPr/>
        </p:nvSpPr>
        <p:spPr>
          <a:xfrm xmlns:a="http://schemas.openxmlformats.org/drawingml/2006/main">
            <a:off x="10153650" y="5343525"/>
            <a:ext cx="1533525" cy="2190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AEBBC8"/>
            </a:solidFill>
            <a:prstDash val="solid"/>
          </a:ln>
        </p:spPr>
      </p:sp>
      <p:sp>
        <p:nvSpPr>
          <p:cNvPr id="1091" name="necessity-v7-integration-agent-label-0">
            <a:extLst xmlns:a="http://schemas.openxmlformats.org/drawingml/2006/main">
              <a:ext uri="{FF2B5EF4-FFF2-40B4-BE49-F238E27FC236}">
                <a16:creationId xmlns:a16="http://schemas.microsoft.com/office/drawing/2014/main" id="{74FE5727-59BB-43D0-98D9-2A32368149A6}"/>
              </a:ext>
            </a:extLst>
          </p:cNvPr>
          <p:cNvSpPr>
            <a:spLocks xmlns:a="http://schemas.openxmlformats.org/drawingml/2006/main" noGrp="1"/>
          </p:cNvSpPr>
          <p:nvPr/>
        </p:nvSpPr>
        <p:spPr>
          <a:xfrm xmlns:a="http://schemas.openxmlformats.org/drawingml/2006/main">
            <a:off x="10153650" y="5353050"/>
            <a:ext cx="15335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38" b="0">
                <a:solidFill>
                  <a:srgbClr val="697783"/>
                </a:solidFill>
                <a:latin typeface="Apple SD Gothic Neo"/>
                <a:ea typeface="Apple SD Gothic Neo"/>
                <a:cs typeface="Apple SD Gothic Neo"/>
              </a:defRPr>
            </a:pPr>
            <a:r>
              <a:rPr sz="1238" b="0">
                <a:solidFill>
                  <a:srgbClr val="697783"/>
                </a:solidFill>
                <a:latin typeface="Apple SD Gothic Neo"/>
                <a:ea typeface="Apple SD Gothic Neo"/>
                <a:cs typeface="Apple SD Gothic Neo"/>
              </a:rPr>
              <a:t>Agent A</a:t>
            </a:r>
          </a:p>
        </p:txBody>
      </p:sp>
      <p:sp>
        <p:nvSpPr>
          <p:cNvPr id="1092" name="necessity-v7-integration-branch-0">
            <a:extLst xmlns:a="http://schemas.openxmlformats.org/drawingml/2006/main">
              <a:ext uri="{FF2B5EF4-FFF2-40B4-BE49-F238E27FC236}">
                <a16:creationId xmlns:a16="http://schemas.microsoft.com/office/drawing/2014/main" id="{A85DAA69-09B9-4884-B751-BB34C49F35A8}"/>
              </a:ext>
            </a:extLst>
          </p:cNvPr>
          <p:cNvSpPr>
            <a:spLocks xmlns:a="http://schemas.openxmlformats.org/drawingml/2006/main" noGrp="1"/>
          </p:cNvSpPr>
          <p:nvPr/>
        </p:nvSpPr>
        <p:spPr>
          <a:xfrm xmlns:a="http://schemas.openxmlformats.org/drawingml/2006/main">
            <a:off x="9586913" y="5448300"/>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93" name="necessity-v7-integration-spine-0">
            <a:extLst xmlns:a="http://schemas.openxmlformats.org/drawingml/2006/main">
              <a:ext uri="{FF2B5EF4-FFF2-40B4-BE49-F238E27FC236}">
                <a16:creationId xmlns:a16="http://schemas.microsoft.com/office/drawing/2014/main" id="{8CEA9925-8CC8-49FD-B840-F145169DC5B6}"/>
              </a:ext>
            </a:extLst>
          </p:cNvPr>
          <p:cNvSpPr>
            <a:spLocks xmlns:a="http://schemas.openxmlformats.org/drawingml/2006/main" noGrp="1"/>
          </p:cNvSpPr>
          <p:nvPr/>
        </p:nvSpPr>
        <p:spPr>
          <a:xfrm xmlns:a="http://schemas.openxmlformats.org/drawingml/2006/main">
            <a:off x="9591675" y="5453063"/>
            <a:ext cx="0" cy="247650"/>
          </a:xfrm>
          <a:prstGeom xmlns:a="http://schemas.openxmlformats.org/drawingml/2006/main" prst="line">
            <a:avLst/>
          </a:prstGeom>
          <a:noFill xmlns:a="http://schemas.openxmlformats.org/drawingml/2006/main"/>
          <a:ln xmlns:a="http://schemas.openxmlformats.org/drawingml/2006/main" w="11430">
            <a:solidFill>
              <a:srgbClr val="697783"/>
            </a:solidFill>
            <a:prstDash val="solid"/>
          </a:ln>
        </p:spPr>
      </p:sp>
      <p:cxnSp>
        <p:nvCxnSpPr>
          <p:cNvPr id="1094" name=""/>
          <p:cNvCxnSpPr>
            <a:stCxn xmlns:a="http://schemas.openxmlformats.org/drawingml/2006/main" id="1092" idx="3"/>
            <a:endCxn xmlns:a="http://schemas.openxmlformats.org/drawingml/2006/main" id="1090" idx="1"/>
          </p:cNvCxnSpPr>
          <p:nvPr/>
        </p:nvCxnSpPr>
        <p:spPr>
          <a:xfrm xmlns:a="http://schemas.openxmlformats.org/drawingml/2006/main">
            <a:off x="9596438" y="5453063"/>
            <a:ext cx="557212" cy="0"/>
          </a:xfrm>
          <a:prstGeom xmlns:a="http://schemas.openxmlformats.org/drawingml/2006/main" prst="straightConnector1">
            <a:avLst/>
          </a:prstGeom>
          <a:ln xmlns:a="http://schemas.openxmlformats.org/drawingml/2006/main" w="13335">
            <a:solidFill>
              <a:srgbClr val="697783"/>
            </a:solidFill>
            <a:prstDash val="solid"/>
            <a:tailEnd type="triangle" w="sm" len="sm"/>
          </a:ln>
        </p:spPr>
      </p:cxnSp>
      <p:sp>
        <p:nvSpPr>
          <p:cNvPr id="1095" name="necessity-v7-integration-agent-1">
            <a:extLst xmlns:a="http://schemas.openxmlformats.org/drawingml/2006/main">
              <a:ext uri="{FF2B5EF4-FFF2-40B4-BE49-F238E27FC236}">
                <a16:creationId xmlns:a16="http://schemas.microsoft.com/office/drawing/2014/main" id="{E2290987-B8ED-48B0-860A-A52174A107A6}"/>
              </a:ext>
            </a:extLst>
          </p:cNvPr>
          <p:cNvSpPr>
            <a:spLocks xmlns:a="http://schemas.openxmlformats.org/drawingml/2006/main" noGrp="1"/>
          </p:cNvSpPr>
          <p:nvPr/>
        </p:nvSpPr>
        <p:spPr>
          <a:xfrm xmlns:a="http://schemas.openxmlformats.org/drawingml/2006/main">
            <a:off x="10153650" y="5591175"/>
            <a:ext cx="1533525" cy="219075"/>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AEBBC8"/>
            </a:solidFill>
            <a:prstDash val="solid"/>
          </a:ln>
        </p:spPr>
      </p:sp>
      <p:sp>
        <p:nvSpPr>
          <p:cNvPr id="1096" name="necessity-v7-integration-agent-label-1">
            <a:extLst xmlns:a="http://schemas.openxmlformats.org/drawingml/2006/main">
              <a:ext uri="{FF2B5EF4-FFF2-40B4-BE49-F238E27FC236}">
                <a16:creationId xmlns:a16="http://schemas.microsoft.com/office/drawing/2014/main" id="{9136FA42-A4E0-45E7-BCF3-2B6BBDB5A860}"/>
              </a:ext>
            </a:extLst>
          </p:cNvPr>
          <p:cNvSpPr>
            <a:spLocks xmlns:a="http://schemas.openxmlformats.org/drawingml/2006/main" noGrp="1"/>
          </p:cNvSpPr>
          <p:nvPr/>
        </p:nvSpPr>
        <p:spPr>
          <a:xfrm xmlns:a="http://schemas.openxmlformats.org/drawingml/2006/main">
            <a:off x="10153650" y="5600700"/>
            <a:ext cx="15335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38" b="0">
                <a:solidFill>
                  <a:srgbClr val="697783"/>
                </a:solidFill>
                <a:latin typeface="Apple SD Gothic Neo"/>
                <a:ea typeface="Apple SD Gothic Neo"/>
                <a:cs typeface="Apple SD Gothic Neo"/>
              </a:defRPr>
            </a:pPr>
            <a:r>
              <a:rPr sz="1238" b="0">
                <a:solidFill>
                  <a:srgbClr val="697783"/>
                </a:solidFill>
                <a:latin typeface="Apple SD Gothic Neo"/>
                <a:ea typeface="Apple SD Gothic Neo"/>
                <a:cs typeface="Apple SD Gothic Neo"/>
              </a:rPr>
              <a:t>Agent B</a:t>
            </a:r>
          </a:p>
        </p:txBody>
      </p:sp>
      <p:sp>
        <p:nvSpPr>
          <p:cNvPr id="1097" name="necessity-v7-integration-branch-1">
            <a:extLst xmlns:a="http://schemas.openxmlformats.org/drawingml/2006/main">
              <a:ext uri="{FF2B5EF4-FFF2-40B4-BE49-F238E27FC236}">
                <a16:creationId xmlns:a16="http://schemas.microsoft.com/office/drawing/2014/main" id="{D985E603-4F30-47BB-BB52-54FD76C96989}"/>
              </a:ext>
            </a:extLst>
          </p:cNvPr>
          <p:cNvSpPr>
            <a:spLocks xmlns:a="http://schemas.openxmlformats.org/drawingml/2006/main" noGrp="1"/>
          </p:cNvSpPr>
          <p:nvPr/>
        </p:nvSpPr>
        <p:spPr>
          <a:xfrm xmlns:a="http://schemas.openxmlformats.org/drawingml/2006/main">
            <a:off x="9586913" y="5695950"/>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1098" name=""/>
          <p:cNvCxnSpPr>
            <a:stCxn xmlns:a="http://schemas.openxmlformats.org/drawingml/2006/main" id="1097" idx="3"/>
            <a:endCxn xmlns:a="http://schemas.openxmlformats.org/drawingml/2006/main" id="1095" idx="1"/>
          </p:cNvCxnSpPr>
          <p:nvPr/>
        </p:nvCxnSpPr>
        <p:spPr>
          <a:xfrm xmlns:a="http://schemas.openxmlformats.org/drawingml/2006/main">
            <a:off x="9596438" y="5700713"/>
            <a:ext cx="557212" cy="0"/>
          </a:xfrm>
          <a:prstGeom xmlns:a="http://schemas.openxmlformats.org/drawingml/2006/main" prst="straightConnector1">
            <a:avLst/>
          </a:prstGeom>
          <a:ln xmlns:a="http://schemas.openxmlformats.org/drawingml/2006/main" w="13335">
            <a:solidFill>
              <a:srgbClr val="697783"/>
            </a:solidFill>
            <a:prstDash val="solid"/>
            <a:tailEnd type="triangle" w="sm" len="sm"/>
          </a:ln>
        </p:spPr>
      </p:cxnSp>
      <p:sp>
        <p:nvSpPr>
          <p:cNvPr id="1099" name="necessity-v7-integration-agent-2">
            <a:extLst xmlns:a="http://schemas.openxmlformats.org/drawingml/2006/main">
              <a:ext uri="{FF2B5EF4-FFF2-40B4-BE49-F238E27FC236}">
                <a16:creationId xmlns:a16="http://schemas.microsoft.com/office/drawing/2014/main" id="{6120ED2B-BF5E-480A-8CBB-E94E1DC26F52}"/>
              </a:ext>
            </a:extLst>
          </p:cNvPr>
          <p:cNvSpPr>
            <a:spLocks xmlns:a="http://schemas.openxmlformats.org/drawingml/2006/main" noGrp="1"/>
          </p:cNvSpPr>
          <p:nvPr/>
        </p:nvSpPr>
        <p:spPr>
          <a:xfrm xmlns:a="http://schemas.openxmlformats.org/drawingml/2006/main">
            <a:off x="10153650" y="5838825"/>
            <a:ext cx="1533525" cy="219075"/>
          </a:xfrm>
          <a:prstGeom xmlns:a="http://schemas.openxmlformats.org/drawingml/2006/main" prst="roundRect">
            <a:avLst>
              <a:gd name="adj" fmla="val 13043"/>
            </a:avLst>
          </a:prstGeom>
          <a:solidFill xmlns:a="http://schemas.openxmlformats.org/drawingml/2006/main">
            <a:srgbClr val="EAF3E2"/>
          </a:solidFill>
          <a:ln xmlns:a="http://schemas.openxmlformats.org/drawingml/2006/main" w="9525">
            <a:solidFill>
              <a:srgbClr val="218FAF"/>
            </a:solidFill>
            <a:prstDash val="solid"/>
          </a:ln>
        </p:spPr>
      </p:sp>
      <p:sp>
        <p:nvSpPr>
          <p:cNvPr id="1100" name="necessity-v7-integration-agent-label-2">
            <a:extLst xmlns:a="http://schemas.openxmlformats.org/drawingml/2006/main">
              <a:ext uri="{FF2B5EF4-FFF2-40B4-BE49-F238E27FC236}">
                <a16:creationId xmlns:a16="http://schemas.microsoft.com/office/drawing/2014/main" id="{3FC5F8DD-6359-42D1-9E1F-9C48EC8F7F42}"/>
              </a:ext>
            </a:extLst>
          </p:cNvPr>
          <p:cNvSpPr>
            <a:spLocks xmlns:a="http://schemas.openxmlformats.org/drawingml/2006/main" noGrp="1"/>
          </p:cNvSpPr>
          <p:nvPr/>
        </p:nvSpPr>
        <p:spPr>
          <a:xfrm xmlns:a="http://schemas.openxmlformats.org/drawingml/2006/main">
            <a:off x="10153650" y="5848350"/>
            <a:ext cx="1533525"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238" b="1">
                <a:solidFill>
                  <a:srgbClr val="218FAF"/>
                </a:solidFill>
                <a:latin typeface="Apple SD Gothic Neo"/>
                <a:ea typeface="Apple SD Gothic Neo"/>
                <a:cs typeface="Apple SD Gothic Neo"/>
              </a:defRPr>
            </a:pPr>
            <a:r>
              <a:rPr sz="1238" b="1">
                <a:solidFill>
                  <a:srgbClr val="218FAF"/>
                </a:solidFill>
                <a:latin typeface="Apple SD Gothic Neo"/>
                <a:ea typeface="Apple SD Gothic Neo"/>
                <a:cs typeface="Apple SD Gothic Neo"/>
              </a:rPr>
              <a:t>새 Agent</a:t>
            </a:r>
          </a:p>
        </p:txBody>
      </p:sp>
      <p:sp>
        <p:nvSpPr>
          <p:cNvPr id="1101" name="necessity-v7-integration-branch-2">
            <a:extLst xmlns:a="http://schemas.openxmlformats.org/drawingml/2006/main">
              <a:ext uri="{FF2B5EF4-FFF2-40B4-BE49-F238E27FC236}">
                <a16:creationId xmlns:a16="http://schemas.microsoft.com/office/drawing/2014/main" id="{CEF3B099-2C6A-47C9-8DFC-BC535B8CA562}"/>
              </a:ext>
            </a:extLst>
          </p:cNvPr>
          <p:cNvSpPr>
            <a:spLocks xmlns:a="http://schemas.openxmlformats.org/drawingml/2006/main" noGrp="1"/>
          </p:cNvSpPr>
          <p:nvPr/>
        </p:nvSpPr>
        <p:spPr>
          <a:xfrm xmlns:a="http://schemas.openxmlformats.org/drawingml/2006/main">
            <a:off x="9586913" y="5943600"/>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102" name="necessity-v7-integration-spine-2">
            <a:extLst xmlns:a="http://schemas.openxmlformats.org/drawingml/2006/main">
              <a:ext uri="{FF2B5EF4-FFF2-40B4-BE49-F238E27FC236}">
                <a16:creationId xmlns:a16="http://schemas.microsoft.com/office/drawing/2014/main" id="{E38C354A-812E-48C4-8842-9FCEE56F2334}"/>
              </a:ext>
            </a:extLst>
          </p:cNvPr>
          <p:cNvSpPr>
            <a:spLocks xmlns:a="http://schemas.openxmlformats.org/drawingml/2006/main" noGrp="1"/>
          </p:cNvSpPr>
          <p:nvPr/>
        </p:nvSpPr>
        <p:spPr>
          <a:xfrm xmlns:a="http://schemas.openxmlformats.org/drawingml/2006/main">
            <a:off x="9591675" y="5700713"/>
            <a:ext cx="0" cy="247650"/>
          </a:xfrm>
          <a:prstGeom xmlns:a="http://schemas.openxmlformats.org/drawingml/2006/main" prst="line">
            <a:avLst/>
          </a:prstGeom>
          <a:noFill xmlns:a="http://schemas.openxmlformats.org/drawingml/2006/main"/>
          <a:ln xmlns:a="http://schemas.openxmlformats.org/drawingml/2006/main" w="11430">
            <a:solidFill>
              <a:srgbClr val="218FAF"/>
            </a:solidFill>
            <a:prstDash val="solid"/>
          </a:ln>
        </p:spPr>
      </p:sp>
      <p:cxnSp>
        <p:nvCxnSpPr>
          <p:cNvPr id="1103" name=""/>
          <p:cNvCxnSpPr>
            <a:stCxn xmlns:a="http://schemas.openxmlformats.org/drawingml/2006/main" id="1101" idx="3"/>
            <a:endCxn xmlns:a="http://schemas.openxmlformats.org/drawingml/2006/main" id="1099" idx="1"/>
          </p:cNvCxnSpPr>
          <p:nvPr/>
        </p:nvCxnSpPr>
        <p:spPr>
          <a:xfrm xmlns:a="http://schemas.openxmlformats.org/drawingml/2006/main">
            <a:off x="9596438" y="5948363"/>
            <a:ext cx="557212" cy="0"/>
          </a:xfrm>
          <a:prstGeom xmlns:a="http://schemas.openxmlformats.org/drawingml/2006/main" prst="straightConnector1">
            <a:avLst/>
          </a:prstGeom>
          <a:ln xmlns:a="http://schemas.openxmlformats.org/drawingml/2006/main" w="13335">
            <a:solidFill>
              <a:srgbClr val="218FAF"/>
            </a:solidFill>
            <a:prstDash val="solid"/>
            <a:tailEnd type="triangle" w="sm" len="sm"/>
          </a:ln>
        </p:spPr>
      </p:cxnSp>
      <p:sp>
        <p:nvSpPr>
          <p:cNvPr id="1104" name="necessity-v7-change-conclusion-green">
            <a:extLst xmlns:a="http://schemas.openxmlformats.org/drawingml/2006/main">
              <a:ext uri="{FF2B5EF4-FFF2-40B4-BE49-F238E27FC236}">
                <a16:creationId xmlns:a16="http://schemas.microsoft.com/office/drawing/2014/main" id="{40B34D24-87FC-478E-9432-830B40180665}"/>
              </a:ext>
            </a:extLst>
          </p:cNvPr>
          <p:cNvSpPr>
            <a:spLocks xmlns:a="http://schemas.openxmlformats.org/drawingml/2006/main" noGrp="1"/>
          </p:cNvSpPr>
          <p:nvPr/>
        </p:nvSpPr>
        <p:spPr>
          <a:xfrm xmlns:a="http://schemas.openxmlformats.org/drawingml/2006/main">
            <a:off x="8486775" y="6296025"/>
            <a:ext cx="3314700" cy="114300"/>
          </a:xfrm>
          <a:prstGeom xmlns:a="http://schemas.openxmlformats.org/drawingml/2006/main" prst="rect">
            <a:avLst/>
          </a:prstGeom>
          <a:solidFill xmlns:a="http://schemas.openxmlformats.org/drawingml/2006/main">
            <a:srgbClr val="CDE5BB"/>
          </a:solidFill>
          <a:ln xmlns:a="http://schemas.openxmlformats.org/drawingml/2006/main" w="0">
            <a:noFill/>
            <a:prstDash val="solid"/>
          </a:ln>
        </p:spPr>
      </p:sp>
      <p:sp>
        <p:nvSpPr>
          <p:cNvPr id="1105" name="necessity-v7-change-conclusion">
            <a:extLst xmlns:a="http://schemas.openxmlformats.org/drawingml/2006/main">
              <a:ext uri="{FF2B5EF4-FFF2-40B4-BE49-F238E27FC236}">
                <a16:creationId xmlns:a16="http://schemas.microsoft.com/office/drawing/2014/main" id="{F0572FE0-3119-4FF7-B41D-D9900848F705}"/>
              </a:ext>
            </a:extLst>
          </p:cNvPr>
          <p:cNvSpPr>
            <a:spLocks xmlns:a="http://schemas.openxmlformats.org/drawingml/2006/main" noGrp="1"/>
          </p:cNvSpPr>
          <p:nvPr/>
        </p:nvSpPr>
        <p:spPr>
          <a:xfrm xmlns:a="http://schemas.openxmlformats.org/drawingml/2006/main">
            <a:off x="8486775" y="6143625"/>
            <a:ext cx="3314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defRPr sz="1425" b="1">
                <a:solidFill>
                  <a:srgbClr val="171B20"/>
                </a:solidFill>
                <a:latin typeface="Apple SD Gothic Neo"/>
                <a:ea typeface="Apple SD Gothic Neo"/>
                <a:cs typeface="Apple SD Gothic Neo"/>
              </a:defRPr>
            </a:pPr>
            <a:r>
              <a:rPr sz="1425" b="1">
                <a:solidFill>
                  <a:srgbClr val="171B20"/>
                </a:solidFill>
                <a:latin typeface="Apple SD Gothic Neo"/>
                <a:ea typeface="Apple SD Gothic Neo"/>
                <a:cs typeface="Apple SD Gothic Neo"/>
              </a:rPr>
              <a:t>기존 기능을 유지하며 기술 발전 수용</a:t>
            </a:r>
          </a:p>
        </p:txBody>
      </p:sp>
    </p:spTree>
    <p:extLst>
      <p:ext uri="{BB962C8B-B14F-4D97-AF65-F5344CB8AC3E}">
        <p14:creationId xmlns:p14="http://schemas.microsoft.com/office/powerpoint/2010/main" val="6658956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2026-09-30T07:33:36.3210000Z</dcterms:created>
  <dcterms:modified xsi:type="dcterms:W3CDTF">2026-09-30T07:33:36.3210000Z</dcterms:modified>
</coreProperties>
</file>