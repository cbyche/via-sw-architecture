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fa47cbace2426a" /><Relationship Type="http://schemas.openxmlformats.org/officeDocument/2006/relationships/extended-properties" Target="/docProps/app.xml" Id="R190c53686ebf41c1" /><Relationship Type="http://schemas.openxmlformats.org/officeDocument/2006/relationships/officeDocument" Target="/ppt/presentation.xml" Id="Raa63c825c5a24197" /></Relationships>
</file>

<file path=ppt/presentation.xml><?xml version="1.0" encoding="utf-8"?>
<p:presentation xmlns:p="http://schemas.openxmlformats.org/presentationml/2006/main">
  <p:sldMasterIdLst>
    <p:sldMasterId xmlns:r="http://schemas.openxmlformats.org/officeDocument/2006/relationships" id="2147483648" r:id="Rda86a757e5434fd7"/>
  </p:sldMasterIdLst>
  <p:notesMasterIdLst>
    <p:notesMasterId xmlns:r="http://schemas.openxmlformats.org/officeDocument/2006/relationships" r:id="R84b102927349435a"/>
  </p:notesMasterIdLst>
  <p:sldIdLst>
    <p:sldId xmlns:r="http://schemas.openxmlformats.org/officeDocument/2006/relationships" id="256" r:id="R0ed8ab8535834e21"/>
    <p:sldId xmlns:r="http://schemas.openxmlformats.org/officeDocument/2006/relationships" id="257" r:id="R134dc13cd6004739"/>
    <p:sldId xmlns:r="http://schemas.openxmlformats.org/officeDocument/2006/relationships" id="258" r:id="R58eb1b69cd5645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ccbe72a217409d" /><Relationship Type="http://schemas.openxmlformats.org/officeDocument/2006/relationships/slideMaster" Target="/ppt/slideMasters/slideMaster1.xml" Id="Rda86a757e5434fd7" /><Relationship Type="http://schemas.openxmlformats.org/officeDocument/2006/relationships/notesMaster" Target="/ppt/notesMasters/notesMaster1.xml" Id="R84b102927349435a" /><Relationship Type="http://schemas.openxmlformats.org/officeDocument/2006/relationships/presProps" Target="/ppt/presProps.xml" Id="Reefd9614f2e84d98" /><Relationship Type="http://schemas.openxmlformats.org/officeDocument/2006/relationships/tableStyles" Target="/ppt/tableStyles.xml" Id="R18b642d7ff6c4e1c" /><Relationship Type="http://schemas.openxmlformats.org/officeDocument/2006/relationships/slide" Target="/ppt/slides/slide1.xml" Id="R0ed8ab8535834e21" /><Relationship Type="http://schemas.openxmlformats.org/officeDocument/2006/relationships/slide" Target="/ppt/slides/slide2.xml" Id="R134dc13cd6004739" /><Relationship Type="http://schemas.openxmlformats.org/officeDocument/2006/relationships/slide" Target="/ppt/slides/slide3.xml" Id="R58eb1b69cd5645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c38049fec14e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notesMaster1.xml" Id="R832cbe33023d47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notesMaster1.xml" Id="Ra9bb3611ae4846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notesMaster1.xml" Id="R2fbd8ed86add42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p>
          <a:p xmlns:a="http://schemas.openxmlformats.org/drawingml/2006/main">
            <a: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p>
          <a:p xmlns:a="http://schemas.openxmlformats.org/drawingml/2006/main">
            <a:r>
              <a:t>기능 근거: docs/architecture/01-system-mission-and-boundary.md; 03-fixed-architecture-scope.md; 05-representative-use-cases.md. 현재 비교는 04-41, 04-44, 04-45, 04-42이며 최종 A/B 선택과 실측은 아직 없다.</a:t>
            </a:r>
          </a:p>
          <a:p xmlns:a="http://schemas.openxmlformats.org/drawingml/2006/main">
            <a: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VIA는 화면과 대화, 진행 중인 Task를 함께 해석해 사용자 의도대로 요청을 처리해야 한다. 후속 정정은 바꿀 범위를 구분하고 기존 조건을 유지한다.</a:t>
            </a:r>
          </a:p>
          <a:p xmlns:a="http://schemas.openxmlformats.org/drawingml/2006/main">
            <a: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p>
          <a:p xmlns:a="http://schemas.openxmlformats.org/drawingml/2006/main">
            <a: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p>
          <a:p xmlns:a="http://schemas.openxmlformats.org/drawingml/2006/main">
            <a:r>
              <a:t>첫 반응과 준비된 결과의 전달에는 VIA의 해석, 조회, 검증 및 출력 시간이 필요하다. 외부 업무만 기다리는 시간은 VIA 처리시간과 구별한다. 입력과 인식의 지속은 해석 및 외부 실행과 병행해야 한다.</a:t>
            </a:r>
          </a:p>
          <a:p xmlns:a="http://schemas.openxmlformats.org/drawingml/2006/main">
            <a: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p>
          <a:p xmlns:a="http://schemas.openxmlformats.org/drawingml/2006/main">
            <a:r>
              <a:t>배경의 세 축은 뒤에서 제시할 품질 요구사항 및 DP 검토의 배경이다. 현재 페이지에서는 품질 이름과 ID를 먼저 표시하지 않는다. 특정 구조의 우열이나 성능 수치, 대안 선택 결과를 주장하지 않는다.</a:t>
            </a:r>
          </a:p>
          <a:p xmlns:a="http://schemas.openxmlformats.org/drawingml/2006/main">
            <a: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p>
          <a:p xmlns:a="http://schemas.openxmlformats.org/drawingml/2006/main">
            <a:r>
              <a:t>레이아웃 참조: docs/presentations_files/presentation_example1/03-과제필요성.png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330a515c6646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a1210cbd774ebb" /><Relationship Type="http://schemas.openxmlformats.org/officeDocument/2006/relationships/slideLayout" Target="/ppt/slideLayouts/slideLayout1.xml" Id="R7bb00c503edd4a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f5e41819554ae7" /><Relationship Type="http://schemas.openxmlformats.org/officeDocument/2006/relationships/image" Target="/ppt/media/image.gif" Id="R413be209bf6b450f" /><Relationship Type="http://schemas.openxmlformats.org/officeDocument/2006/relationships/image" Target="/ppt/media/image2.gif" Id="R34900b255bd54306" /><Relationship Type="http://schemas.openxmlformats.org/officeDocument/2006/relationships/notesSlide" Target="/ppt/notesSlides/notesSlide1.xml" Id="R0f2a51639d8749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f64148ace44f45" /><Relationship Type="http://schemas.openxmlformats.org/officeDocument/2006/relationships/notesSlide" Target="/ppt/notesSlides/notesSlide2.xml" Id="R2eb99875954241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29457547904210" /><Relationship Type="http://schemas.openxmlformats.org/officeDocument/2006/relationships/notesSlide" Target="/ppt/notesSlides/notesSlide3.xml" Id="R5c747439b9b242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r3-1">
            <a:extLst xmlns:a="http://schemas.openxmlformats.org/drawingml/2006/main">
              <a:ext uri="{FF2B5EF4-FFF2-40B4-BE49-F238E27FC236}">
                <a16:creationId xmlns:a16="http://schemas.microsoft.com/office/drawing/2014/main" id="{8CAC8117-16F8-4F9D-8317-AAE3EC84E1F0}"/>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배경 | 관련 동향</a:t>
            </a:r>
          </a:p>
        </p:txBody>
      </p:sp>
      <p:sp>
        <p:nvSpPr>
          <p:cNvPr id="2" name="line-2">
            <a:extLst xmlns:a="http://schemas.openxmlformats.org/drawingml/2006/main">
              <a:ext uri="{FF2B5EF4-FFF2-40B4-BE49-F238E27FC236}">
                <a16:creationId xmlns:a16="http://schemas.microsoft.com/office/drawing/2014/main" id="{1F04E5D7-6604-4B32-8D5A-9E70895E6885}"/>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3">
            <a:extLst xmlns:a="http://schemas.openxmlformats.org/drawingml/2006/main">
              <a:ext uri="{FF2B5EF4-FFF2-40B4-BE49-F238E27FC236}">
                <a16:creationId xmlns:a16="http://schemas.microsoft.com/office/drawing/2014/main" id="{5D800A3F-CABC-4308-9166-7DAF8662354C}"/>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4">
            <a:extLst xmlns:a="http://schemas.openxmlformats.org/drawingml/2006/main">
              <a:ext uri="{FF2B5EF4-FFF2-40B4-BE49-F238E27FC236}">
                <a16:creationId xmlns:a16="http://schemas.microsoft.com/office/drawing/2014/main" id="{EE344BD5-A6DC-4CB7-B0B9-BACB68666A2A}"/>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5">
            <a:extLst xmlns:a="http://schemas.openxmlformats.org/drawingml/2006/main">
              <a:ext uri="{FF2B5EF4-FFF2-40B4-BE49-F238E27FC236}">
                <a16:creationId xmlns:a16="http://schemas.microsoft.com/office/drawing/2014/main" id="{5ECD5165-4A5E-4669-AB00-85E21B2BA05D}"/>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6">
            <a:extLst xmlns:a="http://schemas.openxmlformats.org/drawingml/2006/main">
              <a:ext uri="{FF2B5EF4-FFF2-40B4-BE49-F238E27FC236}">
                <a16:creationId xmlns:a16="http://schemas.microsoft.com/office/drawing/2014/main" id="{AE7D1F32-45B1-4DA1-971C-5910B03C6135}"/>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7">
            <a:extLst xmlns:a="http://schemas.openxmlformats.org/drawingml/2006/main">
              <a:ext uri="{FF2B5EF4-FFF2-40B4-BE49-F238E27FC236}">
                <a16:creationId xmlns:a16="http://schemas.microsoft.com/office/drawing/2014/main" id="{194B31F5-3247-439B-8C74-15BBAE0DB6C3}"/>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8">
            <a:extLst xmlns:a="http://schemas.openxmlformats.org/drawingml/2006/main">
              <a:ext uri="{FF2B5EF4-FFF2-40B4-BE49-F238E27FC236}">
                <a16:creationId xmlns:a16="http://schemas.microsoft.com/office/drawing/2014/main" id="{88798B45-16FB-4AB2-ACF7-6E6610600246}"/>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9">
            <a:extLst xmlns:a="http://schemas.openxmlformats.org/drawingml/2006/main">
              <a:ext uri="{FF2B5EF4-FFF2-40B4-BE49-F238E27FC236}">
                <a16:creationId xmlns:a16="http://schemas.microsoft.com/office/drawing/2014/main" id="{F6CFE006-9B0B-447D-8A36-45C993829EDA}"/>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10">
            <a:extLst xmlns:a="http://schemas.openxmlformats.org/drawingml/2006/main">
              <a:ext uri="{FF2B5EF4-FFF2-40B4-BE49-F238E27FC236}">
                <a16:creationId xmlns:a16="http://schemas.microsoft.com/office/drawing/2014/main" id="{6B8203DC-D402-43CF-90AB-C3619D54AA55}"/>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11">
            <a:extLst xmlns:a="http://schemas.openxmlformats.org/drawingml/2006/main">
              <a:ext uri="{FF2B5EF4-FFF2-40B4-BE49-F238E27FC236}">
                <a16:creationId xmlns:a16="http://schemas.microsoft.com/office/drawing/2014/main" id="{47B018C3-A7AC-4BE4-A77F-68B7D6B38E2D}"/>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12">
            <a:extLst xmlns:a="http://schemas.openxmlformats.org/drawingml/2006/main">
              <a:ext uri="{FF2B5EF4-FFF2-40B4-BE49-F238E27FC236}">
                <a16:creationId xmlns:a16="http://schemas.microsoft.com/office/drawing/2014/main" id="{D1CDE218-9368-46CC-976D-B3F71B741ECD}"/>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13">
            <a:extLst xmlns:a="http://schemas.openxmlformats.org/drawingml/2006/main">
              <a:ext uri="{FF2B5EF4-FFF2-40B4-BE49-F238E27FC236}">
                <a16:creationId xmlns:a16="http://schemas.microsoft.com/office/drawing/2014/main" id="{AB55F528-45A3-4A2D-8761-301EFBA5BB19}"/>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1</a:t>
            </a:r>
          </a:p>
        </p:txBody>
      </p:sp>
      <p:sp>
        <p:nvSpPr>
          <p:cNvPr id="14" name="r3-14">
            <a:extLst xmlns:a="http://schemas.openxmlformats.org/drawingml/2006/main">
              <a:ext uri="{FF2B5EF4-FFF2-40B4-BE49-F238E27FC236}">
                <a16:creationId xmlns:a16="http://schemas.microsoft.com/office/drawing/2014/main" id="{BEF4A735-9C7D-41E2-A1CB-553DC08DA2FF}"/>
              </a:ext>
            </a:extLst>
          </p:cNvPr>
          <p:cNvSpPr>
            <a:spLocks xmlns:a="http://schemas.openxmlformats.org/drawingml/2006/main" noGrp="1"/>
          </p:cNvSpPr>
          <p:nvPr/>
        </p:nvSpPr>
        <p:spPr>
          <a:xfrm xmlns:a="http://schemas.openxmlformats.org/drawingml/2006/main">
            <a:off x="647700" y="876300"/>
            <a:ext cx="5000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5" name="r3-15">
            <a:extLst xmlns:a="http://schemas.openxmlformats.org/drawingml/2006/main">
              <a:ext uri="{FF2B5EF4-FFF2-40B4-BE49-F238E27FC236}">
                <a16:creationId xmlns:a16="http://schemas.microsoft.com/office/drawing/2014/main" id="{43866F53-5468-4287-8E54-A0A623F7C35D}"/>
              </a:ext>
            </a:extLst>
          </p:cNvPr>
          <p:cNvSpPr>
            <a:spLocks xmlns:a="http://schemas.openxmlformats.org/drawingml/2006/main" noGrp="1"/>
          </p:cNvSpPr>
          <p:nvPr/>
        </p:nvSpPr>
        <p:spPr>
          <a:xfrm xmlns:a="http://schemas.openxmlformats.org/drawingml/2006/main">
            <a:off x="723900" y="9239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PC 업무를 수행하는 AI의 등장</a:t>
            </a:r>
          </a:p>
        </p:txBody>
      </p:sp>
      <p:sp>
        <p:nvSpPr>
          <p:cNvPr id="16" name="r3-16">
            <a:extLst xmlns:a="http://schemas.openxmlformats.org/drawingml/2006/main">
              <a:ext uri="{FF2B5EF4-FFF2-40B4-BE49-F238E27FC236}">
                <a16:creationId xmlns:a16="http://schemas.microsoft.com/office/drawing/2014/main" id="{61C8B37E-4868-4E50-93C4-9E5E29EA9A86}"/>
              </a:ext>
            </a:extLst>
          </p:cNvPr>
          <p:cNvSpPr>
            <a:spLocks xmlns:a="http://schemas.openxmlformats.org/drawingml/2006/main" noGrp="1"/>
          </p:cNvSpPr>
          <p:nvPr/>
        </p:nvSpPr>
        <p:spPr>
          <a:xfrm xmlns:a="http://schemas.openxmlformats.org/drawingml/2006/main">
            <a:off x="6543675" y="876300"/>
            <a:ext cx="5000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7" name="r3-17">
            <a:extLst xmlns:a="http://schemas.openxmlformats.org/drawingml/2006/main">
              <a:ext uri="{FF2B5EF4-FFF2-40B4-BE49-F238E27FC236}">
                <a16:creationId xmlns:a16="http://schemas.microsoft.com/office/drawing/2014/main" id="{7C2B80B6-5FEB-4339-8F7E-9889897F2A62}"/>
              </a:ext>
            </a:extLst>
          </p:cNvPr>
          <p:cNvSpPr>
            <a:spLocks xmlns:a="http://schemas.openxmlformats.org/drawingml/2006/main" noGrp="1"/>
          </p:cNvSpPr>
          <p:nvPr/>
        </p:nvSpPr>
        <p:spPr>
          <a:xfrm xmlns:a="http://schemas.openxmlformats.org/drawingml/2006/main">
            <a:off x="6619875" y="9239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화면을 보며 말로 지시하는 상호작용</a:t>
            </a:r>
          </a:p>
        </p:txBody>
      </p:sp>
      <p:sp>
        <p:nvSpPr>
          <p:cNvPr id="18" name="line-18">
            <a:extLst xmlns:a="http://schemas.openxmlformats.org/drawingml/2006/main">
              <a:ext uri="{FF2B5EF4-FFF2-40B4-BE49-F238E27FC236}">
                <a16:creationId xmlns:a16="http://schemas.microsoft.com/office/drawing/2014/main" id="{C974F878-DB1A-4342-B659-4A99052540B8}"/>
              </a:ext>
            </a:extLst>
          </p:cNvPr>
          <p:cNvSpPr>
            <a:spLocks xmlns:a="http://schemas.openxmlformats.org/drawingml/2006/main" noGrp="1"/>
          </p:cNvSpPr>
          <p:nvPr/>
        </p:nvSpPr>
        <p:spPr>
          <a:xfrm xmlns:a="http://schemas.openxmlformats.org/drawingml/2006/main" flipH="0">
            <a:off x="6096000" y="1438275"/>
            <a:ext cx="0" cy="49244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19" name="r3-19">
            <a:extLst xmlns:a="http://schemas.openxmlformats.org/drawingml/2006/main">
              <a:ext uri="{FF2B5EF4-FFF2-40B4-BE49-F238E27FC236}">
                <a16:creationId xmlns:a16="http://schemas.microsoft.com/office/drawing/2014/main" id="{84A506B7-C72B-481E-8802-96982FF4C1E1}"/>
              </a:ext>
            </a:extLst>
          </p:cNvPr>
          <p:cNvSpPr>
            <a:spLocks xmlns:a="http://schemas.openxmlformats.org/drawingml/2006/main" noGrp="1"/>
          </p:cNvSpPr>
          <p:nvPr/>
        </p:nvSpPr>
        <p:spPr>
          <a:xfrm xmlns:a="http://schemas.openxmlformats.org/drawingml/2006/main">
            <a:off x="352425" y="15621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0" name="r3-20">
            <a:extLst xmlns:a="http://schemas.openxmlformats.org/drawingml/2006/main">
              <a:ext uri="{FF2B5EF4-FFF2-40B4-BE49-F238E27FC236}">
                <a16:creationId xmlns:a16="http://schemas.microsoft.com/office/drawing/2014/main" id="{50EC78CD-D629-4070-9782-EFF3746CB20E}"/>
              </a:ext>
            </a:extLst>
          </p:cNvPr>
          <p:cNvSpPr>
            <a:spLocks xmlns:a="http://schemas.openxmlformats.org/drawingml/2006/main" noGrp="1"/>
          </p:cNvSpPr>
          <p:nvPr/>
        </p:nvSpPr>
        <p:spPr>
          <a:xfrm xmlns:a="http://schemas.openxmlformats.org/drawingml/2006/main">
            <a:off x="504825" y="14573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0262C"/>
                </a:solidFill>
                <a:latin typeface="Apple SD Gothic Neo"/>
                <a:ea typeface="Apple SD Gothic Neo"/>
                <a:cs typeface="Apple SD Gothic Neo"/>
              </a:defRPr>
            </a:pPr>
            <a:r>
              <a:rPr sz="1650" b="1">
                <a:solidFill>
                  <a:srgbClr val="20262C"/>
                </a:solidFill>
                <a:latin typeface="Apple SD Gothic Neo"/>
                <a:ea typeface="Apple SD Gothic Neo"/>
                <a:cs typeface="Apple SD Gothic Neo"/>
              </a:rPr>
              <a:t>자료를 찾아 업무 앱까지 조작하는 AI</a:t>
            </a:r>
          </a:p>
        </p:txBody>
      </p:sp>
      <p:sp>
        <p:nvSpPr>
          <p:cNvPr id="21" name="r3-21">
            <a:extLst xmlns:a="http://schemas.openxmlformats.org/drawingml/2006/main">
              <a:ext uri="{FF2B5EF4-FFF2-40B4-BE49-F238E27FC236}">
                <a16:creationId xmlns:a16="http://schemas.microsoft.com/office/drawing/2014/main" id="{16AA4A4D-C1BC-471A-A0C1-2709618E782F}"/>
              </a:ext>
            </a:extLst>
          </p:cNvPr>
          <p:cNvSpPr>
            <a:spLocks xmlns:a="http://schemas.openxmlformats.org/drawingml/2006/main" noGrp="1"/>
          </p:cNvSpPr>
          <p:nvPr/>
        </p:nvSpPr>
        <p:spPr>
          <a:xfrm xmlns:a="http://schemas.openxmlformats.org/drawingml/2006/main">
            <a:off x="504825" y="1752600"/>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화면을 읽고, 필요한 정보를 찾아 신청서에 입력</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413be209bf6b450f"/>
          <a:stretch xmlns:a="http://schemas.openxmlformats.org/drawingml/2006/main"/>
        </p:blipFill>
        <p:spPr>
          <a:xfrm xmlns:a="http://schemas.openxmlformats.org/drawingml/2006/main">
            <a:off x="1150408" y="2047875"/>
            <a:ext cx="3928533" cy="2209800"/>
          </a:xfrm>
          <a:prstGeom xmlns:a="http://schemas.openxmlformats.org/drawingml/2006/main" prst="rect">
            <a:avLst/>
          </a:prstGeom>
        </p:spPr>
      </p:pic>
      <p:sp>
        <p:nvSpPr>
          <p:cNvPr id="23" name="r3-22">
            <a:extLst xmlns:a="http://schemas.openxmlformats.org/drawingml/2006/main">
              <a:ext uri="{FF2B5EF4-FFF2-40B4-BE49-F238E27FC236}">
                <a16:creationId xmlns:a16="http://schemas.microsoft.com/office/drawing/2014/main" id="{5B55BA97-B98F-45F7-A1C9-E074B279CC81}"/>
              </a:ext>
            </a:extLst>
          </p:cNvPr>
          <p:cNvSpPr>
            <a:spLocks xmlns:a="http://schemas.openxmlformats.org/drawingml/2006/main" noGrp="1"/>
          </p:cNvSpPr>
          <p:nvPr/>
        </p:nvSpPr>
        <p:spPr>
          <a:xfrm xmlns:a="http://schemas.openxmlformats.org/drawingml/2006/main">
            <a:off x="523875" y="4295775"/>
            <a:ext cx="523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거래처 검색 → 정보 확인 → 신청서 입력</a:t>
            </a:r>
          </a:p>
        </p:txBody>
      </p:sp>
      <p:sp>
        <p:nvSpPr>
          <p:cNvPr id="24" name="r3-23">
            <a:extLst xmlns:a="http://schemas.openxmlformats.org/drawingml/2006/main">
              <a:ext uri="{FF2B5EF4-FFF2-40B4-BE49-F238E27FC236}">
                <a16:creationId xmlns:a16="http://schemas.microsoft.com/office/drawing/2014/main" id="{DABE3B1C-A404-4AF5-8982-3C4E453A15F4}"/>
              </a:ext>
            </a:extLst>
          </p:cNvPr>
          <p:cNvSpPr>
            <a:spLocks xmlns:a="http://schemas.openxmlformats.org/drawingml/2006/main" noGrp="1"/>
          </p:cNvSpPr>
          <p:nvPr/>
        </p:nvSpPr>
        <p:spPr>
          <a:xfrm xmlns:a="http://schemas.openxmlformats.org/drawingml/2006/main">
            <a:off x="428625" y="4552950"/>
            <a:ext cx="5381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 Anthropic computer use 공개 시연, 2024.10 / 발췌, 3배속 ]</a:t>
            </a:r>
          </a:p>
        </p:txBody>
      </p:sp>
      <p:sp>
        <p:nvSpPr>
          <p:cNvPr id="25" name="line-24">
            <a:extLst xmlns:a="http://schemas.openxmlformats.org/drawingml/2006/main">
              <a:ext uri="{FF2B5EF4-FFF2-40B4-BE49-F238E27FC236}">
                <a16:creationId xmlns:a16="http://schemas.microsoft.com/office/drawing/2014/main" id="{231CF7CE-1A9C-421A-8932-22EA46C7245B}"/>
              </a:ext>
            </a:extLst>
          </p:cNvPr>
          <p:cNvSpPr>
            <a:spLocks xmlns:a="http://schemas.openxmlformats.org/drawingml/2006/main" noGrp="1"/>
          </p:cNvSpPr>
          <p:nvPr/>
        </p:nvSpPr>
        <p:spPr>
          <a:xfrm xmlns:a="http://schemas.openxmlformats.org/drawingml/2006/main" flipH="0">
            <a:off x="361950" y="4867275"/>
            <a:ext cx="54673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6" name="r3-25">
            <a:extLst xmlns:a="http://schemas.openxmlformats.org/drawingml/2006/main">
              <a:ext uri="{FF2B5EF4-FFF2-40B4-BE49-F238E27FC236}">
                <a16:creationId xmlns:a16="http://schemas.microsoft.com/office/drawing/2014/main" id="{E7A4B1B7-62E3-4E28-907F-C78A10BBE8C7}"/>
              </a:ext>
            </a:extLst>
          </p:cNvPr>
          <p:cNvSpPr>
            <a:spLocks xmlns:a="http://schemas.openxmlformats.org/drawingml/2006/main" noGrp="1"/>
          </p:cNvSpPr>
          <p:nvPr/>
        </p:nvSpPr>
        <p:spPr>
          <a:xfrm xmlns:a="http://schemas.openxmlformats.org/drawingml/2006/main">
            <a:off x="361950" y="50673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7" name="r3-26">
            <a:extLst xmlns:a="http://schemas.openxmlformats.org/drawingml/2006/main">
              <a:ext uri="{FF2B5EF4-FFF2-40B4-BE49-F238E27FC236}">
                <a16:creationId xmlns:a16="http://schemas.microsoft.com/office/drawing/2014/main" id="{2F451365-CB00-4AD6-A81A-61AB976AE3F2}"/>
              </a:ext>
            </a:extLst>
          </p:cNvPr>
          <p:cNvSpPr>
            <a:spLocks xmlns:a="http://schemas.openxmlformats.org/drawingml/2006/main" noGrp="1"/>
          </p:cNvSpPr>
          <p:nvPr/>
        </p:nvSpPr>
        <p:spPr>
          <a:xfrm xmlns:a="http://schemas.openxmlformats.org/drawingml/2006/main">
            <a:off x="514350" y="4962525"/>
            <a:ext cx="5391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사무 업무부터 개발 업무까지 적용 영역 확대</a:t>
            </a:r>
          </a:p>
        </p:txBody>
      </p:sp>
      <p:sp>
        <p:nvSpPr>
          <p:cNvPr id="28" name="r3-27">
            <a:extLst xmlns:a="http://schemas.openxmlformats.org/drawingml/2006/main">
              <a:ext uri="{FF2B5EF4-FFF2-40B4-BE49-F238E27FC236}">
                <a16:creationId xmlns:a16="http://schemas.microsoft.com/office/drawing/2014/main" id="{27EF8A4F-288C-484E-81E0-0A870D63EC45}"/>
              </a:ext>
            </a:extLst>
          </p:cNvPr>
          <p:cNvSpPr>
            <a:spLocks xmlns:a="http://schemas.openxmlformats.org/drawingml/2006/main" noGrp="1"/>
          </p:cNvSpPr>
          <p:nvPr/>
        </p:nvSpPr>
        <p:spPr>
          <a:xfrm xmlns:a="http://schemas.openxmlformats.org/drawingml/2006/main">
            <a:off x="523875" y="5324475"/>
            <a:ext cx="2390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여러 앱을 활용한 사무 업무</a:t>
            </a:r>
          </a:p>
        </p:txBody>
      </p:sp>
      <p:sp>
        <p:nvSpPr>
          <p:cNvPr id="29" name="r3-28">
            <a:extLst xmlns:a="http://schemas.openxmlformats.org/drawingml/2006/main">
              <a:ext uri="{FF2B5EF4-FFF2-40B4-BE49-F238E27FC236}">
                <a16:creationId xmlns:a16="http://schemas.microsoft.com/office/drawing/2014/main" id="{6330F366-2F4A-4B16-AE85-794E022A42E9}"/>
              </a:ext>
            </a:extLst>
          </p:cNvPr>
          <p:cNvSpPr>
            <a:spLocks xmlns:a="http://schemas.openxmlformats.org/drawingml/2006/main" noGrp="1"/>
          </p:cNvSpPr>
          <p:nvPr/>
        </p:nvSpPr>
        <p:spPr>
          <a:xfrm xmlns:a="http://schemas.openxmlformats.org/drawingml/2006/main">
            <a:off x="523875" y="5629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Claude Cowork 사례</a:t>
            </a:r>
          </a:p>
        </p:txBody>
      </p:sp>
      <p:sp>
        <p:nvSpPr>
          <p:cNvPr id="30" name="r3-29">
            <a:extLst xmlns:a="http://schemas.openxmlformats.org/drawingml/2006/main">
              <a:ext uri="{FF2B5EF4-FFF2-40B4-BE49-F238E27FC236}">
                <a16:creationId xmlns:a16="http://schemas.microsoft.com/office/drawing/2014/main" id="{1B93C5E3-B5D3-452F-B8C1-35571A5F0141}"/>
              </a:ext>
            </a:extLst>
          </p:cNvPr>
          <p:cNvSpPr>
            <a:spLocks xmlns:a="http://schemas.openxmlformats.org/drawingml/2006/main" noGrp="1"/>
          </p:cNvSpPr>
          <p:nvPr/>
        </p:nvSpPr>
        <p:spPr>
          <a:xfrm xmlns:a="http://schemas.openxmlformats.org/drawingml/2006/main">
            <a:off x="3019425" y="5314950"/>
            <a:ext cx="2790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파일과 앱의 자료로 보고서 작성</a:t>
            </a:r>
          </a:p>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자료를 비교해 표와 발표자료 생성</a:t>
            </a:r>
          </a:p>
        </p:txBody>
      </p:sp>
      <p:sp>
        <p:nvSpPr>
          <p:cNvPr id="31" name="r3-30">
            <a:extLst xmlns:a="http://schemas.openxmlformats.org/drawingml/2006/main">
              <a:ext uri="{FF2B5EF4-FFF2-40B4-BE49-F238E27FC236}">
                <a16:creationId xmlns:a16="http://schemas.microsoft.com/office/drawing/2014/main" id="{316986EB-7558-4CC4-B891-E55FE877AA0C}"/>
              </a:ext>
            </a:extLst>
          </p:cNvPr>
          <p:cNvSpPr>
            <a:spLocks xmlns:a="http://schemas.openxmlformats.org/drawingml/2006/main" noGrp="1"/>
          </p:cNvSpPr>
          <p:nvPr/>
        </p:nvSpPr>
        <p:spPr>
          <a:xfrm xmlns:a="http://schemas.openxmlformats.org/drawingml/2006/main">
            <a:off x="523875" y="5934075"/>
            <a:ext cx="2390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개발에 필요한 전문 업무</a:t>
            </a:r>
          </a:p>
        </p:txBody>
      </p:sp>
      <p:sp>
        <p:nvSpPr>
          <p:cNvPr id="32" name="r3-31">
            <a:extLst xmlns:a="http://schemas.openxmlformats.org/drawingml/2006/main">
              <a:ext uri="{FF2B5EF4-FFF2-40B4-BE49-F238E27FC236}">
                <a16:creationId xmlns:a16="http://schemas.microsoft.com/office/drawing/2014/main" id="{E452EDDA-800B-402C-AA12-50B6A3D07A8A}"/>
              </a:ext>
            </a:extLst>
          </p:cNvPr>
          <p:cNvSpPr>
            <a:spLocks xmlns:a="http://schemas.openxmlformats.org/drawingml/2006/main" noGrp="1"/>
          </p:cNvSpPr>
          <p:nvPr/>
        </p:nvSpPr>
        <p:spPr>
          <a:xfrm xmlns:a="http://schemas.openxmlformats.org/drawingml/2006/main">
            <a:off x="523875" y="6219825"/>
            <a:ext cx="2305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Claude Code 사례</a:t>
            </a:r>
          </a:p>
        </p:txBody>
      </p:sp>
      <p:sp>
        <p:nvSpPr>
          <p:cNvPr id="33" name="r3-32">
            <a:extLst xmlns:a="http://schemas.openxmlformats.org/drawingml/2006/main">
              <a:ext uri="{FF2B5EF4-FFF2-40B4-BE49-F238E27FC236}">
                <a16:creationId xmlns:a16="http://schemas.microsoft.com/office/drawing/2014/main" id="{C30D22F9-AEEF-40DF-947E-DBA6ED786212}"/>
              </a:ext>
            </a:extLst>
          </p:cNvPr>
          <p:cNvSpPr>
            <a:spLocks xmlns:a="http://schemas.openxmlformats.org/drawingml/2006/main" noGrp="1"/>
          </p:cNvSpPr>
          <p:nvPr/>
        </p:nvSpPr>
        <p:spPr>
          <a:xfrm xmlns:a="http://schemas.openxmlformats.org/drawingml/2006/main">
            <a:off x="3019425" y="5905500"/>
            <a:ext cx="2790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코드를 탐색하고 수정</a:t>
            </a:r>
          </a:p>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테스트로 문제를 확인하고 보완</a:t>
            </a:r>
          </a:p>
        </p:txBody>
      </p:sp>
      <p:sp>
        <p:nvSpPr>
          <p:cNvPr id="34" name="r3-33">
            <a:extLst xmlns:a="http://schemas.openxmlformats.org/drawingml/2006/main">
              <a:ext uri="{FF2B5EF4-FFF2-40B4-BE49-F238E27FC236}">
                <a16:creationId xmlns:a16="http://schemas.microsoft.com/office/drawing/2014/main" id="{A7944648-61B7-4E08-A627-38FC846E8FAC}"/>
              </a:ext>
            </a:extLst>
          </p:cNvPr>
          <p:cNvSpPr>
            <a:spLocks xmlns:a="http://schemas.openxmlformats.org/drawingml/2006/main" noGrp="1"/>
          </p:cNvSpPr>
          <p:nvPr/>
        </p:nvSpPr>
        <p:spPr>
          <a:xfrm xmlns:a="http://schemas.openxmlformats.org/drawingml/2006/main">
            <a:off x="6296025" y="15621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34">
            <a:extLst xmlns:a="http://schemas.openxmlformats.org/drawingml/2006/main">
              <a:ext uri="{FF2B5EF4-FFF2-40B4-BE49-F238E27FC236}">
                <a16:creationId xmlns:a16="http://schemas.microsoft.com/office/drawing/2014/main" id="{84B4062C-A917-4375-BCDE-44E482943E56}"/>
              </a:ext>
            </a:extLst>
          </p:cNvPr>
          <p:cNvSpPr>
            <a:spLocks xmlns:a="http://schemas.openxmlformats.org/drawingml/2006/main" noGrp="1"/>
          </p:cNvSpPr>
          <p:nvPr/>
        </p:nvSpPr>
        <p:spPr>
          <a:xfrm xmlns:a="http://schemas.openxmlformats.org/drawingml/2006/main">
            <a:off x="6448425" y="14573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0262C"/>
                </a:solidFill>
                <a:latin typeface="Apple SD Gothic Neo"/>
                <a:ea typeface="Apple SD Gothic Neo"/>
                <a:cs typeface="Apple SD Gothic Neo"/>
              </a:defRPr>
            </a:pPr>
            <a:r>
              <a:rPr sz="1650" b="1">
                <a:solidFill>
                  <a:srgbClr val="20262C"/>
                </a:solidFill>
                <a:latin typeface="Apple SD Gothic Neo"/>
                <a:ea typeface="Apple SD Gothic Neo"/>
                <a:cs typeface="Apple SD Gothic Neo"/>
              </a:rPr>
              <a:t>화면의 대상을 가리키며 음성으로 요청</a:t>
            </a:r>
          </a:p>
        </p:txBody>
      </p:sp>
      <p:sp>
        <p:nvSpPr>
          <p:cNvPr id="36" name="r3-35">
            <a:extLst xmlns:a="http://schemas.openxmlformats.org/drawingml/2006/main">
              <a:ext uri="{FF2B5EF4-FFF2-40B4-BE49-F238E27FC236}">
                <a16:creationId xmlns:a16="http://schemas.microsoft.com/office/drawing/2014/main" id="{A8E87FF4-F385-470C-B346-108803DE37C1}"/>
              </a:ext>
            </a:extLst>
          </p:cNvPr>
          <p:cNvSpPr>
            <a:spLocks xmlns:a="http://schemas.openxmlformats.org/drawingml/2006/main" noGrp="1"/>
          </p:cNvSpPr>
          <p:nvPr/>
        </p:nvSpPr>
        <p:spPr>
          <a:xfrm xmlns:a="http://schemas.openxmlformats.org/drawingml/2006/main">
            <a:off x="6448425" y="1752600"/>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앞선 결과를 보며 수정하고, 다음 작업으로 연결</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34900b255bd54306"/>
          <a:stretch xmlns:a="http://schemas.openxmlformats.org/drawingml/2006/main"/>
        </p:blipFill>
        <p:spPr>
          <a:xfrm xmlns:a="http://schemas.openxmlformats.org/drawingml/2006/main">
            <a:off x="7094008" y="2047875"/>
            <a:ext cx="3928533" cy="2209800"/>
          </a:xfrm>
          <a:prstGeom xmlns:a="http://schemas.openxmlformats.org/drawingml/2006/main" prst="rect">
            <a:avLst/>
          </a:prstGeom>
        </p:spPr>
      </p:pic>
      <p:sp>
        <p:nvSpPr>
          <p:cNvPr id="38" name="r3-36">
            <a:extLst xmlns:a="http://schemas.openxmlformats.org/drawingml/2006/main">
              <a:ext uri="{FF2B5EF4-FFF2-40B4-BE49-F238E27FC236}">
                <a16:creationId xmlns:a16="http://schemas.microsoft.com/office/drawing/2014/main" id="{9AA92321-4FD3-4FFE-9653-A54A05BBFA1D}"/>
              </a:ext>
            </a:extLst>
          </p:cNvPr>
          <p:cNvSpPr>
            <a:spLocks xmlns:a="http://schemas.openxmlformats.org/drawingml/2006/main" noGrp="1"/>
          </p:cNvSpPr>
          <p:nvPr/>
        </p:nvSpPr>
        <p:spPr>
          <a:xfrm xmlns:a="http://schemas.openxmlformats.org/drawingml/2006/main">
            <a:off x="6400800" y="4295775"/>
            <a:ext cx="539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원을 로켓 창문으로 수정 → 3D 모델 작업으로 연결</a:t>
            </a:r>
          </a:p>
        </p:txBody>
      </p:sp>
      <p:sp>
        <p:nvSpPr>
          <p:cNvPr id="39" name="r3-37">
            <a:extLst xmlns:a="http://schemas.openxmlformats.org/drawingml/2006/main">
              <a:ext uri="{FF2B5EF4-FFF2-40B4-BE49-F238E27FC236}">
                <a16:creationId xmlns:a16="http://schemas.microsoft.com/office/drawing/2014/main" id="{B5C7B68F-E39C-4C7E-8D6B-4402BDD85459}"/>
              </a:ext>
            </a:extLst>
          </p:cNvPr>
          <p:cNvSpPr>
            <a:spLocks xmlns:a="http://schemas.openxmlformats.org/drawingml/2006/main" noGrp="1"/>
          </p:cNvSpPr>
          <p:nvPr/>
        </p:nvSpPr>
        <p:spPr>
          <a:xfrm xmlns:a="http://schemas.openxmlformats.org/drawingml/2006/main">
            <a:off x="6381750" y="4552950"/>
            <a:ext cx="54006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 OpenAI GPT-6 Astra 공개 시연 / 발췌, 1.5배속 ]</a:t>
            </a:r>
          </a:p>
        </p:txBody>
      </p:sp>
      <p:sp>
        <p:nvSpPr>
          <p:cNvPr id="40" name="line-38">
            <a:extLst xmlns:a="http://schemas.openxmlformats.org/drawingml/2006/main">
              <a:ext uri="{FF2B5EF4-FFF2-40B4-BE49-F238E27FC236}">
                <a16:creationId xmlns:a16="http://schemas.microsoft.com/office/drawing/2014/main" id="{564B0083-A8EE-498F-99EC-388616B7ECD6}"/>
              </a:ext>
            </a:extLst>
          </p:cNvPr>
          <p:cNvSpPr>
            <a:spLocks xmlns:a="http://schemas.openxmlformats.org/drawingml/2006/main" noGrp="1"/>
          </p:cNvSpPr>
          <p:nvPr/>
        </p:nvSpPr>
        <p:spPr>
          <a:xfrm xmlns:a="http://schemas.openxmlformats.org/drawingml/2006/main" flipH="0">
            <a:off x="6315075" y="4867275"/>
            <a:ext cx="55054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41" name="r3-39">
            <a:extLst xmlns:a="http://schemas.openxmlformats.org/drawingml/2006/main">
              <a:ext uri="{FF2B5EF4-FFF2-40B4-BE49-F238E27FC236}">
                <a16:creationId xmlns:a16="http://schemas.microsoft.com/office/drawing/2014/main" id="{EC5D3A82-B1FE-459D-85A9-26B246119ABF}"/>
              </a:ext>
            </a:extLst>
          </p:cNvPr>
          <p:cNvSpPr>
            <a:spLocks xmlns:a="http://schemas.openxmlformats.org/drawingml/2006/main" noGrp="1"/>
          </p:cNvSpPr>
          <p:nvPr/>
        </p:nvSpPr>
        <p:spPr>
          <a:xfrm xmlns:a="http://schemas.openxmlformats.org/drawingml/2006/main">
            <a:off x="6305550" y="50673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2" name="r3-40">
            <a:extLst xmlns:a="http://schemas.openxmlformats.org/drawingml/2006/main">
              <a:ext uri="{FF2B5EF4-FFF2-40B4-BE49-F238E27FC236}">
                <a16:creationId xmlns:a16="http://schemas.microsoft.com/office/drawing/2014/main" id="{36348711-F72A-46A0-BB6A-78115DBFD9E9}"/>
              </a:ext>
            </a:extLst>
          </p:cNvPr>
          <p:cNvSpPr>
            <a:spLocks xmlns:a="http://schemas.openxmlformats.org/drawingml/2006/main" noGrp="1"/>
          </p:cNvSpPr>
          <p:nvPr/>
        </p:nvSpPr>
        <p:spPr>
          <a:xfrm xmlns:a="http://schemas.openxmlformats.org/drawingml/2006/main">
            <a:off x="6457950" y="49625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당사 PC에서 시작하고 이어가는 음성 사용자 접점</a:t>
            </a:r>
          </a:p>
        </p:txBody>
      </p:sp>
      <p:sp>
        <p:nvSpPr>
          <p:cNvPr id="43" name="r3-41">
            <a:extLst xmlns:a="http://schemas.openxmlformats.org/drawingml/2006/main">
              <a:ext uri="{FF2B5EF4-FFF2-40B4-BE49-F238E27FC236}">
                <a16:creationId xmlns:a16="http://schemas.microsoft.com/office/drawing/2014/main" id="{2300BCE2-BB9A-44C1-9B72-7D224AD151AA}"/>
              </a:ext>
            </a:extLst>
          </p:cNvPr>
          <p:cNvSpPr>
            <a:spLocks xmlns:a="http://schemas.openxmlformats.org/drawingml/2006/main" noGrp="1"/>
          </p:cNvSpPr>
          <p:nvPr/>
        </p:nvSpPr>
        <p:spPr>
          <a:xfrm xmlns:a="http://schemas.openxmlformats.org/drawingml/2006/main">
            <a:off x="6505575" y="5353050"/>
            <a:ext cx="885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사용자</a:t>
            </a:r>
          </a:p>
        </p:txBody>
      </p:sp>
      <p:sp>
        <p:nvSpPr>
          <p:cNvPr id="44" name="line-42">
            <a:extLst xmlns:a="http://schemas.openxmlformats.org/drawingml/2006/main">
              <a:ext uri="{FF2B5EF4-FFF2-40B4-BE49-F238E27FC236}">
                <a16:creationId xmlns:a16="http://schemas.microsoft.com/office/drawing/2014/main" id="{73C5E6C1-8A8B-4EF7-BE80-02E4104DAB5E}"/>
              </a:ext>
            </a:extLst>
          </p:cNvPr>
          <p:cNvSpPr>
            <a:spLocks xmlns:a="http://schemas.openxmlformats.org/drawingml/2006/main" noGrp="1"/>
          </p:cNvSpPr>
          <p:nvPr/>
        </p:nvSpPr>
        <p:spPr>
          <a:xfrm xmlns:a="http://schemas.openxmlformats.org/drawingml/2006/main" flipH="0">
            <a:off x="7429500" y="5486400"/>
            <a:ext cx="3143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5" name="line-43">
            <a:extLst xmlns:a="http://schemas.openxmlformats.org/drawingml/2006/main">
              <a:ext uri="{FF2B5EF4-FFF2-40B4-BE49-F238E27FC236}">
                <a16:creationId xmlns:a16="http://schemas.microsoft.com/office/drawing/2014/main" id="{B2EF9791-C410-48FC-A314-5A5EFA255C9D}"/>
              </a:ext>
            </a:extLst>
          </p:cNvPr>
          <p:cNvSpPr>
            <a:spLocks xmlns:a="http://schemas.openxmlformats.org/drawingml/2006/main" noGrp="1"/>
          </p:cNvSpPr>
          <p:nvPr/>
        </p:nvSpPr>
        <p:spPr>
          <a:xfrm xmlns:a="http://schemas.openxmlformats.org/drawingml/2006/main" flipH="0">
            <a:off x="7677150" y="54483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6" name="line-44">
            <a:extLst xmlns:a="http://schemas.openxmlformats.org/drawingml/2006/main">
              <a:ext uri="{FF2B5EF4-FFF2-40B4-BE49-F238E27FC236}">
                <a16:creationId xmlns:a16="http://schemas.microsoft.com/office/drawing/2014/main" id="{D742EDBC-825D-4CB4-A1BC-DEB68A47001E}"/>
              </a:ext>
            </a:extLst>
          </p:cNvPr>
          <p:cNvSpPr>
            <a:spLocks xmlns:a="http://schemas.openxmlformats.org/drawingml/2006/main" noGrp="1"/>
          </p:cNvSpPr>
          <p:nvPr/>
        </p:nvSpPr>
        <p:spPr>
          <a:xfrm xmlns:a="http://schemas.openxmlformats.org/drawingml/2006/main" flipH="1">
            <a:off x="7677150" y="54864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7" name="r3-45">
            <a:extLst xmlns:a="http://schemas.openxmlformats.org/drawingml/2006/main">
              <a:ext uri="{FF2B5EF4-FFF2-40B4-BE49-F238E27FC236}">
                <a16:creationId xmlns:a16="http://schemas.microsoft.com/office/drawing/2014/main" id="{23621611-551D-49AB-AB12-82F7CBBF2D7A}"/>
              </a:ext>
            </a:extLst>
          </p:cNvPr>
          <p:cNvSpPr>
            <a:spLocks xmlns:a="http://schemas.openxmlformats.org/drawingml/2006/main" noGrp="1"/>
          </p:cNvSpPr>
          <p:nvPr/>
        </p:nvSpPr>
        <p:spPr>
          <a:xfrm xmlns:a="http://schemas.openxmlformats.org/drawingml/2006/main">
            <a:off x="7820025" y="5295900"/>
            <a:ext cx="2152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당사 PC의 대화 접점</a:t>
            </a:r>
          </a:p>
        </p:txBody>
      </p:sp>
      <p:sp>
        <p:nvSpPr>
          <p:cNvPr id="48" name="line-46">
            <a:extLst xmlns:a="http://schemas.openxmlformats.org/drawingml/2006/main">
              <a:ext uri="{FF2B5EF4-FFF2-40B4-BE49-F238E27FC236}">
                <a16:creationId xmlns:a16="http://schemas.microsoft.com/office/drawing/2014/main" id="{2BB66DF6-A73C-4141-A022-DF984FB5EF5D}"/>
              </a:ext>
            </a:extLst>
          </p:cNvPr>
          <p:cNvSpPr>
            <a:spLocks xmlns:a="http://schemas.openxmlformats.org/drawingml/2006/main" noGrp="1"/>
          </p:cNvSpPr>
          <p:nvPr/>
        </p:nvSpPr>
        <p:spPr>
          <a:xfrm xmlns:a="http://schemas.openxmlformats.org/drawingml/2006/main" flipH="0">
            <a:off x="7848600" y="5657850"/>
            <a:ext cx="2114550"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49" name="line-47">
            <a:extLst xmlns:a="http://schemas.openxmlformats.org/drawingml/2006/main">
              <a:ext uri="{FF2B5EF4-FFF2-40B4-BE49-F238E27FC236}">
                <a16:creationId xmlns:a16="http://schemas.microsoft.com/office/drawing/2014/main" id="{2FDCE490-5E8B-4311-9D90-48E8BFD886A2}"/>
              </a:ext>
            </a:extLst>
          </p:cNvPr>
          <p:cNvSpPr>
            <a:spLocks xmlns:a="http://schemas.openxmlformats.org/drawingml/2006/main" noGrp="1"/>
          </p:cNvSpPr>
          <p:nvPr/>
        </p:nvSpPr>
        <p:spPr>
          <a:xfrm xmlns:a="http://schemas.openxmlformats.org/drawingml/2006/main" flipH="0">
            <a:off x="10077450" y="5486400"/>
            <a:ext cx="33337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48">
            <a:extLst xmlns:a="http://schemas.openxmlformats.org/drawingml/2006/main">
              <a:ext uri="{FF2B5EF4-FFF2-40B4-BE49-F238E27FC236}">
                <a16:creationId xmlns:a16="http://schemas.microsoft.com/office/drawing/2014/main" id="{4FF32530-C279-432C-BBE0-F06FB0A1C0B1}"/>
              </a:ext>
            </a:extLst>
          </p:cNvPr>
          <p:cNvSpPr>
            <a:spLocks xmlns:a="http://schemas.openxmlformats.org/drawingml/2006/main" noGrp="1"/>
          </p:cNvSpPr>
          <p:nvPr/>
        </p:nvSpPr>
        <p:spPr>
          <a:xfrm xmlns:a="http://schemas.openxmlformats.org/drawingml/2006/main" flipH="0">
            <a:off x="10344150" y="54483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line-49">
            <a:extLst xmlns:a="http://schemas.openxmlformats.org/drawingml/2006/main">
              <a:ext uri="{FF2B5EF4-FFF2-40B4-BE49-F238E27FC236}">
                <a16:creationId xmlns:a16="http://schemas.microsoft.com/office/drawing/2014/main" id="{E52BA8A0-EA87-4430-BE84-AC0C9408A40D}"/>
              </a:ext>
            </a:extLst>
          </p:cNvPr>
          <p:cNvSpPr>
            <a:spLocks xmlns:a="http://schemas.openxmlformats.org/drawingml/2006/main" noGrp="1"/>
          </p:cNvSpPr>
          <p:nvPr/>
        </p:nvSpPr>
        <p:spPr>
          <a:xfrm xmlns:a="http://schemas.openxmlformats.org/drawingml/2006/main" flipH="1">
            <a:off x="10344150" y="54864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2" name="r3-50">
            <a:extLst xmlns:a="http://schemas.openxmlformats.org/drawingml/2006/main">
              <a:ext uri="{FF2B5EF4-FFF2-40B4-BE49-F238E27FC236}">
                <a16:creationId xmlns:a16="http://schemas.microsoft.com/office/drawing/2014/main" id="{68805C55-94CB-482C-9BFC-F074F6560010}"/>
              </a:ext>
            </a:extLst>
          </p:cNvPr>
          <p:cNvSpPr>
            <a:spLocks xmlns:a="http://schemas.openxmlformats.org/drawingml/2006/main" noGrp="1"/>
          </p:cNvSpPr>
          <p:nvPr/>
        </p:nvSpPr>
        <p:spPr>
          <a:xfrm xmlns:a="http://schemas.openxmlformats.org/drawingml/2006/main">
            <a:off x="10487025" y="5353050"/>
            <a:ext cx="1352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다양한 업무 AI</a:t>
            </a:r>
          </a:p>
        </p:txBody>
      </p:sp>
      <p:sp>
        <p:nvSpPr>
          <p:cNvPr id="53" name="r3-51">
            <a:extLst xmlns:a="http://schemas.openxmlformats.org/drawingml/2006/main">
              <a:ext uri="{FF2B5EF4-FFF2-40B4-BE49-F238E27FC236}">
                <a16:creationId xmlns:a16="http://schemas.microsoft.com/office/drawing/2014/main" id="{841ABB6A-B999-476F-952D-03233F1C2705}"/>
              </a:ext>
            </a:extLst>
          </p:cNvPr>
          <p:cNvSpPr>
            <a:spLocks xmlns:a="http://schemas.openxmlformats.org/drawingml/2006/main" noGrp="1"/>
          </p:cNvSpPr>
          <p:nvPr/>
        </p:nvSpPr>
        <p:spPr>
          <a:xfrm xmlns:a="http://schemas.openxmlformats.org/drawingml/2006/main">
            <a:off x="6477000" y="5724525"/>
            <a:ext cx="531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화면과 대화의 맥락을 기기 경험과 연결하고,</a:t>
            </a:r>
          </a:p>
        </p:txBody>
      </p:sp>
      <p:sp>
        <p:nvSpPr>
          <p:cNvPr id="54" name="r3-52">
            <a:extLst xmlns:a="http://schemas.openxmlformats.org/drawingml/2006/main">
              <a:ext uri="{FF2B5EF4-FFF2-40B4-BE49-F238E27FC236}">
                <a16:creationId xmlns:a16="http://schemas.microsoft.com/office/drawing/2014/main" id="{20F49BFE-5DEA-42C5-A84F-D7E8800E8A93}"/>
              </a:ext>
            </a:extLst>
          </p:cNvPr>
          <p:cNvSpPr>
            <a:spLocks xmlns:a="http://schemas.openxmlformats.org/drawingml/2006/main" noGrp="1"/>
          </p:cNvSpPr>
          <p:nvPr/>
        </p:nvSpPr>
        <p:spPr>
          <a:xfrm xmlns:a="http://schemas.openxmlformats.org/drawingml/2006/main">
            <a:off x="6477000" y="6219825"/>
            <a:ext cx="5295900"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55" name="r3-53">
            <a:extLst xmlns:a="http://schemas.openxmlformats.org/drawingml/2006/main">
              <a:ext uri="{FF2B5EF4-FFF2-40B4-BE49-F238E27FC236}">
                <a16:creationId xmlns:a16="http://schemas.microsoft.com/office/drawing/2014/main" id="{2E26D995-0B1C-4856-BC72-44FB678EBD05}"/>
              </a:ext>
            </a:extLst>
          </p:cNvPr>
          <p:cNvSpPr>
            <a:spLocks xmlns:a="http://schemas.openxmlformats.org/drawingml/2006/main" noGrp="1"/>
          </p:cNvSpPr>
          <p:nvPr/>
        </p:nvSpPr>
        <p:spPr>
          <a:xfrm xmlns:a="http://schemas.openxmlformats.org/drawingml/2006/main">
            <a:off x="6477000" y="6048375"/>
            <a:ext cx="5295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xmlns:a="http://schemas.openxmlformats.org/drawingml/2006/main">
              <a:ext uri="{FF2B5EF4-FFF2-40B4-BE49-F238E27FC236}">
                <a16:creationId xmlns:a16="http://schemas.microsoft.com/office/drawing/2014/main" id="{3507CB38-7C61-41ED-8BA4-75D8965A2F4B}"/>
              </a:ext>
            </a:extLst>
          </p:cNvPr>
          <p:cNvSpPr>
            <a:spLocks xmlns:a="http://schemas.openxmlformats.org/drawingml/2006/main" noGrp="1"/>
          </p:cNvSpPr>
          <p:nvPr/>
        </p:nvSpPr>
        <p:spPr>
          <a:xfrm xmlns:a="http://schemas.openxmlformats.org/drawingml/2006/main">
            <a:off x="438150" y="65246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25" b="0">
                <a:solidFill>
                  <a:srgbClr val="657079"/>
                </a:solidFill>
                <a:latin typeface="Apple SD Gothic Neo"/>
                <a:ea typeface="Apple SD Gothic Neo"/>
                <a:cs typeface="Apple SD Gothic Neo"/>
              </a:defRPr>
            </a:pPr>
            <a:r>
              <a:rPr sz="825" b="0">
                <a:solidFill>
                  <a:srgbClr val="657079"/>
                </a:solidFill>
                <a:latin typeface="Apple SD Gothic Neo"/>
                <a:ea typeface="Apple SD Gothic Neo"/>
                <a:cs typeface="Apple SD Gothic Neo"/>
              </a:rPr>
              <a:t>좌: Anthropic 공개 제품 사례 / 우: 사용자가 전달한 CTO 방향을 바탕으로 정리</a:t>
            </a:r>
          </a:p>
        </p:txBody>
      </p:sp>
    </p:spTree>
    <p:extLst>
      <p:ext uri="{BB962C8B-B14F-4D97-AF65-F5344CB8AC3E}">
        <p14:creationId xmlns:p14="http://schemas.microsoft.com/office/powerpoint/2010/main" val="1825256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r3-55">
            <a:extLst xmlns:a="http://schemas.openxmlformats.org/drawingml/2006/main">
              <a:ext uri="{FF2B5EF4-FFF2-40B4-BE49-F238E27FC236}">
                <a16:creationId xmlns:a16="http://schemas.microsoft.com/office/drawing/2014/main" id="{4F10A4B6-5D16-454B-8BB5-D264799AED9B}"/>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소개 | VIA의 역할과 범위</a:t>
            </a:r>
          </a:p>
        </p:txBody>
      </p:sp>
      <p:sp>
        <p:nvSpPr>
          <p:cNvPr id="2" name="line-56">
            <a:extLst xmlns:a="http://schemas.openxmlformats.org/drawingml/2006/main">
              <a:ext uri="{FF2B5EF4-FFF2-40B4-BE49-F238E27FC236}">
                <a16:creationId xmlns:a16="http://schemas.microsoft.com/office/drawing/2014/main" id="{6CCC342C-0EED-4D43-8536-FFD24DC0A115}"/>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57">
            <a:extLst xmlns:a="http://schemas.openxmlformats.org/drawingml/2006/main">
              <a:ext uri="{FF2B5EF4-FFF2-40B4-BE49-F238E27FC236}">
                <a16:creationId xmlns:a16="http://schemas.microsoft.com/office/drawing/2014/main" id="{1A9B2A83-A38B-4986-ADDC-729D6C4CB177}"/>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58">
            <a:extLst xmlns:a="http://schemas.openxmlformats.org/drawingml/2006/main">
              <a:ext uri="{FF2B5EF4-FFF2-40B4-BE49-F238E27FC236}">
                <a16:creationId xmlns:a16="http://schemas.microsoft.com/office/drawing/2014/main" id="{9398A36F-0235-4D32-82BE-271C56710EB4}"/>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59">
            <a:extLst xmlns:a="http://schemas.openxmlformats.org/drawingml/2006/main">
              <a:ext uri="{FF2B5EF4-FFF2-40B4-BE49-F238E27FC236}">
                <a16:creationId xmlns:a16="http://schemas.microsoft.com/office/drawing/2014/main" id="{FB20379E-8FA2-4019-8608-07FD1432E489}"/>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60">
            <a:extLst xmlns:a="http://schemas.openxmlformats.org/drawingml/2006/main">
              <a:ext uri="{FF2B5EF4-FFF2-40B4-BE49-F238E27FC236}">
                <a16:creationId xmlns:a16="http://schemas.microsoft.com/office/drawing/2014/main" id="{FA822008-FA24-4B4D-AF89-55979FBB9513}"/>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61">
            <a:extLst xmlns:a="http://schemas.openxmlformats.org/drawingml/2006/main">
              <a:ext uri="{FF2B5EF4-FFF2-40B4-BE49-F238E27FC236}">
                <a16:creationId xmlns:a16="http://schemas.microsoft.com/office/drawing/2014/main" id="{6EA1C1AE-C7F9-4BD4-9B6D-51582AC1D383}"/>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62">
            <a:extLst xmlns:a="http://schemas.openxmlformats.org/drawingml/2006/main">
              <a:ext uri="{FF2B5EF4-FFF2-40B4-BE49-F238E27FC236}">
                <a16:creationId xmlns:a16="http://schemas.microsoft.com/office/drawing/2014/main" id="{321E688F-4A70-49BB-B0D0-39BA71F6F574}"/>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63">
            <a:extLst xmlns:a="http://schemas.openxmlformats.org/drawingml/2006/main">
              <a:ext uri="{FF2B5EF4-FFF2-40B4-BE49-F238E27FC236}">
                <a16:creationId xmlns:a16="http://schemas.microsoft.com/office/drawing/2014/main" id="{84726BA7-2CEF-416F-8A44-1E8C2509AF07}"/>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64">
            <a:extLst xmlns:a="http://schemas.openxmlformats.org/drawingml/2006/main">
              <a:ext uri="{FF2B5EF4-FFF2-40B4-BE49-F238E27FC236}">
                <a16:creationId xmlns:a16="http://schemas.microsoft.com/office/drawing/2014/main" id="{F1D4221E-EF21-4AB0-9DE0-FA7E942F7741}"/>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65">
            <a:extLst xmlns:a="http://schemas.openxmlformats.org/drawingml/2006/main">
              <a:ext uri="{FF2B5EF4-FFF2-40B4-BE49-F238E27FC236}">
                <a16:creationId xmlns:a16="http://schemas.microsoft.com/office/drawing/2014/main" id="{6AC10B34-3669-4AF2-8EA1-207CD83D43E0}"/>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66">
            <a:extLst xmlns:a="http://schemas.openxmlformats.org/drawingml/2006/main">
              <a:ext uri="{FF2B5EF4-FFF2-40B4-BE49-F238E27FC236}">
                <a16:creationId xmlns:a16="http://schemas.microsoft.com/office/drawing/2014/main" id="{4F8EB712-84F7-41A3-9A45-5CAFB06A2111}"/>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67">
            <a:extLst xmlns:a="http://schemas.openxmlformats.org/drawingml/2006/main">
              <a:ext uri="{FF2B5EF4-FFF2-40B4-BE49-F238E27FC236}">
                <a16:creationId xmlns:a16="http://schemas.microsoft.com/office/drawing/2014/main" id="{9F97487A-F1C4-41C1-8065-DC043571BB71}"/>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2</a:t>
            </a:r>
          </a:p>
        </p:txBody>
      </p:sp>
      <p:sp>
        <p:nvSpPr>
          <p:cNvPr id="14" name="r3-68">
            <a:extLst xmlns:a="http://schemas.openxmlformats.org/drawingml/2006/main">
              <a:ext uri="{FF2B5EF4-FFF2-40B4-BE49-F238E27FC236}">
                <a16:creationId xmlns:a16="http://schemas.microsoft.com/office/drawing/2014/main" id="{40E96CE0-40F7-4FC2-8C60-11A6F666980B}"/>
              </a:ext>
            </a:extLst>
          </p:cNvPr>
          <p:cNvSpPr>
            <a:spLocks xmlns:a="http://schemas.openxmlformats.org/drawingml/2006/main" noGrp="1"/>
          </p:cNvSpPr>
          <p:nvPr/>
        </p:nvSpPr>
        <p:spPr>
          <a:xfrm xmlns:a="http://schemas.openxmlformats.org/drawingml/2006/main">
            <a:off x="409575" y="876300"/>
            <a:ext cx="11410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xmlns:a="http://schemas.openxmlformats.org/drawingml/2006/main">
              <a:ext uri="{FF2B5EF4-FFF2-40B4-BE49-F238E27FC236}">
                <a16:creationId xmlns:a16="http://schemas.microsoft.com/office/drawing/2014/main" id="{A49D47A5-50EE-4DAB-88F2-6085862A3268}"/>
              </a:ext>
            </a:extLst>
          </p:cNvPr>
          <p:cNvSpPr>
            <a:spLocks xmlns:a="http://schemas.openxmlformats.org/drawingml/2006/main" noGrp="1"/>
          </p:cNvSpPr>
          <p:nvPr/>
        </p:nvSpPr>
        <p:spPr>
          <a:xfrm xmlns:a="http://schemas.openxmlformats.org/drawingml/2006/main">
            <a:off x="447675" y="1495425"/>
            <a:ext cx="7029450"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6" name="r3-70">
            <a:extLst xmlns:a="http://schemas.openxmlformats.org/drawingml/2006/main">
              <a:ext uri="{FF2B5EF4-FFF2-40B4-BE49-F238E27FC236}">
                <a16:creationId xmlns:a16="http://schemas.microsoft.com/office/drawing/2014/main" id="{6E18A2A2-C644-4E28-9F32-4FF1CE83DB78}"/>
              </a:ext>
            </a:extLst>
          </p:cNvPr>
          <p:cNvSpPr>
            <a:spLocks xmlns:a="http://schemas.openxmlformats.org/drawingml/2006/main" noGrp="1"/>
          </p:cNvSpPr>
          <p:nvPr/>
        </p:nvSpPr>
        <p:spPr>
          <a:xfrm xmlns:a="http://schemas.openxmlformats.org/drawingml/2006/main">
            <a:off x="523875" y="1543050"/>
            <a:ext cx="687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VIA: PC에서 대화와 업무 연결을 담당</a:t>
            </a:r>
          </a:p>
        </p:txBody>
      </p:sp>
      <p:sp>
        <p:nvSpPr>
          <p:cNvPr id="17" name="r3-71">
            <a:extLst xmlns:a="http://schemas.openxmlformats.org/drawingml/2006/main">
              <a:ext uri="{FF2B5EF4-FFF2-40B4-BE49-F238E27FC236}">
                <a16:creationId xmlns:a16="http://schemas.microsoft.com/office/drawing/2014/main" id="{D643B815-6F76-4A8B-965B-C816B50B3C6E}"/>
              </a:ext>
            </a:extLst>
          </p:cNvPr>
          <p:cNvSpPr>
            <a:spLocks xmlns:a="http://schemas.openxmlformats.org/drawingml/2006/main" noGrp="1"/>
          </p:cNvSpPr>
          <p:nvPr/>
        </p:nvSpPr>
        <p:spPr>
          <a:xfrm xmlns:a="http://schemas.openxmlformats.org/drawingml/2006/main">
            <a:off x="8353425" y="1495425"/>
            <a:ext cx="3429000"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8" name="r3-72">
            <a:extLst xmlns:a="http://schemas.openxmlformats.org/drawingml/2006/main">
              <a:ext uri="{FF2B5EF4-FFF2-40B4-BE49-F238E27FC236}">
                <a16:creationId xmlns:a16="http://schemas.microsoft.com/office/drawing/2014/main" id="{E1A06081-B3D9-4326-93D4-AA213D3D281C}"/>
              </a:ext>
            </a:extLst>
          </p:cNvPr>
          <p:cNvSpPr>
            <a:spLocks xmlns:a="http://schemas.openxmlformats.org/drawingml/2006/main" noGrp="1"/>
          </p:cNvSpPr>
          <p:nvPr/>
        </p:nvSpPr>
        <p:spPr>
          <a:xfrm xmlns:a="http://schemas.openxmlformats.org/drawingml/2006/main">
            <a:off x="8429625" y="1543050"/>
            <a:ext cx="3276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연결된 AI: 맡은 업무를 수행</a:t>
            </a:r>
          </a:p>
        </p:txBody>
      </p:sp>
      <p:sp>
        <p:nvSpPr>
          <p:cNvPr id="19" name="r3-73">
            <a:extLst xmlns:a="http://schemas.openxmlformats.org/drawingml/2006/main">
              <a:ext uri="{FF2B5EF4-FFF2-40B4-BE49-F238E27FC236}">
                <a16:creationId xmlns:a16="http://schemas.microsoft.com/office/drawing/2014/main" id="{550DD2E1-D50D-410B-9F07-A3F15DB41D56}"/>
              </a:ext>
            </a:extLst>
          </p:cNvPr>
          <p:cNvSpPr>
            <a:spLocks xmlns:a="http://schemas.openxmlformats.org/drawingml/2006/main" noGrp="1"/>
          </p:cNvSpPr>
          <p:nvPr/>
        </p:nvSpPr>
        <p:spPr>
          <a:xfrm xmlns:a="http://schemas.openxmlformats.org/drawingml/2006/main">
            <a:off x="638175" y="2076450"/>
            <a:ext cx="6515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58FAF"/>
                </a:solidFill>
                <a:latin typeface="Apple SD Gothic Neo"/>
                <a:ea typeface="Apple SD Gothic Neo"/>
                <a:cs typeface="Apple SD Gothic Neo"/>
              </a:defRPr>
            </a:pPr>
            <a:r>
              <a:rPr sz="1575"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xmlns:a="http://schemas.openxmlformats.org/drawingml/2006/main">
              <a:ext uri="{FF2B5EF4-FFF2-40B4-BE49-F238E27FC236}">
                <a16:creationId xmlns:a16="http://schemas.microsoft.com/office/drawing/2014/main" id="{9DA5F896-06A3-46B1-A6CE-D25DF6892C10}"/>
              </a:ext>
            </a:extLst>
          </p:cNvPr>
          <p:cNvSpPr>
            <a:spLocks xmlns:a="http://schemas.openxmlformats.org/drawingml/2006/main" noGrp="1"/>
          </p:cNvSpPr>
          <p:nvPr/>
        </p:nvSpPr>
        <p:spPr>
          <a:xfrm xmlns:a="http://schemas.openxmlformats.org/drawingml/2006/main" flipH="0">
            <a:off x="638175" y="2457450"/>
            <a:ext cx="661987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1" name="r3-75">
            <a:extLst xmlns:a="http://schemas.openxmlformats.org/drawingml/2006/main">
              <a:ext uri="{FF2B5EF4-FFF2-40B4-BE49-F238E27FC236}">
                <a16:creationId xmlns:a16="http://schemas.microsoft.com/office/drawing/2014/main" id="{3052DF42-A9AE-454A-816D-A8441D9B47FE}"/>
              </a:ext>
            </a:extLst>
          </p:cNvPr>
          <p:cNvSpPr>
            <a:spLocks xmlns:a="http://schemas.openxmlformats.org/drawingml/2006/main" noGrp="1"/>
          </p:cNvSpPr>
          <p:nvPr/>
        </p:nvSpPr>
        <p:spPr>
          <a:xfrm xmlns:a="http://schemas.openxmlformats.org/drawingml/2006/main">
            <a:off x="638175" y="260032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2" name="r3-76">
            <a:extLst xmlns:a="http://schemas.openxmlformats.org/drawingml/2006/main">
              <a:ext uri="{FF2B5EF4-FFF2-40B4-BE49-F238E27FC236}">
                <a16:creationId xmlns:a16="http://schemas.microsoft.com/office/drawing/2014/main" id="{B1F82549-7471-4B25-B99C-719B1F269AD6}"/>
              </a:ext>
            </a:extLst>
          </p:cNvPr>
          <p:cNvSpPr>
            <a:spLocks xmlns:a="http://schemas.openxmlformats.org/drawingml/2006/main" noGrp="1"/>
          </p:cNvSpPr>
          <p:nvPr/>
        </p:nvSpPr>
        <p:spPr>
          <a:xfrm xmlns:a="http://schemas.openxmlformats.org/drawingml/2006/main">
            <a:off x="638175" y="260032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1</a:t>
            </a:r>
          </a:p>
        </p:txBody>
      </p:sp>
      <p:sp>
        <p:nvSpPr>
          <p:cNvPr id="23" name="r3-77">
            <a:extLst xmlns:a="http://schemas.openxmlformats.org/drawingml/2006/main">
              <a:ext uri="{FF2B5EF4-FFF2-40B4-BE49-F238E27FC236}">
                <a16:creationId xmlns:a16="http://schemas.microsoft.com/office/drawing/2014/main" id="{025E0116-580B-4B74-9D19-D24966F4D020}"/>
              </a:ext>
            </a:extLst>
          </p:cNvPr>
          <p:cNvSpPr>
            <a:spLocks xmlns:a="http://schemas.openxmlformats.org/drawingml/2006/main" noGrp="1"/>
          </p:cNvSpPr>
          <p:nvPr/>
        </p:nvSpPr>
        <p:spPr>
          <a:xfrm xmlns:a="http://schemas.openxmlformats.org/drawingml/2006/main">
            <a:off x="1028700" y="256222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요청의 의미와 대상 확정</a:t>
            </a:r>
          </a:p>
        </p:txBody>
      </p:sp>
      <p:sp>
        <p:nvSpPr>
          <p:cNvPr id="24" name="r3-78">
            <a:extLst xmlns:a="http://schemas.openxmlformats.org/drawingml/2006/main">
              <a:ext uri="{FF2B5EF4-FFF2-40B4-BE49-F238E27FC236}">
                <a16:creationId xmlns:a16="http://schemas.microsoft.com/office/drawing/2014/main" id="{5E78FC7F-9277-4A39-82A4-77BC781926E1}"/>
              </a:ext>
            </a:extLst>
          </p:cNvPr>
          <p:cNvSpPr>
            <a:spLocks xmlns:a="http://schemas.openxmlformats.org/drawingml/2006/main" noGrp="1"/>
          </p:cNvSpPr>
          <p:nvPr/>
        </p:nvSpPr>
        <p:spPr>
          <a:xfrm xmlns:a="http://schemas.openxmlformats.org/drawingml/2006/main">
            <a:off x="1028700" y="2847975"/>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목표와 조건, 정정 내용 파악</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새 업무인지 기존 업무인지 판단</a:t>
            </a:r>
          </a:p>
        </p:txBody>
      </p:sp>
      <p:sp>
        <p:nvSpPr>
          <p:cNvPr id="25" name="r3-79">
            <a:extLst xmlns:a="http://schemas.openxmlformats.org/drawingml/2006/main">
              <a:ext uri="{FF2B5EF4-FFF2-40B4-BE49-F238E27FC236}">
                <a16:creationId xmlns:a16="http://schemas.microsoft.com/office/drawing/2014/main" id="{D923310E-189D-499C-9DD1-483D843ACD58}"/>
              </a:ext>
            </a:extLst>
          </p:cNvPr>
          <p:cNvSpPr>
            <a:spLocks xmlns:a="http://schemas.openxmlformats.org/drawingml/2006/main" noGrp="1"/>
          </p:cNvSpPr>
          <p:nvPr/>
        </p:nvSpPr>
        <p:spPr>
          <a:xfrm xmlns:a="http://schemas.openxmlformats.org/drawingml/2006/main">
            <a:off x="638175" y="334327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6" name="r3-80">
            <a:extLst xmlns:a="http://schemas.openxmlformats.org/drawingml/2006/main">
              <a:ext uri="{FF2B5EF4-FFF2-40B4-BE49-F238E27FC236}">
                <a16:creationId xmlns:a16="http://schemas.microsoft.com/office/drawing/2014/main" id="{93AD9379-ED6A-42A1-8E4F-E289506218D9}"/>
              </a:ext>
            </a:extLst>
          </p:cNvPr>
          <p:cNvSpPr>
            <a:spLocks xmlns:a="http://schemas.openxmlformats.org/drawingml/2006/main" noGrp="1"/>
          </p:cNvSpPr>
          <p:nvPr/>
        </p:nvSpPr>
        <p:spPr>
          <a:xfrm xmlns:a="http://schemas.openxmlformats.org/drawingml/2006/main">
            <a:off x="638175" y="334327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2</a:t>
            </a:r>
          </a:p>
        </p:txBody>
      </p:sp>
      <p:sp>
        <p:nvSpPr>
          <p:cNvPr id="27" name="r3-81">
            <a:extLst xmlns:a="http://schemas.openxmlformats.org/drawingml/2006/main">
              <a:ext uri="{FF2B5EF4-FFF2-40B4-BE49-F238E27FC236}">
                <a16:creationId xmlns:a16="http://schemas.microsoft.com/office/drawing/2014/main" id="{A65A87E2-DBAB-4C51-A9D9-463319B64B5B}"/>
              </a:ext>
            </a:extLst>
          </p:cNvPr>
          <p:cNvSpPr>
            <a:spLocks xmlns:a="http://schemas.openxmlformats.org/drawingml/2006/main" noGrp="1"/>
          </p:cNvSpPr>
          <p:nvPr/>
        </p:nvSpPr>
        <p:spPr>
          <a:xfrm xmlns:a="http://schemas.openxmlformats.org/drawingml/2006/main">
            <a:off x="1028700" y="330517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직접 응답 또는 업무 위임</a:t>
            </a:r>
          </a:p>
        </p:txBody>
      </p:sp>
      <p:sp>
        <p:nvSpPr>
          <p:cNvPr id="28" name="r3-82">
            <a:extLst xmlns:a="http://schemas.openxmlformats.org/drawingml/2006/main">
              <a:ext uri="{FF2B5EF4-FFF2-40B4-BE49-F238E27FC236}">
                <a16:creationId xmlns:a16="http://schemas.microsoft.com/office/drawing/2014/main" id="{A15D4FFA-CDB2-4D02-8BCA-39986E1F1A94}"/>
              </a:ext>
            </a:extLst>
          </p:cNvPr>
          <p:cNvSpPr>
            <a:spLocks xmlns:a="http://schemas.openxmlformats.org/drawingml/2006/main" noGrp="1"/>
          </p:cNvSpPr>
          <p:nvPr/>
        </p:nvSpPr>
        <p:spPr>
          <a:xfrm xmlns:a="http://schemas.openxmlformats.org/drawingml/2006/main">
            <a:off x="1028700" y="3609975"/>
            <a:ext cx="614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xmlns:a="http://schemas.openxmlformats.org/drawingml/2006/main">
              <a:ext uri="{FF2B5EF4-FFF2-40B4-BE49-F238E27FC236}">
                <a16:creationId xmlns:a16="http://schemas.microsoft.com/office/drawing/2014/main" id="{F0062F88-022F-467E-8BEB-072935757D4D}"/>
              </a:ext>
            </a:extLst>
          </p:cNvPr>
          <p:cNvSpPr>
            <a:spLocks xmlns:a="http://schemas.openxmlformats.org/drawingml/2006/main" noGrp="1"/>
          </p:cNvSpPr>
          <p:nvPr/>
        </p:nvSpPr>
        <p:spPr>
          <a:xfrm xmlns:a="http://schemas.openxmlformats.org/drawingml/2006/main">
            <a:off x="638175" y="3981450"/>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30" name="r3-84">
            <a:extLst xmlns:a="http://schemas.openxmlformats.org/drawingml/2006/main">
              <a:ext uri="{FF2B5EF4-FFF2-40B4-BE49-F238E27FC236}">
                <a16:creationId xmlns:a16="http://schemas.microsoft.com/office/drawing/2014/main" id="{473D0A13-E8CD-4C0A-BBC7-766A6E3FBD92}"/>
              </a:ext>
            </a:extLst>
          </p:cNvPr>
          <p:cNvSpPr>
            <a:spLocks xmlns:a="http://schemas.openxmlformats.org/drawingml/2006/main" noGrp="1"/>
          </p:cNvSpPr>
          <p:nvPr/>
        </p:nvSpPr>
        <p:spPr>
          <a:xfrm xmlns:a="http://schemas.openxmlformats.org/drawingml/2006/main">
            <a:off x="638175" y="3981450"/>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3</a:t>
            </a:r>
          </a:p>
        </p:txBody>
      </p:sp>
      <p:sp>
        <p:nvSpPr>
          <p:cNvPr id="31" name="r3-85">
            <a:extLst xmlns:a="http://schemas.openxmlformats.org/drawingml/2006/main">
              <a:ext uri="{FF2B5EF4-FFF2-40B4-BE49-F238E27FC236}">
                <a16:creationId xmlns:a16="http://schemas.microsoft.com/office/drawing/2014/main" id="{63C45FC8-7F2D-41AE-A7D7-4B823AC48EB4}"/>
              </a:ext>
            </a:extLst>
          </p:cNvPr>
          <p:cNvSpPr>
            <a:spLocks xmlns:a="http://schemas.openxmlformats.org/drawingml/2006/main" noGrp="1"/>
          </p:cNvSpPr>
          <p:nvPr/>
        </p:nvSpPr>
        <p:spPr>
          <a:xfrm xmlns:a="http://schemas.openxmlformats.org/drawingml/2006/main">
            <a:off x="1028700" y="3943350"/>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대화와 업무 상태 관리</a:t>
            </a:r>
          </a:p>
        </p:txBody>
      </p:sp>
      <p:sp>
        <p:nvSpPr>
          <p:cNvPr id="32" name="r3-86">
            <a:extLst xmlns:a="http://schemas.openxmlformats.org/drawingml/2006/main">
              <a:ext uri="{FF2B5EF4-FFF2-40B4-BE49-F238E27FC236}">
                <a16:creationId xmlns:a16="http://schemas.microsoft.com/office/drawing/2014/main" id="{B6CE67E3-DB03-4E92-8702-A61469EDC549}"/>
              </a:ext>
            </a:extLst>
          </p:cNvPr>
          <p:cNvSpPr>
            <a:spLocks xmlns:a="http://schemas.openxmlformats.org/drawingml/2006/main" noGrp="1"/>
          </p:cNvSpPr>
          <p:nvPr/>
        </p:nvSpPr>
        <p:spPr>
          <a:xfrm xmlns:a="http://schemas.openxmlformats.org/drawingml/2006/main">
            <a:off x="1028700" y="4248150"/>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질문과 추가 지시, 취소를 해당 업무에 연결</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진행 상황과 결과도 같은 업무에서 관리</a:t>
            </a:r>
          </a:p>
        </p:txBody>
      </p:sp>
      <p:sp>
        <p:nvSpPr>
          <p:cNvPr id="33" name="r3-87">
            <a:extLst xmlns:a="http://schemas.openxmlformats.org/drawingml/2006/main">
              <a:ext uri="{FF2B5EF4-FFF2-40B4-BE49-F238E27FC236}">
                <a16:creationId xmlns:a16="http://schemas.microsoft.com/office/drawing/2014/main" id="{F8FDDC4A-7A5C-45E7-9EE8-199AE9514DC2}"/>
              </a:ext>
            </a:extLst>
          </p:cNvPr>
          <p:cNvSpPr>
            <a:spLocks xmlns:a="http://schemas.openxmlformats.org/drawingml/2006/main" noGrp="1"/>
          </p:cNvSpPr>
          <p:nvPr/>
        </p:nvSpPr>
        <p:spPr>
          <a:xfrm xmlns:a="http://schemas.openxmlformats.org/drawingml/2006/main">
            <a:off x="7477125" y="2647950"/>
            <a:ext cx="923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목표와 조건</a:t>
            </a:r>
          </a:p>
        </p:txBody>
      </p:sp>
      <p:sp>
        <p:nvSpPr>
          <p:cNvPr id="34" name="line-88">
            <a:extLst xmlns:a="http://schemas.openxmlformats.org/drawingml/2006/main">
              <a:ext uri="{FF2B5EF4-FFF2-40B4-BE49-F238E27FC236}">
                <a16:creationId xmlns:a16="http://schemas.microsoft.com/office/drawing/2014/main" id="{F65DB34C-2CFB-4F69-AFA4-DF6DBE81C915}"/>
              </a:ext>
            </a:extLst>
          </p:cNvPr>
          <p:cNvSpPr>
            <a:spLocks xmlns:a="http://schemas.openxmlformats.org/drawingml/2006/main" noGrp="1"/>
          </p:cNvSpPr>
          <p:nvPr/>
        </p:nvSpPr>
        <p:spPr>
          <a:xfrm xmlns:a="http://schemas.openxmlformats.org/drawingml/2006/main" flipH="0">
            <a:off x="7496175" y="2981325"/>
            <a:ext cx="828675"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5" name="line-89">
            <a:extLst xmlns:a="http://schemas.openxmlformats.org/drawingml/2006/main">
              <a:ext uri="{FF2B5EF4-FFF2-40B4-BE49-F238E27FC236}">
                <a16:creationId xmlns:a16="http://schemas.microsoft.com/office/drawing/2014/main" id="{58996F9C-CAA2-442F-A7F8-77FAF118416C}"/>
              </a:ext>
            </a:extLst>
          </p:cNvPr>
          <p:cNvSpPr>
            <a:spLocks xmlns:a="http://schemas.openxmlformats.org/drawingml/2006/main" noGrp="1"/>
          </p:cNvSpPr>
          <p:nvPr/>
        </p:nvSpPr>
        <p:spPr>
          <a:xfrm xmlns:a="http://schemas.openxmlformats.org/drawingml/2006/main" flipH="0">
            <a:off x="8258175" y="294322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6" name="line-90">
            <a:extLst xmlns:a="http://schemas.openxmlformats.org/drawingml/2006/main">
              <a:ext uri="{FF2B5EF4-FFF2-40B4-BE49-F238E27FC236}">
                <a16:creationId xmlns:a16="http://schemas.microsoft.com/office/drawing/2014/main" id="{7991858B-2EEF-4BCB-8B75-3835EEC5755F}"/>
              </a:ext>
            </a:extLst>
          </p:cNvPr>
          <p:cNvSpPr>
            <a:spLocks xmlns:a="http://schemas.openxmlformats.org/drawingml/2006/main" noGrp="1"/>
          </p:cNvSpPr>
          <p:nvPr/>
        </p:nvSpPr>
        <p:spPr>
          <a:xfrm xmlns:a="http://schemas.openxmlformats.org/drawingml/2006/main" flipH="1">
            <a:off x="8258175" y="298132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7" name="line-91">
            <a:extLst xmlns:a="http://schemas.openxmlformats.org/drawingml/2006/main">
              <a:ext uri="{FF2B5EF4-FFF2-40B4-BE49-F238E27FC236}">
                <a16:creationId xmlns:a16="http://schemas.microsoft.com/office/drawing/2014/main" id="{666D66A2-8A43-4C3F-88DF-0E02D97174C3}"/>
              </a:ext>
            </a:extLst>
          </p:cNvPr>
          <p:cNvSpPr>
            <a:spLocks xmlns:a="http://schemas.openxmlformats.org/drawingml/2006/main" noGrp="1"/>
          </p:cNvSpPr>
          <p:nvPr/>
        </p:nvSpPr>
        <p:spPr>
          <a:xfrm xmlns:a="http://schemas.openxmlformats.org/drawingml/2006/main" flipH="0">
            <a:off x="7496175" y="3838575"/>
            <a:ext cx="828675"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8" name="line-92">
            <a:extLst xmlns:a="http://schemas.openxmlformats.org/drawingml/2006/main">
              <a:ext uri="{FF2B5EF4-FFF2-40B4-BE49-F238E27FC236}">
                <a16:creationId xmlns:a16="http://schemas.microsoft.com/office/drawing/2014/main" id="{1EA8433E-026E-4591-A3FF-6532C023B2EA}"/>
              </a:ext>
            </a:extLst>
          </p:cNvPr>
          <p:cNvSpPr>
            <a:spLocks xmlns:a="http://schemas.openxmlformats.org/drawingml/2006/main" noGrp="1"/>
          </p:cNvSpPr>
          <p:nvPr/>
        </p:nvSpPr>
        <p:spPr>
          <a:xfrm xmlns:a="http://schemas.openxmlformats.org/drawingml/2006/main" flipH="1">
            <a:off x="7496175" y="380047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9" name="line-93">
            <a:extLst xmlns:a="http://schemas.openxmlformats.org/drawingml/2006/main">
              <a:ext uri="{FF2B5EF4-FFF2-40B4-BE49-F238E27FC236}">
                <a16:creationId xmlns:a16="http://schemas.microsoft.com/office/drawing/2014/main" id="{82A8FDDE-4730-4DFA-8464-791F6FE48436}"/>
              </a:ext>
            </a:extLst>
          </p:cNvPr>
          <p:cNvSpPr>
            <a:spLocks xmlns:a="http://schemas.openxmlformats.org/drawingml/2006/main" noGrp="1"/>
          </p:cNvSpPr>
          <p:nvPr/>
        </p:nvSpPr>
        <p:spPr>
          <a:xfrm xmlns:a="http://schemas.openxmlformats.org/drawingml/2006/main" flipH="0">
            <a:off x="7496175" y="383857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40" name="r3-94">
            <a:extLst xmlns:a="http://schemas.openxmlformats.org/drawingml/2006/main">
              <a:ext uri="{FF2B5EF4-FFF2-40B4-BE49-F238E27FC236}">
                <a16:creationId xmlns:a16="http://schemas.microsoft.com/office/drawing/2014/main" id="{E31C9647-E896-4611-B221-0B4DCB01017C}"/>
              </a:ext>
            </a:extLst>
          </p:cNvPr>
          <p:cNvSpPr>
            <a:spLocks xmlns:a="http://schemas.openxmlformats.org/drawingml/2006/main" noGrp="1"/>
          </p:cNvSpPr>
          <p:nvPr/>
        </p:nvSpPr>
        <p:spPr>
          <a:xfrm xmlns:a="http://schemas.openxmlformats.org/drawingml/2006/main">
            <a:off x="7477125" y="3933825"/>
            <a:ext cx="923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질문과 상태</a:t>
            </a:r>
          </a:p>
        </p:txBody>
      </p:sp>
      <p:sp>
        <p:nvSpPr>
          <p:cNvPr id="41" name="r3-95">
            <a:extLst xmlns:a="http://schemas.openxmlformats.org/drawingml/2006/main">
              <a:ext uri="{FF2B5EF4-FFF2-40B4-BE49-F238E27FC236}">
                <a16:creationId xmlns:a16="http://schemas.microsoft.com/office/drawing/2014/main" id="{D1230799-3BF4-415F-9CF7-BD6E5B405CB8}"/>
              </a:ext>
            </a:extLst>
          </p:cNvPr>
          <p:cNvSpPr>
            <a:spLocks xmlns:a="http://schemas.openxmlformats.org/drawingml/2006/main" noGrp="1"/>
          </p:cNvSpPr>
          <p:nvPr/>
        </p:nvSpPr>
        <p:spPr>
          <a:xfrm xmlns:a="http://schemas.openxmlformats.org/drawingml/2006/main">
            <a:off x="7477125" y="4162425"/>
            <a:ext cx="923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결과</a:t>
            </a:r>
          </a:p>
        </p:txBody>
      </p:sp>
      <p:sp>
        <p:nvSpPr>
          <p:cNvPr id="42" name="r3-96">
            <a:extLst xmlns:a="http://schemas.openxmlformats.org/drawingml/2006/main">
              <a:ext uri="{FF2B5EF4-FFF2-40B4-BE49-F238E27FC236}">
                <a16:creationId xmlns:a16="http://schemas.microsoft.com/office/drawing/2014/main" id="{CC4784CC-B8CB-4E7E-B6EF-A8E27A9071AA}"/>
              </a:ext>
            </a:extLst>
          </p:cNvPr>
          <p:cNvSpPr>
            <a:spLocks xmlns:a="http://schemas.openxmlformats.org/drawingml/2006/main" noGrp="1"/>
          </p:cNvSpPr>
          <p:nvPr/>
        </p:nvSpPr>
        <p:spPr>
          <a:xfrm xmlns:a="http://schemas.openxmlformats.org/drawingml/2006/main">
            <a:off x="8562975" y="2276475"/>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업무 방법과 도구 선택</a:t>
            </a:r>
          </a:p>
        </p:txBody>
      </p:sp>
      <p:sp>
        <p:nvSpPr>
          <p:cNvPr id="43" name="line-97">
            <a:extLst xmlns:a="http://schemas.openxmlformats.org/drawingml/2006/main">
              <a:ext uri="{FF2B5EF4-FFF2-40B4-BE49-F238E27FC236}">
                <a16:creationId xmlns:a16="http://schemas.microsoft.com/office/drawing/2014/main" id="{E256A8AA-9488-49D8-BEB7-7E5BE2E90EC4}"/>
              </a:ext>
            </a:extLst>
          </p:cNvPr>
          <p:cNvSpPr>
            <a:spLocks xmlns:a="http://schemas.openxmlformats.org/drawingml/2006/main" noGrp="1"/>
          </p:cNvSpPr>
          <p:nvPr/>
        </p:nvSpPr>
        <p:spPr>
          <a:xfrm xmlns:a="http://schemas.openxmlformats.org/drawingml/2006/main" flipH="0">
            <a:off x="10096500" y="2686050"/>
            <a:ext cx="0" cy="2667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4" name="line-98">
            <a:extLst xmlns:a="http://schemas.openxmlformats.org/drawingml/2006/main">
              <a:ext uri="{FF2B5EF4-FFF2-40B4-BE49-F238E27FC236}">
                <a16:creationId xmlns:a16="http://schemas.microsoft.com/office/drawing/2014/main" id="{39A4B293-284C-459F-BC36-69B4F143C33C}"/>
              </a:ext>
            </a:extLst>
          </p:cNvPr>
          <p:cNvSpPr>
            <a:spLocks xmlns:a="http://schemas.openxmlformats.org/drawingml/2006/main" noGrp="1"/>
          </p:cNvSpPr>
          <p:nvPr/>
        </p:nvSpPr>
        <p:spPr>
          <a:xfrm xmlns:a="http://schemas.openxmlformats.org/drawingml/2006/main" flipH="0">
            <a:off x="10058400" y="2886075"/>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5" name="line-99">
            <a:extLst xmlns:a="http://schemas.openxmlformats.org/drawingml/2006/main">
              <a:ext uri="{FF2B5EF4-FFF2-40B4-BE49-F238E27FC236}">
                <a16:creationId xmlns:a16="http://schemas.microsoft.com/office/drawing/2014/main" id="{0437A239-626D-44D8-91DE-98E3973B65A7}"/>
              </a:ext>
            </a:extLst>
          </p:cNvPr>
          <p:cNvSpPr>
            <a:spLocks xmlns:a="http://schemas.openxmlformats.org/drawingml/2006/main" noGrp="1"/>
          </p:cNvSpPr>
          <p:nvPr/>
        </p:nvSpPr>
        <p:spPr>
          <a:xfrm xmlns:a="http://schemas.openxmlformats.org/drawingml/2006/main" flipH="1">
            <a:off x="10096500" y="2886075"/>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6" name="r3-100">
            <a:extLst xmlns:a="http://schemas.openxmlformats.org/drawingml/2006/main">
              <a:ext uri="{FF2B5EF4-FFF2-40B4-BE49-F238E27FC236}">
                <a16:creationId xmlns:a16="http://schemas.microsoft.com/office/drawing/2014/main" id="{083BB3A9-902D-4B48-9FAF-C5FBDEB45BE1}"/>
              </a:ext>
            </a:extLst>
          </p:cNvPr>
          <p:cNvSpPr>
            <a:spLocks xmlns:a="http://schemas.openxmlformats.org/drawingml/2006/main" noGrp="1"/>
          </p:cNvSpPr>
          <p:nvPr/>
        </p:nvSpPr>
        <p:spPr>
          <a:xfrm xmlns:a="http://schemas.openxmlformats.org/drawingml/2006/main">
            <a:off x="8524875" y="30575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자료 조사와 문서 작성</a:t>
            </a:r>
          </a:p>
        </p:txBody>
      </p:sp>
      <p:sp>
        <p:nvSpPr>
          <p:cNvPr id="47" name="r3-101">
            <a:extLst xmlns:a="http://schemas.openxmlformats.org/drawingml/2006/main">
              <a:ext uri="{FF2B5EF4-FFF2-40B4-BE49-F238E27FC236}">
                <a16:creationId xmlns:a16="http://schemas.microsoft.com/office/drawing/2014/main" id="{48A4984D-00C5-4DE3-A661-93E02598DE4B}"/>
              </a:ext>
            </a:extLst>
          </p:cNvPr>
          <p:cNvSpPr>
            <a:spLocks xmlns:a="http://schemas.openxmlformats.org/drawingml/2006/main" noGrp="1"/>
          </p:cNvSpPr>
          <p:nvPr/>
        </p:nvSpPr>
        <p:spPr>
          <a:xfrm xmlns:a="http://schemas.openxmlformats.org/drawingml/2006/main">
            <a:off x="8524875" y="33623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앱 조작, 코드 수정과 시험 등</a:t>
            </a:r>
          </a:p>
        </p:txBody>
      </p:sp>
      <p:sp>
        <p:nvSpPr>
          <p:cNvPr id="48" name="line-102">
            <a:extLst xmlns:a="http://schemas.openxmlformats.org/drawingml/2006/main">
              <a:ext uri="{FF2B5EF4-FFF2-40B4-BE49-F238E27FC236}">
                <a16:creationId xmlns:a16="http://schemas.microsoft.com/office/drawing/2014/main" id="{052B5794-0D1C-491A-A20C-BEFB7C022802}"/>
              </a:ext>
            </a:extLst>
          </p:cNvPr>
          <p:cNvSpPr>
            <a:spLocks xmlns:a="http://schemas.openxmlformats.org/drawingml/2006/main" noGrp="1"/>
          </p:cNvSpPr>
          <p:nvPr/>
        </p:nvSpPr>
        <p:spPr>
          <a:xfrm xmlns:a="http://schemas.openxmlformats.org/drawingml/2006/main" flipH="0">
            <a:off x="10096500" y="3724275"/>
            <a:ext cx="0" cy="2667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9" name="line-103">
            <a:extLst xmlns:a="http://schemas.openxmlformats.org/drawingml/2006/main">
              <a:ext uri="{FF2B5EF4-FFF2-40B4-BE49-F238E27FC236}">
                <a16:creationId xmlns:a16="http://schemas.microsoft.com/office/drawing/2014/main" id="{730E5816-ED30-4FD2-BFFF-2D5C05EBD78F}"/>
              </a:ext>
            </a:extLst>
          </p:cNvPr>
          <p:cNvSpPr>
            <a:spLocks xmlns:a="http://schemas.openxmlformats.org/drawingml/2006/main" noGrp="1"/>
          </p:cNvSpPr>
          <p:nvPr/>
        </p:nvSpPr>
        <p:spPr>
          <a:xfrm xmlns:a="http://schemas.openxmlformats.org/drawingml/2006/main" flipH="0">
            <a:off x="10058400" y="3924300"/>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104">
            <a:extLst xmlns:a="http://schemas.openxmlformats.org/drawingml/2006/main">
              <a:ext uri="{FF2B5EF4-FFF2-40B4-BE49-F238E27FC236}">
                <a16:creationId xmlns:a16="http://schemas.microsoft.com/office/drawing/2014/main" id="{177ACB4A-DB5E-4B09-950C-4A602EC636E8}"/>
              </a:ext>
            </a:extLst>
          </p:cNvPr>
          <p:cNvSpPr>
            <a:spLocks xmlns:a="http://schemas.openxmlformats.org/drawingml/2006/main" noGrp="1"/>
          </p:cNvSpPr>
          <p:nvPr/>
        </p:nvSpPr>
        <p:spPr>
          <a:xfrm xmlns:a="http://schemas.openxmlformats.org/drawingml/2006/main" flipH="1">
            <a:off x="10096500" y="3924300"/>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r3-105">
            <a:extLst xmlns:a="http://schemas.openxmlformats.org/drawingml/2006/main">
              <a:ext uri="{FF2B5EF4-FFF2-40B4-BE49-F238E27FC236}">
                <a16:creationId xmlns:a16="http://schemas.microsoft.com/office/drawing/2014/main" id="{798D6441-C4D2-46AD-B37C-2890EB8E92BF}"/>
              </a:ext>
            </a:extLst>
          </p:cNvPr>
          <p:cNvSpPr>
            <a:spLocks xmlns:a="http://schemas.openxmlformats.org/drawingml/2006/main" noGrp="1"/>
          </p:cNvSpPr>
          <p:nvPr/>
        </p:nvSpPr>
        <p:spPr>
          <a:xfrm xmlns:a="http://schemas.openxmlformats.org/drawingml/2006/main">
            <a:off x="8496300" y="4105275"/>
            <a:ext cx="3181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결과를 확인하고 작업을 이어감</a:t>
            </a:r>
          </a:p>
        </p:txBody>
      </p:sp>
      <p:sp>
        <p:nvSpPr>
          <p:cNvPr id="52" name="line-106">
            <a:extLst xmlns:a="http://schemas.openxmlformats.org/drawingml/2006/main">
              <a:ext uri="{FF2B5EF4-FFF2-40B4-BE49-F238E27FC236}">
                <a16:creationId xmlns:a16="http://schemas.microsoft.com/office/drawing/2014/main" id="{F1F78D25-F197-4E57-9F2F-0E09CF9CE618}"/>
              </a:ext>
            </a:extLst>
          </p:cNvPr>
          <p:cNvSpPr>
            <a:spLocks xmlns:a="http://schemas.openxmlformats.org/drawingml/2006/main" noGrp="1"/>
          </p:cNvSpPr>
          <p:nvPr/>
        </p:nvSpPr>
        <p:spPr>
          <a:xfrm xmlns:a="http://schemas.openxmlformats.org/drawingml/2006/main" flipH="0">
            <a:off x="400050" y="4724400"/>
            <a:ext cx="1138237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53" name="r3-107">
            <a:extLst xmlns:a="http://schemas.openxmlformats.org/drawingml/2006/main">
              <a:ext uri="{FF2B5EF4-FFF2-40B4-BE49-F238E27FC236}">
                <a16:creationId xmlns:a16="http://schemas.microsoft.com/office/drawing/2014/main" id="{C0871C85-E493-43F7-B3A9-E9748A43F307}"/>
              </a:ext>
            </a:extLst>
          </p:cNvPr>
          <p:cNvSpPr>
            <a:spLocks xmlns:a="http://schemas.openxmlformats.org/drawingml/2006/main" noGrp="1"/>
          </p:cNvSpPr>
          <p:nvPr/>
        </p:nvSpPr>
        <p:spPr>
          <a:xfrm xmlns:a="http://schemas.openxmlformats.org/drawingml/2006/main">
            <a:off x="438150" y="4848225"/>
            <a:ext cx="11306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같은 대화 안에서 두 업무를 구분하는 예</a:t>
            </a:r>
          </a:p>
        </p:txBody>
      </p:sp>
      <p:sp>
        <p:nvSpPr>
          <p:cNvPr id="54" name="r3-108">
            <a:extLst xmlns:a="http://schemas.openxmlformats.org/drawingml/2006/main">
              <a:ext uri="{FF2B5EF4-FFF2-40B4-BE49-F238E27FC236}">
                <a16:creationId xmlns:a16="http://schemas.microsoft.com/office/drawing/2014/main" id="{C0A6B9A1-FFC4-43DA-B774-46267B5DDDF9}"/>
              </a:ext>
            </a:extLst>
          </p:cNvPr>
          <p:cNvSpPr>
            <a:spLocks xmlns:a="http://schemas.openxmlformats.org/drawingml/2006/main" noGrp="1"/>
          </p:cNvSpPr>
          <p:nvPr/>
        </p:nvSpPr>
        <p:spPr>
          <a:xfrm xmlns:a="http://schemas.openxmlformats.org/drawingml/2006/main">
            <a:off x="457200" y="5286375"/>
            <a:ext cx="1219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1">
                <a:solidFill>
                  <a:srgbClr val="657079"/>
                </a:solidFill>
                <a:latin typeface="Apple SD Gothic Neo"/>
                <a:ea typeface="Apple SD Gothic Neo"/>
                <a:cs typeface="Apple SD Gothic Neo"/>
              </a:defRPr>
            </a:pPr>
            <a:r>
              <a:rPr sz="1425" b="1">
                <a:solidFill>
                  <a:srgbClr val="657079"/>
                </a:solidFill>
                <a:latin typeface="Apple SD Gothic Neo"/>
                <a:ea typeface="Apple SD Gothic Neo"/>
                <a:cs typeface="Apple SD Gothic Neo"/>
              </a:rPr>
              <a:t>사용자 요청</a:t>
            </a:r>
          </a:p>
        </p:txBody>
      </p:sp>
      <p:sp>
        <p:nvSpPr>
          <p:cNvPr id="55" name="r3-109">
            <a:extLst xmlns:a="http://schemas.openxmlformats.org/drawingml/2006/main">
              <a:ext uri="{FF2B5EF4-FFF2-40B4-BE49-F238E27FC236}">
                <a16:creationId xmlns:a16="http://schemas.microsoft.com/office/drawing/2014/main" id="{63DE9316-8F24-40C3-945B-481297795F63}"/>
              </a:ext>
            </a:extLst>
          </p:cNvPr>
          <p:cNvSpPr>
            <a:spLocks xmlns:a="http://schemas.openxmlformats.org/drawingml/2006/main" noGrp="1"/>
          </p:cNvSpPr>
          <p:nvPr/>
        </p:nvSpPr>
        <p:spPr>
          <a:xfrm xmlns:a="http://schemas.openxmlformats.org/drawingml/2006/main">
            <a:off x="1828800" y="5219700"/>
            <a:ext cx="3676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“이 표로 보고서 만들어줘.</a:t>
            </a:r>
          </a:p>
          <a:p xmlns:a="http://schemas.openxmlformats.org/drawingml/2006/main">
            <a:pPr algn="l">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아까 자료 조사는 계속해.”</a:t>
            </a:r>
          </a:p>
        </p:txBody>
      </p:sp>
      <p:sp>
        <p:nvSpPr>
          <p:cNvPr id="56" name="line-110">
            <a:extLst xmlns:a="http://schemas.openxmlformats.org/drawingml/2006/main">
              <a:ext uri="{FF2B5EF4-FFF2-40B4-BE49-F238E27FC236}">
                <a16:creationId xmlns:a16="http://schemas.microsoft.com/office/drawing/2014/main" id="{9165C477-AA8C-4826-8D89-B6E6ABFFEEDD}"/>
              </a:ext>
            </a:extLst>
          </p:cNvPr>
          <p:cNvSpPr>
            <a:spLocks xmlns:a="http://schemas.openxmlformats.org/drawingml/2006/main" noGrp="1"/>
          </p:cNvSpPr>
          <p:nvPr/>
        </p:nvSpPr>
        <p:spPr>
          <a:xfrm xmlns:a="http://schemas.openxmlformats.org/drawingml/2006/main" flipH="0">
            <a:off x="5553075" y="5524500"/>
            <a:ext cx="361950"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7" name="line-111">
            <a:extLst xmlns:a="http://schemas.openxmlformats.org/drawingml/2006/main">
              <a:ext uri="{FF2B5EF4-FFF2-40B4-BE49-F238E27FC236}">
                <a16:creationId xmlns:a16="http://schemas.microsoft.com/office/drawing/2014/main" id="{BC6DBE98-C8F7-48DB-AC44-1C28F24F2A4B}"/>
              </a:ext>
            </a:extLst>
          </p:cNvPr>
          <p:cNvSpPr>
            <a:spLocks xmlns:a="http://schemas.openxmlformats.org/drawingml/2006/main" noGrp="1"/>
          </p:cNvSpPr>
          <p:nvPr/>
        </p:nvSpPr>
        <p:spPr>
          <a:xfrm xmlns:a="http://schemas.openxmlformats.org/drawingml/2006/main" flipH="0">
            <a:off x="5848350" y="5486400"/>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8" name="line-112">
            <a:extLst xmlns:a="http://schemas.openxmlformats.org/drawingml/2006/main">
              <a:ext uri="{FF2B5EF4-FFF2-40B4-BE49-F238E27FC236}">
                <a16:creationId xmlns:a16="http://schemas.microsoft.com/office/drawing/2014/main" id="{BEDD854A-1459-416B-8554-917A14071099}"/>
              </a:ext>
            </a:extLst>
          </p:cNvPr>
          <p:cNvSpPr>
            <a:spLocks xmlns:a="http://schemas.openxmlformats.org/drawingml/2006/main" noGrp="1"/>
          </p:cNvSpPr>
          <p:nvPr/>
        </p:nvSpPr>
        <p:spPr>
          <a:xfrm xmlns:a="http://schemas.openxmlformats.org/drawingml/2006/main" flipH="1">
            <a:off x="5848350" y="5524500"/>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9" name="r3-113">
            <a:extLst xmlns:a="http://schemas.openxmlformats.org/drawingml/2006/main">
              <a:ext uri="{FF2B5EF4-FFF2-40B4-BE49-F238E27FC236}">
                <a16:creationId xmlns:a16="http://schemas.microsoft.com/office/drawing/2014/main" id="{7A9AB08B-356C-44EA-91CD-54EE45CD69AA}"/>
              </a:ext>
            </a:extLst>
          </p:cNvPr>
          <p:cNvSpPr>
            <a:spLocks xmlns:a="http://schemas.openxmlformats.org/drawingml/2006/main" noGrp="1"/>
          </p:cNvSpPr>
          <p:nvPr/>
        </p:nvSpPr>
        <p:spPr>
          <a:xfrm xmlns:a="http://schemas.openxmlformats.org/drawingml/2006/main">
            <a:off x="6105525" y="52197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보고서 작성</a:t>
            </a:r>
          </a:p>
        </p:txBody>
      </p:sp>
      <p:sp>
        <p:nvSpPr>
          <p:cNvPr id="60" name="r3-114">
            <a:extLst xmlns:a="http://schemas.openxmlformats.org/drawingml/2006/main">
              <a:ext uri="{FF2B5EF4-FFF2-40B4-BE49-F238E27FC236}">
                <a16:creationId xmlns:a16="http://schemas.microsoft.com/office/drawing/2014/main" id="{7351902C-416E-434B-8212-026AB1FF0252}"/>
              </a:ext>
            </a:extLst>
          </p:cNvPr>
          <p:cNvSpPr>
            <a:spLocks xmlns:a="http://schemas.openxmlformats.org/drawingml/2006/main" noGrp="1"/>
          </p:cNvSpPr>
          <p:nvPr/>
        </p:nvSpPr>
        <p:spPr>
          <a:xfrm xmlns:a="http://schemas.openxmlformats.org/drawingml/2006/main">
            <a:off x="7810500" y="5219700"/>
            <a:ext cx="3676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62C"/>
                </a:solidFill>
                <a:latin typeface="Apple SD Gothic Neo"/>
                <a:ea typeface="Apple SD Gothic Neo"/>
                <a:cs typeface="Apple SD Gothic Neo"/>
              </a:defRPr>
            </a:pPr>
            <a:r>
              <a:rPr sz="1575" b="0">
                <a:solidFill>
                  <a:srgbClr val="20262C"/>
                </a:solidFill>
                <a:latin typeface="Apple SD Gothic Neo"/>
                <a:ea typeface="Apple SD Gothic Neo"/>
                <a:cs typeface="Apple SD Gothic Neo"/>
              </a:rPr>
              <a:t>새 업무로 위임</a:t>
            </a:r>
          </a:p>
        </p:txBody>
      </p:sp>
      <p:sp>
        <p:nvSpPr>
          <p:cNvPr id="61" name="r3-115">
            <a:extLst xmlns:a="http://schemas.openxmlformats.org/drawingml/2006/main">
              <a:ext uri="{FF2B5EF4-FFF2-40B4-BE49-F238E27FC236}">
                <a16:creationId xmlns:a16="http://schemas.microsoft.com/office/drawing/2014/main" id="{9A2A461E-FC36-42EE-99EA-C95157AF9EA1}"/>
              </a:ext>
            </a:extLst>
          </p:cNvPr>
          <p:cNvSpPr>
            <a:spLocks xmlns:a="http://schemas.openxmlformats.org/drawingml/2006/main" noGrp="1"/>
          </p:cNvSpPr>
          <p:nvPr/>
        </p:nvSpPr>
        <p:spPr>
          <a:xfrm xmlns:a="http://schemas.openxmlformats.org/drawingml/2006/main">
            <a:off x="6105525" y="5591175"/>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기존 자료 조사</a:t>
            </a:r>
          </a:p>
        </p:txBody>
      </p:sp>
      <p:sp>
        <p:nvSpPr>
          <p:cNvPr id="62" name="r3-116">
            <a:extLst xmlns:a="http://schemas.openxmlformats.org/drawingml/2006/main">
              <a:ext uri="{FF2B5EF4-FFF2-40B4-BE49-F238E27FC236}">
                <a16:creationId xmlns:a16="http://schemas.microsoft.com/office/drawing/2014/main" id="{7770F0DE-D709-438A-AFC9-6716CC78C5DE}"/>
              </a:ext>
            </a:extLst>
          </p:cNvPr>
          <p:cNvSpPr>
            <a:spLocks xmlns:a="http://schemas.openxmlformats.org/drawingml/2006/main" noGrp="1"/>
          </p:cNvSpPr>
          <p:nvPr/>
        </p:nvSpPr>
        <p:spPr>
          <a:xfrm xmlns:a="http://schemas.openxmlformats.org/drawingml/2006/main">
            <a:off x="7810500" y="559117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62C"/>
                </a:solidFill>
                <a:latin typeface="Apple SD Gothic Neo"/>
                <a:ea typeface="Apple SD Gothic Neo"/>
                <a:cs typeface="Apple SD Gothic Neo"/>
              </a:defRPr>
            </a:pPr>
            <a:r>
              <a:rPr sz="1575" b="0">
                <a:solidFill>
                  <a:srgbClr val="20262C"/>
                </a:solidFill>
                <a:latin typeface="Apple SD Gothic Neo"/>
                <a:ea typeface="Apple SD Gothic Neo"/>
                <a:cs typeface="Apple SD Gothic Neo"/>
              </a:rPr>
              <a:t>진행 상태를 유지하며 별도로 추적</a:t>
            </a:r>
          </a:p>
        </p:txBody>
      </p:sp>
      <p:sp>
        <p:nvSpPr>
          <p:cNvPr id="63" name="r3-117">
            <a:extLst xmlns:a="http://schemas.openxmlformats.org/drawingml/2006/main">
              <a:ext uri="{FF2B5EF4-FFF2-40B4-BE49-F238E27FC236}">
                <a16:creationId xmlns:a16="http://schemas.microsoft.com/office/drawing/2014/main" id="{F232015C-7A9E-45D9-B384-21EF82077322}"/>
              </a:ext>
            </a:extLst>
          </p:cNvPr>
          <p:cNvSpPr>
            <a:spLocks xmlns:a="http://schemas.openxmlformats.org/drawingml/2006/main" noGrp="1"/>
          </p:cNvSpPr>
          <p:nvPr/>
        </p:nvSpPr>
        <p:spPr>
          <a:xfrm xmlns:a="http://schemas.openxmlformats.org/drawingml/2006/main">
            <a:off x="447675" y="6238875"/>
            <a:ext cx="112490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4" name="r3-118">
            <a:extLst xmlns:a="http://schemas.openxmlformats.org/drawingml/2006/main">
              <a:ext uri="{FF2B5EF4-FFF2-40B4-BE49-F238E27FC236}">
                <a16:creationId xmlns:a16="http://schemas.microsoft.com/office/drawing/2014/main" id="{1A77A7AB-92D7-4735-9916-0F1D0E24D2A8}"/>
              </a:ext>
            </a:extLst>
          </p:cNvPr>
          <p:cNvSpPr>
            <a:spLocks xmlns:a="http://schemas.openxmlformats.org/drawingml/2006/main" noGrp="1"/>
          </p:cNvSpPr>
          <p:nvPr/>
        </p:nvSpPr>
        <p:spPr>
          <a:xfrm xmlns:a="http://schemas.openxmlformats.org/drawingml/2006/main">
            <a:off x="447675" y="6067425"/>
            <a:ext cx="11249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20262C"/>
                </a:solidFill>
                <a:latin typeface="Apple SD Gothic Neo"/>
                <a:ea typeface="Apple SD Gothic Neo"/>
                <a:cs typeface="Apple SD Gothic Neo"/>
              </a:defRPr>
            </a:pPr>
            <a:r>
              <a:rPr sz="1725"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xmlns:a="http://schemas.openxmlformats.org/drawingml/2006/main">
              <a:ext uri="{FF2B5EF4-FFF2-40B4-BE49-F238E27FC236}">
                <a16:creationId xmlns:a16="http://schemas.microsoft.com/office/drawing/2014/main" id="{D2B565C3-54D1-4DF3-9AF1-DFD6EE4EEBC4}"/>
              </a:ext>
            </a:extLst>
          </p:cNvPr>
          <p:cNvSpPr>
            <a:spLocks xmlns:a="http://schemas.openxmlformats.org/drawingml/2006/main" noGrp="1"/>
          </p:cNvSpPr>
          <p:nvPr/>
        </p:nvSpPr>
        <p:spPr>
          <a:xfrm xmlns:a="http://schemas.openxmlformats.org/drawingml/2006/main">
            <a:off x="447675" y="65246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00" b="0">
                <a:solidFill>
                  <a:srgbClr val="657079"/>
                </a:solidFill>
                <a:latin typeface="Apple SD Gothic Neo"/>
                <a:ea typeface="Apple SD Gothic Neo"/>
                <a:cs typeface="Apple SD Gothic Neo"/>
              </a:defRPr>
            </a:pPr>
            <a:r>
              <a:rPr sz="900" b="0">
                <a:solidFill>
                  <a:srgbClr val="657079"/>
                </a:solidFill>
                <a:latin typeface="Apple SD Gothic Neo"/>
                <a:ea typeface="Apple SD Gothic Neo"/>
                <a:cs typeface="Apple SD Gothic Neo"/>
              </a:rPr>
              <a:t>본 과제 범위: 요청 판단과 상호작용, 업무 연결과 상태 관리</a:t>
            </a:r>
          </a:p>
        </p:txBody>
      </p:sp>
    </p:spTree>
    <p:extLst>
      <p:ext uri="{BB962C8B-B14F-4D97-AF65-F5344CB8AC3E}">
        <p14:creationId xmlns:p14="http://schemas.microsoft.com/office/powerpoint/2010/main" val="7632655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r3-120">
            <a:extLst xmlns:a="http://schemas.openxmlformats.org/drawingml/2006/main">
              <a:ext uri="{FF2B5EF4-FFF2-40B4-BE49-F238E27FC236}">
                <a16:creationId xmlns:a16="http://schemas.microsoft.com/office/drawing/2014/main" id="{79938AC9-7988-4911-A169-5A612A4BC8D0}"/>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소개 | 필요성</a:t>
            </a:r>
          </a:p>
        </p:txBody>
      </p:sp>
      <p:sp>
        <p:nvSpPr>
          <p:cNvPr id="2" name="line-121">
            <a:extLst xmlns:a="http://schemas.openxmlformats.org/drawingml/2006/main">
              <a:ext uri="{FF2B5EF4-FFF2-40B4-BE49-F238E27FC236}">
                <a16:creationId xmlns:a16="http://schemas.microsoft.com/office/drawing/2014/main" id="{7F75D080-77EA-446A-8594-78D9DAFE1E76}"/>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122">
            <a:extLst xmlns:a="http://schemas.openxmlformats.org/drawingml/2006/main">
              <a:ext uri="{FF2B5EF4-FFF2-40B4-BE49-F238E27FC236}">
                <a16:creationId xmlns:a16="http://schemas.microsoft.com/office/drawing/2014/main" id="{CC39F6D7-A9ED-46BC-ACDF-A772A6644084}"/>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123">
            <a:extLst xmlns:a="http://schemas.openxmlformats.org/drawingml/2006/main">
              <a:ext uri="{FF2B5EF4-FFF2-40B4-BE49-F238E27FC236}">
                <a16:creationId xmlns:a16="http://schemas.microsoft.com/office/drawing/2014/main" id="{10B5EB16-ACE8-4DF4-91E2-5D4A5CC8ED9C}"/>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124">
            <a:extLst xmlns:a="http://schemas.openxmlformats.org/drawingml/2006/main">
              <a:ext uri="{FF2B5EF4-FFF2-40B4-BE49-F238E27FC236}">
                <a16:creationId xmlns:a16="http://schemas.microsoft.com/office/drawing/2014/main" id="{1B7D5BAC-D760-40A5-873C-A185E12900C1}"/>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125">
            <a:extLst xmlns:a="http://schemas.openxmlformats.org/drawingml/2006/main">
              <a:ext uri="{FF2B5EF4-FFF2-40B4-BE49-F238E27FC236}">
                <a16:creationId xmlns:a16="http://schemas.microsoft.com/office/drawing/2014/main" id="{E341AE14-735E-404E-8B0D-9F824B04618D}"/>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126">
            <a:extLst xmlns:a="http://schemas.openxmlformats.org/drawingml/2006/main">
              <a:ext uri="{FF2B5EF4-FFF2-40B4-BE49-F238E27FC236}">
                <a16:creationId xmlns:a16="http://schemas.microsoft.com/office/drawing/2014/main" id="{7A73B6C8-828A-4028-BDF8-A7FE45606445}"/>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127">
            <a:extLst xmlns:a="http://schemas.openxmlformats.org/drawingml/2006/main">
              <a:ext uri="{FF2B5EF4-FFF2-40B4-BE49-F238E27FC236}">
                <a16:creationId xmlns:a16="http://schemas.microsoft.com/office/drawing/2014/main" id="{7D1B32F9-2BE2-4CB6-BF46-746305D3DBE8}"/>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128">
            <a:extLst xmlns:a="http://schemas.openxmlformats.org/drawingml/2006/main">
              <a:ext uri="{FF2B5EF4-FFF2-40B4-BE49-F238E27FC236}">
                <a16:creationId xmlns:a16="http://schemas.microsoft.com/office/drawing/2014/main" id="{40D16FFB-6FE9-4D14-A7DE-7B80C76FB166}"/>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129">
            <a:extLst xmlns:a="http://schemas.openxmlformats.org/drawingml/2006/main">
              <a:ext uri="{FF2B5EF4-FFF2-40B4-BE49-F238E27FC236}">
                <a16:creationId xmlns:a16="http://schemas.microsoft.com/office/drawing/2014/main" id="{61A5E572-CA7F-4D3D-BB04-9B332B9060C4}"/>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130">
            <a:extLst xmlns:a="http://schemas.openxmlformats.org/drawingml/2006/main">
              <a:ext uri="{FF2B5EF4-FFF2-40B4-BE49-F238E27FC236}">
                <a16:creationId xmlns:a16="http://schemas.microsoft.com/office/drawing/2014/main" id="{65535DF5-2567-4035-8573-C214352078CA}"/>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131">
            <a:extLst xmlns:a="http://schemas.openxmlformats.org/drawingml/2006/main">
              <a:ext uri="{FF2B5EF4-FFF2-40B4-BE49-F238E27FC236}">
                <a16:creationId xmlns:a16="http://schemas.microsoft.com/office/drawing/2014/main" id="{5C7C9C7A-1BC7-43F5-9967-EC43FFF2A567}"/>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132">
            <a:extLst xmlns:a="http://schemas.openxmlformats.org/drawingml/2006/main">
              <a:ext uri="{FF2B5EF4-FFF2-40B4-BE49-F238E27FC236}">
                <a16:creationId xmlns:a16="http://schemas.microsoft.com/office/drawing/2014/main" id="{9C914759-83B1-4DA9-B1B3-9DBD0CB3AE44}"/>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3</a:t>
            </a:r>
          </a:p>
        </p:txBody>
      </p:sp>
      <p:sp>
        <p:nvSpPr>
          <p:cNvPr id="1000" name="necessity-v7-frame-0">
            <a:extLst xmlns:a="http://schemas.openxmlformats.org/drawingml/2006/main">
              <a:ext uri="{FF2B5EF4-FFF2-40B4-BE49-F238E27FC236}">
                <a16:creationId xmlns:a16="http://schemas.microsoft.com/office/drawing/2014/main" id="{FC0BF294-337D-464D-BEF8-3C5A69E2A1A4}"/>
              </a:ext>
            </a:extLst>
          </p:cNvPr>
          <p:cNvSpPr>
            <a:spLocks xmlns:a="http://schemas.openxmlformats.org/drawingml/2006/main" noGrp="1"/>
          </p:cNvSpPr>
          <p:nvPr/>
        </p:nvSpPr>
        <p:spPr>
          <a:xfrm xmlns:a="http://schemas.openxmlformats.org/drawingml/2006/main">
            <a:off x="152400" y="1428750"/>
            <a:ext cx="3848100" cy="5076825"/>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15240">
            <a:solidFill>
              <a:srgbClr val="D5DCE5"/>
            </a:solidFill>
            <a:prstDash val="solid"/>
          </a:ln>
        </p:spPr>
      </p:sp>
      <p:sp>
        <p:nvSpPr>
          <p:cNvPr id="1001" name="necessity-v7-tab-0">
            <a:extLst xmlns:a="http://schemas.openxmlformats.org/drawingml/2006/main">
              <a:ext uri="{FF2B5EF4-FFF2-40B4-BE49-F238E27FC236}">
                <a16:creationId xmlns:a16="http://schemas.microsoft.com/office/drawing/2014/main" id="{4B263459-A8F1-4334-9264-5701B92C7787}"/>
              </a:ext>
            </a:extLst>
          </p:cNvPr>
          <p:cNvSpPr>
            <a:spLocks xmlns:a="http://schemas.openxmlformats.org/drawingml/2006/main" noGrp="1"/>
          </p:cNvSpPr>
          <p:nvPr/>
        </p:nvSpPr>
        <p:spPr>
          <a:xfrm xmlns:a="http://schemas.openxmlformats.org/drawingml/2006/main">
            <a:off x="381000" y="990600"/>
            <a:ext cx="3390900" cy="49530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17145">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2" name="necessity-v7-tab-text-0">
            <a:extLst xmlns:a="http://schemas.openxmlformats.org/drawingml/2006/main">
              <a:ext uri="{FF2B5EF4-FFF2-40B4-BE49-F238E27FC236}">
                <a16:creationId xmlns:a16="http://schemas.microsoft.com/office/drawing/2014/main" id="{4C5A6A7E-3374-41E9-B387-7A6C40FE85F9}"/>
              </a:ext>
            </a:extLst>
          </p:cNvPr>
          <p:cNvSpPr>
            <a:spLocks xmlns:a="http://schemas.openxmlformats.org/drawingml/2006/main" noGrp="1"/>
          </p:cNvSpPr>
          <p:nvPr/>
        </p:nvSpPr>
        <p:spPr>
          <a:xfrm xmlns:a="http://schemas.openxmlformats.org/drawingml/2006/main">
            <a:off x="447675" y="1057275"/>
            <a:ext cx="3257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의도에 맞는 정확한 처리 필요</a:t>
            </a:r>
          </a:p>
        </p:txBody>
      </p:sp>
      <p:sp>
        <p:nvSpPr>
          <p:cNvPr id="1003" name="necessity-v7-frame-1">
            <a:extLst xmlns:a="http://schemas.openxmlformats.org/drawingml/2006/main">
              <a:ext uri="{FF2B5EF4-FFF2-40B4-BE49-F238E27FC236}">
                <a16:creationId xmlns:a16="http://schemas.microsoft.com/office/drawing/2014/main" id="{CA8FCD03-0459-4702-99FE-AFA05D615BE3}"/>
              </a:ext>
            </a:extLst>
          </p:cNvPr>
          <p:cNvSpPr>
            <a:spLocks xmlns:a="http://schemas.openxmlformats.org/drawingml/2006/main" noGrp="1"/>
          </p:cNvSpPr>
          <p:nvPr/>
        </p:nvSpPr>
        <p:spPr>
          <a:xfrm xmlns:a="http://schemas.openxmlformats.org/drawingml/2006/main">
            <a:off x="4171950" y="1428750"/>
            <a:ext cx="3848100" cy="5076825"/>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15240">
            <a:solidFill>
              <a:srgbClr val="D5DCE5"/>
            </a:solidFill>
            <a:prstDash val="solid"/>
          </a:ln>
        </p:spPr>
      </p:sp>
      <p:sp>
        <p:nvSpPr>
          <p:cNvPr id="1004" name="necessity-v7-tab-1">
            <a:extLst xmlns:a="http://schemas.openxmlformats.org/drawingml/2006/main">
              <a:ext uri="{FF2B5EF4-FFF2-40B4-BE49-F238E27FC236}">
                <a16:creationId xmlns:a16="http://schemas.microsoft.com/office/drawing/2014/main" id="{1F248CD0-8EC7-40AD-9F5F-765FAF558C5E}"/>
              </a:ext>
            </a:extLst>
          </p:cNvPr>
          <p:cNvSpPr>
            <a:spLocks xmlns:a="http://schemas.openxmlformats.org/drawingml/2006/main" noGrp="1"/>
          </p:cNvSpPr>
          <p:nvPr/>
        </p:nvSpPr>
        <p:spPr>
          <a:xfrm xmlns:a="http://schemas.openxmlformats.org/drawingml/2006/main">
            <a:off x="4400550" y="990600"/>
            <a:ext cx="3390900" cy="49530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17145">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5" name="necessity-v7-tab-text-1">
            <a:extLst xmlns:a="http://schemas.openxmlformats.org/drawingml/2006/main">
              <a:ext uri="{FF2B5EF4-FFF2-40B4-BE49-F238E27FC236}">
                <a16:creationId xmlns:a16="http://schemas.microsoft.com/office/drawing/2014/main" id="{1D67BE0D-62F9-4102-B79D-3327770347B0}"/>
              </a:ext>
            </a:extLst>
          </p:cNvPr>
          <p:cNvSpPr>
            <a:spLocks xmlns:a="http://schemas.openxmlformats.org/drawingml/2006/main" noGrp="1"/>
          </p:cNvSpPr>
          <p:nvPr/>
        </p:nvSpPr>
        <p:spPr>
          <a:xfrm xmlns:a="http://schemas.openxmlformats.org/drawingml/2006/main">
            <a:off x="4467225" y="1057275"/>
            <a:ext cx="3257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대화를 이어가는 빠른 처리 필요</a:t>
            </a:r>
          </a:p>
        </p:txBody>
      </p:sp>
      <p:sp>
        <p:nvSpPr>
          <p:cNvPr id="1006" name="necessity-v7-frame-2">
            <a:extLst xmlns:a="http://schemas.openxmlformats.org/drawingml/2006/main">
              <a:ext uri="{FF2B5EF4-FFF2-40B4-BE49-F238E27FC236}">
                <a16:creationId xmlns:a16="http://schemas.microsoft.com/office/drawing/2014/main" id="{C76E352C-EF75-4750-A727-B51A2EFA1875}"/>
              </a:ext>
            </a:extLst>
          </p:cNvPr>
          <p:cNvSpPr>
            <a:spLocks xmlns:a="http://schemas.openxmlformats.org/drawingml/2006/main" noGrp="1"/>
          </p:cNvSpPr>
          <p:nvPr/>
        </p:nvSpPr>
        <p:spPr>
          <a:xfrm xmlns:a="http://schemas.openxmlformats.org/drawingml/2006/main">
            <a:off x="8191500" y="1428750"/>
            <a:ext cx="3848100" cy="5076825"/>
          </a:xfrm>
          <a:prstGeom xmlns:a="http://schemas.openxmlformats.org/drawingml/2006/main" prst="roundRect">
            <a:avLst>
              <a:gd name="adj" fmla="val 2723"/>
            </a:avLst>
          </a:prstGeom>
          <a:solidFill xmlns:a="http://schemas.openxmlformats.org/drawingml/2006/main">
            <a:srgbClr val="FFFFFF"/>
          </a:solidFill>
          <a:ln xmlns:a="http://schemas.openxmlformats.org/drawingml/2006/main" w="15240">
            <a:solidFill>
              <a:srgbClr val="D5DCE5"/>
            </a:solidFill>
            <a:prstDash val="solid"/>
          </a:ln>
        </p:spPr>
      </p:sp>
      <p:sp>
        <p:nvSpPr>
          <p:cNvPr id="1007" name="necessity-v7-tab-2">
            <a:extLst xmlns:a="http://schemas.openxmlformats.org/drawingml/2006/main">
              <a:ext uri="{FF2B5EF4-FFF2-40B4-BE49-F238E27FC236}">
                <a16:creationId xmlns:a16="http://schemas.microsoft.com/office/drawing/2014/main" id="{AEF38FB8-D7DB-4313-B180-79337923E5FE}"/>
              </a:ext>
            </a:extLst>
          </p:cNvPr>
          <p:cNvSpPr>
            <a:spLocks xmlns:a="http://schemas.openxmlformats.org/drawingml/2006/main" noGrp="1"/>
          </p:cNvSpPr>
          <p:nvPr/>
        </p:nvSpPr>
        <p:spPr>
          <a:xfrm xmlns:a="http://schemas.openxmlformats.org/drawingml/2006/main">
            <a:off x="8420100" y="990600"/>
            <a:ext cx="3390900" cy="495300"/>
          </a:xfrm>
          <a:prstGeom xmlns:a="http://schemas.openxmlformats.org/drawingml/2006/main" prst="roundRect">
            <a:avLst>
              <a:gd name="adj" fmla="val 23077"/>
            </a:avLst>
          </a:prstGeom>
          <a:solidFill xmlns:a="http://schemas.openxmlformats.org/drawingml/2006/main">
            <a:srgbClr val="06255C"/>
          </a:solidFill>
          <a:ln xmlns:a="http://schemas.openxmlformats.org/drawingml/2006/main" w="17145">
            <a:solidFill>
              <a:srgbClr val="FFFFFF"/>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08" name="necessity-v7-tab-text-2">
            <a:extLst xmlns:a="http://schemas.openxmlformats.org/drawingml/2006/main">
              <a:ext uri="{FF2B5EF4-FFF2-40B4-BE49-F238E27FC236}">
                <a16:creationId xmlns:a16="http://schemas.microsoft.com/office/drawing/2014/main" id="{D752F9E4-653F-4DD9-B4A1-EDE57608E197}"/>
              </a:ext>
            </a:extLst>
          </p:cNvPr>
          <p:cNvSpPr>
            <a:spLocks xmlns:a="http://schemas.openxmlformats.org/drawingml/2006/main" noGrp="1"/>
          </p:cNvSpPr>
          <p:nvPr/>
        </p:nvSpPr>
        <p:spPr>
          <a:xfrm xmlns:a="http://schemas.openxmlformats.org/drawingml/2006/main">
            <a:off x="8486775" y="1057275"/>
            <a:ext cx="3257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Agent 기술 발전에 대응 필요</a:t>
            </a:r>
          </a:p>
        </p:txBody>
      </p:sp>
      <p:sp>
        <p:nvSpPr>
          <p:cNvPr id="1009" name="necessity-v7-accuracy-heading-1">
            <a:extLst xmlns:a="http://schemas.openxmlformats.org/drawingml/2006/main">
              <a:ext uri="{FF2B5EF4-FFF2-40B4-BE49-F238E27FC236}">
                <a16:creationId xmlns:a16="http://schemas.microsoft.com/office/drawing/2014/main" id="{9E713DAB-C456-4763-A34A-637690E29ED6}"/>
              </a:ext>
            </a:extLst>
          </p:cNvPr>
          <p:cNvSpPr>
            <a:spLocks xmlns:a="http://schemas.openxmlformats.org/drawingml/2006/main" noGrp="1"/>
          </p:cNvSpPr>
          <p:nvPr/>
        </p:nvSpPr>
        <p:spPr>
          <a:xfrm xmlns:a="http://schemas.openxmlformats.org/drawingml/2006/main">
            <a:off x="276225" y="1695450"/>
            <a:ext cx="356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52400">
              <a:spcAft>
                <a:spcPts val="0"/>
              </a:spcAft>
              <a:buChar char="▪"/>
              <a:defRPr sz="1575" b="1">
                <a:solidFill>
                  <a:srgbClr val="171B20"/>
                </a:solidFill>
                <a:latin typeface="Apple SD Gothic Neo"/>
                <a:ea typeface="Apple SD Gothic Neo"/>
                <a:cs typeface="Apple SD Gothic Neo"/>
              </a:defRPr>
            </a:pPr>
            <a:r>
              <a:rPr sz="1575" b="1">
                <a:solidFill>
                  <a:srgbClr val="171B20"/>
                </a:solidFill>
                <a:latin typeface="Apple SD Gothic Neo"/>
                <a:ea typeface="Apple SD Gothic Neo"/>
                <a:cs typeface="Apple SD Gothic Neo"/>
              </a:rPr>
              <a:t>짧은 요청에도 여러 판단이 필요</a:t>
            </a:r>
          </a:p>
        </p:txBody>
      </p:sp>
      <p:sp>
        <p:nvSpPr>
          <p:cNvPr id="1010" name="necessity-v7-accuracy-desc-1">
            <a:extLst xmlns:a="http://schemas.openxmlformats.org/drawingml/2006/main">
              <a:ext uri="{FF2B5EF4-FFF2-40B4-BE49-F238E27FC236}">
                <a16:creationId xmlns:a16="http://schemas.microsoft.com/office/drawing/2014/main" id="{CACDB8CC-4A3B-46D4-BAF0-79892FFAB262}"/>
              </a:ext>
            </a:extLst>
          </p:cNvPr>
          <p:cNvSpPr>
            <a:spLocks xmlns:a="http://schemas.openxmlformats.org/drawingml/2006/main" noGrp="1"/>
          </p:cNvSpPr>
          <p:nvPr/>
        </p:nvSpPr>
        <p:spPr>
          <a:xfrm xmlns:a="http://schemas.openxmlformats.org/drawingml/2006/main">
            <a:off x="447675" y="2085975"/>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77800" indent="-101600">
              <a:spcAft>
                <a:spcPts val="0"/>
              </a:spcAft>
              <a:buChar char="-"/>
              <a:defRPr sz="1350" b="0">
                <a:solidFill>
                  <a:srgbClr val="171B20"/>
                </a:solidFill>
                <a:latin typeface="Apple SD Gothic Neo"/>
                <a:ea typeface="Apple SD Gothic Neo"/>
                <a:cs typeface="Apple SD Gothic Neo"/>
              </a:defRPr>
            </a:pPr>
            <a:r>
              <a:rPr sz="1350" b="0">
                <a:solidFill>
                  <a:srgbClr val="171B20"/>
                </a:solidFill>
                <a:latin typeface="Apple SD Gothic Neo"/>
                <a:ea typeface="Apple SD Gothic Neo"/>
                <a:cs typeface="Apple SD Gothic Neo"/>
              </a:rPr>
              <a:t>화면과 대화, 진행 중인 Task를
함께 해석</a:t>
            </a:r>
          </a:p>
        </p:txBody>
      </p:sp>
      <p:sp>
        <p:nvSpPr>
          <p:cNvPr id="1011" name="necessity-v7-screen-label">
            <a:extLst xmlns:a="http://schemas.openxmlformats.org/drawingml/2006/main">
              <a:ext uri="{FF2B5EF4-FFF2-40B4-BE49-F238E27FC236}">
                <a16:creationId xmlns:a16="http://schemas.microsoft.com/office/drawing/2014/main" id="{C54FFCE3-C3F0-485F-998B-C18171DE5E5D}"/>
              </a:ext>
            </a:extLst>
          </p:cNvPr>
          <p:cNvSpPr>
            <a:spLocks xmlns:a="http://schemas.openxmlformats.org/drawingml/2006/main" noGrp="1"/>
          </p:cNvSpPr>
          <p:nvPr/>
        </p:nvSpPr>
        <p:spPr>
          <a:xfrm xmlns:a="http://schemas.openxmlformats.org/drawingml/2006/main">
            <a:off x="447675" y="2657475"/>
            <a:ext cx="10572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1">
                <a:solidFill>
                  <a:srgbClr val="697783"/>
                </a:solidFill>
                <a:latin typeface="Apple SD Gothic Neo"/>
                <a:ea typeface="Apple SD Gothic Neo"/>
                <a:cs typeface="Apple SD Gothic Neo"/>
              </a:defRPr>
            </a:pPr>
            <a:r>
              <a:rPr sz="1200" b="1">
                <a:solidFill>
                  <a:srgbClr val="697783"/>
                </a:solidFill>
                <a:latin typeface="Apple SD Gothic Neo"/>
                <a:ea typeface="Apple SD Gothic Neo"/>
                <a:cs typeface="Apple SD Gothic Neo"/>
              </a:rPr>
              <a:t>화면</a:t>
            </a:r>
          </a:p>
        </p:txBody>
      </p:sp>
      <p:sp>
        <p:nvSpPr>
          <p:cNvPr id="1012" name="necessity-v7-conversation-label">
            <a:extLst xmlns:a="http://schemas.openxmlformats.org/drawingml/2006/main">
              <a:ext uri="{FF2B5EF4-FFF2-40B4-BE49-F238E27FC236}">
                <a16:creationId xmlns:a16="http://schemas.microsoft.com/office/drawing/2014/main" id="{8F5F3459-D000-4948-BA5E-F757331030D6}"/>
              </a:ext>
            </a:extLst>
          </p:cNvPr>
          <p:cNvSpPr>
            <a:spLocks xmlns:a="http://schemas.openxmlformats.org/drawingml/2006/main" noGrp="1"/>
          </p:cNvSpPr>
          <p:nvPr/>
        </p:nvSpPr>
        <p:spPr>
          <a:xfrm xmlns:a="http://schemas.openxmlformats.org/drawingml/2006/main">
            <a:off x="1724025" y="2657475"/>
            <a:ext cx="206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1">
                <a:solidFill>
                  <a:srgbClr val="697783"/>
                </a:solidFill>
                <a:latin typeface="Apple SD Gothic Neo"/>
                <a:ea typeface="Apple SD Gothic Neo"/>
                <a:cs typeface="Apple SD Gothic Neo"/>
              </a:defRPr>
            </a:pPr>
            <a:r>
              <a:rPr sz="1200" b="1">
                <a:solidFill>
                  <a:srgbClr val="697783"/>
                </a:solidFill>
                <a:latin typeface="Apple SD Gothic Neo"/>
                <a:ea typeface="Apple SD Gothic Neo"/>
                <a:cs typeface="Apple SD Gothic Neo"/>
              </a:rPr>
              <a:t>Conversation</a:t>
            </a:r>
          </a:p>
        </p:txBody>
      </p:sp>
      <p:sp>
        <p:nvSpPr>
          <p:cNvPr id="1013" name="necessity-v7-screen-evidence">
            <a:extLst xmlns:a="http://schemas.openxmlformats.org/drawingml/2006/main">
              <a:ext uri="{FF2B5EF4-FFF2-40B4-BE49-F238E27FC236}">
                <a16:creationId xmlns:a16="http://schemas.microsoft.com/office/drawing/2014/main" id="{D99F6DFA-22F4-4AFF-92A1-37E833ACCFA1}"/>
              </a:ext>
            </a:extLst>
          </p:cNvPr>
          <p:cNvSpPr>
            <a:spLocks xmlns:a="http://schemas.openxmlformats.org/drawingml/2006/main" noGrp="1"/>
          </p:cNvSpPr>
          <p:nvPr/>
        </p:nvSpPr>
        <p:spPr>
          <a:xfrm xmlns:a="http://schemas.openxmlformats.org/drawingml/2006/main">
            <a:off x="447675" y="2924175"/>
            <a:ext cx="1076325" cy="695325"/>
          </a:xfrm>
          <a:prstGeom xmlns:a="http://schemas.openxmlformats.org/drawingml/2006/main" prst="roundRect">
            <a:avLst>
              <a:gd name="adj" fmla="val 4110"/>
            </a:avLst>
          </a:prstGeom>
          <a:solidFill xmlns:a="http://schemas.openxmlformats.org/drawingml/2006/main">
            <a:srgbClr val="FFFFFF"/>
          </a:solidFill>
          <a:ln xmlns:a="http://schemas.openxmlformats.org/drawingml/2006/main" w="9525">
            <a:solidFill>
              <a:srgbClr val="AEBBC8"/>
            </a:solidFill>
            <a:prstDash val="solid"/>
          </a:ln>
        </p:spPr>
      </p:sp>
      <p:sp>
        <p:nvSpPr>
          <p:cNvPr id="1014" name="necessity-v7-screen-titlebar">
            <a:extLst xmlns:a="http://schemas.openxmlformats.org/drawingml/2006/main">
              <a:ext uri="{FF2B5EF4-FFF2-40B4-BE49-F238E27FC236}">
                <a16:creationId xmlns:a16="http://schemas.microsoft.com/office/drawing/2014/main" id="{7A2CAE18-E637-4F15-9005-74083D50E503}"/>
              </a:ext>
            </a:extLst>
          </p:cNvPr>
          <p:cNvSpPr>
            <a:spLocks xmlns:a="http://schemas.openxmlformats.org/drawingml/2006/main" noGrp="1"/>
          </p:cNvSpPr>
          <p:nvPr/>
        </p:nvSpPr>
        <p:spPr>
          <a:xfrm xmlns:a="http://schemas.openxmlformats.org/drawingml/2006/main">
            <a:off x="447675" y="2924175"/>
            <a:ext cx="1076325" cy="1143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015" name="necessity-v7-table-grid-h-1">
            <a:extLst xmlns:a="http://schemas.openxmlformats.org/drawingml/2006/main">
              <a:ext uri="{FF2B5EF4-FFF2-40B4-BE49-F238E27FC236}">
                <a16:creationId xmlns:a16="http://schemas.microsoft.com/office/drawing/2014/main" id="{CDDE4B5A-0F83-4199-A022-CC8981034A16}"/>
              </a:ext>
            </a:extLst>
          </p:cNvPr>
          <p:cNvSpPr>
            <a:spLocks xmlns:a="http://schemas.openxmlformats.org/drawingml/2006/main" noGrp="1"/>
          </p:cNvSpPr>
          <p:nvPr/>
        </p:nvSpPr>
        <p:spPr>
          <a:xfrm xmlns:a="http://schemas.openxmlformats.org/drawingml/2006/main">
            <a:off x="542925" y="3143250"/>
            <a:ext cx="885825" cy="0"/>
          </a:xfrm>
          <a:prstGeom xmlns:a="http://schemas.openxmlformats.org/drawingml/2006/main" prst="line">
            <a:avLst/>
          </a:prstGeom>
          <a:noFill xmlns:a="http://schemas.openxmlformats.org/drawingml/2006/main"/>
          <a:ln xmlns:a="http://schemas.openxmlformats.org/drawingml/2006/main" w="9525">
            <a:solidFill>
              <a:srgbClr val="C4CED6"/>
            </a:solidFill>
            <a:prstDash val="solid"/>
          </a:ln>
        </p:spPr>
      </p:sp>
      <p:sp>
        <p:nvSpPr>
          <p:cNvPr id="1016" name="necessity-v7-table-grid-h-2">
            <a:extLst xmlns:a="http://schemas.openxmlformats.org/drawingml/2006/main">
              <a:ext uri="{FF2B5EF4-FFF2-40B4-BE49-F238E27FC236}">
                <a16:creationId xmlns:a16="http://schemas.microsoft.com/office/drawing/2014/main" id="{59D72349-605F-4F77-8107-82381B576ACF}"/>
              </a:ext>
            </a:extLst>
          </p:cNvPr>
          <p:cNvSpPr>
            <a:spLocks xmlns:a="http://schemas.openxmlformats.org/drawingml/2006/main" noGrp="1"/>
          </p:cNvSpPr>
          <p:nvPr/>
        </p:nvSpPr>
        <p:spPr>
          <a:xfrm xmlns:a="http://schemas.openxmlformats.org/drawingml/2006/main">
            <a:off x="542925" y="3276600"/>
            <a:ext cx="885825" cy="0"/>
          </a:xfrm>
          <a:prstGeom xmlns:a="http://schemas.openxmlformats.org/drawingml/2006/main" prst="line">
            <a:avLst/>
          </a:prstGeom>
          <a:noFill xmlns:a="http://schemas.openxmlformats.org/drawingml/2006/main"/>
          <a:ln xmlns:a="http://schemas.openxmlformats.org/drawingml/2006/main" w="9525">
            <a:solidFill>
              <a:srgbClr val="C4CED6"/>
            </a:solidFill>
            <a:prstDash val="solid"/>
          </a:ln>
        </p:spPr>
      </p:sp>
      <p:sp>
        <p:nvSpPr>
          <p:cNvPr id="1017" name="necessity-v7-table-grid-v">
            <a:extLst xmlns:a="http://schemas.openxmlformats.org/drawingml/2006/main">
              <a:ext uri="{FF2B5EF4-FFF2-40B4-BE49-F238E27FC236}">
                <a16:creationId xmlns:a16="http://schemas.microsoft.com/office/drawing/2014/main" id="{B52831AA-93C9-4656-9FBB-8819C79D7D33}"/>
              </a:ext>
            </a:extLst>
          </p:cNvPr>
          <p:cNvSpPr>
            <a:spLocks xmlns:a="http://schemas.openxmlformats.org/drawingml/2006/main" noGrp="1"/>
          </p:cNvSpPr>
          <p:nvPr/>
        </p:nvSpPr>
        <p:spPr>
          <a:xfrm xmlns:a="http://schemas.openxmlformats.org/drawingml/2006/main">
            <a:off x="914400" y="3067050"/>
            <a:ext cx="0" cy="466725"/>
          </a:xfrm>
          <a:prstGeom xmlns:a="http://schemas.openxmlformats.org/drawingml/2006/main" prst="line">
            <a:avLst/>
          </a:prstGeom>
          <a:noFill xmlns:a="http://schemas.openxmlformats.org/drawingml/2006/main"/>
          <a:ln xmlns:a="http://schemas.openxmlformats.org/drawingml/2006/main" w="9525">
            <a:solidFill>
              <a:srgbClr val="C4CED6"/>
            </a:solidFill>
            <a:prstDash val="solid"/>
          </a:ln>
        </p:spPr>
      </p:sp>
      <p:sp>
        <p:nvSpPr>
          <p:cNvPr id="1018" name="necessity-v7-selected-table">
            <a:extLst xmlns:a="http://schemas.openxmlformats.org/drawingml/2006/main">
              <a:ext uri="{FF2B5EF4-FFF2-40B4-BE49-F238E27FC236}">
                <a16:creationId xmlns:a16="http://schemas.microsoft.com/office/drawing/2014/main" id="{D7AF5EA7-B61E-4CF9-B90C-90FEDA65C511}"/>
              </a:ext>
            </a:extLst>
          </p:cNvPr>
          <p:cNvSpPr>
            <a:spLocks xmlns:a="http://schemas.openxmlformats.org/drawingml/2006/main" noGrp="1"/>
          </p:cNvSpPr>
          <p:nvPr/>
        </p:nvSpPr>
        <p:spPr>
          <a:xfrm xmlns:a="http://schemas.openxmlformats.org/drawingml/2006/main">
            <a:off x="523875" y="3295650"/>
            <a:ext cx="923925" cy="247650"/>
          </a:xfrm>
          <a:prstGeom xmlns:a="http://schemas.openxmlformats.org/drawingml/2006/main" prst="rect">
            <a:avLst/>
          </a:prstGeom>
          <a:solidFill xmlns:a="http://schemas.openxmlformats.org/drawingml/2006/main">
            <a:srgbClr val="E7F3F8"/>
          </a:solidFill>
          <a:ln xmlns:a="http://schemas.openxmlformats.org/drawingml/2006/main" w="13335">
            <a:solidFill>
              <a:srgbClr val="218FAF"/>
            </a:solidFill>
            <a:prstDash val="solid"/>
          </a:ln>
        </p:spPr>
      </p:sp>
      <p:sp>
        <p:nvSpPr>
          <p:cNvPr id="1019" name="necessity-v7-selected-table-label">
            <a:extLst xmlns:a="http://schemas.openxmlformats.org/drawingml/2006/main">
              <a:ext uri="{FF2B5EF4-FFF2-40B4-BE49-F238E27FC236}">
                <a16:creationId xmlns:a16="http://schemas.microsoft.com/office/drawing/2014/main" id="{50A02D1A-6A2D-49F5-86D5-F7D1F564219A}"/>
              </a:ext>
            </a:extLst>
          </p:cNvPr>
          <p:cNvSpPr>
            <a:spLocks xmlns:a="http://schemas.openxmlformats.org/drawingml/2006/main" noGrp="1"/>
          </p:cNvSpPr>
          <p:nvPr/>
        </p:nvSpPr>
        <p:spPr>
          <a:xfrm xmlns:a="http://schemas.openxmlformats.org/drawingml/2006/main">
            <a:off x="542925" y="3305175"/>
            <a:ext cx="885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63" b="1">
                <a:solidFill>
                  <a:srgbClr val="218FAF"/>
                </a:solidFill>
                <a:latin typeface="Apple SD Gothic Neo"/>
                <a:ea typeface="Apple SD Gothic Neo"/>
                <a:cs typeface="Apple SD Gothic Neo"/>
              </a:defRPr>
            </a:pPr>
            <a:r>
              <a:rPr sz="1163" b="1">
                <a:solidFill>
                  <a:srgbClr val="218FAF"/>
                </a:solidFill>
                <a:latin typeface="Apple SD Gothic Neo"/>
                <a:ea typeface="Apple SD Gothic Neo"/>
                <a:cs typeface="Apple SD Gothic Neo"/>
              </a:rPr>
              <a:t>선택한 표</a:t>
            </a:r>
          </a:p>
        </p:txBody>
      </p:sp>
      <p:sp>
        <p:nvSpPr>
          <p:cNvPr id="1020" name="necessity-v7-previous-request">
            <a:extLst xmlns:a="http://schemas.openxmlformats.org/drawingml/2006/main">
              <a:ext uri="{FF2B5EF4-FFF2-40B4-BE49-F238E27FC236}">
                <a16:creationId xmlns:a16="http://schemas.microsoft.com/office/drawing/2014/main" id="{436931CA-1B56-4A73-B7C5-944C45C14686}"/>
              </a:ext>
            </a:extLst>
          </p:cNvPr>
          <p:cNvSpPr>
            <a:spLocks xmlns:a="http://schemas.openxmlformats.org/drawingml/2006/main" noGrp="1"/>
          </p:cNvSpPr>
          <p:nvPr/>
        </p:nvSpPr>
        <p:spPr>
          <a:xfrm xmlns:a="http://schemas.openxmlformats.org/drawingml/2006/main">
            <a:off x="1724025" y="2924175"/>
            <a:ext cx="2066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171B20"/>
                </a:solidFill>
                <a:latin typeface="Apple SD Gothic Neo"/>
                <a:ea typeface="Apple SD Gothic Neo"/>
                <a:cs typeface="Apple SD Gothic Neo"/>
              </a:defRPr>
            </a:pPr>
            <a:r>
              <a:rPr sz="1350" b="0">
                <a:solidFill>
                  <a:srgbClr val="171B20"/>
                </a:solidFill>
                <a:latin typeface="Apple SD Gothic Neo"/>
                <a:ea typeface="Apple SD Gothic Neo"/>
                <a:cs typeface="Apple SD Gothic Neo"/>
              </a:rPr>
              <a:t>“보고서는 PDF로,</a:t>
            </a:r>
          </a:p>
          <a:p xmlns:a="http://schemas.openxmlformats.org/drawingml/2006/main">
            <a:pPr algn="l">
              <a:defRPr sz="1350" b="0">
                <a:solidFill>
                  <a:srgbClr val="171B20"/>
                </a:solidFill>
                <a:latin typeface="Apple SD Gothic Neo"/>
                <a:ea typeface="Apple SD Gothic Neo"/>
                <a:cs typeface="Apple SD Gothic Neo"/>
              </a:defRPr>
            </a:pPr>
            <a:r>
              <a:rPr sz="1350" b="0">
                <a:solidFill>
                  <a:srgbClr val="171B20"/>
                </a:solidFill>
                <a:latin typeface="Apple SD Gothic Neo"/>
                <a:ea typeface="Apple SD Gothic Neo"/>
                <a:cs typeface="Apple SD Gothic Neo"/>
              </a:rPr>
              <a:t>메일은 결론으로 초안만”</a:t>
            </a:r>
          </a:p>
        </p:txBody>
      </p:sp>
      <p:sp>
        <p:nvSpPr>
          <p:cNvPr id="1021" name="necessity-v7-correction">
            <a:extLst xmlns:a="http://schemas.openxmlformats.org/drawingml/2006/main">
              <a:ext uri="{FF2B5EF4-FFF2-40B4-BE49-F238E27FC236}">
                <a16:creationId xmlns:a16="http://schemas.microsoft.com/office/drawing/2014/main" id="{8E3342E3-2074-4F1A-BD01-FED042991145}"/>
              </a:ext>
            </a:extLst>
          </p:cNvPr>
          <p:cNvSpPr>
            <a:spLocks xmlns:a="http://schemas.openxmlformats.org/drawingml/2006/main" noGrp="1"/>
          </p:cNvSpPr>
          <p:nvPr/>
        </p:nvSpPr>
        <p:spPr>
          <a:xfrm xmlns:a="http://schemas.openxmlformats.org/drawingml/2006/main">
            <a:off x="666750" y="3714750"/>
            <a:ext cx="30670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218FAF"/>
                </a:solidFill>
                <a:latin typeface="Apple SD Gothic Neo"/>
                <a:ea typeface="Apple SD Gothic Neo"/>
                <a:cs typeface="Apple SD Gothic Neo"/>
              </a:defRPr>
            </a:pPr>
            <a:r>
              <a:rPr sz="1500" b="1">
                <a:solidFill>
                  <a:srgbClr val="218FAF"/>
                </a:solidFill>
                <a:latin typeface="Apple SD Gothic Neo"/>
                <a:ea typeface="Apple SD Gothic Neo"/>
                <a:cs typeface="Apple SD Gothic Neo"/>
              </a:rPr>
              <a:t>“메일에는 이 표를 넣어줘”</a:t>
            </a:r>
          </a:p>
        </p:txBody>
      </p:sp>
      <p:cxnSp>
        <p:nvCxnSpPr>
          <p:cNvPr id="1022" name=""/>
          <p:cNvCxnSpPr>
            <a:stCxn xmlns:a="http://schemas.openxmlformats.org/drawingml/2006/main" id="1013" idx="2"/>
            <a:endCxn xmlns:a="http://schemas.openxmlformats.org/drawingml/2006/main" id="1021" idx="1"/>
          </p:cNvCxnSpPr>
          <p:nvPr/>
        </p:nvCxnSpPr>
        <p:spPr>
          <a:xfrm xmlns:a="http://schemas.openxmlformats.org/drawingml/2006/main" flipH="1">
            <a:off x="666750" y="3619500"/>
            <a:ext cx="319088" cy="252413"/>
          </a:xfrm>
          <a:prstGeom xmlns:a="http://schemas.openxmlformats.org/drawingml/2006/main" prst="straightConnector1">
            <a:avLst/>
          </a:prstGeom>
          <a:ln xmlns:a="http://schemas.openxmlformats.org/drawingml/2006/main" w="13335">
            <a:solidFill>
              <a:srgbClr val="218FAF"/>
            </a:solidFill>
            <a:prstDash val="dash"/>
          </a:ln>
        </p:spPr>
      </p:cxnSp>
      <p:sp>
        <p:nvSpPr>
          <p:cNvPr id="1023" name="necessity-v7-accuracy-heading-2">
            <a:extLst xmlns:a="http://schemas.openxmlformats.org/drawingml/2006/main">
              <a:ext uri="{FF2B5EF4-FFF2-40B4-BE49-F238E27FC236}">
                <a16:creationId xmlns:a16="http://schemas.microsoft.com/office/drawing/2014/main" id="{0E48B659-6E5E-4F2A-A3FE-E16D36A1716E}"/>
              </a:ext>
            </a:extLst>
          </p:cNvPr>
          <p:cNvSpPr>
            <a:spLocks xmlns:a="http://schemas.openxmlformats.org/drawingml/2006/main" noGrp="1"/>
          </p:cNvSpPr>
          <p:nvPr/>
        </p:nvSpPr>
        <p:spPr>
          <a:xfrm xmlns:a="http://schemas.openxmlformats.org/drawingml/2006/main">
            <a:off x="276225" y="4229100"/>
            <a:ext cx="3562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52400">
              <a:spcAft>
                <a:spcPts val="0"/>
              </a:spcAft>
              <a:buChar char="▪"/>
              <a:defRPr sz="1575" b="1">
                <a:solidFill>
                  <a:srgbClr val="171B20"/>
                </a:solidFill>
                <a:latin typeface="Apple SD Gothic Neo"/>
                <a:ea typeface="Apple SD Gothic Neo"/>
                <a:cs typeface="Apple SD Gothic Neo"/>
              </a:defRPr>
            </a:pPr>
            <a:r>
              <a:rPr sz="1575" b="1">
                <a:solidFill>
                  <a:srgbClr val="171B20"/>
                </a:solidFill>
                <a:latin typeface="Apple SD Gothic Neo"/>
                <a:ea typeface="Apple SD Gothic Neo"/>
                <a:cs typeface="Apple SD Gothic Neo"/>
              </a:rPr>
              <a:t>정정 범위와 기존 조건을 함께 반영</a:t>
            </a:r>
          </a:p>
        </p:txBody>
      </p:sp>
      <p:sp>
        <p:nvSpPr>
          <p:cNvPr id="1024" name="necessity-v7-accuracy-desc-2">
            <a:extLst xmlns:a="http://schemas.openxmlformats.org/drawingml/2006/main">
              <a:ext uri="{FF2B5EF4-FFF2-40B4-BE49-F238E27FC236}">
                <a16:creationId xmlns:a16="http://schemas.microsoft.com/office/drawing/2014/main" id="{ED584EFD-21CE-40DD-8129-A8A928B17989}"/>
              </a:ext>
            </a:extLst>
          </p:cNvPr>
          <p:cNvSpPr>
            <a:spLocks xmlns:a="http://schemas.openxmlformats.org/drawingml/2006/main" noGrp="1"/>
          </p:cNvSpPr>
          <p:nvPr/>
        </p:nvSpPr>
        <p:spPr>
          <a:xfrm xmlns:a="http://schemas.openxmlformats.org/drawingml/2006/main">
            <a:off x="447675" y="4619625"/>
            <a:ext cx="3333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77800" indent="-101600">
              <a:spcAft>
                <a:spcPts val="0"/>
              </a:spcAft>
              <a:buChar char="-"/>
              <a:defRPr sz="1350" b="0">
                <a:solidFill>
                  <a:srgbClr val="171B20"/>
                </a:solidFill>
                <a:latin typeface="Apple SD Gothic Neo"/>
                <a:ea typeface="Apple SD Gothic Neo"/>
                <a:cs typeface="Apple SD Gothic Neo"/>
              </a:defRPr>
            </a:pPr>
            <a:r>
              <a:rPr sz="1350" b="0">
                <a:solidFill>
                  <a:srgbClr val="171B20"/>
                </a:solidFill>
                <a:latin typeface="Apple SD Gothic Neo"/>
                <a:ea typeface="Apple SD Gothic Neo"/>
                <a:cs typeface="Apple SD Gothic Neo"/>
              </a:rPr>
              <a:t>메일 내용은 바꾸고 다른 조건은 보존</a:t>
            </a:r>
          </a:p>
        </p:txBody>
      </p:sp>
      <p:graphicFrame>
        <p:nvGraphicFramePr>
          <p:cNvPr id="1025" name=""/>
          <p:cNvGraphicFramePr/>
          <p:nvPr/>
        </p:nvGraphicFramePr>
        <p:xfrm>
          <a:off xmlns:a="http://schemas.openxmlformats.org/drawingml/2006/main" x="419100" y="4933950"/>
          <a:ext xmlns:a="http://schemas.openxmlformats.org/drawingml/2006/main" cx="3333750" cy="1047750"/>
        </p:xfrm>
        <a:graphic xmlns:a="http://schemas.openxmlformats.org/drawingml/2006/main">
          <a:graphicData uri="http://schemas.openxmlformats.org/drawingml/2006/table">
            <a:tbl>
              <a:tblPr firstRow="0" firstCol="0" bandRow="0" bandCol="0"/>
              <a:tblGrid>
                <a:gridCol w="1047750"/>
                <a:gridCol w="1143000"/>
                <a:gridCol w="1143000"/>
              </a:tblGrid>
              <a:tr h="261938">
                <a:tc>
                  <a:txBody>
                    <a:bodyPr lIns="28575" tIns="19050" rIns="28575" bIns="19050">
                      <a:noAutofit/>
                    </a:bodyPr>
                    <a:lstStyle/>
                    <a:p>
                      <a:pPr algn="ctr"/>
                      <a:r>
                        <a:rPr sz="1238" b="1">
                          <a:solidFill>
                            <a:srgbClr val="171B20"/>
                          </a:solidFill>
                          <a:latin typeface="Apple SD Gothic Neo"/>
                          <a:ea typeface="Apple SD Gothic Neo"/>
                          <a:cs typeface="Apple SD Gothic Neo"/>
                        </a:rPr>
                        <a:t>항목</a:t>
                      </a:r>
                    </a:p>
                  </a:txBody>
                  <a:tcPr marL="28575" marR="28575" marT="19050" marB="19050" anchor="ctr">
                    <a:solidFill>
                      <a:srgbClr val="F2F4F6"/>
                    </a:solidFill>
                  </a:tcPr>
                </a:tc>
                <a:tc>
                  <a:txBody>
                    <a:bodyPr lIns="28575" tIns="19050" rIns="28575" bIns="19050">
                      <a:noAutofit/>
                    </a:bodyPr>
                    <a:lstStyle/>
                    <a:p>
                      <a:pPr algn="ctr"/>
                      <a:r>
                        <a:rPr sz="1238" b="1">
                          <a:solidFill>
                            <a:srgbClr val="171B20"/>
                          </a:solidFill>
                          <a:latin typeface="Apple SD Gothic Neo"/>
                          <a:ea typeface="Apple SD Gothic Neo"/>
                          <a:cs typeface="Apple SD Gothic Neo"/>
                        </a:rPr>
                        <a:t>정정 전</a:t>
                      </a:r>
                    </a:p>
                  </a:txBody>
                  <a:tcPr marL="28575" marR="28575" marT="19050" marB="19050" anchor="ctr">
                    <a:solidFill>
                      <a:srgbClr val="F2F4F6"/>
                    </a:solidFill>
                  </a:tcPr>
                </a:tc>
                <a:tc>
                  <a:txBody>
                    <a:bodyPr lIns="28575" tIns="19050" rIns="28575" bIns="19050">
                      <a:noAutofit/>
                    </a:bodyPr>
                    <a:lstStyle/>
                    <a:p>
                      <a:pPr algn="ctr"/>
                      <a:r>
                        <a:rPr sz="1238" b="1">
                          <a:solidFill>
                            <a:srgbClr val="171B20"/>
                          </a:solidFill>
                          <a:latin typeface="Apple SD Gothic Neo"/>
                          <a:ea typeface="Apple SD Gothic Neo"/>
                          <a:cs typeface="Apple SD Gothic Neo"/>
                        </a:rPr>
                        <a:t>정정 후</a:t>
                      </a:r>
                    </a:p>
                  </a:txBody>
                  <a:tcPr marL="28575" marR="28575" marT="19050" marB="19050" anchor="ctr">
                    <a:solidFill>
                      <a:srgbClr val="F2F4F6"/>
                    </a:solidFill>
                  </a:tcPr>
                </a:tc>
              </a:tr>
              <a:tr h="261938">
                <a:tc>
                  <a:txBody>
                    <a:bodyPr lIns="28575" tIns="19050" rIns="28575" bIns="19050">
                      <a:noAutofit/>
                    </a:bodyPr>
                    <a:lstStyle/>
                    <a:p>
                      <a:pPr algn="ctr"/>
                      <a:r>
                        <a:rPr sz="1238" b="0">
                          <a:solidFill>
                            <a:srgbClr val="171B20"/>
                          </a:solidFill>
                          <a:latin typeface="Apple SD Gothic Neo"/>
                          <a:ea typeface="Apple SD Gothic Neo"/>
                          <a:cs typeface="Apple SD Gothic Neo"/>
                        </a:rPr>
                        <a:t>메일 내용</a:t>
                      </a:r>
                    </a:p>
                  </a:txBody>
                  <a:tcPr marL="28575" marR="28575" marT="19050" marB="19050" anchor="ctr">
                    <a:solidFill>
                      <a:srgbClr val="FFFFFF"/>
                    </a:solidFill>
                  </a:tcPr>
                </a:tc>
                <a:tc>
                  <a:txBody>
                    <a:bodyPr lIns="28575" tIns="19050" rIns="28575" bIns="19050">
                      <a:noAutofit/>
                    </a:bodyPr>
                    <a:lstStyle/>
                    <a:p>
                      <a:pPr algn="ctr"/>
                      <a:r>
                        <a:rPr sz="1238" b="0">
                          <a:solidFill>
                            <a:srgbClr val="171B20"/>
                          </a:solidFill>
                          <a:latin typeface="Apple SD Gothic Neo"/>
                          <a:ea typeface="Apple SD Gothic Neo"/>
                          <a:cs typeface="Apple SD Gothic Neo"/>
                        </a:rPr>
                        <a:t>보고서 결론</a:t>
                      </a:r>
                    </a:p>
                  </a:txBody>
                  <a:tcPr marL="28575" marR="28575" marT="19050" marB="19050" anchor="ctr">
                    <a:solidFill>
                      <a:srgbClr val="FFFFFF"/>
                    </a:solidFill>
                  </a:tcPr>
                </a:tc>
                <a:tc>
                  <a:txBody>
                    <a:bodyPr lIns="28575" tIns="19050" rIns="28575" bIns="19050">
                      <a:noAutofit/>
                    </a:bodyPr>
                    <a:lstStyle/>
                    <a:p>
                      <a:pPr algn="ctr"/>
                      <a:r>
                        <a:rPr sz="1238" b="1">
                          <a:solidFill>
                            <a:srgbClr val="218FAF"/>
                          </a:solidFill>
                          <a:latin typeface="Apple SD Gothic Neo"/>
                          <a:ea typeface="Apple SD Gothic Neo"/>
                          <a:cs typeface="Apple SD Gothic Neo"/>
                        </a:rPr>
                        <a:t>선택한 표</a:t>
                      </a:r>
                    </a:p>
                  </a:txBody>
                  <a:tcPr marL="28575" marR="28575" marT="19050" marB="19050" anchor="ctr">
                    <a:solidFill>
                      <a:srgbClr val="E7F3F8"/>
                    </a:solidFill>
                  </a:tcPr>
                </a:tc>
              </a:tr>
              <a:tr h="261938">
                <a:tc>
                  <a:txBody>
                    <a:bodyPr lIns="28575" tIns="19050" rIns="28575" bIns="19050">
                      <a:noAutofit/>
                    </a:bodyPr>
                    <a:lstStyle/>
                    <a:p>
                      <a:pPr algn="ctr"/>
                      <a:r>
                        <a:rPr sz="1238" b="0">
                          <a:solidFill>
                            <a:srgbClr val="171B20"/>
                          </a:solidFill>
                          <a:latin typeface="Apple SD Gothic Neo"/>
                          <a:ea typeface="Apple SD Gothic Neo"/>
                          <a:cs typeface="Apple SD Gothic Neo"/>
                        </a:rPr>
                        <a:t>보고서 형식</a:t>
                      </a:r>
                    </a:p>
                  </a:txBody>
                  <a:tcPr marL="28575" marR="28575" marT="19050" marB="19050" anchor="ctr">
                    <a:solidFill>
                      <a:srgbClr val="FFFFFF"/>
                    </a:solidFill>
                  </a:tcPr>
                </a:tc>
                <a:tc>
                  <a:txBody>
                    <a:bodyPr lIns="28575" tIns="19050" rIns="28575" bIns="19050">
                      <a:noAutofit/>
                    </a:bodyPr>
                    <a:lstStyle/>
                    <a:p>
                      <a:pPr algn="ctr"/>
                      <a:r>
                        <a:rPr sz="1238" b="0">
                          <a:solidFill>
                            <a:srgbClr val="171B20"/>
                          </a:solidFill>
                          <a:latin typeface="Apple SD Gothic Neo"/>
                          <a:ea typeface="Apple SD Gothic Neo"/>
                          <a:cs typeface="Apple SD Gothic Neo"/>
                        </a:rPr>
                        <a:t>PDF</a:t>
                      </a:r>
                    </a:p>
                  </a:txBody>
                  <a:tcPr marL="28575" marR="28575" marT="19050" marB="19050" anchor="ctr">
                    <a:solidFill>
                      <a:srgbClr val="FFFFFF"/>
                    </a:solidFill>
                  </a:tcPr>
                </a:tc>
                <a:tc>
                  <a:txBody>
                    <a:bodyPr lIns="28575" tIns="19050" rIns="28575" bIns="19050">
                      <a:noAutofit/>
                    </a:bodyPr>
                    <a:lstStyle/>
                    <a:p>
                      <a:pPr algn="ctr"/>
                      <a:r>
                        <a:rPr sz="1238" b="1">
                          <a:solidFill>
                            <a:srgbClr val="171B20"/>
                          </a:solidFill>
                          <a:latin typeface="Apple SD Gothic Neo"/>
                          <a:ea typeface="Apple SD Gothic Neo"/>
                          <a:cs typeface="Apple SD Gothic Neo"/>
                        </a:rPr>
                        <a:t>PDF 유지</a:t>
                      </a:r>
                    </a:p>
                  </a:txBody>
                  <a:tcPr marL="28575" marR="28575" marT="19050" marB="19050" anchor="ctr">
                    <a:solidFill>
                      <a:srgbClr val="EAF3E2"/>
                    </a:solidFill>
                  </a:tcPr>
                </a:tc>
              </a:tr>
              <a:tr h="261938">
                <a:tc>
                  <a:txBody>
                    <a:bodyPr lIns="28575" tIns="19050" rIns="28575" bIns="19050">
                      <a:noAutofit/>
                    </a:bodyPr>
                    <a:lstStyle/>
                    <a:p>
                      <a:pPr algn="ctr"/>
                      <a:r>
                        <a:rPr sz="1238" b="0">
                          <a:solidFill>
                            <a:srgbClr val="171B20"/>
                          </a:solidFill>
                          <a:latin typeface="Apple SD Gothic Neo"/>
                          <a:ea typeface="Apple SD Gothic Neo"/>
                          <a:cs typeface="Apple SD Gothic Neo"/>
                        </a:rPr>
                        <a:t>메일 처리</a:t>
                      </a:r>
                    </a:p>
                  </a:txBody>
                  <a:tcPr marL="28575" marR="28575" marT="19050" marB="19050" anchor="ctr">
                    <a:solidFill>
                      <a:srgbClr val="FFFFFF"/>
                    </a:solidFill>
                  </a:tcPr>
                </a:tc>
                <a:tc>
                  <a:txBody>
                    <a:bodyPr lIns="28575" tIns="19050" rIns="28575" bIns="19050">
                      <a:noAutofit/>
                    </a:bodyPr>
                    <a:lstStyle/>
                    <a:p>
                      <a:pPr algn="ctr"/>
                      <a:r>
                        <a:rPr sz="1238" b="0">
                          <a:solidFill>
                            <a:srgbClr val="171B20"/>
                          </a:solidFill>
                          <a:latin typeface="Apple SD Gothic Neo"/>
                          <a:ea typeface="Apple SD Gothic Neo"/>
                          <a:cs typeface="Apple SD Gothic Neo"/>
                        </a:rPr>
                        <a:t>초안만</a:t>
                      </a:r>
                    </a:p>
                  </a:txBody>
                  <a:tcPr marL="28575" marR="28575" marT="19050" marB="19050" anchor="ctr">
                    <a:solidFill>
                      <a:srgbClr val="FFFFFF"/>
                    </a:solidFill>
                  </a:tcPr>
                </a:tc>
                <a:tc>
                  <a:txBody>
                    <a:bodyPr lIns="28575" tIns="19050" rIns="28575" bIns="19050">
                      <a:noAutofit/>
                    </a:bodyPr>
                    <a:lstStyle/>
                    <a:p>
                      <a:pPr algn="ctr"/>
                      <a:r>
                        <a:rPr sz="1238" b="1">
                          <a:solidFill>
                            <a:srgbClr val="171B20"/>
                          </a:solidFill>
                          <a:latin typeface="Apple SD Gothic Neo"/>
                          <a:ea typeface="Apple SD Gothic Neo"/>
                          <a:cs typeface="Apple SD Gothic Neo"/>
                        </a:rPr>
                        <a:t>초안만 유지</a:t>
                      </a:r>
                    </a:p>
                  </a:txBody>
                  <a:tcPr marL="28575" marR="28575" marT="19050" marB="19050" anchor="ctr">
                    <a:solidFill>
                      <a:srgbClr val="EAF3E2"/>
                    </a:solidFill>
                  </a:tcPr>
                </a:tc>
              </a:tr>
            </a:tbl>
          </a:graphicData>
        </a:graphic>
      </p:graphicFrame>
      <p:sp>
        <p:nvSpPr>
          <p:cNvPr id="1026" name="necessity-v7-accuracy-conclusion-green">
            <a:extLst xmlns:a="http://schemas.openxmlformats.org/drawingml/2006/main">
              <a:ext uri="{FF2B5EF4-FFF2-40B4-BE49-F238E27FC236}">
                <a16:creationId xmlns:a16="http://schemas.microsoft.com/office/drawing/2014/main" id="{5EB2E91E-BED0-4C66-A5F6-676A2E8B5B09}"/>
              </a:ext>
            </a:extLst>
          </p:cNvPr>
          <p:cNvSpPr>
            <a:spLocks xmlns:a="http://schemas.openxmlformats.org/drawingml/2006/main" noGrp="1"/>
          </p:cNvSpPr>
          <p:nvPr/>
        </p:nvSpPr>
        <p:spPr>
          <a:xfrm xmlns:a="http://schemas.openxmlformats.org/drawingml/2006/main">
            <a:off x="447675" y="6296025"/>
            <a:ext cx="3314700" cy="11430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027" name="necessity-v7-accuracy-conclusion">
            <a:extLst xmlns:a="http://schemas.openxmlformats.org/drawingml/2006/main">
              <a:ext uri="{FF2B5EF4-FFF2-40B4-BE49-F238E27FC236}">
                <a16:creationId xmlns:a16="http://schemas.microsoft.com/office/drawing/2014/main" id="{088C0EBF-D971-4D03-AED9-44BA5530AD9B}"/>
              </a:ext>
            </a:extLst>
          </p:cNvPr>
          <p:cNvSpPr>
            <a:spLocks xmlns:a="http://schemas.openxmlformats.org/drawingml/2006/main" noGrp="1"/>
          </p:cNvSpPr>
          <p:nvPr/>
        </p:nvSpPr>
        <p:spPr>
          <a:xfrm xmlns:a="http://schemas.openxmlformats.org/drawingml/2006/main">
            <a:off x="447675" y="6143625"/>
            <a:ext cx="331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71B20"/>
                </a:solidFill>
                <a:latin typeface="Apple SD Gothic Neo"/>
                <a:ea typeface="Apple SD Gothic Neo"/>
                <a:cs typeface="Apple SD Gothic Neo"/>
              </a:defRPr>
            </a:pPr>
            <a:r>
              <a:rPr sz="1425" b="1">
                <a:solidFill>
                  <a:srgbClr val="171B20"/>
                </a:solidFill>
                <a:latin typeface="Apple SD Gothic Neo"/>
                <a:ea typeface="Apple SD Gothic Neo"/>
                <a:cs typeface="Apple SD Gothic Neo"/>
              </a:rPr>
              <a:t>바꿀 부분과 유지할 조건을 정확히 구분</a:t>
            </a:r>
          </a:p>
        </p:txBody>
      </p:sp>
      <p:sp>
        <p:nvSpPr>
          <p:cNvPr id="1028" name="necessity-v7-speed-heading-1">
            <a:extLst xmlns:a="http://schemas.openxmlformats.org/drawingml/2006/main">
              <a:ext uri="{FF2B5EF4-FFF2-40B4-BE49-F238E27FC236}">
                <a16:creationId xmlns:a16="http://schemas.microsoft.com/office/drawing/2014/main" id="{6D35BAB1-4856-4CAA-9A88-6F74073B467A}"/>
              </a:ext>
            </a:extLst>
          </p:cNvPr>
          <p:cNvSpPr>
            <a:spLocks xmlns:a="http://schemas.openxmlformats.org/drawingml/2006/main" noGrp="1"/>
          </p:cNvSpPr>
          <p:nvPr/>
        </p:nvSpPr>
        <p:spPr>
          <a:xfrm xmlns:a="http://schemas.openxmlformats.org/drawingml/2006/main">
            <a:off x="4295775" y="1695450"/>
            <a:ext cx="356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52400">
              <a:spcAft>
                <a:spcPts val="0"/>
              </a:spcAft>
              <a:buChar char="▪"/>
              <a:defRPr sz="1575" b="1">
                <a:solidFill>
                  <a:srgbClr val="171B20"/>
                </a:solidFill>
                <a:latin typeface="Apple SD Gothic Neo"/>
                <a:ea typeface="Apple SD Gothic Neo"/>
                <a:cs typeface="Apple SD Gothic Neo"/>
              </a:defRPr>
            </a:pPr>
            <a:r>
              <a:rPr sz="1575" b="1">
                <a:solidFill>
                  <a:srgbClr val="171B20"/>
                </a:solidFill>
                <a:latin typeface="Apple SD Gothic Neo"/>
                <a:ea typeface="Apple SD Gothic Neo"/>
                <a:cs typeface="Apple SD Gothic Neo"/>
              </a:rPr>
              <a:t>업무 진행 중에도 대화는 계속됨</a:t>
            </a:r>
          </a:p>
        </p:txBody>
      </p:sp>
      <p:sp>
        <p:nvSpPr>
          <p:cNvPr id="1029" name="necessity-v7-speed-desc-1">
            <a:extLst xmlns:a="http://schemas.openxmlformats.org/drawingml/2006/main">
              <a:ext uri="{FF2B5EF4-FFF2-40B4-BE49-F238E27FC236}">
                <a16:creationId xmlns:a16="http://schemas.microsoft.com/office/drawing/2014/main" id="{055459E9-9284-432B-A9CD-54B755624B27}"/>
              </a:ext>
            </a:extLst>
          </p:cNvPr>
          <p:cNvSpPr>
            <a:spLocks xmlns:a="http://schemas.openxmlformats.org/drawingml/2006/main" noGrp="1"/>
          </p:cNvSpPr>
          <p:nvPr/>
        </p:nvSpPr>
        <p:spPr>
          <a:xfrm xmlns:a="http://schemas.openxmlformats.org/drawingml/2006/main">
            <a:off x="4467225" y="2085975"/>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77800" indent="-101600">
              <a:spcAft>
                <a:spcPts val="0"/>
              </a:spcAft>
              <a:buChar char="-"/>
              <a:defRPr sz="1350" b="0">
                <a:solidFill>
                  <a:srgbClr val="171B20"/>
                </a:solidFill>
                <a:latin typeface="Apple SD Gothic Neo"/>
                <a:ea typeface="Apple SD Gothic Neo"/>
                <a:cs typeface="Apple SD Gothic Neo"/>
              </a:defRPr>
            </a:pPr>
            <a:r>
              <a:rPr sz="1350" b="0">
                <a:solidFill>
                  <a:srgbClr val="171B20"/>
                </a:solidFill>
                <a:latin typeface="Apple SD Gothic Neo"/>
                <a:ea typeface="Apple SD Gothic Neo"/>
                <a:cs typeface="Apple SD Gothic Neo"/>
              </a:rPr>
              <a:t>새 발화와 Agent의 질문, 결과가
서로 다른 시점에 도착</a:t>
            </a:r>
          </a:p>
        </p:txBody>
      </p:sp>
      <p:sp>
        <p:nvSpPr>
          <p:cNvPr id="1030" name="necessity-v7-event-request">
            <a:extLst xmlns:a="http://schemas.openxmlformats.org/drawingml/2006/main">
              <a:ext uri="{FF2B5EF4-FFF2-40B4-BE49-F238E27FC236}">
                <a16:creationId xmlns:a16="http://schemas.microsoft.com/office/drawing/2014/main" id="{BAAC2C2A-D90E-422D-8364-2A927A3BB114}"/>
              </a:ext>
            </a:extLst>
          </p:cNvPr>
          <p:cNvSpPr>
            <a:spLocks xmlns:a="http://schemas.openxmlformats.org/drawingml/2006/main" noGrp="1"/>
          </p:cNvSpPr>
          <p:nvPr/>
        </p:nvSpPr>
        <p:spPr>
          <a:xfrm xmlns:a="http://schemas.openxmlformats.org/drawingml/2006/main">
            <a:off x="4648200" y="26765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697783"/>
                </a:solidFill>
                <a:latin typeface="Apple SD Gothic Neo"/>
                <a:ea typeface="Apple SD Gothic Neo"/>
                <a:cs typeface="Apple SD Gothic Neo"/>
              </a:defRPr>
            </a:pPr>
            <a:r>
              <a:rPr sz="1200" b="1">
                <a:solidFill>
                  <a:srgbClr val="697783"/>
                </a:solidFill>
                <a:latin typeface="Apple SD Gothic Neo"/>
                <a:ea typeface="Apple SD Gothic Neo"/>
                <a:cs typeface="Apple SD Gothic Neo"/>
              </a:rPr>
              <a:t>업무 요청</a:t>
            </a:r>
          </a:p>
        </p:txBody>
      </p:sp>
      <p:sp>
        <p:nvSpPr>
          <p:cNvPr id="1031" name="necessity-v7-event-query">
            <a:extLst xmlns:a="http://schemas.openxmlformats.org/drawingml/2006/main">
              <a:ext uri="{FF2B5EF4-FFF2-40B4-BE49-F238E27FC236}">
                <a16:creationId xmlns:a16="http://schemas.microsoft.com/office/drawing/2014/main" id="{230E2869-D5FC-470E-BBE0-4548282E6E7D}"/>
              </a:ext>
            </a:extLst>
          </p:cNvPr>
          <p:cNvSpPr>
            <a:spLocks xmlns:a="http://schemas.openxmlformats.org/drawingml/2006/main" noGrp="1"/>
          </p:cNvSpPr>
          <p:nvPr/>
        </p:nvSpPr>
        <p:spPr>
          <a:xfrm xmlns:a="http://schemas.openxmlformats.org/drawingml/2006/main">
            <a:off x="5819775" y="26765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697783"/>
                </a:solidFill>
                <a:latin typeface="Apple SD Gothic Neo"/>
                <a:ea typeface="Apple SD Gothic Neo"/>
                <a:cs typeface="Apple SD Gothic Neo"/>
              </a:defRPr>
            </a:pPr>
            <a:r>
              <a:rPr sz="1200" b="1">
                <a:solidFill>
                  <a:srgbClr val="697783"/>
                </a:solidFill>
                <a:latin typeface="Apple SD Gothic Neo"/>
                <a:ea typeface="Apple SD Gothic Neo"/>
                <a:cs typeface="Apple SD Gothic Neo"/>
              </a:rPr>
              <a:t>진행 확인</a:t>
            </a:r>
          </a:p>
        </p:txBody>
      </p:sp>
      <p:sp>
        <p:nvSpPr>
          <p:cNvPr id="1032" name="necessity-v7-event-result">
            <a:extLst xmlns:a="http://schemas.openxmlformats.org/drawingml/2006/main">
              <a:ext uri="{FF2B5EF4-FFF2-40B4-BE49-F238E27FC236}">
                <a16:creationId xmlns:a16="http://schemas.microsoft.com/office/drawing/2014/main" id="{D400CF83-3142-4E04-9A12-7799A1B6CC32}"/>
              </a:ext>
            </a:extLst>
          </p:cNvPr>
          <p:cNvSpPr>
            <a:spLocks xmlns:a="http://schemas.openxmlformats.org/drawingml/2006/main" noGrp="1"/>
          </p:cNvSpPr>
          <p:nvPr/>
        </p:nvSpPr>
        <p:spPr>
          <a:xfrm xmlns:a="http://schemas.openxmlformats.org/drawingml/2006/main">
            <a:off x="6724650" y="2676525"/>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1">
                <a:solidFill>
                  <a:srgbClr val="697783"/>
                </a:solidFill>
                <a:latin typeface="Apple SD Gothic Neo"/>
                <a:ea typeface="Apple SD Gothic Neo"/>
                <a:cs typeface="Apple SD Gothic Neo"/>
              </a:defRPr>
            </a:pPr>
            <a:r>
              <a:rPr sz="1200" b="1">
                <a:solidFill>
                  <a:srgbClr val="697783"/>
                </a:solidFill>
                <a:latin typeface="Apple SD Gothic Neo"/>
                <a:ea typeface="Apple SD Gothic Neo"/>
                <a:cs typeface="Apple SD Gothic Neo"/>
              </a:rPr>
              <a:t>결과 도착</a:t>
            </a:r>
          </a:p>
        </p:txBody>
      </p:sp>
      <p:sp>
        <p:nvSpPr>
          <p:cNvPr id="1033" name="necessity-v7-guide-request">
            <a:extLst xmlns:a="http://schemas.openxmlformats.org/drawingml/2006/main">
              <a:ext uri="{FF2B5EF4-FFF2-40B4-BE49-F238E27FC236}">
                <a16:creationId xmlns:a16="http://schemas.microsoft.com/office/drawing/2014/main" id="{096932ED-64FC-4B20-8C23-6B8CFC02AAC7}"/>
              </a:ext>
            </a:extLst>
          </p:cNvPr>
          <p:cNvSpPr>
            <a:spLocks xmlns:a="http://schemas.openxmlformats.org/drawingml/2006/main" noGrp="1"/>
          </p:cNvSpPr>
          <p:nvPr/>
        </p:nvSpPr>
        <p:spPr>
          <a:xfrm xmlns:a="http://schemas.openxmlformats.org/drawingml/2006/main">
            <a:off x="5038725" y="2981325"/>
            <a:ext cx="0" cy="1343025"/>
          </a:xfrm>
          <a:prstGeom xmlns:a="http://schemas.openxmlformats.org/drawingml/2006/main" prst="line">
            <a:avLst/>
          </a:prstGeom>
          <a:noFill xmlns:a="http://schemas.openxmlformats.org/drawingml/2006/main"/>
          <a:ln xmlns:a="http://schemas.openxmlformats.org/drawingml/2006/main" w="7620">
            <a:solidFill>
              <a:srgbClr val="DCE3E9"/>
            </a:solidFill>
            <a:prstDash val="dash"/>
          </a:ln>
        </p:spPr>
      </p:sp>
      <p:sp>
        <p:nvSpPr>
          <p:cNvPr id="1034" name="necessity-v7-guide-query">
            <a:extLst xmlns:a="http://schemas.openxmlformats.org/drawingml/2006/main">
              <a:ext uri="{FF2B5EF4-FFF2-40B4-BE49-F238E27FC236}">
                <a16:creationId xmlns:a16="http://schemas.microsoft.com/office/drawing/2014/main" id="{AC895DC4-2FE8-4778-AF6D-3305B17A5DEF}"/>
              </a:ext>
            </a:extLst>
          </p:cNvPr>
          <p:cNvSpPr>
            <a:spLocks xmlns:a="http://schemas.openxmlformats.org/drawingml/2006/main" noGrp="1"/>
          </p:cNvSpPr>
          <p:nvPr/>
        </p:nvSpPr>
        <p:spPr>
          <a:xfrm xmlns:a="http://schemas.openxmlformats.org/drawingml/2006/main">
            <a:off x="6210300" y="2981325"/>
            <a:ext cx="0" cy="1343025"/>
          </a:xfrm>
          <a:prstGeom xmlns:a="http://schemas.openxmlformats.org/drawingml/2006/main" prst="line">
            <a:avLst/>
          </a:prstGeom>
          <a:noFill xmlns:a="http://schemas.openxmlformats.org/drawingml/2006/main"/>
          <a:ln xmlns:a="http://schemas.openxmlformats.org/drawingml/2006/main" w="7620">
            <a:solidFill>
              <a:srgbClr val="DCE3E9"/>
            </a:solidFill>
            <a:prstDash val="dash"/>
          </a:ln>
        </p:spPr>
      </p:sp>
      <p:sp>
        <p:nvSpPr>
          <p:cNvPr id="1035" name="necessity-v7-guide-result">
            <a:extLst xmlns:a="http://schemas.openxmlformats.org/drawingml/2006/main">
              <a:ext uri="{FF2B5EF4-FFF2-40B4-BE49-F238E27FC236}">
                <a16:creationId xmlns:a16="http://schemas.microsoft.com/office/drawing/2014/main" id="{ED3D8580-B3FC-4BAE-9984-ABADEA18E0A1}"/>
              </a:ext>
            </a:extLst>
          </p:cNvPr>
          <p:cNvSpPr>
            <a:spLocks xmlns:a="http://schemas.openxmlformats.org/drawingml/2006/main" noGrp="1"/>
          </p:cNvSpPr>
          <p:nvPr/>
        </p:nvSpPr>
        <p:spPr>
          <a:xfrm xmlns:a="http://schemas.openxmlformats.org/drawingml/2006/main">
            <a:off x="7115175" y="2981325"/>
            <a:ext cx="0" cy="1343025"/>
          </a:xfrm>
          <a:prstGeom xmlns:a="http://schemas.openxmlformats.org/drawingml/2006/main" prst="line">
            <a:avLst/>
          </a:prstGeom>
          <a:noFill xmlns:a="http://schemas.openxmlformats.org/drawingml/2006/main"/>
          <a:ln xmlns:a="http://schemas.openxmlformats.org/drawingml/2006/main" w="7620">
            <a:solidFill>
              <a:srgbClr val="DCE3E9"/>
            </a:solidFill>
            <a:prstDash val="dash"/>
          </a:ln>
        </p:spPr>
      </p:sp>
      <p:sp>
        <p:nvSpPr>
          <p:cNvPr id="1036" name="necessity-v7-lane-user">
            <a:extLst xmlns:a="http://schemas.openxmlformats.org/drawingml/2006/main">
              <a:ext uri="{FF2B5EF4-FFF2-40B4-BE49-F238E27FC236}">
                <a16:creationId xmlns:a16="http://schemas.microsoft.com/office/drawing/2014/main" id="{E44072D5-689B-4FD7-99C1-B40BFA378EC3}"/>
              </a:ext>
            </a:extLst>
          </p:cNvPr>
          <p:cNvSpPr>
            <a:spLocks xmlns:a="http://schemas.openxmlformats.org/drawingml/2006/main" noGrp="1"/>
          </p:cNvSpPr>
          <p:nvPr/>
        </p:nvSpPr>
        <p:spPr>
          <a:xfrm xmlns:a="http://schemas.openxmlformats.org/drawingml/2006/main">
            <a:off x="4352925" y="3038475"/>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697783"/>
                </a:solidFill>
                <a:latin typeface="Apple SD Gothic Neo"/>
                <a:ea typeface="Apple SD Gothic Neo"/>
                <a:cs typeface="Apple SD Gothic Neo"/>
              </a:defRPr>
            </a:pPr>
            <a:r>
              <a:rPr sz="1275" b="1">
                <a:solidFill>
                  <a:srgbClr val="697783"/>
                </a:solidFill>
                <a:latin typeface="Apple SD Gothic Neo"/>
                <a:ea typeface="Apple SD Gothic Neo"/>
                <a:cs typeface="Apple SD Gothic Neo"/>
              </a:rPr>
              <a:t>사용자</a:t>
            </a:r>
          </a:p>
        </p:txBody>
      </p:sp>
      <p:sp>
        <p:nvSpPr>
          <p:cNvPr id="1037" name="necessity-v7-lane-via">
            <a:extLst xmlns:a="http://schemas.openxmlformats.org/drawingml/2006/main">
              <a:ext uri="{FF2B5EF4-FFF2-40B4-BE49-F238E27FC236}">
                <a16:creationId xmlns:a16="http://schemas.microsoft.com/office/drawing/2014/main" id="{00DAA73D-DAD7-4873-A907-998FB2FA9A7D}"/>
              </a:ext>
            </a:extLst>
          </p:cNvPr>
          <p:cNvSpPr>
            <a:spLocks xmlns:a="http://schemas.openxmlformats.org/drawingml/2006/main" noGrp="1"/>
          </p:cNvSpPr>
          <p:nvPr/>
        </p:nvSpPr>
        <p:spPr>
          <a:xfrm xmlns:a="http://schemas.openxmlformats.org/drawingml/2006/main">
            <a:off x="4352925" y="3476625"/>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218FAF"/>
                </a:solidFill>
                <a:latin typeface="Apple SD Gothic Neo"/>
                <a:ea typeface="Apple SD Gothic Neo"/>
                <a:cs typeface="Apple SD Gothic Neo"/>
              </a:defRPr>
            </a:pPr>
            <a:r>
              <a:rPr sz="1275" b="1">
                <a:solidFill>
                  <a:srgbClr val="218FAF"/>
                </a:solidFill>
                <a:latin typeface="Apple SD Gothic Neo"/>
                <a:ea typeface="Apple SD Gothic Neo"/>
                <a:cs typeface="Apple SD Gothic Neo"/>
              </a:rPr>
              <a:t>VIA</a:t>
            </a:r>
          </a:p>
        </p:txBody>
      </p:sp>
      <p:sp>
        <p:nvSpPr>
          <p:cNvPr id="1038" name="necessity-v7-lane-agent">
            <a:extLst xmlns:a="http://schemas.openxmlformats.org/drawingml/2006/main">
              <a:ext uri="{FF2B5EF4-FFF2-40B4-BE49-F238E27FC236}">
                <a16:creationId xmlns:a16="http://schemas.microsoft.com/office/drawing/2014/main" id="{1F99EF9A-1C8F-42AF-9027-E059609B0F47}"/>
              </a:ext>
            </a:extLst>
          </p:cNvPr>
          <p:cNvSpPr>
            <a:spLocks xmlns:a="http://schemas.openxmlformats.org/drawingml/2006/main" noGrp="1"/>
          </p:cNvSpPr>
          <p:nvPr/>
        </p:nvSpPr>
        <p:spPr>
          <a:xfrm xmlns:a="http://schemas.openxmlformats.org/drawingml/2006/main">
            <a:off x="4352925" y="3943350"/>
            <a:ext cx="628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1">
                <a:solidFill>
                  <a:srgbClr val="06255C"/>
                </a:solidFill>
                <a:latin typeface="Apple SD Gothic Neo"/>
                <a:ea typeface="Apple SD Gothic Neo"/>
                <a:cs typeface="Apple SD Gothic Neo"/>
              </a:defRPr>
            </a:pPr>
            <a:r>
              <a:rPr sz="1275" b="1">
                <a:solidFill>
                  <a:srgbClr val="06255C"/>
                </a:solidFill>
                <a:latin typeface="Apple SD Gothic Neo"/>
                <a:ea typeface="Apple SD Gothic Neo"/>
                <a:cs typeface="Apple SD Gothic Neo"/>
              </a:rPr>
              <a:t>Agent</a:t>
            </a:r>
          </a:p>
        </p:txBody>
      </p:sp>
      <p:sp>
        <p:nvSpPr>
          <p:cNvPr id="1039" name="necessity-v7-user-lane">
            <a:extLst xmlns:a="http://schemas.openxmlformats.org/drawingml/2006/main">
              <a:ext uri="{FF2B5EF4-FFF2-40B4-BE49-F238E27FC236}">
                <a16:creationId xmlns:a16="http://schemas.microsoft.com/office/drawing/2014/main" id="{9B7071E6-A24A-4C6D-9748-E9EDB5F5803F}"/>
              </a:ext>
            </a:extLst>
          </p:cNvPr>
          <p:cNvSpPr>
            <a:spLocks xmlns:a="http://schemas.openxmlformats.org/drawingml/2006/main" noGrp="1"/>
          </p:cNvSpPr>
          <p:nvPr/>
        </p:nvSpPr>
        <p:spPr>
          <a:xfrm xmlns:a="http://schemas.openxmlformats.org/drawingml/2006/main">
            <a:off x="5038725" y="3152775"/>
            <a:ext cx="2857500" cy="0"/>
          </a:xfrm>
          <a:prstGeom xmlns:a="http://schemas.openxmlformats.org/drawingml/2006/main" prst="line">
            <a:avLst/>
          </a:prstGeom>
          <a:noFill xmlns:a="http://schemas.openxmlformats.org/drawingml/2006/main"/>
          <a:ln xmlns:a="http://schemas.openxmlformats.org/drawingml/2006/main" w="11430">
            <a:solidFill>
              <a:srgbClr val="AEBBC8"/>
            </a:solidFill>
            <a:prstDash val="solid"/>
          </a:ln>
        </p:spPr>
      </p:sp>
      <p:sp>
        <p:nvSpPr>
          <p:cNvPr id="1040" name="necessity-v7-user-request">
            <a:extLst xmlns:a="http://schemas.openxmlformats.org/drawingml/2006/main">
              <a:ext uri="{FF2B5EF4-FFF2-40B4-BE49-F238E27FC236}">
                <a16:creationId xmlns:a16="http://schemas.microsoft.com/office/drawing/2014/main" id="{1B735936-40F5-45EA-98E3-E121EA3B7213}"/>
              </a:ext>
            </a:extLst>
          </p:cNvPr>
          <p:cNvSpPr>
            <a:spLocks xmlns:a="http://schemas.openxmlformats.org/drawingml/2006/main" noGrp="1"/>
          </p:cNvSpPr>
          <p:nvPr/>
        </p:nvSpPr>
        <p:spPr>
          <a:xfrm xmlns:a="http://schemas.openxmlformats.org/drawingml/2006/main">
            <a:off x="5000625" y="3114675"/>
            <a:ext cx="76200" cy="762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1" name="necessity-v7-user-query">
            <a:extLst xmlns:a="http://schemas.openxmlformats.org/drawingml/2006/main">
              <a:ext uri="{FF2B5EF4-FFF2-40B4-BE49-F238E27FC236}">
                <a16:creationId xmlns:a16="http://schemas.microsoft.com/office/drawing/2014/main" id="{D4CC6BCF-E84E-40DD-A33D-5437217A5E1B}"/>
              </a:ext>
            </a:extLst>
          </p:cNvPr>
          <p:cNvSpPr>
            <a:spLocks xmlns:a="http://schemas.openxmlformats.org/drawingml/2006/main" noGrp="1"/>
          </p:cNvSpPr>
          <p:nvPr/>
        </p:nvSpPr>
        <p:spPr>
          <a:xfrm xmlns:a="http://schemas.openxmlformats.org/drawingml/2006/main">
            <a:off x="6172200" y="3114675"/>
            <a:ext cx="76200" cy="762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2" name="necessity-v7-user-result">
            <a:extLst xmlns:a="http://schemas.openxmlformats.org/drawingml/2006/main">
              <a:ext uri="{FF2B5EF4-FFF2-40B4-BE49-F238E27FC236}">
                <a16:creationId xmlns:a16="http://schemas.microsoft.com/office/drawing/2014/main" id="{CCE4E654-2E6D-4CAE-A5FD-A3605CD7694B}"/>
              </a:ext>
            </a:extLst>
          </p:cNvPr>
          <p:cNvSpPr>
            <a:spLocks xmlns:a="http://schemas.openxmlformats.org/drawingml/2006/main" noGrp="1"/>
          </p:cNvSpPr>
          <p:nvPr/>
        </p:nvSpPr>
        <p:spPr>
          <a:xfrm xmlns:a="http://schemas.openxmlformats.org/drawingml/2006/main">
            <a:off x="7800975" y="3114675"/>
            <a:ext cx="76200" cy="762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43" name="necessity-v7-via-request-work">
            <a:extLst xmlns:a="http://schemas.openxmlformats.org/drawingml/2006/main">
              <a:ext uri="{FF2B5EF4-FFF2-40B4-BE49-F238E27FC236}">
                <a16:creationId xmlns:a16="http://schemas.microsoft.com/office/drawing/2014/main" id="{686F9E3E-3205-4C4B-BD5C-A70A870EE3E7}"/>
              </a:ext>
            </a:extLst>
          </p:cNvPr>
          <p:cNvSpPr>
            <a:spLocks xmlns:a="http://schemas.openxmlformats.org/drawingml/2006/main" noGrp="1"/>
          </p:cNvSpPr>
          <p:nvPr/>
        </p:nvSpPr>
        <p:spPr>
          <a:xfrm xmlns:a="http://schemas.openxmlformats.org/drawingml/2006/main">
            <a:off x="4962525" y="3476625"/>
            <a:ext cx="885825" cy="257175"/>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7620">
            <a:solidFill>
              <a:srgbClr val="218FAF"/>
            </a:solidFill>
            <a:prstDash val="solid"/>
          </a:ln>
        </p:spPr>
      </p:sp>
      <p:sp>
        <p:nvSpPr>
          <p:cNvPr id="1044" name="necessity-v7-via-query-work">
            <a:extLst xmlns:a="http://schemas.openxmlformats.org/drawingml/2006/main">
              <a:ext uri="{FF2B5EF4-FFF2-40B4-BE49-F238E27FC236}">
                <a16:creationId xmlns:a16="http://schemas.microsoft.com/office/drawing/2014/main" id="{478E46BD-5478-4344-96B5-B9747E5A730E}"/>
              </a:ext>
            </a:extLst>
          </p:cNvPr>
          <p:cNvSpPr>
            <a:spLocks xmlns:a="http://schemas.openxmlformats.org/drawingml/2006/main" noGrp="1"/>
          </p:cNvSpPr>
          <p:nvPr/>
        </p:nvSpPr>
        <p:spPr>
          <a:xfrm xmlns:a="http://schemas.openxmlformats.org/drawingml/2006/main">
            <a:off x="5924550" y="3476625"/>
            <a:ext cx="819150" cy="257175"/>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7620">
            <a:solidFill>
              <a:srgbClr val="218FAF"/>
            </a:solidFill>
            <a:prstDash val="solid"/>
          </a:ln>
        </p:spPr>
      </p:sp>
      <p:sp>
        <p:nvSpPr>
          <p:cNvPr id="1045" name="necessity-v7-via-result-work">
            <a:extLst xmlns:a="http://schemas.openxmlformats.org/drawingml/2006/main">
              <a:ext uri="{FF2B5EF4-FFF2-40B4-BE49-F238E27FC236}">
                <a16:creationId xmlns:a16="http://schemas.microsoft.com/office/drawing/2014/main" id="{6333A53C-1C2D-4DA6-92AE-BA1C86DDAA39}"/>
              </a:ext>
            </a:extLst>
          </p:cNvPr>
          <p:cNvSpPr>
            <a:spLocks xmlns:a="http://schemas.openxmlformats.org/drawingml/2006/main" noGrp="1"/>
          </p:cNvSpPr>
          <p:nvPr/>
        </p:nvSpPr>
        <p:spPr>
          <a:xfrm xmlns:a="http://schemas.openxmlformats.org/drawingml/2006/main">
            <a:off x="7115175" y="3476625"/>
            <a:ext cx="771525" cy="257175"/>
          </a:xfrm>
          <a:prstGeom xmlns:a="http://schemas.openxmlformats.org/drawingml/2006/main" prst="roundRect">
            <a:avLst>
              <a:gd name="adj" fmla="val 11111"/>
            </a:avLst>
          </a:prstGeom>
          <a:solidFill xmlns:a="http://schemas.openxmlformats.org/drawingml/2006/main">
            <a:srgbClr val="E7F3F8"/>
          </a:solidFill>
          <a:ln xmlns:a="http://schemas.openxmlformats.org/drawingml/2006/main" w="7620">
            <a:solidFill>
              <a:srgbClr val="218FAF"/>
            </a:solidFill>
            <a:prstDash val="solid"/>
          </a:ln>
        </p:spPr>
      </p:sp>
      <p:sp>
        <p:nvSpPr>
          <p:cNvPr id="1046" name="necessity-v7-request-work-label">
            <a:extLst xmlns:a="http://schemas.openxmlformats.org/drawingml/2006/main">
              <a:ext uri="{FF2B5EF4-FFF2-40B4-BE49-F238E27FC236}">
                <a16:creationId xmlns:a16="http://schemas.microsoft.com/office/drawing/2014/main" id="{A12DDDB1-EF02-4F16-B3BC-349D18FD2ECA}"/>
              </a:ext>
            </a:extLst>
          </p:cNvPr>
          <p:cNvSpPr>
            <a:spLocks xmlns:a="http://schemas.openxmlformats.org/drawingml/2006/main" noGrp="1"/>
          </p:cNvSpPr>
          <p:nvPr/>
        </p:nvSpPr>
        <p:spPr>
          <a:xfrm xmlns:a="http://schemas.openxmlformats.org/drawingml/2006/main">
            <a:off x="4962525" y="3486150"/>
            <a:ext cx="8858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63" b="1">
                <a:solidFill>
                  <a:srgbClr val="218FAF"/>
                </a:solidFill>
                <a:latin typeface="Apple SD Gothic Neo"/>
                <a:ea typeface="Apple SD Gothic Neo"/>
                <a:cs typeface="Apple SD Gothic Neo"/>
              </a:defRPr>
            </a:pPr>
            <a:r>
              <a:rPr sz="1163" b="1">
                <a:solidFill>
                  <a:srgbClr val="218FAF"/>
                </a:solidFill>
                <a:latin typeface="Apple SD Gothic Neo"/>
                <a:ea typeface="Apple SD Gothic Neo"/>
                <a:cs typeface="Apple SD Gothic Neo"/>
              </a:rPr>
              <a:t>해석과 위임</a:t>
            </a:r>
          </a:p>
        </p:txBody>
      </p:sp>
      <p:sp>
        <p:nvSpPr>
          <p:cNvPr id="1047" name="necessity-v7-query-work-label">
            <a:extLst xmlns:a="http://schemas.openxmlformats.org/drawingml/2006/main">
              <a:ext uri="{FF2B5EF4-FFF2-40B4-BE49-F238E27FC236}">
                <a16:creationId xmlns:a16="http://schemas.microsoft.com/office/drawing/2014/main" id="{647FA020-1E01-47BB-9921-272A1699DEDB}"/>
              </a:ext>
            </a:extLst>
          </p:cNvPr>
          <p:cNvSpPr>
            <a:spLocks xmlns:a="http://schemas.openxmlformats.org/drawingml/2006/main" noGrp="1"/>
          </p:cNvSpPr>
          <p:nvPr/>
        </p:nvSpPr>
        <p:spPr>
          <a:xfrm xmlns:a="http://schemas.openxmlformats.org/drawingml/2006/main">
            <a:off x="5924550" y="3486150"/>
            <a:ext cx="819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63" b="1">
                <a:solidFill>
                  <a:srgbClr val="218FAF"/>
                </a:solidFill>
                <a:latin typeface="Apple SD Gothic Neo"/>
                <a:ea typeface="Apple SD Gothic Neo"/>
                <a:cs typeface="Apple SD Gothic Neo"/>
              </a:defRPr>
            </a:pPr>
            <a:r>
              <a:rPr sz="1163" b="1">
                <a:solidFill>
                  <a:srgbClr val="218FAF"/>
                </a:solidFill>
                <a:latin typeface="Apple SD Gothic Neo"/>
                <a:ea typeface="Apple SD Gothic Neo"/>
                <a:cs typeface="Apple SD Gothic Neo"/>
              </a:rPr>
              <a:t>상태 안내</a:t>
            </a:r>
          </a:p>
        </p:txBody>
      </p:sp>
      <p:sp>
        <p:nvSpPr>
          <p:cNvPr id="1048" name="necessity-v7-result-work-label">
            <a:extLst xmlns:a="http://schemas.openxmlformats.org/drawingml/2006/main">
              <a:ext uri="{FF2B5EF4-FFF2-40B4-BE49-F238E27FC236}">
                <a16:creationId xmlns:a16="http://schemas.microsoft.com/office/drawing/2014/main" id="{F3F8406A-A1AB-4F9D-9D3F-0FE2E1C35FC8}"/>
              </a:ext>
            </a:extLst>
          </p:cNvPr>
          <p:cNvSpPr>
            <a:spLocks xmlns:a="http://schemas.openxmlformats.org/drawingml/2006/main" noGrp="1"/>
          </p:cNvSpPr>
          <p:nvPr/>
        </p:nvSpPr>
        <p:spPr>
          <a:xfrm xmlns:a="http://schemas.openxmlformats.org/drawingml/2006/main">
            <a:off x="7115175" y="3486150"/>
            <a:ext cx="771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63" b="1">
                <a:solidFill>
                  <a:srgbClr val="218FAF"/>
                </a:solidFill>
                <a:latin typeface="Apple SD Gothic Neo"/>
                <a:ea typeface="Apple SD Gothic Neo"/>
                <a:cs typeface="Apple SD Gothic Neo"/>
              </a:defRPr>
            </a:pPr>
            <a:r>
              <a:rPr sz="1163" b="1">
                <a:solidFill>
                  <a:srgbClr val="218FAF"/>
                </a:solidFill>
                <a:latin typeface="Apple SD Gothic Neo"/>
                <a:ea typeface="Apple SD Gothic Neo"/>
                <a:cs typeface="Apple SD Gothic Neo"/>
              </a:rPr>
              <a:t>결과 전달</a:t>
            </a:r>
          </a:p>
        </p:txBody>
      </p:sp>
      <p:sp>
        <p:nvSpPr>
          <p:cNvPr id="1049" name="necessity-v7-agent-running-work">
            <a:extLst xmlns:a="http://schemas.openxmlformats.org/drawingml/2006/main">
              <a:ext uri="{FF2B5EF4-FFF2-40B4-BE49-F238E27FC236}">
                <a16:creationId xmlns:a16="http://schemas.microsoft.com/office/drawing/2014/main" id="{94335B9B-CB6E-4BA0-844E-E0F22E254EB3}"/>
              </a:ext>
            </a:extLst>
          </p:cNvPr>
          <p:cNvSpPr>
            <a:spLocks xmlns:a="http://schemas.openxmlformats.org/drawingml/2006/main" noGrp="1"/>
          </p:cNvSpPr>
          <p:nvPr/>
        </p:nvSpPr>
        <p:spPr>
          <a:xfrm xmlns:a="http://schemas.openxmlformats.org/drawingml/2006/main">
            <a:off x="5781675" y="3971925"/>
            <a:ext cx="1333500" cy="257175"/>
          </a:xfrm>
          <a:prstGeom xmlns:a="http://schemas.openxmlformats.org/drawingml/2006/main" prst="roundRect">
            <a:avLst>
              <a:gd name="adj" fmla="val 11111"/>
            </a:avLst>
          </a:prstGeom>
          <a:solidFill xmlns:a="http://schemas.openxmlformats.org/drawingml/2006/main">
            <a:srgbClr val="06255C"/>
          </a:solidFill>
          <a:ln xmlns:a="http://schemas.openxmlformats.org/drawingml/2006/main" w="0">
            <a:noFill/>
            <a:prstDash val="solid"/>
          </a:ln>
        </p:spPr>
      </p:sp>
      <p:sp>
        <p:nvSpPr>
          <p:cNvPr id="1050" name="necessity-v7-agent-running-label">
            <a:extLst xmlns:a="http://schemas.openxmlformats.org/drawingml/2006/main">
              <a:ext uri="{FF2B5EF4-FFF2-40B4-BE49-F238E27FC236}">
                <a16:creationId xmlns:a16="http://schemas.microsoft.com/office/drawing/2014/main" id="{78F93CD1-63B7-4313-B433-B11D3FAA5CE9}"/>
              </a:ext>
            </a:extLst>
          </p:cNvPr>
          <p:cNvSpPr>
            <a:spLocks xmlns:a="http://schemas.openxmlformats.org/drawingml/2006/main" noGrp="1"/>
          </p:cNvSpPr>
          <p:nvPr/>
        </p:nvSpPr>
        <p:spPr>
          <a:xfrm xmlns:a="http://schemas.openxmlformats.org/drawingml/2006/main">
            <a:off x="5781675" y="398145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38" b="1">
                <a:solidFill>
                  <a:srgbClr val="FFFFFF"/>
                </a:solidFill>
                <a:latin typeface="Apple SD Gothic Neo"/>
                <a:ea typeface="Apple SD Gothic Neo"/>
                <a:cs typeface="Apple SD Gothic Neo"/>
              </a:defRPr>
            </a:pPr>
            <a:r>
              <a:rPr sz="1238" b="1">
                <a:solidFill>
                  <a:srgbClr val="FFFFFF"/>
                </a:solidFill>
                <a:latin typeface="Apple SD Gothic Neo"/>
                <a:ea typeface="Apple SD Gothic Neo"/>
                <a:cs typeface="Apple SD Gothic Neo"/>
              </a:rPr>
              <a:t>보고서 작성</a:t>
            </a:r>
          </a:p>
        </p:txBody>
      </p:sp>
      <p:sp>
        <p:nvSpPr>
          <p:cNvPr id="1051" name="necessity-v7-via-request-in">
            <a:extLst xmlns:a="http://schemas.openxmlformats.org/drawingml/2006/main">
              <a:ext uri="{FF2B5EF4-FFF2-40B4-BE49-F238E27FC236}">
                <a16:creationId xmlns:a16="http://schemas.microsoft.com/office/drawing/2014/main" id="{B16159C5-2668-424D-A71F-BA42DB3ECFC9}"/>
              </a:ext>
            </a:extLst>
          </p:cNvPr>
          <p:cNvSpPr>
            <a:spLocks xmlns:a="http://schemas.openxmlformats.org/drawingml/2006/main" noGrp="1"/>
          </p:cNvSpPr>
          <p:nvPr/>
        </p:nvSpPr>
        <p:spPr>
          <a:xfrm xmlns:a="http://schemas.openxmlformats.org/drawingml/2006/main">
            <a:off x="5033963" y="34718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2" name=""/>
          <p:cNvCxnSpPr>
            <a:stCxn xmlns:a="http://schemas.openxmlformats.org/drawingml/2006/main" id="1040" idx="4"/>
            <a:endCxn xmlns:a="http://schemas.openxmlformats.org/drawingml/2006/main" id="1051" idx="0"/>
          </p:cNvCxnSpPr>
          <p:nvPr/>
        </p:nvCxnSpPr>
        <p:spPr>
          <a:xfrm xmlns:a="http://schemas.openxmlformats.org/drawingml/2006/main">
            <a:off x="5038725" y="3190875"/>
            <a:ext cx="1" cy="280988"/>
          </a:xfrm>
          <a:prstGeom xmlns:a="http://schemas.openxmlformats.org/drawingml/2006/main" prst="straightConnector1">
            <a:avLst/>
          </a:prstGeom>
          <a:ln xmlns:a="http://schemas.openxmlformats.org/drawingml/2006/main" w="13335">
            <a:solidFill>
              <a:srgbClr val="218FAF"/>
            </a:solidFill>
            <a:prstDash val="solid"/>
            <a:tailEnd type="triangle" w="sm" len="sm"/>
          </a:ln>
        </p:spPr>
      </p:cxnSp>
      <p:sp>
        <p:nvSpPr>
          <p:cNvPr id="1053" name="necessity-v7-via-query-in">
            <a:extLst xmlns:a="http://schemas.openxmlformats.org/drawingml/2006/main">
              <a:ext uri="{FF2B5EF4-FFF2-40B4-BE49-F238E27FC236}">
                <a16:creationId xmlns:a16="http://schemas.microsoft.com/office/drawing/2014/main" id="{7F2CBCB2-360F-412B-8143-E146816ED308}"/>
              </a:ext>
            </a:extLst>
          </p:cNvPr>
          <p:cNvSpPr>
            <a:spLocks xmlns:a="http://schemas.openxmlformats.org/drawingml/2006/main" noGrp="1"/>
          </p:cNvSpPr>
          <p:nvPr/>
        </p:nvSpPr>
        <p:spPr>
          <a:xfrm xmlns:a="http://schemas.openxmlformats.org/drawingml/2006/main">
            <a:off x="6205538" y="34718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4" name=""/>
          <p:cNvCxnSpPr>
            <a:stCxn xmlns:a="http://schemas.openxmlformats.org/drawingml/2006/main" id="1041" idx="4"/>
            <a:endCxn xmlns:a="http://schemas.openxmlformats.org/drawingml/2006/main" id="1053" idx="0"/>
          </p:cNvCxnSpPr>
          <p:nvPr/>
        </p:nvCxnSpPr>
        <p:spPr>
          <a:xfrm xmlns:a="http://schemas.openxmlformats.org/drawingml/2006/main">
            <a:off x="6210300" y="3190875"/>
            <a:ext cx="1" cy="280988"/>
          </a:xfrm>
          <a:prstGeom xmlns:a="http://schemas.openxmlformats.org/drawingml/2006/main" prst="straightConnector1">
            <a:avLst/>
          </a:prstGeom>
          <a:ln xmlns:a="http://schemas.openxmlformats.org/drawingml/2006/main" w="13335">
            <a:solidFill>
              <a:srgbClr val="218FAF"/>
            </a:solidFill>
            <a:prstDash val="solid"/>
            <a:tailEnd type="triangle" w="sm" len="sm"/>
          </a:ln>
        </p:spPr>
      </p:cxnSp>
      <p:sp>
        <p:nvSpPr>
          <p:cNvPr id="1055" name="necessity-v7-via-result-out">
            <a:extLst xmlns:a="http://schemas.openxmlformats.org/drawingml/2006/main">
              <a:ext uri="{FF2B5EF4-FFF2-40B4-BE49-F238E27FC236}">
                <a16:creationId xmlns:a16="http://schemas.microsoft.com/office/drawing/2014/main" id="{6447D944-FEF3-4C2D-BB7C-88778ECE1674}"/>
              </a:ext>
            </a:extLst>
          </p:cNvPr>
          <p:cNvSpPr>
            <a:spLocks xmlns:a="http://schemas.openxmlformats.org/drawingml/2006/main" noGrp="1"/>
          </p:cNvSpPr>
          <p:nvPr/>
        </p:nvSpPr>
        <p:spPr>
          <a:xfrm xmlns:a="http://schemas.openxmlformats.org/drawingml/2006/main">
            <a:off x="7834313" y="34718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6" name=""/>
          <p:cNvCxnSpPr>
            <a:stCxn xmlns:a="http://schemas.openxmlformats.org/drawingml/2006/main" id="1055" idx="0"/>
            <a:endCxn xmlns:a="http://schemas.openxmlformats.org/drawingml/2006/main" id="1042" idx="4"/>
          </p:cNvCxnSpPr>
          <p:nvPr/>
        </p:nvCxnSpPr>
        <p:spPr>
          <a:xfrm xmlns:a="http://schemas.openxmlformats.org/drawingml/2006/main" flipH="1" flipV="1">
            <a:off x="7839075" y="3190875"/>
            <a:ext cx="1" cy="280988"/>
          </a:xfrm>
          <a:prstGeom xmlns:a="http://schemas.openxmlformats.org/drawingml/2006/main" prst="straightConnector1">
            <a:avLst/>
          </a:prstGeom>
          <a:ln xmlns:a="http://schemas.openxmlformats.org/drawingml/2006/main" w="13335">
            <a:solidFill>
              <a:srgbClr val="218FAF"/>
            </a:solidFill>
            <a:prstDash val="solid"/>
            <a:tailEnd type="triangle" w="sm" len="sm"/>
          </a:ln>
        </p:spPr>
      </p:cxnSp>
      <p:sp>
        <p:nvSpPr>
          <p:cNvPr id="1057" name="necessity-v7-user-progress-reply">
            <a:extLst xmlns:a="http://schemas.openxmlformats.org/drawingml/2006/main">
              <a:ext uri="{FF2B5EF4-FFF2-40B4-BE49-F238E27FC236}">
                <a16:creationId xmlns:a16="http://schemas.microsoft.com/office/drawing/2014/main" id="{B0A57132-B939-46CA-AC9D-E67FCB2F0BEE}"/>
              </a:ext>
            </a:extLst>
          </p:cNvPr>
          <p:cNvSpPr>
            <a:spLocks xmlns:a="http://schemas.openxmlformats.org/drawingml/2006/main" noGrp="1"/>
          </p:cNvSpPr>
          <p:nvPr/>
        </p:nvSpPr>
        <p:spPr>
          <a:xfrm xmlns:a="http://schemas.openxmlformats.org/drawingml/2006/main">
            <a:off x="6610350" y="3114675"/>
            <a:ext cx="76200" cy="76200"/>
          </a:xfrm>
          <a:prstGeom xmlns:a="http://schemas.openxmlformats.org/drawingml/2006/main" prst="ellipse">
            <a:avLst/>
          </a:prstGeom>
          <a:solidFill xmlns:a="http://schemas.openxmlformats.org/drawingml/2006/main">
            <a:srgbClr val="218FAF"/>
          </a:solidFill>
          <a:ln xmlns:a="http://schemas.openxmlformats.org/drawingml/2006/main" w="0">
            <a:noFill/>
            <a:prstDash val="solid"/>
          </a:ln>
        </p:spPr>
      </p:sp>
      <p:sp>
        <p:nvSpPr>
          <p:cNvPr id="1058" name="necessity-v7-via-query-out">
            <a:extLst xmlns:a="http://schemas.openxmlformats.org/drawingml/2006/main">
              <a:ext uri="{FF2B5EF4-FFF2-40B4-BE49-F238E27FC236}">
                <a16:creationId xmlns:a16="http://schemas.microsoft.com/office/drawing/2014/main" id="{57CB692F-F742-4C86-94D5-8F2A0E7E4421}"/>
              </a:ext>
            </a:extLst>
          </p:cNvPr>
          <p:cNvSpPr>
            <a:spLocks xmlns:a="http://schemas.openxmlformats.org/drawingml/2006/main" noGrp="1"/>
          </p:cNvSpPr>
          <p:nvPr/>
        </p:nvSpPr>
        <p:spPr>
          <a:xfrm xmlns:a="http://schemas.openxmlformats.org/drawingml/2006/main">
            <a:off x="6643688" y="3471863"/>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59" name=""/>
          <p:cNvCxnSpPr>
            <a:stCxn xmlns:a="http://schemas.openxmlformats.org/drawingml/2006/main" id="1058" idx="0"/>
            <a:endCxn xmlns:a="http://schemas.openxmlformats.org/drawingml/2006/main" id="1057" idx="4"/>
          </p:cNvCxnSpPr>
          <p:nvPr/>
        </p:nvCxnSpPr>
        <p:spPr>
          <a:xfrm xmlns:a="http://schemas.openxmlformats.org/drawingml/2006/main" flipH="1" flipV="1">
            <a:off x="6648450" y="3190875"/>
            <a:ext cx="1" cy="280988"/>
          </a:xfrm>
          <a:prstGeom xmlns:a="http://schemas.openxmlformats.org/drawingml/2006/main" prst="straightConnector1">
            <a:avLst/>
          </a:prstGeom>
          <a:ln xmlns:a="http://schemas.openxmlformats.org/drawingml/2006/main" w="13335">
            <a:solidFill>
              <a:srgbClr val="218FAF"/>
            </a:solidFill>
            <a:prstDash val="solid"/>
            <a:tailEnd type="triangle" w="sm" len="sm"/>
          </a:ln>
        </p:spPr>
      </p:cxnSp>
      <p:sp>
        <p:nvSpPr>
          <p:cNvPr id="1060" name="necessity-v7-delegate-from">
            <a:extLst xmlns:a="http://schemas.openxmlformats.org/drawingml/2006/main">
              <a:ext uri="{FF2B5EF4-FFF2-40B4-BE49-F238E27FC236}">
                <a16:creationId xmlns:a16="http://schemas.microsoft.com/office/drawing/2014/main" id="{10D83ABE-E809-4E83-AC79-3797A17C4A49}"/>
              </a:ext>
            </a:extLst>
          </p:cNvPr>
          <p:cNvSpPr>
            <a:spLocks xmlns:a="http://schemas.openxmlformats.org/drawingml/2006/main" noGrp="1"/>
          </p:cNvSpPr>
          <p:nvPr/>
        </p:nvSpPr>
        <p:spPr>
          <a:xfrm xmlns:a="http://schemas.openxmlformats.org/drawingml/2006/main">
            <a:off x="5776913" y="3729038"/>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061" name="necessity-v7-delegate-to">
            <a:extLst xmlns:a="http://schemas.openxmlformats.org/drawingml/2006/main">
              <a:ext uri="{FF2B5EF4-FFF2-40B4-BE49-F238E27FC236}">
                <a16:creationId xmlns:a16="http://schemas.microsoft.com/office/drawing/2014/main" id="{3A024DE9-6035-45ED-ADB3-B6B8EA500F72}"/>
              </a:ext>
            </a:extLst>
          </p:cNvPr>
          <p:cNvSpPr>
            <a:spLocks xmlns:a="http://schemas.openxmlformats.org/drawingml/2006/main" noGrp="1"/>
          </p:cNvSpPr>
          <p:nvPr/>
        </p:nvSpPr>
        <p:spPr>
          <a:xfrm xmlns:a="http://schemas.openxmlformats.org/drawingml/2006/main">
            <a:off x="5776913" y="3967163"/>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062" name="necessity-v7-result-from">
            <a:extLst xmlns:a="http://schemas.openxmlformats.org/drawingml/2006/main">
              <a:ext uri="{FF2B5EF4-FFF2-40B4-BE49-F238E27FC236}">
                <a16:creationId xmlns:a16="http://schemas.microsoft.com/office/drawing/2014/main" id="{F540D682-D638-42F1-B638-2FD57FF3AF92}"/>
              </a:ext>
            </a:extLst>
          </p:cNvPr>
          <p:cNvSpPr>
            <a:spLocks xmlns:a="http://schemas.openxmlformats.org/drawingml/2006/main" noGrp="1"/>
          </p:cNvSpPr>
          <p:nvPr/>
        </p:nvSpPr>
        <p:spPr>
          <a:xfrm xmlns:a="http://schemas.openxmlformats.org/drawingml/2006/main">
            <a:off x="7110413" y="3967163"/>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063" name="necessity-v7-result-to">
            <a:extLst xmlns:a="http://schemas.openxmlformats.org/drawingml/2006/main">
              <a:ext uri="{FF2B5EF4-FFF2-40B4-BE49-F238E27FC236}">
                <a16:creationId xmlns:a16="http://schemas.microsoft.com/office/drawing/2014/main" id="{FAD98E1D-493A-4CD6-9483-730AA8B54B68}"/>
              </a:ext>
            </a:extLst>
          </p:cNvPr>
          <p:cNvSpPr>
            <a:spLocks xmlns:a="http://schemas.openxmlformats.org/drawingml/2006/main" noGrp="1"/>
          </p:cNvSpPr>
          <p:nvPr/>
        </p:nvSpPr>
        <p:spPr>
          <a:xfrm xmlns:a="http://schemas.openxmlformats.org/drawingml/2006/main">
            <a:off x="7110413" y="3729038"/>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64" name=""/>
          <p:cNvCxnSpPr>
            <a:stCxn xmlns:a="http://schemas.openxmlformats.org/drawingml/2006/main" id="1060" idx="2"/>
            <a:endCxn xmlns:a="http://schemas.openxmlformats.org/drawingml/2006/main" id="1061" idx="0"/>
          </p:cNvCxnSpPr>
          <p:nvPr/>
        </p:nvCxnSpPr>
        <p:spPr>
          <a:xfrm xmlns:a="http://schemas.openxmlformats.org/drawingml/2006/main">
            <a:off x="5781676" y="3738563"/>
            <a:ext cx="0" cy="228600"/>
          </a:xfrm>
          <a:prstGeom xmlns:a="http://schemas.openxmlformats.org/drawingml/2006/main" prst="straightConnector1">
            <a:avLst/>
          </a:prstGeom>
          <a:ln xmlns:a="http://schemas.openxmlformats.org/drawingml/2006/main" w="13335">
            <a:solidFill>
              <a:srgbClr val="06255C"/>
            </a:solidFill>
            <a:prstDash val="solid"/>
            <a:tailEnd type="triangle" w="sm" len="sm"/>
          </a:ln>
        </p:spPr>
      </p:cxnSp>
      <p:cxnSp>
        <p:nvCxnSpPr>
          <p:cNvPr id="1065" name=""/>
          <p:cNvCxnSpPr>
            <a:stCxn xmlns:a="http://schemas.openxmlformats.org/drawingml/2006/main" id="1062" idx="0"/>
            <a:endCxn xmlns:a="http://schemas.openxmlformats.org/drawingml/2006/main" id="1063" idx="2"/>
          </p:cNvCxnSpPr>
          <p:nvPr/>
        </p:nvCxnSpPr>
        <p:spPr>
          <a:xfrm xmlns:a="http://schemas.openxmlformats.org/drawingml/2006/main" flipV="1">
            <a:off x="7115176" y="3738563"/>
            <a:ext cx="0" cy="228600"/>
          </a:xfrm>
          <a:prstGeom xmlns:a="http://schemas.openxmlformats.org/drawingml/2006/main" prst="straightConnector1">
            <a:avLst/>
          </a:prstGeom>
          <a:ln xmlns:a="http://schemas.openxmlformats.org/drawingml/2006/main" w="13335">
            <a:solidFill>
              <a:srgbClr val="06255C"/>
            </a:solidFill>
            <a:prstDash val="solid"/>
            <a:tailEnd type="triangle" w="sm" len="sm"/>
          </a:ln>
        </p:spPr>
      </p:cxnSp>
      <p:sp>
        <p:nvSpPr>
          <p:cNvPr id="1066" name="necessity-v7-work-query-caption">
            <a:extLst xmlns:a="http://schemas.openxmlformats.org/drawingml/2006/main">
              <a:ext uri="{FF2B5EF4-FFF2-40B4-BE49-F238E27FC236}">
                <a16:creationId xmlns:a16="http://schemas.microsoft.com/office/drawing/2014/main" id="{9BF0F9DA-39A2-42FB-8736-631A71841F45}"/>
              </a:ext>
            </a:extLst>
          </p:cNvPr>
          <p:cNvSpPr>
            <a:spLocks xmlns:a="http://schemas.openxmlformats.org/drawingml/2006/main" noGrp="1"/>
          </p:cNvSpPr>
          <p:nvPr/>
        </p:nvSpPr>
        <p:spPr>
          <a:xfrm xmlns:a="http://schemas.openxmlformats.org/drawingml/2006/main">
            <a:off x="4419600" y="4381500"/>
            <a:ext cx="34004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0">
                <a:solidFill>
                  <a:srgbClr val="697783"/>
                </a:solidFill>
                <a:latin typeface="Apple SD Gothic Neo"/>
                <a:ea typeface="Apple SD Gothic Neo"/>
                <a:cs typeface="Apple SD Gothic Neo"/>
              </a:defRPr>
            </a:pPr>
            <a:r>
              <a:rPr sz="1275" b="0">
                <a:solidFill>
                  <a:srgbClr val="697783"/>
                </a:solidFill>
                <a:latin typeface="Apple SD Gothic Neo"/>
                <a:ea typeface="Apple SD Gothic Neo"/>
                <a:cs typeface="Apple SD Gothic Neo"/>
              </a:rPr>
              <a:t>진행 질문에 답하는 동안에도 업무는 계속</a:t>
            </a:r>
          </a:p>
        </p:txBody>
      </p:sp>
      <p:sp>
        <p:nvSpPr>
          <p:cNvPr id="1067" name="necessity-v7-speed-heading-2">
            <a:extLst xmlns:a="http://schemas.openxmlformats.org/drawingml/2006/main">
              <a:ext uri="{FF2B5EF4-FFF2-40B4-BE49-F238E27FC236}">
                <a16:creationId xmlns:a16="http://schemas.microsoft.com/office/drawing/2014/main" id="{807F0C52-39ED-422A-A249-980499250F47}"/>
              </a:ext>
            </a:extLst>
          </p:cNvPr>
          <p:cNvSpPr>
            <a:spLocks xmlns:a="http://schemas.openxmlformats.org/drawingml/2006/main" noGrp="1"/>
          </p:cNvSpPr>
          <p:nvPr/>
        </p:nvSpPr>
        <p:spPr>
          <a:xfrm xmlns:a="http://schemas.openxmlformats.org/drawingml/2006/main">
            <a:off x="4295775" y="4829175"/>
            <a:ext cx="356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52400">
              <a:spcAft>
                <a:spcPts val="0"/>
              </a:spcAft>
              <a:buChar char="▪"/>
              <a:defRPr sz="1575" b="1">
                <a:solidFill>
                  <a:srgbClr val="171B20"/>
                </a:solidFill>
                <a:latin typeface="Apple SD Gothic Neo"/>
                <a:ea typeface="Apple SD Gothic Neo"/>
                <a:cs typeface="Apple SD Gothic Neo"/>
              </a:defRPr>
            </a:pPr>
            <a:r>
              <a:rPr sz="1575" b="1">
                <a:solidFill>
                  <a:srgbClr val="171B20"/>
                </a:solidFill>
                <a:latin typeface="Apple SD Gothic Neo"/>
                <a:ea typeface="Apple SD Gothic Neo"/>
                <a:cs typeface="Apple SD Gothic Neo"/>
              </a:rPr>
              <a:t>반응과 결과 전달까지 빠르게</a:t>
            </a:r>
          </a:p>
        </p:txBody>
      </p:sp>
      <p:sp>
        <p:nvSpPr>
          <p:cNvPr id="1068" name="necessity-v7-speed-desc-2">
            <a:extLst xmlns:a="http://schemas.openxmlformats.org/drawingml/2006/main">
              <a:ext uri="{FF2B5EF4-FFF2-40B4-BE49-F238E27FC236}">
                <a16:creationId xmlns:a16="http://schemas.microsoft.com/office/drawing/2014/main" id="{FA20A37A-CC0D-47F2-A555-6CDE64F67426}"/>
              </a:ext>
            </a:extLst>
          </p:cNvPr>
          <p:cNvSpPr>
            <a:spLocks xmlns:a="http://schemas.openxmlformats.org/drawingml/2006/main" noGrp="1"/>
          </p:cNvSpPr>
          <p:nvPr/>
        </p:nvSpPr>
        <p:spPr>
          <a:xfrm xmlns:a="http://schemas.openxmlformats.org/drawingml/2006/main">
            <a:off x="4467225" y="5210175"/>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77800" indent="-101600">
              <a:spcAft>
                <a:spcPts val="0"/>
              </a:spcAft>
              <a:buChar char="-"/>
              <a:defRPr sz="1350" b="0">
                <a:solidFill>
                  <a:srgbClr val="171B20"/>
                </a:solidFill>
                <a:latin typeface="Apple SD Gothic Neo"/>
                <a:ea typeface="Apple SD Gothic Neo"/>
                <a:cs typeface="Apple SD Gothic Neo"/>
              </a:defRPr>
            </a:pPr>
            <a:r>
              <a:rPr sz="1350" b="0">
                <a:solidFill>
                  <a:srgbClr val="171B20"/>
                </a:solidFill>
                <a:latin typeface="Apple SD Gothic Neo"/>
                <a:ea typeface="Apple SD Gothic Neo"/>
                <a:cs typeface="Apple SD Gothic Neo"/>
              </a:rPr>
              <a:t>입력에 반응하고 준비된 결과를
전달하는 VIA 처리시간을 줄여야 함</a:t>
            </a:r>
          </a:p>
        </p:txBody>
      </p:sp>
      <p:sp>
        <p:nvSpPr>
          <p:cNvPr id="1069" name="necessity-v7-external-cost-distinction">
            <a:extLst xmlns:a="http://schemas.openxmlformats.org/drawingml/2006/main">
              <a:ext uri="{FF2B5EF4-FFF2-40B4-BE49-F238E27FC236}">
                <a16:creationId xmlns:a16="http://schemas.microsoft.com/office/drawing/2014/main" id="{AFE12C3F-B3A1-4838-BD63-9AF56A9FA9EB}"/>
              </a:ext>
            </a:extLst>
          </p:cNvPr>
          <p:cNvSpPr>
            <a:spLocks xmlns:a="http://schemas.openxmlformats.org/drawingml/2006/main" noGrp="1"/>
          </p:cNvSpPr>
          <p:nvPr/>
        </p:nvSpPr>
        <p:spPr>
          <a:xfrm xmlns:a="http://schemas.openxmlformats.org/drawingml/2006/main">
            <a:off x="4467225" y="5781675"/>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38" b="0">
                <a:solidFill>
                  <a:srgbClr val="697783"/>
                </a:solidFill>
                <a:latin typeface="Apple SD Gothic Neo"/>
                <a:ea typeface="Apple SD Gothic Neo"/>
                <a:cs typeface="Apple SD Gothic Neo"/>
              </a:defRPr>
            </a:pPr>
            <a:r>
              <a:rPr sz="1238" b="0">
                <a:solidFill>
                  <a:srgbClr val="697783"/>
                </a:solidFill>
                <a:latin typeface="Apple SD Gothic Neo"/>
                <a:ea typeface="Apple SD Gothic Neo"/>
                <a:cs typeface="Apple SD Gothic Neo"/>
              </a:rPr>
              <a:t>실제 업무 실행시간과 VIA 처리시간을 구분</a:t>
            </a:r>
          </a:p>
        </p:txBody>
      </p:sp>
      <p:sp>
        <p:nvSpPr>
          <p:cNvPr id="1070" name="necessity-v7-speed-conclusion-green">
            <a:extLst xmlns:a="http://schemas.openxmlformats.org/drawingml/2006/main">
              <a:ext uri="{FF2B5EF4-FFF2-40B4-BE49-F238E27FC236}">
                <a16:creationId xmlns:a16="http://schemas.microsoft.com/office/drawing/2014/main" id="{73C760FD-6514-4070-9ED1-B0FD5837C18E}"/>
              </a:ext>
            </a:extLst>
          </p:cNvPr>
          <p:cNvSpPr>
            <a:spLocks xmlns:a="http://schemas.openxmlformats.org/drawingml/2006/main" noGrp="1"/>
          </p:cNvSpPr>
          <p:nvPr/>
        </p:nvSpPr>
        <p:spPr>
          <a:xfrm xmlns:a="http://schemas.openxmlformats.org/drawingml/2006/main">
            <a:off x="4467225" y="6296025"/>
            <a:ext cx="3314700" cy="11430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071" name="necessity-v7-speed-conclusion">
            <a:extLst xmlns:a="http://schemas.openxmlformats.org/drawingml/2006/main">
              <a:ext uri="{FF2B5EF4-FFF2-40B4-BE49-F238E27FC236}">
                <a16:creationId xmlns:a16="http://schemas.microsoft.com/office/drawing/2014/main" id="{FE4B9B11-39CB-47DB-BD27-0B1D903F02C6}"/>
              </a:ext>
            </a:extLst>
          </p:cNvPr>
          <p:cNvSpPr>
            <a:spLocks xmlns:a="http://schemas.openxmlformats.org/drawingml/2006/main" noGrp="1"/>
          </p:cNvSpPr>
          <p:nvPr/>
        </p:nvSpPr>
        <p:spPr>
          <a:xfrm xmlns:a="http://schemas.openxmlformats.org/drawingml/2006/main">
            <a:off x="4467225" y="6143625"/>
            <a:ext cx="331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71B20"/>
                </a:solidFill>
                <a:latin typeface="Apple SD Gothic Neo"/>
                <a:ea typeface="Apple SD Gothic Neo"/>
                <a:cs typeface="Apple SD Gothic Neo"/>
              </a:defRPr>
            </a:pPr>
            <a:r>
              <a:rPr sz="1425" b="1">
                <a:solidFill>
                  <a:srgbClr val="171B20"/>
                </a:solidFill>
                <a:latin typeface="Apple SD Gothic Neo"/>
                <a:ea typeface="Apple SD Gothic Neo"/>
                <a:cs typeface="Apple SD Gothic Neo"/>
              </a:rPr>
              <a:t>VIA 처리시간을 줄여 대화 흐름 유지</a:t>
            </a:r>
          </a:p>
        </p:txBody>
      </p:sp>
      <p:sp>
        <p:nvSpPr>
          <p:cNvPr id="1072" name="necessity-v7-change-heading-1">
            <a:extLst xmlns:a="http://schemas.openxmlformats.org/drawingml/2006/main">
              <a:ext uri="{FF2B5EF4-FFF2-40B4-BE49-F238E27FC236}">
                <a16:creationId xmlns:a16="http://schemas.microsoft.com/office/drawing/2014/main" id="{E89318EF-F55E-4648-A496-AD0441FA92BB}"/>
              </a:ext>
            </a:extLst>
          </p:cNvPr>
          <p:cNvSpPr>
            <a:spLocks xmlns:a="http://schemas.openxmlformats.org/drawingml/2006/main" noGrp="1"/>
          </p:cNvSpPr>
          <p:nvPr/>
        </p:nvSpPr>
        <p:spPr>
          <a:xfrm xmlns:a="http://schemas.openxmlformats.org/drawingml/2006/main">
            <a:off x="8315325" y="1695450"/>
            <a:ext cx="356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52400">
              <a:spcAft>
                <a:spcPts val="0"/>
              </a:spcAft>
              <a:buChar char="▪"/>
              <a:defRPr sz="1575" b="1">
                <a:solidFill>
                  <a:srgbClr val="171B20"/>
                </a:solidFill>
                <a:latin typeface="Apple SD Gothic Neo"/>
                <a:ea typeface="Apple SD Gothic Neo"/>
                <a:cs typeface="Apple SD Gothic Neo"/>
              </a:defRPr>
            </a:pPr>
            <a:r>
              <a:rPr sz="1575" b="1">
                <a:solidFill>
                  <a:srgbClr val="171B20"/>
                </a:solidFill>
                <a:latin typeface="Apple SD Gothic Neo"/>
                <a:ea typeface="Apple SD Gothic Neo"/>
                <a:cs typeface="Apple SD Gothic Neo"/>
              </a:rPr>
              <a:t>VIA 내부의 Agent 기술도 발전</a:t>
            </a:r>
          </a:p>
        </p:txBody>
      </p:sp>
      <p:sp>
        <p:nvSpPr>
          <p:cNvPr id="1073" name="necessity-v7-change-desc-1">
            <a:extLst xmlns:a="http://schemas.openxmlformats.org/drawingml/2006/main">
              <a:ext uri="{FF2B5EF4-FFF2-40B4-BE49-F238E27FC236}">
                <a16:creationId xmlns:a16="http://schemas.microsoft.com/office/drawing/2014/main" id="{C474007C-BA48-4456-B8C1-020D23BC176B}"/>
              </a:ext>
            </a:extLst>
          </p:cNvPr>
          <p:cNvSpPr>
            <a:spLocks xmlns:a="http://schemas.openxmlformats.org/drawingml/2006/main" noGrp="1"/>
          </p:cNvSpPr>
          <p:nvPr/>
        </p:nvSpPr>
        <p:spPr>
          <a:xfrm xmlns:a="http://schemas.openxmlformats.org/drawingml/2006/main">
            <a:off x="8486775" y="2085975"/>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77800" indent="-101600">
              <a:spcAft>
                <a:spcPts val="0"/>
              </a:spcAft>
              <a:buChar char="-"/>
              <a:defRPr sz="1350" b="0">
                <a:solidFill>
                  <a:srgbClr val="171B20"/>
                </a:solidFill>
                <a:latin typeface="Apple SD Gothic Neo"/>
                <a:ea typeface="Apple SD Gothic Neo"/>
                <a:cs typeface="Apple SD Gothic Neo"/>
              </a:defRPr>
            </a:pPr>
            <a:r>
              <a:rPr sz="1350" b="0">
                <a:solidFill>
                  <a:srgbClr val="171B20"/>
                </a:solidFill>
                <a:latin typeface="Apple SD Gothic Neo"/>
                <a:ea typeface="Apple SD Gothic Neo"/>
                <a:cs typeface="Apple SD Gothic Neo"/>
              </a:rPr>
              <a:t>요청 이해와 기억, Context,
상호작용 방식의 변화를 수용</a:t>
            </a:r>
          </a:p>
        </p:txBody>
      </p:sp>
      <p:sp>
        <p:nvSpPr>
          <p:cNvPr id="1074" name="necessity-v7-technology-scope-label">
            <a:extLst xmlns:a="http://schemas.openxmlformats.org/drawingml/2006/main">
              <a:ext uri="{FF2B5EF4-FFF2-40B4-BE49-F238E27FC236}">
                <a16:creationId xmlns:a16="http://schemas.microsoft.com/office/drawing/2014/main" id="{E94C2921-D2C7-42BA-B630-9E4D107E3B19}"/>
              </a:ext>
            </a:extLst>
          </p:cNvPr>
          <p:cNvSpPr>
            <a:spLocks xmlns:a="http://schemas.openxmlformats.org/drawingml/2006/main" noGrp="1"/>
          </p:cNvSpPr>
          <p:nvPr/>
        </p:nvSpPr>
        <p:spPr>
          <a:xfrm xmlns:a="http://schemas.openxmlformats.org/drawingml/2006/main">
            <a:off x="8543925" y="2686050"/>
            <a:ext cx="3276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06255C"/>
                </a:solidFill>
                <a:latin typeface="Apple SD Gothic Neo"/>
                <a:ea typeface="Apple SD Gothic Neo"/>
                <a:cs typeface="Apple SD Gothic Neo"/>
              </a:defRPr>
            </a:pPr>
            <a:r>
              <a:rPr sz="1575" b="1">
                <a:solidFill>
                  <a:srgbClr val="06255C"/>
                </a:solidFill>
                <a:latin typeface="Apple SD Gothic Neo"/>
                <a:ea typeface="Apple SD Gothic Neo"/>
                <a:cs typeface="Apple SD Gothic Neo"/>
              </a:rPr>
              <a:t>VIA</a:t>
            </a:r>
          </a:p>
        </p:txBody>
      </p:sp>
      <p:sp>
        <p:nvSpPr>
          <p:cNvPr id="1075" name="necessity-v7-technology-scope">
            <a:extLst xmlns:a="http://schemas.openxmlformats.org/drawingml/2006/main">
              <a:ext uri="{FF2B5EF4-FFF2-40B4-BE49-F238E27FC236}">
                <a16:creationId xmlns:a16="http://schemas.microsoft.com/office/drawing/2014/main" id="{1BA43815-939E-4D2F-A475-E6E73732DDE3}"/>
              </a:ext>
            </a:extLst>
          </p:cNvPr>
          <p:cNvSpPr>
            <a:spLocks xmlns:a="http://schemas.openxmlformats.org/drawingml/2006/main" noGrp="1"/>
          </p:cNvSpPr>
          <p:nvPr/>
        </p:nvSpPr>
        <p:spPr>
          <a:xfrm xmlns:a="http://schemas.openxmlformats.org/drawingml/2006/main">
            <a:off x="8486775" y="3000375"/>
            <a:ext cx="3295650" cy="1057275"/>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1430">
            <a:solidFill>
              <a:srgbClr val="AEBBC8"/>
            </a:solidFill>
            <a:prstDash val="solid"/>
          </a:ln>
        </p:spPr>
      </p:sp>
      <p:sp>
        <p:nvSpPr>
          <p:cNvPr id="1076" name="necessity-v7-scope-middle">
            <a:extLst xmlns:a="http://schemas.openxmlformats.org/drawingml/2006/main">
              <a:ext uri="{FF2B5EF4-FFF2-40B4-BE49-F238E27FC236}">
                <a16:creationId xmlns:a16="http://schemas.microsoft.com/office/drawing/2014/main" id="{7D88DD82-4476-41D4-B4CE-B9514B6604C0}"/>
              </a:ext>
            </a:extLst>
          </p:cNvPr>
          <p:cNvSpPr>
            <a:spLocks xmlns:a="http://schemas.openxmlformats.org/drawingml/2006/main" noGrp="1"/>
          </p:cNvSpPr>
          <p:nvPr/>
        </p:nvSpPr>
        <p:spPr>
          <a:xfrm xmlns:a="http://schemas.openxmlformats.org/drawingml/2006/main">
            <a:off x="10134600" y="3133725"/>
            <a:ext cx="0" cy="790575"/>
          </a:xfrm>
          <a:prstGeom xmlns:a="http://schemas.openxmlformats.org/drawingml/2006/main" prst="line">
            <a:avLst/>
          </a:prstGeom>
          <a:noFill xmlns:a="http://schemas.openxmlformats.org/drawingml/2006/main"/>
          <a:ln xmlns:a="http://schemas.openxmlformats.org/drawingml/2006/main" w="9525">
            <a:solidFill>
              <a:srgbClr val="DCE3E9"/>
            </a:solidFill>
            <a:prstDash val="solid"/>
          </a:ln>
        </p:spPr>
      </p:sp>
      <p:sp>
        <p:nvSpPr>
          <p:cNvPr id="1077" name="necessity-v7-scope-horizontal">
            <a:extLst xmlns:a="http://schemas.openxmlformats.org/drawingml/2006/main">
              <a:ext uri="{FF2B5EF4-FFF2-40B4-BE49-F238E27FC236}">
                <a16:creationId xmlns:a16="http://schemas.microsoft.com/office/drawing/2014/main" id="{32C8606C-B2A5-4202-8CAC-1B385B0F7A09}"/>
              </a:ext>
            </a:extLst>
          </p:cNvPr>
          <p:cNvSpPr>
            <a:spLocks xmlns:a="http://schemas.openxmlformats.org/drawingml/2006/main" noGrp="1"/>
          </p:cNvSpPr>
          <p:nvPr/>
        </p:nvSpPr>
        <p:spPr>
          <a:xfrm xmlns:a="http://schemas.openxmlformats.org/drawingml/2006/main">
            <a:off x="8620125" y="3524250"/>
            <a:ext cx="3028950" cy="0"/>
          </a:xfrm>
          <a:prstGeom xmlns:a="http://schemas.openxmlformats.org/drawingml/2006/main" prst="line">
            <a:avLst/>
          </a:prstGeom>
          <a:noFill xmlns:a="http://schemas.openxmlformats.org/drawingml/2006/main"/>
          <a:ln xmlns:a="http://schemas.openxmlformats.org/drawingml/2006/main" w="9525">
            <a:solidFill>
              <a:srgbClr val="DCE3E9"/>
            </a:solidFill>
            <a:prstDash val="solid"/>
          </a:ln>
        </p:spPr>
      </p:sp>
      <p:sp>
        <p:nvSpPr>
          <p:cNvPr id="1078" name="necessity-v7-technology-model">
            <a:extLst xmlns:a="http://schemas.openxmlformats.org/drawingml/2006/main">
              <a:ext uri="{FF2B5EF4-FFF2-40B4-BE49-F238E27FC236}">
                <a16:creationId xmlns:a16="http://schemas.microsoft.com/office/drawing/2014/main" id="{D24EC2E3-CB7B-4DAC-9556-164E54EEEB9A}"/>
              </a:ext>
            </a:extLst>
          </p:cNvPr>
          <p:cNvSpPr>
            <a:spLocks xmlns:a="http://schemas.openxmlformats.org/drawingml/2006/main" noGrp="1"/>
          </p:cNvSpPr>
          <p:nvPr/>
        </p:nvSpPr>
        <p:spPr>
          <a:xfrm xmlns:a="http://schemas.openxmlformats.org/drawingml/2006/main">
            <a:off x="8582025" y="3143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06255C"/>
                </a:solidFill>
                <a:latin typeface="Apple SD Gothic Neo"/>
                <a:ea typeface="Apple SD Gothic Neo"/>
                <a:cs typeface="Apple SD Gothic Neo"/>
              </a:defRPr>
            </a:pPr>
            <a:r>
              <a:rPr sz="1350" b="0">
                <a:solidFill>
                  <a:srgbClr val="06255C"/>
                </a:solidFill>
                <a:latin typeface="Apple SD Gothic Neo"/>
                <a:ea typeface="Apple SD Gothic Neo"/>
                <a:cs typeface="Apple SD Gothic Neo"/>
              </a:rPr>
              <a:t>모델과 Runtime</a:t>
            </a:r>
          </a:p>
        </p:txBody>
      </p:sp>
      <p:sp>
        <p:nvSpPr>
          <p:cNvPr id="1079" name="necessity-v7-technology-meaning">
            <a:extLst xmlns:a="http://schemas.openxmlformats.org/drawingml/2006/main">
              <a:ext uri="{FF2B5EF4-FFF2-40B4-BE49-F238E27FC236}">
                <a16:creationId xmlns:a16="http://schemas.microsoft.com/office/drawing/2014/main" id="{C4D20125-88A5-4886-B8CD-7284F9BCD91B}"/>
              </a:ext>
            </a:extLst>
          </p:cNvPr>
          <p:cNvSpPr>
            <a:spLocks xmlns:a="http://schemas.openxmlformats.org/drawingml/2006/main" noGrp="1"/>
          </p:cNvSpPr>
          <p:nvPr/>
        </p:nvSpPr>
        <p:spPr>
          <a:xfrm xmlns:a="http://schemas.openxmlformats.org/drawingml/2006/main">
            <a:off x="10201275" y="31432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06255C"/>
                </a:solidFill>
                <a:latin typeface="Apple SD Gothic Neo"/>
                <a:ea typeface="Apple SD Gothic Neo"/>
                <a:cs typeface="Apple SD Gothic Neo"/>
              </a:defRPr>
            </a:pPr>
            <a:r>
              <a:rPr sz="1350" b="0">
                <a:solidFill>
                  <a:srgbClr val="06255C"/>
                </a:solidFill>
                <a:latin typeface="Apple SD Gothic Neo"/>
                <a:ea typeface="Apple SD Gothic Neo"/>
                <a:cs typeface="Apple SD Gothic Neo"/>
              </a:rPr>
              <a:t>요청 이해</a:t>
            </a:r>
          </a:p>
        </p:txBody>
      </p:sp>
      <p:sp>
        <p:nvSpPr>
          <p:cNvPr id="1080" name="necessity-v7-changed-context">
            <a:extLst xmlns:a="http://schemas.openxmlformats.org/drawingml/2006/main">
              <a:ext uri="{FF2B5EF4-FFF2-40B4-BE49-F238E27FC236}">
                <a16:creationId xmlns:a16="http://schemas.microsoft.com/office/drawing/2014/main" id="{70BE06C4-3741-4171-9704-FE580A766FF6}"/>
              </a:ext>
            </a:extLst>
          </p:cNvPr>
          <p:cNvSpPr>
            <a:spLocks xmlns:a="http://schemas.openxmlformats.org/drawingml/2006/main" noGrp="1"/>
          </p:cNvSpPr>
          <p:nvPr/>
        </p:nvSpPr>
        <p:spPr>
          <a:xfrm xmlns:a="http://schemas.openxmlformats.org/drawingml/2006/main">
            <a:off x="8562975" y="3590925"/>
            <a:ext cx="1543050" cy="323850"/>
          </a:xfrm>
          <a:prstGeom xmlns:a="http://schemas.openxmlformats.org/drawingml/2006/main" prst="roundRect">
            <a:avLst>
              <a:gd name="adj" fmla="val 8824"/>
            </a:avLst>
          </a:prstGeom>
          <a:solidFill xmlns:a="http://schemas.openxmlformats.org/drawingml/2006/main">
            <a:srgbClr val="EAF3E2"/>
          </a:solidFill>
          <a:ln xmlns:a="http://schemas.openxmlformats.org/drawingml/2006/main" w="0">
            <a:noFill/>
            <a:prstDash val="solid"/>
          </a:ln>
        </p:spPr>
      </p:sp>
      <p:sp>
        <p:nvSpPr>
          <p:cNvPr id="1081" name="necessity-v7-technology-context">
            <a:extLst xmlns:a="http://schemas.openxmlformats.org/drawingml/2006/main">
              <a:ext uri="{FF2B5EF4-FFF2-40B4-BE49-F238E27FC236}">
                <a16:creationId xmlns:a16="http://schemas.microsoft.com/office/drawing/2014/main" id="{E29BD903-1114-4BB1-9F1E-56081B016991}"/>
              </a:ext>
            </a:extLst>
          </p:cNvPr>
          <p:cNvSpPr>
            <a:spLocks xmlns:a="http://schemas.openxmlformats.org/drawingml/2006/main" noGrp="1"/>
          </p:cNvSpPr>
          <p:nvPr/>
        </p:nvSpPr>
        <p:spPr>
          <a:xfrm xmlns:a="http://schemas.openxmlformats.org/drawingml/2006/main">
            <a:off x="8582025" y="36099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06255C"/>
                </a:solidFill>
                <a:latin typeface="Apple SD Gothic Neo"/>
                <a:ea typeface="Apple SD Gothic Neo"/>
                <a:cs typeface="Apple SD Gothic Neo"/>
              </a:defRPr>
            </a:pPr>
            <a:r>
              <a:rPr sz="1350" b="1">
                <a:solidFill>
                  <a:srgbClr val="06255C"/>
                </a:solidFill>
                <a:latin typeface="Apple SD Gothic Neo"/>
                <a:ea typeface="Apple SD Gothic Neo"/>
                <a:cs typeface="Apple SD Gothic Neo"/>
              </a:rPr>
              <a:t>기억과 Context</a:t>
            </a:r>
          </a:p>
        </p:txBody>
      </p:sp>
      <p:sp>
        <p:nvSpPr>
          <p:cNvPr id="1082" name="necessity-v7-technology-interaction">
            <a:extLst xmlns:a="http://schemas.openxmlformats.org/drawingml/2006/main">
              <a:ext uri="{FF2B5EF4-FFF2-40B4-BE49-F238E27FC236}">
                <a16:creationId xmlns:a16="http://schemas.microsoft.com/office/drawing/2014/main" id="{527F0424-4AA4-411C-9120-A6162EE40B1A}"/>
              </a:ext>
            </a:extLst>
          </p:cNvPr>
          <p:cNvSpPr>
            <a:spLocks xmlns:a="http://schemas.openxmlformats.org/drawingml/2006/main" noGrp="1"/>
          </p:cNvSpPr>
          <p:nvPr/>
        </p:nvSpPr>
        <p:spPr>
          <a:xfrm xmlns:a="http://schemas.openxmlformats.org/drawingml/2006/main">
            <a:off x="10201275" y="3609975"/>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06255C"/>
                </a:solidFill>
                <a:latin typeface="Apple SD Gothic Neo"/>
                <a:ea typeface="Apple SD Gothic Neo"/>
                <a:cs typeface="Apple SD Gothic Neo"/>
              </a:defRPr>
            </a:pPr>
            <a:r>
              <a:rPr sz="1350" b="0">
                <a:solidFill>
                  <a:srgbClr val="06255C"/>
                </a:solidFill>
                <a:latin typeface="Apple SD Gothic Neo"/>
                <a:ea typeface="Apple SD Gothic Neo"/>
                <a:cs typeface="Apple SD Gothic Neo"/>
              </a:rPr>
              <a:t>연속 상호작용</a:t>
            </a:r>
          </a:p>
        </p:txBody>
      </p:sp>
      <p:sp>
        <p:nvSpPr>
          <p:cNvPr id="1083" name="necessity-v7-technology-change-caption">
            <a:extLst xmlns:a="http://schemas.openxmlformats.org/drawingml/2006/main">
              <a:ext uri="{FF2B5EF4-FFF2-40B4-BE49-F238E27FC236}">
                <a16:creationId xmlns:a16="http://schemas.microsoft.com/office/drawing/2014/main" id="{31BD7A7C-A8FC-4F2F-917B-17B09F9A11A5}"/>
              </a:ext>
            </a:extLst>
          </p:cNvPr>
          <p:cNvSpPr>
            <a:spLocks xmlns:a="http://schemas.openxmlformats.org/drawingml/2006/main" noGrp="1"/>
          </p:cNvSpPr>
          <p:nvPr/>
        </p:nvSpPr>
        <p:spPr>
          <a:xfrm xmlns:a="http://schemas.openxmlformats.org/drawingml/2006/main">
            <a:off x="8486775" y="4171950"/>
            <a:ext cx="329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0">
                <a:solidFill>
                  <a:srgbClr val="697783"/>
                </a:solidFill>
                <a:latin typeface="Apple SD Gothic Neo"/>
                <a:ea typeface="Apple SD Gothic Neo"/>
                <a:cs typeface="Apple SD Gothic Neo"/>
              </a:defRPr>
            </a:pPr>
            <a:r>
              <a:rPr sz="1275" b="0">
                <a:solidFill>
                  <a:srgbClr val="697783"/>
                </a:solidFill>
                <a:latin typeface="Apple SD Gothic Neo"/>
                <a:ea typeface="Apple SD Gothic Neo"/>
                <a:cs typeface="Apple SD Gothic Neo"/>
              </a:rPr>
              <a:t>새 기술의 적용 범위를 필요한 부분에 한정</a:t>
            </a:r>
          </a:p>
        </p:txBody>
      </p:sp>
      <p:sp>
        <p:nvSpPr>
          <p:cNvPr id="1084" name="necessity-v7-change-heading-2">
            <a:extLst xmlns:a="http://schemas.openxmlformats.org/drawingml/2006/main">
              <a:ext uri="{FF2B5EF4-FFF2-40B4-BE49-F238E27FC236}">
                <a16:creationId xmlns:a16="http://schemas.microsoft.com/office/drawing/2014/main" id="{DC379961-8C7D-4DFF-AC93-0CA086D9EBDC}"/>
              </a:ext>
            </a:extLst>
          </p:cNvPr>
          <p:cNvSpPr>
            <a:spLocks xmlns:a="http://schemas.openxmlformats.org/drawingml/2006/main" noGrp="1"/>
          </p:cNvSpPr>
          <p:nvPr/>
        </p:nvSpPr>
        <p:spPr>
          <a:xfrm xmlns:a="http://schemas.openxmlformats.org/drawingml/2006/main">
            <a:off x="8315325" y="4514850"/>
            <a:ext cx="3562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52400">
              <a:spcAft>
                <a:spcPts val="0"/>
              </a:spcAft>
              <a:buChar char="▪"/>
              <a:defRPr sz="1575" b="1">
                <a:solidFill>
                  <a:srgbClr val="171B20"/>
                </a:solidFill>
                <a:latin typeface="Apple SD Gothic Neo"/>
                <a:ea typeface="Apple SD Gothic Neo"/>
                <a:cs typeface="Apple SD Gothic Neo"/>
              </a:defRPr>
            </a:pPr>
            <a:r>
              <a:rPr sz="1575" b="1">
                <a:solidFill>
                  <a:srgbClr val="171B20"/>
                </a:solidFill>
                <a:latin typeface="Apple SD Gothic Neo"/>
                <a:ea typeface="Apple SD Gothic Neo"/>
                <a:cs typeface="Apple SD Gothic Neo"/>
              </a:rPr>
              <a:t>새로운 Agent와 연동 방식도 등장</a:t>
            </a:r>
          </a:p>
        </p:txBody>
      </p:sp>
      <p:sp>
        <p:nvSpPr>
          <p:cNvPr id="1085" name="necessity-v7-change-desc-2">
            <a:extLst xmlns:a="http://schemas.openxmlformats.org/drawingml/2006/main">
              <a:ext uri="{FF2B5EF4-FFF2-40B4-BE49-F238E27FC236}">
                <a16:creationId xmlns:a16="http://schemas.microsoft.com/office/drawing/2014/main" id="{0A83B57D-CB98-49CB-B8FD-68B54D2F3B27}"/>
              </a:ext>
            </a:extLst>
          </p:cNvPr>
          <p:cNvSpPr>
            <a:spLocks xmlns:a="http://schemas.openxmlformats.org/drawingml/2006/main" noGrp="1"/>
          </p:cNvSpPr>
          <p:nvPr/>
        </p:nvSpPr>
        <p:spPr>
          <a:xfrm xmlns:a="http://schemas.openxmlformats.org/drawingml/2006/main">
            <a:off x="8486775" y="4895850"/>
            <a:ext cx="3333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177800" indent="-101600">
              <a:spcAft>
                <a:spcPts val="0"/>
              </a:spcAft>
              <a:buChar char="-"/>
              <a:defRPr sz="1350" b="0">
                <a:solidFill>
                  <a:srgbClr val="171B20"/>
                </a:solidFill>
                <a:latin typeface="Apple SD Gothic Neo"/>
                <a:ea typeface="Apple SD Gothic Neo"/>
                <a:cs typeface="Apple SD Gothic Neo"/>
              </a:defRPr>
            </a:pPr>
            <a:r>
              <a:rPr sz="1350" b="0">
                <a:solidFill>
                  <a:srgbClr val="171B20"/>
                </a:solidFill>
                <a:latin typeface="Apple SD Gothic Neo"/>
                <a:ea typeface="Apple SD Gothic Neo"/>
                <a:cs typeface="Apple SD Gothic Neo"/>
              </a:rPr>
              <a:t>Downstream Agent의 추가와
연동 방식 변화에 대응</a:t>
            </a:r>
          </a:p>
        </p:txBody>
      </p:sp>
      <p:sp>
        <p:nvSpPr>
          <p:cNvPr id="1086" name="necessity-v7-integration-via">
            <a:extLst xmlns:a="http://schemas.openxmlformats.org/drawingml/2006/main">
              <a:ext uri="{FF2B5EF4-FFF2-40B4-BE49-F238E27FC236}">
                <a16:creationId xmlns:a16="http://schemas.microsoft.com/office/drawing/2014/main" id="{7F08B833-7789-4542-8A6F-30A4F6D22EE8}"/>
              </a:ext>
            </a:extLst>
          </p:cNvPr>
          <p:cNvSpPr>
            <a:spLocks xmlns:a="http://schemas.openxmlformats.org/drawingml/2006/main" noGrp="1"/>
          </p:cNvSpPr>
          <p:nvPr/>
        </p:nvSpPr>
        <p:spPr>
          <a:xfrm xmlns:a="http://schemas.openxmlformats.org/drawingml/2006/main">
            <a:off x="8591550" y="5495925"/>
            <a:ext cx="723900" cy="409575"/>
          </a:xfrm>
          <a:prstGeom xmlns:a="http://schemas.openxmlformats.org/drawingml/2006/main" prst="roundRect">
            <a:avLst>
              <a:gd name="adj" fmla="val 9302"/>
            </a:avLst>
          </a:prstGeom>
          <a:solidFill xmlns:a="http://schemas.openxmlformats.org/drawingml/2006/main">
            <a:srgbClr val="06255C"/>
          </a:solidFill>
          <a:ln xmlns:a="http://schemas.openxmlformats.org/drawingml/2006/main" w="0">
            <a:noFill/>
            <a:prstDash val="solid"/>
          </a:ln>
        </p:spPr>
      </p:sp>
      <p:sp>
        <p:nvSpPr>
          <p:cNvPr id="1087" name="necessity-v7-integration-via-label">
            <a:extLst xmlns:a="http://schemas.openxmlformats.org/drawingml/2006/main">
              <a:ext uri="{FF2B5EF4-FFF2-40B4-BE49-F238E27FC236}">
                <a16:creationId xmlns:a16="http://schemas.microsoft.com/office/drawing/2014/main" id="{452FDE1F-5570-463A-ADED-D8D3F01AC83E}"/>
              </a:ext>
            </a:extLst>
          </p:cNvPr>
          <p:cNvSpPr>
            <a:spLocks xmlns:a="http://schemas.openxmlformats.org/drawingml/2006/main" noGrp="1"/>
          </p:cNvSpPr>
          <p:nvPr/>
        </p:nvSpPr>
        <p:spPr>
          <a:xfrm xmlns:a="http://schemas.openxmlformats.org/drawingml/2006/main">
            <a:off x="8591550" y="5505450"/>
            <a:ext cx="7239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FFFFFF"/>
                </a:solidFill>
                <a:latin typeface="Apple SD Gothic Neo"/>
                <a:ea typeface="Apple SD Gothic Neo"/>
                <a:cs typeface="Apple SD Gothic Neo"/>
              </a:defRPr>
            </a:pPr>
            <a:r>
              <a:rPr sz="1575" b="1">
                <a:solidFill>
                  <a:srgbClr val="FFFFFF"/>
                </a:solidFill>
                <a:latin typeface="Apple SD Gothic Neo"/>
                <a:ea typeface="Apple SD Gothic Neo"/>
                <a:cs typeface="Apple SD Gothic Neo"/>
              </a:rPr>
              <a:t>VIA</a:t>
            </a:r>
          </a:p>
        </p:txBody>
      </p:sp>
      <p:sp>
        <p:nvSpPr>
          <p:cNvPr id="1088" name="necessity-v7-integration-junction">
            <a:extLst xmlns:a="http://schemas.openxmlformats.org/drawingml/2006/main">
              <a:ext uri="{FF2B5EF4-FFF2-40B4-BE49-F238E27FC236}">
                <a16:creationId xmlns:a16="http://schemas.microsoft.com/office/drawing/2014/main" id="{65C80AE5-3DEF-41BA-ABC9-FC000B456E47}"/>
              </a:ext>
            </a:extLst>
          </p:cNvPr>
          <p:cNvSpPr>
            <a:spLocks xmlns:a="http://schemas.openxmlformats.org/drawingml/2006/main" noGrp="1"/>
          </p:cNvSpPr>
          <p:nvPr/>
        </p:nvSpPr>
        <p:spPr>
          <a:xfrm xmlns:a="http://schemas.openxmlformats.org/drawingml/2006/main">
            <a:off x="9586913" y="56959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89" name=""/>
          <p:cNvCxnSpPr>
            <a:stCxn xmlns:a="http://schemas.openxmlformats.org/drawingml/2006/main" id="1086" idx="3"/>
            <a:endCxn xmlns:a="http://schemas.openxmlformats.org/drawingml/2006/main" id="1088" idx="1"/>
          </p:cNvCxnSpPr>
          <p:nvPr/>
        </p:nvCxnSpPr>
        <p:spPr>
          <a:xfrm xmlns:a="http://schemas.openxmlformats.org/drawingml/2006/main">
            <a:off x="9315450" y="5700713"/>
            <a:ext cx="271463" cy="0"/>
          </a:xfrm>
          <a:prstGeom xmlns:a="http://schemas.openxmlformats.org/drawingml/2006/main" prst="straightConnector1">
            <a:avLst/>
          </a:prstGeom>
          <a:ln xmlns:a="http://schemas.openxmlformats.org/drawingml/2006/main" w="13335">
            <a:solidFill>
              <a:srgbClr val="697783"/>
            </a:solidFill>
            <a:prstDash val="solid"/>
          </a:ln>
        </p:spPr>
      </p:cxnSp>
      <p:sp>
        <p:nvSpPr>
          <p:cNvPr id="1090" name="necessity-v7-integration-agent-0">
            <a:extLst xmlns:a="http://schemas.openxmlformats.org/drawingml/2006/main">
              <a:ext uri="{FF2B5EF4-FFF2-40B4-BE49-F238E27FC236}">
                <a16:creationId xmlns:a16="http://schemas.microsoft.com/office/drawing/2014/main" id="{97882924-D104-4292-89FF-E588FC1B14DC}"/>
              </a:ext>
            </a:extLst>
          </p:cNvPr>
          <p:cNvSpPr>
            <a:spLocks xmlns:a="http://schemas.openxmlformats.org/drawingml/2006/main" noGrp="1"/>
          </p:cNvSpPr>
          <p:nvPr/>
        </p:nvSpPr>
        <p:spPr>
          <a:xfrm xmlns:a="http://schemas.openxmlformats.org/drawingml/2006/main">
            <a:off x="10153650" y="5343525"/>
            <a:ext cx="1533525" cy="219075"/>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AEBBC8"/>
            </a:solidFill>
            <a:prstDash val="solid"/>
          </a:ln>
        </p:spPr>
      </p:sp>
      <p:sp>
        <p:nvSpPr>
          <p:cNvPr id="1091" name="necessity-v7-integration-agent-label-0">
            <a:extLst xmlns:a="http://schemas.openxmlformats.org/drawingml/2006/main">
              <a:ext uri="{FF2B5EF4-FFF2-40B4-BE49-F238E27FC236}">
                <a16:creationId xmlns:a16="http://schemas.microsoft.com/office/drawing/2014/main" id="{74FE5727-59BB-43D0-98D9-2A32368149A6}"/>
              </a:ext>
            </a:extLst>
          </p:cNvPr>
          <p:cNvSpPr>
            <a:spLocks xmlns:a="http://schemas.openxmlformats.org/drawingml/2006/main" noGrp="1"/>
          </p:cNvSpPr>
          <p:nvPr/>
        </p:nvSpPr>
        <p:spPr>
          <a:xfrm xmlns:a="http://schemas.openxmlformats.org/drawingml/2006/main">
            <a:off x="10153650" y="5353050"/>
            <a:ext cx="15335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38" b="0">
                <a:solidFill>
                  <a:srgbClr val="697783"/>
                </a:solidFill>
                <a:latin typeface="Apple SD Gothic Neo"/>
                <a:ea typeface="Apple SD Gothic Neo"/>
                <a:cs typeface="Apple SD Gothic Neo"/>
              </a:defRPr>
            </a:pPr>
            <a:r>
              <a:rPr sz="1238" b="0">
                <a:solidFill>
                  <a:srgbClr val="697783"/>
                </a:solidFill>
                <a:latin typeface="Apple SD Gothic Neo"/>
                <a:ea typeface="Apple SD Gothic Neo"/>
                <a:cs typeface="Apple SD Gothic Neo"/>
              </a:rPr>
              <a:t>Agent A</a:t>
            </a:r>
          </a:p>
        </p:txBody>
      </p:sp>
      <p:sp>
        <p:nvSpPr>
          <p:cNvPr id="1092" name="necessity-v7-integration-branch-0">
            <a:extLst xmlns:a="http://schemas.openxmlformats.org/drawingml/2006/main">
              <a:ext uri="{FF2B5EF4-FFF2-40B4-BE49-F238E27FC236}">
                <a16:creationId xmlns:a16="http://schemas.microsoft.com/office/drawing/2014/main" id="{A85DAA69-09B9-4884-B751-BB34C49F35A8}"/>
              </a:ext>
            </a:extLst>
          </p:cNvPr>
          <p:cNvSpPr>
            <a:spLocks xmlns:a="http://schemas.openxmlformats.org/drawingml/2006/main" noGrp="1"/>
          </p:cNvSpPr>
          <p:nvPr/>
        </p:nvSpPr>
        <p:spPr>
          <a:xfrm xmlns:a="http://schemas.openxmlformats.org/drawingml/2006/main">
            <a:off x="9586913" y="54483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093" name="necessity-v7-integration-spine-0">
            <a:extLst xmlns:a="http://schemas.openxmlformats.org/drawingml/2006/main">
              <a:ext uri="{FF2B5EF4-FFF2-40B4-BE49-F238E27FC236}">
                <a16:creationId xmlns:a16="http://schemas.microsoft.com/office/drawing/2014/main" id="{8CEA9925-8CC8-49FD-B840-F145169DC5B6}"/>
              </a:ext>
            </a:extLst>
          </p:cNvPr>
          <p:cNvSpPr>
            <a:spLocks xmlns:a="http://schemas.openxmlformats.org/drawingml/2006/main" noGrp="1"/>
          </p:cNvSpPr>
          <p:nvPr/>
        </p:nvSpPr>
        <p:spPr>
          <a:xfrm xmlns:a="http://schemas.openxmlformats.org/drawingml/2006/main">
            <a:off x="9591675" y="5453063"/>
            <a:ext cx="0" cy="247650"/>
          </a:xfrm>
          <a:prstGeom xmlns:a="http://schemas.openxmlformats.org/drawingml/2006/main" prst="line">
            <a:avLst/>
          </a:prstGeom>
          <a:noFill xmlns:a="http://schemas.openxmlformats.org/drawingml/2006/main"/>
          <a:ln xmlns:a="http://schemas.openxmlformats.org/drawingml/2006/main" w="11430">
            <a:solidFill>
              <a:srgbClr val="697783"/>
            </a:solidFill>
            <a:prstDash val="solid"/>
          </a:ln>
        </p:spPr>
      </p:sp>
      <p:cxnSp>
        <p:nvCxnSpPr>
          <p:cNvPr id="1094" name=""/>
          <p:cNvCxnSpPr>
            <a:stCxn xmlns:a="http://schemas.openxmlformats.org/drawingml/2006/main" id="1092" idx="3"/>
            <a:endCxn xmlns:a="http://schemas.openxmlformats.org/drawingml/2006/main" id="1090" idx="1"/>
          </p:cNvCxnSpPr>
          <p:nvPr/>
        </p:nvCxnSpPr>
        <p:spPr>
          <a:xfrm xmlns:a="http://schemas.openxmlformats.org/drawingml/2006/main">
            <a:off x="9596438" y="5453063"/>
            <a:ext cx="557212" cy="0"/>
          </a:xfrm>
          <a:prstGeom xmlns:a="http://schemas.openxmlformats.org/drawingml/2006/main" prst="straightConnector1">
            <a:avLst/>
          </a:prstGeom>
          <a:ln xmlns:a="http://schemas.openxmlformats.org/drawingml/2006/main" w="13335">
            <a:solidFill>
              <a:srgbClr val="697783"/>
            </a:solidFill>
            <a:prstDash val="solid"/>
            <a:tailEnd type="triangle" w="sm" len="sm"/>
          </a:ln>
        </p:spPr>
      </p:cxnSp>
      <p:sp>
        <p:nvSpPr>
          <p:cNvPr id="1095" name="necessity-v7-integration-agent-1">
            <a:extLst xmlns:a="http://schemas.openxmlformats.org/drawingml/2006/main">
              <a:ext uri="{FF2B5EF4-FFF2-40B4-BE49-F238E27FC236}">
                <a16:creationId xmlns:a16="http://schemas.microsoft.com/office/drawing/2014/main" id="{E2290987-B8ED-48B0-860A-A52174A107A6}"/>
              </a:ext>
            </a:extLst>
          </p:cNvPr>
          <p:cNvSpPr>
            <a:spLocks xmlns:a="http://schemas.openxmlformats.org/drawingml/2006/main" noGrp="1"/>
          </p:cNvSpPr>
          <p:nvPr/>
        </p:nvSpPr>
        <p:spPr>
          <a:xfrm xmlns:a="http://schemas.openxmlformats.org/drawingml/2006/main">
            <a:off x="10153650" y="5591175"/>
            <a:ext cx="1533525" cy="219075"/>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AEBBC8"/>
            </a:solidFill>
            <a:prstDash val="solid"/>
          </a:ln>
        </p:spPr>
      </p:sp>
      <p:sp>
        <p:nvSpPr>
          <p:cNvPr id="1096" name="necessity-v7-integration-agent-label-1">
            <a:extLst xmlns:a="http://schemas.openxmlformats.org/drawingml/2006/main">
              <a:ext uri="{FF2B5EF4-FFF2-40B4-BE49-F238E27FC236}">
                <a16:creationId xmlns:a16="http://schemas.microsoft.com/office/drawing/2014/main" id="{9136FA42-A4E0-45E7-BCF3-2B6BBDB5A860}"/>
              </a:ext>
            </a:extLst>
          </p:cNvPr>
          <p:cNvSpPr>
            <a:spLocks xmlns:a="http://schemas.openxmlformats.org/drawingml/2006/main" noGrp="1"/>
          </p:cNvSpPr>
          <p:nvPr/>
        </p:nvSpPr>
        <p:spPr>
          <a:xfrm xmlns:a="http://schemas.openxmlformats.org/drawingml/2006/main">
            <a:off x="10153650" y="5600700"/>
            <a:ext cx="15335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38" b="0">
                <a:solidFill>
                  <a:srgbClr val="697783"/>
                </a:solidFill>
                <a:latin typeface="Apple SD Gothic Neo"/>
                <a:ea typeface="Apple SD Gothic Neo"/>
                <a:cs typeface="Apple SD Gothic Neo"/>
              </a:defRPr>
            </a:pPr>
            <a:r>
              <a:rPr sz="1238" b="0">
                <a:solidFill>
                  <a:srgbClr val="697783"/>
                </a:solidFill>
                <a:latin typeface="Apple SD Gothic Neo"/>
                <a:ea typeface="Apple SD Gothic Neo"/>
                <a:cs typeface="Apple SD Gothic Neo"/>
              </a:rPr>
              <a:t>Agent B</a:t>
            </a:r>
          </a:p>
        </p:txBody>
      </p:sp>
      <p:sp>
        <p:nvSpPr>
          <p:cNvPr id="1097" name="necessity-v7-integration-branch-1">
            <a:extLst xmlns:a="http://schemas.openxmlformats.org/drawingml/2006/main">
              <a:ext uri="{FF2B5EF4-FFF2-40B4-BE49-F238E27FC236}">
                <a16:creationId xmlns:a16="http://schemas.microsoft.com/office/drawing/2014/main" id="{D985E603-4F30-47BB-BB52-54FD76C96989}"/>
              </a:ext>
            </a:extLst>
          </p:cNvPr>
          <p:cNvSpPr>
            <a:spLocks xmlns:a="http://schemas.openxmlformats.org/drawingml/2006/main" noGrp="1"/>
          </p:cNvSpPr>
          <p:nvPr/>
        </p:nvSpPr>
        <p:spPr>
          <a:xfrm xmlns:a="http://schemas.openxmlformats.org/drawingml/2006/main">
            <a:off x="9586913" y="5695950"/>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98" name=""/>
          <p:cNvCxnSpPr>
            <a:stCxn xmlns:a="http://schemas.openxmlformats.org/drawingml/2006/main" id="1097" idx="3"/>
            <a:endCxn xmlns:a="http://schemas.openxmlformats.org/drawingml/2006/main" id="1095" idx="1"/>
          </p:cNvCxnSpPr>
          <p:nvPr/>
        </p:nvCxnSpPr>
        <p:spPr>
          <a:xfrm xmlns:a="http://schemas.openxmlformats.org/drawingml/2006/main">
            <a:off x="9596438" y="5700713"/>
            <a:ext cx="557212" cy="0"/>
          </a:xfrm>
          <a:prstGeom xmlns:a="http://schemas.openxmlformats.org/drawingml/2006/main" prst="straightConnector1">
            <a:avLst/>
          </a:prstGeom>
          <a:ln xmlns:a="http://schemas.openxmlformats.org/drawingml/2006/main" w="13335">
            <a:solidFill>
              <a:srgbClr val="697783"/>
            </a:solidFill>
            <a:prstDash val="solid"/>
            <a:tailEnd type="triangle" w="sm" len="sm"/>
          </a:ln>
        </p:spPr>
      </p:cxnSp>
      <p:sp>
        <p:nvSpPr>
          <p:cNvPr id="1099" name="necessity-v7-integration-agent-2">
            <a:extLst xmlns:a="http://schemas.openxmlformats.org/drawingml/2006/main">
              <a:ext uri="{FF2B5EF4-FFF2-40B4-BE49-F238E27FC236}">
                <a16:creationId xmlns:a16="http://schemas.microsoft.com/office/drawing/2014/main" id="{6120ED2B-BF5E-480A-8CBB-E94E1DC26F52}"/>
              </a:ext>
            </a:extLst>
          </p:cNvPr>
          <p:cNvSpPr>
            <a:spLocks xmlns:a="http://schemas.openxmlformats.org/drawingml/2006/main" noGrp="1"/>
          </p:cNvSpPr>
          <p:nvPr/>
        </p:nvSpPr>
        <p:spPr>
          <a:xfrm xmlns:a="http://schemas.openxmlformats.org/drawingml/2006/main">
            <a:off x="10153650" y="5838825"/>
            <a:ext cx="1533525" cy="219075"/>
          </a:xfrm>
          <a:prstGeom xmlns:a="http://schemas.openxmlformats.org/drawingml/2006/main" prst="roundRect">
            <a:avLst>
              <a:gd name="adj" fmla="val 13043"/>
            </a:avLst>
          </a:prstGeom>
          <a:solidFill xmlns:a="http://schemas.openxmlformats.org/drawingml/2006/main">
            <a:srgbClr val="EAF3E2"/>
          </a:solidFill>
          <a:ln xmlns:a="http://schemas.openxmlformats.org/drawingml/2006/main" w="9525">
            <a:solidFill>
              <a:srgbClr val="218FAF"/>
            </a:solidFill>
            <a:prstDash val="solid"/>
          </a:ln>
        </p:spPr>
      </p:sp>
      <p:sp>
        <p:nvSpPr>
          <p:cNvPr id="1100" name="necessity-v7-integration-agent-label-2">
            <a:extLst xmlns:a="http://schemas.openxmlformats.org/drawingml/2006/main">
              <a:ext uri="{FF2B5EF4-FFF2-40B4-BE49-F238E27FC236}">
                <a16:creationId xmlns:a16="http://schemas.microsoft.com/office/drawing/2014/main" id="{3FC5F8DD-6359-42D1-9E1F-9C48EC8F7F42}"/>
              </a:ext>
            </a:extLst>
          </p:cNvPr>
          <p:cNvSpPr>
            <a:spLocks xmlns:a="http://schemas.openxmlformats.org/drawingml/2006/main" noGrp="1"/>
          </p:cNvSpPr>
          <p:nvPr/>
        </p:nvSpPr>
        <p:spPr>
          <a:xfrm xmlns:a="http://schemas.openxmlformats.org/drawingml/2006/main">
            <a:off x="10153650" y="5848350"/>
            <a:ext cx="15335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38" b="1">
                <a:solidFill>
                  <a:srgbClr val="218FAF"/>
                </a:solidFill>
                <a:latin typeface="Apple SD Gothic Neo"/>
                <a:ea typeface="Apple SD Gothic Neo"/>
                <a:cs typeface="Apple SD Gothic Neo"/>
              </a:defRPr>
            </a:pPr>
            <a:r>
              <a:rPr sz="1238" b="1">
                <a:solidFill>
                  <a:srgbClr val="218FAF"/>
                </a:solidFill>
                <a:latin typeface="Apple SD Gothic Neo"/>
                <a:ea typeface="Apple SD Gothic Neo"/>
                <a:cs typeface="Apple SD Gothic Neo"/>
              </a:rPr>
              <a:t>새 Agent</a:t>
            </a:r>
          </a:p>
        </p:txBody>
      </p:sp>
      <p:sp>
        <p:nvSpPr>
          <p:cNvPr id="1101" name="necessity-v7-integration-branch-2">
            <a:extLst xmlns:a="http://schemas.openxmlformats.org/drawingml/2006/main">
              <a:ext uri="{FF2B5EF4-FFF2-40B4-BE49-F238E27FC236}">
                <a16:creationId xmlns:a16="http://schemas.microsoft.com/office/drawing/2014/main" id="{CEF3B099-2C6A-47C9-8DFC-BC535B8CA562}"/>
              </a:ext>
            </a:extLst>
          </p:cNvPr>
          <p:cNvSpPr>
            <a:spLocks xmlns:a="http://schemas.openxmlformats.org/drawingml/2006/main" noGrp="1"/>
          </p:cNvSpPr>
          <p:nvPr/>
        </p:nvSpPr>
        <p:spPr>
          <a:xfrm xmlns:a="http://schemas.openxmlformats.org/drawingml/2006/main">
            <a:off x="9586913" y="5943600"/>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1102" name="necessity-v7-integration-spine-2">
            <a:extLst xmlns:a="http://schemas.openxmlformats.org/drawingml/2006/main">
              <a:ext uri="{FF2B5EF4-FFF2-40B4-BE49-F238E27FC236}">
                <a16:creationId xmlns:a16="http://schemas.microsoft.com/office/drawing/2014/main" id="{E38C354A-812E-48C4-8842-9FCEE56F2334}"/>
              </a:ext>
            </a:extLst>
          </p:cNvPr>
          <p:cNvSpPr>
            <a:spLocks xmlns:a="http://schemas.openxmlformats.org/drawingml/2006/main" noGrp="1"/>
          </p:cNvSpPr>
          <p:nvPr/>
        </p:nvSpPr>
        <p:spPr>
          <a:xfrm xmlns:a="http://schemas.openxmlformats.org/drawingml/2006/main">
            <a:off x="9591675" y="5700713"/>
            <a:ext cx="0" cy="247650"/>
          </a:xfrm>
          <a:prstGeom xmlns:a="http://schemas.openxmlformats.org/drawingml/2006/main" prst="line">
            <a:avLst/>
          </a:prstGeom>
          <a:noFill xmlns:a="http://schemas.openxmlformats.org/drawingml/2006/main"/>
          <a:ln xmlns:a="http://schemas.openxmlformats.org/drawingml/2006/main" w="11430">
            <a:solidFill>
              <a:srgbClr val="218FAF"/>
            </a:solidFill>
            <a:prstDash val="solid"/>
          </a:ln>
        </p:spPr>
      </p:sp>
      <p:cxnSp>
        <p:nvCxnSpPr>
          <p:cNvPr id="1103" name=""/>
          <p:cNvCxnSpPr>
            <a:stCxn xmlns:a="http://schemas.openxmlformats.org/drawingml/2006/main" id="1101" idx="3"/>
            <a:endCxn xmlns:a="http://schemas.openxmlformats.org/drawingml/2006/main" id="1099" idx="1"/>
          </p:cNvCxnSpPr>
          <p:nvPr/>
        </p:nvCxnSpPr>
        <p:spPr>
          <a:xfrm xmlns:a="http://schemas.openxmlformats.org/drawingml/2006/main">
            <a:off x="9596438" y="5948363"/>
            <a:ext cx="557212" cy="0"/>
          </a:xfrm>
          <a:prstGeom xmlns:a="http://schemas.openxmlformats.org/drawingml/2006/main" prst="straightConnector1">
            <a:avLst/>
          </a:prstGeom>
          <a:ln xmlns:a="http://schemas.openxmlformats.org/drawingml/2006/main" w="13335">
            <a:solidFill>
              <a:srgbClr val="218FAF"/>
            </a:solidFill>
            <a:prstDash val="solid"/>
            <a:tailEnd type="triangle" w="sm" len="sm"/>
          </a:ln>
        </p:spPr>
      </p:cxnSp>
      <p:sp>
        <p:nvSpPr>
          <p:cNvPr id="1104" name="necessity-v7-change-conclusion-green">
            <a:extLst xmlns:a="http://schemas.openxmlformats.org/drawingml/2006/main">
              <a:ext uri="{FF2B5EF4-FFF2-40B4-BE49-F238E27FC236}">
                <a16:creationId xmlns:a16="http://schemas.microsoft.com/office/drawing/2014/main" id="{40B34D24-87FC-478E-9432-830B40180665}"/>
              </a:ext>
            </a:extLst>
          </p:cNvPr>
          <p:cNvSpPr>
            <a:spLocks xmlns:a="http://schemas.openxmlformats.org/drawingml/2006/main" noGrp="1"/>
          </p:cNvSpPr>
          <p:nvPr/>
        </p:nvSpPr>
        <p:spPr>
          <a:xfrm xmlns:a="http://schemas.openxmlformats.org/drawingml/2006/main">
            <a:off x="8486775" y="6296025"/>
            <a:ext cx="3314700" cy="114300"/>
          </a:xfrm>
          <a:prstGeom xmlns:a="http://schemas.openxmlformats.org/drawingml/2006/main" prst="rect">
            <a:avLst/>
          </a:prstGeom>
          <a:solidFill xmlns:a="http://schemas.openxmlformats.org/drawingml/2006/main">
            <a:srgbClr val="CDE5BB"/>
          </a:solidFill>
          <a:ln xmlns:a="http://schemas.openxmlformats.org/drawingml/2006/main" w="0">
            <a:noFill/>
            <a:prstDash val="solid"/>
          </a:ln>
        </p:spPr>
      </p:sp>
      <p:sp>
        <p:nvSpPr>
          <p:cNvPr id="1105" name="necessity-v7-change-conclusion">
            <a:extLst xmlns:a="http://schemas.openxmlformats.org/drawingml/2006/main">
              <a:ext uri="{FF2B5EF4-FFF2-40B4-BE49-F238E27FC236}">
                <a16:creationId xmlns:a16="http://schemas.microsoft.com/office/drawing/2014/main" id="{F0572FE0-3119-4FF7-B41D-D9900848F705}"/>
              </a:ext>
            </a:extLst>
          </p:cNvPr>
          <p:cNvSpPr>
            <a:spLocks xmlns:a="http://schemas.openxmlformats.org/drawingml/2006/main" noGrp="1"/>
          </p:cNvSpPr>
          <p:nvPr/>
        </p:nvSpPr>
        <p:spPr>
          <a:xfrm xmlns:a="http://schemas.openxmlformats.org/drawingml/2006/main">
            <a:off x="8486775" y="6143625"/>
            <a:ext cx="331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71B20"/>
                </a:solidFill>
                <a:latin typeface="Apple SD Gothic Neo"/>
                <a:ea typeface="Apple SD Gothic Neo"/>
                <a:cs typeface="Apple SD Gothic Neo"/>
              </a:defRPr>
            </a:pPr>
            <a:r>
              <a:rPr sz="1425" b="1">
                <a:solidFill>
                  <a:srgbClr val="171B20"/>
                </a:solidFill>
                <a:latin typeface="Apple SD Gothic Neo"/>
                <a:ea typeface="Apple SD Gothic Neo"/>
                <a:cs typeface="Apple SD Gothic Neo"/>
              </a:rPr>
              <a:t>기존 기능을 유지하며 기술 발전 수용</a:t>
            </a:r>
          </a:p>
        </p:txBody>
      </p:sp>
    </p:spTree>
    <p:extLst>
      <p:ext uri="{BB962C8B-B14F-4D97-AF65-F5344CB8AC3E}">
        <p14:creationId xmlns:p14="http://schemas.microsoft.com/office/powerpoint/2010/main" val="665895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2026-09-30T07:33:36.3210000Z</dcterms:created>
  <dcterms:modified xsi:type="dcterms:W3CDTF">2026-09-30T07:33:36.3210000Z</dcterms:modified>
</coreProperties>
</file>